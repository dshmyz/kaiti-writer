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handoutMasterIdLst>
    <p:handoutMasterId r:id="rId36"/>
  </p:handoutMasterIdLst>
  <p:sldIdLst>
    <p:sldId id="260" r:id="rId2"/>
    <p:sldId id="266" r:id="rId3"/>
    <p:sldId id="267" r:id="rId4"/>
    <p:sldId id="265" r:id="rId5"/>
    <p:sldId id="275" r:id="rId6"/>
    <p:sldId id="276" r:id="rId7"/>
    <p:sldId id="277" r:id="rId8"/>
    <p:sldId id="264" r:id="rId9"/>
    <p:sldId id="272" r:id="rId10"/>
    <p:sldId id="273" r:id="rId11"/>
    <p:sldId id="274" r:id="rId12"/>
    <p:sldId id="269" r:id="rId13"/>
    <p:sldId id="261" r:id="rId14"/>
    <p:sldId id="262" r:id="rId15"/>
    <p:sldId id="263"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78" r:id="rId29"/>
    <p:sldId id="279" r:id="rId30"/>
    <p:sldId id="280" r:id="rId31"/>
    <p:sldId id="271" r:id="rId32"/>
    <p:sldId id="270" r:id="rId33"/>
    <p:sldId id="293" r:id="rId34"/>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8" d="100"/>
          <a:sy n="58" d="100"/>
        </p:scale>
        <p:origin x="460" y="-3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a:defRPr lang="zh-CN" sz="18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en-US" altLang="zh-CN" sz="1800" dirty="0">
                <a:solidFill>
                  <a:schemeClr val="tx1"/>
                </a:solidFill>
                <a:latin typeface="微软雅黑" panose="020B0503020204020204" pitchFamily="34" charset="-122"/>
                <a:ea typeface="微软雅黑" panose="020B0503020204020204" pitchFamily="34" charset="-122"/>
              </a:rPr>
              <a:t>SAMPLE TEXT</a:t>
            </a:r>
          </a:p>
        </c:rich>
      </c:tx>
      <c:overlay val="0"/>
      <c:spPr>
        <a:noFill/>
        <a:ln>
          <a:noFill/>
        </a:ln>
        <a:effectLst/>
      </c:spPr>
      <c:txPr>
        <a:bodyPr rot="0" spcFirstLastPara="1" vertOverflow="ellipsis" vert="horz" wrap="square" anchor="ctr" anchorCtr="1"/>
        <a:lstStyle/>
        <a:p>
          <a:pPr algn="ctr">
            <a:defRPr lang="zh-CN" sz="18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pieChart>
        <c:varyColors val="1"/>
        <c:ser>
          <c:idx val="0"/>
          <c:order val="0"/>
          <c:tx>
            <c:strRef>
              <c:f>Sheet1!$B$1</c:f>
              <c:strCache>
                <c:ptCount val="1"/>
                <c:pt idx="0">
                  <c:v>SAMPLE TEXT</c:v>
                </c:pt>
              </c:strCache>
            </c:strRef>
          </c:tx>
          <c:spPr>
            <a:solidFill>
              <a:srgbClr val="023FA1"/>
            </a:solidFill>
            <a:effectLst/>
          </c:spPr>
          <c:dPt>
            <c:idx val="0"/>
            <c:bubble3D val="0"/>
            <c:spPr>
              <a:solidFill>
                <a:srgbClr val="023FA1"/>
              </a:solidFill>
              <a:ln w="19050">
                <a:solidFill>
                  <a:schemeClr val="lt1"/>
                </a:solidFill>
              </a:ln>
              <a:effectLst/>
            </c:spPr>
            <c:extLst>
              <c:ext xmlns:c16="http://schemas.microsoft.com/office/drawing/2014/chart" uri="{C3380CC4-5D6E-409C-BE32-E72D297353CC}">
                <c16:uniqueId val="{00000001-CC28-4083-B26B-589BBBA85048}"/>
              </c:ext>
            </c:extLst>
          </c:dPt>
          <c:dPt>
            <c:idx val="1"/>
            <c:bubble3D val="0"/>
            <c:spPr>
              <a:solidFill>
                <a:srgbClr val="023FA1">
                  <a:alpha val="80000"/>
                </a:srgbClr>
              </a:solidFill>
              <a:ln w="19050">
                <a:solidFill>
                  <a:schemeClr val="lt1"/>
                </a:solidFill>
              </a:ln>
              <a:effectLst/>
            </c:spPr>
            <c:extLst>
              <c:ext xmlns:c16="http://schemas.microsoft.com/office/drawing/2014/chart" uri="{C3380CC4-5D6E-409C-BE32-E72D297353CC}">
                <c16:uniqueId val="{00000003-CC28-4083-B26B-589BBBA85048}"/>
              </c:ext>
            </c:extLst>
          </c:dPt>
          <c:dPt>
            <c:idx val="2"/>
            <c:bubble3D val="0"/>
            <c:spPr>
              <a:solidFill>
                <a:srgbClr val="023FA1">
                  <a:alpha val="60000"/>
                </a:srgbClr>
              </a:solidFill>
              <a:ln w="19050">
                <a:solidFill>
                  <a:schemeClr val="lt1"/>
                </a:solidFill>
              </a:ln>
              <a:effectLst/>
            </c:spPr>
            <c:extLst>
              <c:ext xmlns:c16="http://schemas.microsoft.com/office/drawing/2014/chart" uri="{C3380CC4-5D6E-409C-BE32-E72D297353CC}">
                <c16:uniqueId val="{00000005-CC28-4083-B26B-589BBBA85048}"/>
              </c:ext>
            </c:extLst>
          </c:dPt>
          <c:dPt>
            <c:idx val="3"/>
            <c:bubble3D val="0"/>
            <c:spPr>
              <a:solidFill>
                <a:srgbClr val="023FA1">
                  <a:alpha val="40000"/>
                </a:srgbClr>
              </a:solidFill>
              <a:ln w="19050">
                <a:solidFill>
                  <a:schemeClr val="lt1"/>
                </a:solidFill>
              </a:ln>
              <a:effectLst/>
            </c:spPr>
            <c:extLst>
              <c:ext xmlns:c16="http://schemas.microsoft.com/office/drawing/2014/chart" uri="{C3380CC4-5D6E-409C-BE32-E72D297353CC}">
                <c16:uniqueId val="{00000007-CC28-4083-B26B-589BBBA85048}"/>
              </c:ext>
            </c:extLst>
          </c:dPt>
          <c:dLbls>
            <c:spPr>
              <a:noFill/>
              <a:ln>
                <a:noFill/>
              </a:ln>
              <a:effectLst/>
            </c:spPr>
            <c:txPr>
              <a:bodyPr rot="0" spcFirstLastPara="1" vertOverflow="clip" horzOverflow="clip" vert="horz" wrap="square" lIns="38100" tIns="19050" rIns="38100" bIns="19050" anchor="ctr" anchorCtr="1">
                <a:spAutoFit/>
              </a:bodyPr>
              <a:lstStyle/>
              <a:p>
                <a:pPr>
                  <a:defRPr lang="zh-CN" sz="1600" b="0"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End"/>
            <c:showLegendKey val="0"/>
            <c:showVal val="0"/>
            <c:showCatName val="1"/>
            <c:showSerName val="0"/>
            <c:showPercent val="1"/>
            <c:showBubbleSize val="0"/>
            <c:separator>
</c:separator>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Sheet1!$A$2:$A$5</c:f>
              <c:strCache>
                <c:ptCount val="4"/>
                <c:pt idx="0">
                  <c:v>A</c:v>
                </c:pt>
                <c:pt idx="1">
                  <c:v>B</c:v>
                </c:pt>
                <c:pt idx="2">
                  <c:v>C</c:v>
                </c:pt>
                <c:pt idx="3">
                  <c:v>D</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CC28-4083-B26B-589BBBA85048}"/>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zero"/>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CB326D-D6FE-401C-B0F9-9894D72F7CE1}" type="datetimeFigureOut">
              <a:rPr lang="zh-CN" altLang="en-US" smtClean="0"/>
              <a:t>2024/1/2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40642-3370-4264-BB43-85B90726D1B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E466B4A-B5F0-469C-852C-77A6358016BB}"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2024/1/2</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0.png"/><Relationship Id="rId7" Type="http://schemas.openxmlformats.org/officeDocument/2006/relationships/hyperlink" Target="http://www.rapidesign.cn/" TargetMode="Externa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8.jpeg"/><Relationship Id="rId4" Type="http://schemas.microsoft.com/office/2007/relationships/hdphoto" Target="../media/hdphoto1.wdp"/><Relationship Id="rId9" Type="http://schemas.openxmlformats.org/officeDocument/2006/relationships/image" Target="../media/image17.jpe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jpe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0.pn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0.png"/><Relationship Id="rId7" Type="http://schemas.openxmlformats.org/officeDocument/2006/relationships/image" Target="../media/image15.jpe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1.jpe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chart" Target="../charts/chart1.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2.jpe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4.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8.png"/><Relationship Id="rId4" Type="http://schemas.microsoft.com/office/2007/relationships/hdphoto" Target="../media/hdphoto2.wdp"/></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72068"/>
          </a:xfrm>
          <a:prstGeom prst="rect">
            <a:avLst/>
          </a:prstGeom>
          <a:solidFill>
            <a:srgbClr val="0B47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5618548" y="180805"/>
            <a:ext cx="6510456" cy="6510456"/>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165945" y="-758386"/>
            <a:ext cx="5786253" cy="5786253"/>
          </a:xfrm>
          <a:prstGeom prst="rect">
            <a:avLst/>
          </a:prstGeom>
        </p:spPr>
      </p:pic>
      <p:grpSp>
        <p:nvGrpSpPr>
          <p:cNvPr id="8" name="组合 7"/>
          <p:cNvGrpSpPr/>
          <p:nvPr/>
        </p:nvGrpSpPr>
        <p:grpSpPr>
          <a:xfrm>
            <a:off x="133552" y="2529478"/>
            <a:ext cx="11855877" cy="4256651"/>
            <a:chOff x="133552" y="2529478"/>
            <a:chExt cx="11855877" cy="4256651"/>
          </a:xfrm>
        </p:grpSpPr>
        <p:grpSp>
          <p:nvGrpSpPr>
            <p:cNvPr id="9" name="组合 8"/>
            <p:cNvGrpSpPr/>
            <p:nvPr/>
          </p:nvGrpSpPr>
          <p:grpSpPr>
            <a:xfrm>
              <a:off x="4939271" y="5100075"/>
              <a:ext cx="2313454" cy="777197"/>
              <a:chOff x="4939271" y="5305710"/>
              <a:chExt cx="2313454" cy="777197"/>
            </a:xfrm>
          </p:grpSpPr>
          <p:sp>
            <p:nvSpPr>
              <p:cNvPr id="16" name="文本框 18"/>
              <p:cNvSpPr txBox="1">
                <a:spLocks noChangeArrowheads="1"/>
              </p:cNvSpPr>
              <p:nvPr/>
            </p:nvSpPr>
            <p:spPr bwMode="auto">
              <a:xfrm>
                <a:off x="4939271" y="5682797"/>
                <a:ext cx="23134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指导老师：公众号</a:t>
                </a:r>
              </a:p>
            </p:txBody>
          </p:sp>
          <p:sp>
            <p:nvSpPr>
              <p:cNvPr id="17" name="文本框 16"/>
              <p:cNvSpPr txBox="1">
                <a:spLocks noChangeArrowheads="1"/>
              </p:cNvSpPr>
              <p:nvPr/>
            </p:nvSpPr>
            <p:spPr bwMode="auto">
              <a:xfrm>
                <a:off x="4950458" y="5305710"/>
                <a:ext cx="22910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答辩人：星空</a:t>
                </a:r>
                <a:r>
                  <a:rPr lang="zh-CN" altLang="en-US" sz="2000" b="1" dirty="0">
                    <a:solidFill>
                      <a:prstClr val="white"/>
                    </a:solidFill>
                    <a:latin typeface="微软雅黑" panose="020B0503020204020204" pitchFamily="34" charset="-122"/>
                    <a:ea typeface="微软雅黑" panose="020B0503020204020204" pitchFamily="34" charset="-122"/>
                  </a:rPr>
                  <a:t>情报站</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0" name="Rectangle 15"/>
            <p:cNvSpPr>
              <a:spLocks noChangeArrowheads="1"/>
            </p:cNvSpPr>
            <p:nvPr/>
          </p:nvSpPr>
          <p:spPr bwMode="auto">
            <a:xfrm>
              <a:off x="133552" y="2529478"/>
              <a:ext cx="11855877"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6600" b="1" spc="300" dirty="0">
                  <a:solidFill>
                    <a:prstClr val="white"/>
                  </a:solidFill>
                  <a:latin typeface="微软雅黑" panose="020B0503020204020204" pitchFamily="34" charset="-122"/>
                  <a:ea typeface="微软雅黑" panose="020B0503020204020204" pitchFamily="34" charset="-122"/>
                </a:rPr>
                <a:t>北京航空航天</a:t>
              </a:r>
              <a:r>
                <a:rPr kumimoji="0" lang="zh-CN" altLang="en-US" sz="66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大学答辩开题</a:t>
              </a:r>
              <a:endParaRPr kumimoji="0" lang="en-US" altLang="zh-CN" sz="66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66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汇报通用模板</a:t>
              </a:r>
            </a:p>
          </p:txBody>
        </p:sp>
        <p:grpSp>
          <p:nvGrpSpPr>
            <p:cNvPr id="11" name="组合 10"/>
            <p:cNvGrpSpPr/>
            <p:nvPr/>
          </p:nvGrpSpPr>
          <p:grpSpPr>
            <a:xfrm>
              <a:off x="5159896" y="6510539"/>
              <a:ext cx="1746919" cy="275590"/>
              <a:chOff x="5159896" y="6510539"/>
              <a:chExt cx="1746919" cy="275590"/>
            </a:xfrm>
          </p:grpSpPr>
          <p:sp>
            <p:nvSpPr>
              <p:cNvPr id="13" name="文本框 12"/>
              <p:cNvSpPr txBox="1"/>
              <p:nvPr/>
            </p:nvSpPr>
            <p:spPr>
              <a:xfrm>
                <a:off x="5555552" y="6510539"/>
                <a:ext cx="948055" cy="27559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prstClr val="white"/>
                    </a:solidFill>
                    <a:latin typeface="Calibri" panose="020F0502020204030204"/>
                    <a:ea typeface="宋体" panose="02010600030101010101" pitchFamily="2" charset="-122"/>
                  </a:rPr>
                  <a:t>星空情报站</a:t>
                </a:r>
                <a:endParaRPr kumimoji="0" lang="zh-CN" altLang="en-US" sz="1200" b="1" i="0" u="none" strike="noStrike" kern="1200" cap="none" spc="0" normalizeH="0" baseline="30000" noProof="0" dirty="0">
                  <a:ln>
                    <a:noFill/>
                  </a:ln>
                  <a:solidFill>
                    <a:prstClr val="white"/>
                  </a:solidFill>
                  <a:effectLst/>
                  <a:uLnTx/>
                  <a:uFillTx/>
                  <a:latin typeface="Calibri" panose="020F0502020204030204"/>
                  <a:ea typeface="宋体" panose="02010600030101010101" pitchFamily="2" charset="-122"/>
                  <a:cs typeface="+mn-cs"/>
                </a:endParaRPr>
              </a:p>
            </p:txBody>
          </p:sp>
          <p:cxnSp>
            <p:nvCxnSpPr>
              <p:cNvPr id="14" name="直接连接符 13"/>
              <p:cNvCxnSpPr/>
              <p:nvPr/>
            </p:nvCxnSpPr>
            <p:spPr>
              <a:xfrm>
                <a:off x="5159896" y="6659618"/>
                <a:ext cx="3234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583346" y="6640337"/>
                <a:ext cx="3234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2" name="直接连接符 11"/>
            <p:cNvCxnSpPr/>
            <p:nvPr/>
          </p:nvCxnSpPr>
          <p:spPr>
            <a:xfrm>
              <a:off x="1703512" y="4869160"/>
              <a:ext cx="865968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3573893" y="1116840"/>
            <a:ext cx="4918925" cy="1253932"/>
            <a:chOff x="751446" y="486412"/>
            <a:chExt cx="4918925" cy="1253932"/>
          </a:xfrm>
        </p:grpSpPr>
        <p:pic>
          <p:nvPicPr>
            <p:cNvPr id="26" name="图片 25"/>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751446" y="486412"/>
              <a:ext cx="1253932" cy="1253932"/>
            </a:xfrm>
            <a:prstGeom prst="rect">
              <a:avLst/>
            </a:prstGeom>
          </p:spPr>
        </p:pic>
        <p:pic>
          <p:nvPicPr>
            <p:cNvPr id="27" name="图片 2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1960350" y="609785"/>
              <a:ext cx="3710021" cy="607920"/>
            </a:xfrm>
            <a:prstGeom prst="rect">
              <a:avLst/>
            </a:prstGeom>
          </p:spPr>
        </p:pic>
        <p:sp>
          <p:nvSpPr>
            <p:cNvPr id="28" name="矩形 27"/>
            <p:cNvSpPr/>
            <p:nvPr/>
          </p:nvSpPr>
          <p:spPr>
            <a:xfrm>
              <a:off x="2137414" y="1226892"/>
              <a:ext cx="3502977" cy="307777"/>
            </a:xfrm>
            <a:prstGeom prst="rect">
              <a:avLst/>
            </a:prstGeom>
          </p:spPr>
          <p:txBody>
            <a:bodyPr wrap="square">
              <a:spAutoFit/>
            </a:bodyPr>
            <a:lstStyle/>
            <a:p>
              <a:pPr lvl="0" algn="dist"/>
              <a:r>
                <a:rPr lang="en-US" altLang="zh-CN" sz="1400" b="1" dirty="0">
                  <a:solidFill>
                    <a:prstClr val="white"/>
                  </a:solidFill>
                </a:rPr>
                <a:t>BEIHANG UNIVERSITY</a:t>
              </a:r>
              <a:endParaRPr kumimoji="0" lang="zh-CN" altLang="en-US" sz="14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2" name="组合 1"/>
          <p:cNvGrpSpPr/>
          <p:nvPr/>
        </p:nvGrpSpPr>
        <p:grpSpPr>
          <a:xfrm>
            <a:off x="227727" y="5753818"/>
            <a:ext cx="2412444" cy="929311"/>
            <a:chOff x="227727" y="5753818"/>
            <a:chExt cx="2412444" cy="929311"/>
          </a:xfrm>
        </p:grpSpPr>
        <p:pic>
          <p:nvPicPr>
            <p:cNvPr id="32" name="图片 31"/>
            <p:cNvPicPr>
              <a:picLocks noChangeAspect="1"/>
            </p:cNvPicPr>
            <p:nvPr/>
          </p:nvPicPr>
          <p:blipFill rotWithShape="1">
            <a:blip r:embed="rId6" cstate="print">
              <a:extLst>
                <a:ext uri="{28A0092B-C50C-407E-A947-70E740481C1C}">
                  <a14:useLocalDpi xmlns:a14="http://schemas.microsoft.com/office/drawing/2010/main" val="0"/>
                </a:ext>
              </a:extLst>
            </a:blip>
            <a:srcRect r="50000" b="-2912"/>
            <a:stretch>
              <a:fillRect/>
            </a:stretch>
          </p:blipFill>
          <p:spPr>
            <a:xfrm>
              <a:off x="227727" y="5753818"/>
              <a:ext cx="1475785" cy="485334"/>
            </a:xfrm>
            <a:prstGeom prst="rect">
              <a:avLst/>
            </a:prstGeom>
          </p:spPr>
        </p:pic>
        <p:pic>
          <p:nvPicPr>
            <p:cNvPr id="31" name="图片 30"/>
            <p:cNvPicPr>
              <a:picLocks noChangeAspect="1"/>
            </p:cNvPicPr>
            <p:nvPr/>
          </p:nvPicPr>
          <p:blipFill rotWithShape="1">
            <a:blip r:embed="rId6" cstate="print">
              <a:extLst>
                <a:ext uri="{28A0092B-C50C-407E-A947-70E740481C1C}">
                  <a14:useLocalDpi xmlns:a14="http://schemas.microsoft.com/office/drawing/2010/main" val="0"/>
                </a:ext>
              </a:extLst>
            </a:blip>
            <a:srcRect l="50000"/>
            <a:stretch>
              <a:fillRect/>
            </a:stretch>
          </p:blipFill>
          <p:spPr>
            <a:xfrm>
              <a:off x="1164385" y="6211529"/>
              <a:ext cx="1475786" cy="4716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0" y="0"/>
            <a:ext cx="12192000" cy="6912403"/>
          </a:xfrm>
          <a:prstGeom prst="rect">
            <a:avLst/>
          </a:prstGeom>
          <a:gradFill flip="none" rotWithShape="1">
            <a:gsLst>
              <a:gs pos="0">
                <a:srgbClr val="0B47B3">
                  <a:alpha val="82000"/>
                </a:srgbClr>
              </a:gs>
              <a:gs pos="100000">
                <a:srgbClr val="0B47B3"/>
              </a:gs>
            </a:gsLst>
            <a:lin ang="54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grpSp>
        <p:nvGrpSpPr>
          <p:cNvPr id="5" name="组合 4"/>
          <p:cNvGrpSpPr/>
          <p:nvPr/>
        </p:nvGrpSpPr>
        <p:grpSpPr>
          <a:xfrm>
            <a:off x="133552" y="2529478"/>
            <a:ext cx="11855877" cy="4252179"/>
            <a:chOff x="133552" y="2529478"/>
            <a:chExt cx="11855877" cy="4252179"/>
          </a:xfrm>
        </p:grpSpPr>
        <p:grpSp>
          <p:nvGrpSpPr>
            <p:cNvPr id="6" name="组合 5"/>
            <p:cNvGrpSpPr/>
            <p:nvPr/>
          </p:nvGrpSpPr>
          <p:grpSpPr>
            <a:xfrm>
              <a:off x="4939271" y="5100075"/>
              <a:ext cx="2313454" cy="777197"/>
              <a:chOff x="4939271" y="5305710"/>
              <a:chExt cx="2313454" cy="777197"/>
            </a:xfrm>
          </p:grpSpPr>
          <p:sp>
            <p:nvSpPr>
              <p:cNvPr id="13" name="文本框 18"/>
              <p:cNvSpPr txBox="1">
                <a:spLocks noChangeArrowheads="1"/>
              </p:cNvSpPr>
              <p:nvPr/>
            </p:nvSpPr>
            <p:spPr bwMode="auto">
              <a:xfrm>
                <a:off x="4939271" y="5682797"/>
                <a:ext cx="23134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指导老师：公众号</a:t>
                </a:r>
              </a:p>
            </p:txBody>
          </p:sp>
          <p:sp>
            <p:nvSpPr>
              <p:cNvPr id="14" name="文本框 13"/>
              <p:cNvSpPr txBox="1">
                <a:spLocks noChangeArrowheads="1"/>
              </p:cNvSpPr>
              <p:nvPr/>
            </p:nvSpPr>
            <p:spPr bwMode="auto">
              <a:xfrm>
                <a:off x="4950458" y="5305710"/>
                <a:ext cx="22910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答辩人：星空</a:t>
                </a:r>
                <a:r>
                  <a:rPr lang="zh-CN" altLang="en-US" sz="2000" b="1" dirty="0">
                    <a:solidFill>
                      <a:prstClr val="white"/>
                    </a:solidFill>
                    <a:latin typeface="微软雅黑" panose="020B0503020204020204" pitchFamily="34" charset="-122"/>
                    <a:ea typeface="微软雅黑" panose="020B0503020204020204" pitchFamily="34" charset="-122"/>
                  </a:rPr>
                  <a:t>情报站</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7" name="Rectangle 15"/>
            <p:cNvSpPr>
              <a:spLocks noChangeArrowheads="1"/>
            </p:cNvSpPr>
            <p:nvPr/>
          </p:nvSpPr>
          <p:spPr bwMode="auto">
            <a:xfrm>
              <a:off x="133552" y="2529478"/>
              <a:ext cx="11855877"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6600" b="1" spc="300" dirty="0">
                  <a:solidFill>
                    <a:prstClr val="white"/>
                  </a:solidFill>
                  <a:latin typeface="微软雅黑" panose="020B0503020204020204" pitchFamily="34" charset="-122"/>
                  <a:ea typeface="微软雅黑" panose="020B0503020204020204" pitchFamily="34" charset="-122"/>
                </a:rPr>
                <a:t>北京航空航天</a:t>
              </a:r>
              <a:r>
                <a:rPr kumimoji="0" lang="zh-CN" altLang="en-US" sz="66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大学毕业答辩开题工作汇报通用模板</a:t>
              </a:r>
            </a:p>
          </p:txBody>
        </p:sp>
        <p:grpSp>
          <p:nvGrpSpPr>
            <p:cNvPr id="8" name="组合 7"/>
            <p:cNvGrpSpPr/>
            <p:nvPr/>
          </p:nvGrpSpPr>
          <p:grpSpPr>
            <a:xfrm>
              <a:off x="5159896" y="6474952"/>
              <a:ext cx="1746919" cy="306705"/>
              <a:chOff x="5159896" y="6474952"/>
              <a:chExt cx="1746919" cy="306705"/>
            </a:xfrm>
          </p:grpSpPr>
          <p:sp>
            <p:nvSpPr>
              <p:cNvPr id="10" name="文本框 9"/>
              <p:cNvSpPr txBox="1"/>
              <p:nvPr/>
            </p:nvSpPr>
            <p:spPr>
              <a:xfrm>
                <a:off x="5511501" y="6474952"/>
                <a:ext cx="107823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1" dirty="0">
                    <a:solidFill>
                      <a:prstClr val="white"/>
                    </a:solidFill>
                    <a:latin typeface="Calibri" panose="020F0502020204030204"/>
                    <a:ea typeface="宋体" panose="02010600030101010101" pitchFamily="2" charset="-122"/>
                  </a:rPr>
                  <a:t>星空情报站</a:t>
                </a:r>
                <a:endParaRPr kumimoji="0" lang="zh-CN" altLang="en-US" sz="1400" b="1" i="0" u="none" strike="noStrike" kern="1200" cap="none" spc="0" normalizeH="0" baseline="30000" noProof="0" dirty="0">
                  <a:ln>
                    <a:noFill/>
                  </a:ln>
                  <a:solidFill>
                    <a:prstClr val="white"/>
                  </a:solidFill>
                  <a:effectLst/>
                  <a:uLnTx/>
                  <a:uFillTx/>
                  <a:latin typeface="Calibri" panose="020F0502020204030204"/>
                  <a:ea typeface="宋体" panose="02010600030101010101" pitchFamily="2" charset="-122"/>
                  <a:cs typeface="+mn-cs"/>
                </a:endParaRPr>
              </a:p>
            </p:txBody>
          </p:sp>
          <p:cxnSp>
            <p:nvCxnSpPr>
              <p:cNvPr id="11" name="直接连接符 10"/>
              <p:cNvCxnSpPr/>
              <p:nvPr/>
            </p:nvCxnSpPr>
            <p:spPr>
              <a:xfrm>
                <a:off x="5159896" y="6659618"/>
                <a:ext cx="3234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583346" y="6640337"/>
                <a:ext cx="3234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9" name="直接连接符 8"/>
            <p:cNvCxnSpPr/>
            <p:nvPr/>
          </p:nvCxnSpPr>
          <p:spPr>
            <a:xfrm>
              <a:off x="1703512" y="4869160"/>
              <a:ext cx="865968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3573893" y="1116840"/>
            <a:ext cx="4918925" cy="1253932"/>
            <a:chOff x="751446" y="486412"/>
            <a:chExt cx="4918925" cy="1253932"/>
          </a:xfrm>
        </p:grpSpPr>
        <p:pic>
          <p:nvPicPr>
            <p:cNvPr id="16" name="图片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1446" y="486412"/>
              <a:ext cx="1253932" cy="1253932"/>
            </a:xfrm>
            <a:prstGeom prst="rect">
              <a:avLst/>
            </a:prstGeom>
          </p:spPr>
        </p:pic>
        <p:pic>
          <p:nvPicPr>
            <p:cNvPr id="17" name="图片 1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1960350" y="609785"/>
              <a:ext cx="3710021" cy="607920"/>
            </a:xfrm>
            <a:prstGeom prst="rect">
              <a:avLst/>
            </a:prstGeom>
          </p:spPr>
        </p:pic>
        <p:sp>
          <p:nvSpPr>
            <p:cNvPr id="18" name="矩形 17"/>
            <p:cNvSpPr/>
            <p:nvPr/>
          </p:nvSpPr>
          <p:spPr>
            <a:xfrm>
              <a:off x="2137414" y="1226892"/>
              <a:ext cx="3502977" cy="307777"/>
            </a:xfrm>
            <a:prstGeom prst="rect">
              <a:avLst/>
            </a:prstGeom>
          </p:spPr>
          <p:txBody>
            <a:bodyPr wrap="square">
              <a:spAutoFit/>
            </a:bodyPr>
            <a:lstStyle/>
            <a:p>
              <a:pPr lvl="0" algn="dist"/>
              <a:r>
                <a:rPr lang="en-US" altLang="zh-CN" sz="1400" b="1" dirty="0">
                  <a:solidFill>
                    <a:prstClr val="white"/>
                  </a:solidFill>
                </a:rPr>
                <a:t>BEIHANG UNIVERSITY</a:t>
              </a:r>
              <a:endParaRPr kumimoji="0" lang="zh-CN" altLang="en-US" sz="14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9" name="组合 18"/>
          <p:cNvGrpSpPr/>
          <p:nvPr/>
        </p:nvGrpSpPr>
        <p:grpSpPr>
          <a:xfrm>
            <a:off x="227727" y="5753818"/>
            <a:ext cx="2412444" cy="929311"/>
            <a:chOff x="227727" y="5753818"/>
            <a:chExt cx="2412444" cy="929311"/>
          </a:xfrm>
        </p:grpSpPr>
        <p:pic>
          <p:nvPicPr>
            <p:cNvPr id="20" name="图片 19"/>
            <p:cNvPicPr>
              <a:picLocks noChangeAspect="1"/>
            </p:cNvPicPr>
            <p:nvPr/>
          </p:nvPicPr>
          <p:blipFill rotWithShape="1">
            <a:blip r:embed="rId5" cstate="print">
              <a:extLst>
                <a:ext uri="{28A0092B-C50C-407E-A947-70E740481C1C}">
                  <a14:useLocalDpi xmlns:a14="http://schemas.microsoft.com/office/drawing/2010/main" val="0"/>
                </a:ext>
              </a:extLst>
            </a:blip>
            <a:srcRect r="50000" b="-2912"/>
            <a:stretch>
              <a:fillRect/>
            </a:stretch>
          </p:blipFill>
          <p:spPr>
            <a:xfrm>
              <a:off x="227727" y="5753818"/>
              <a:ext cx="1475785" cy="485334"/>
            </a:xfrm>
            <a:prstGeom prst="rect">
              <a:avLst/>
            </a:prstGeom>
          </p:spPr>
        </p:pic>
        <p:pic>
          <p:nvPicPr>
            <p:cNvPr id="21" name="图片 20"/>
            <p:cNvPicPr>
              <a:picLocks noChangeAspect="1"/>
            </p:cNvPicPr>
            <p:nvPr/>
          </p:nvPicPr>
          <p:blipFill rotWithShape="1">
            <a:blip r:embed="rId5" cstate="print">
              <a:extLst>
                <a:ext uri="{28A0092B-C50C-407E-A947-70E740481C1C}">
                  <a14:useLocalDpi xmlns:a14="http://schemas.microsoft.com/office/drawing/2010/main" val="0"/>
                </a:ext>
              </a:extLst>
            </a:blip>
            <a:srcRect l="50000"/>
            <a:stretch>
              <a:fillRect/>
            </a:stretch>
          </p:blipFill>
          <p:spPr>
            <a:xfrm>
              <a:off x="1164385" y="6211529"/>
              <a:ext cx="1475786" cy="4716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extLst>
              <a:ext uri="{28A0092B-C50C-407E-A947-70E740481C1C}">
                <a14:useLocalDpi xmlns:a14="http://schemas.microsoft.com/office/drawing/2010/main" val="0"/>
              </a:ext>
            </a:extLst>
          </a:blip>
          <a:srcRect r="1270"/>
          <a:stretch>
            <a:fillRect/>
          </a:stretch>
        </p:blipFill>
        <p:spPr>
          <a:xfrm>
            <a:off x="0" y="0"/>
            <a:ext cx="12192000" cy="6872990"/>
          </a:xfrm>
          <a:prstGeom prst="rect">
            <a:avLst/>
          </a:prstGeom>
        </p:spPr>
      </p:pic>
      <p:sp>
        <p:nvSpPr>
          <p:cNvPr id="4" name="矩形 3"/>
          <p:cNvSpPr/>
          <p:nvPr/>
        </p:nvSpPr>
        <p:spPr>
          <a:xfrm>
            <a:off x="0" y="0"/>
            <a:ext cx="12192000" cy="6912403"/>
          </a:xfrm>
          <a:prstGeom prst="rect">
            <a:avLst/>
          </a:prstGeom>
          <a:gradFill flip="none" rotWithShape="1">
            <a:gsLst>
              <a:gs pos="43000">
                <a:srgbClr val="0B47B3">
                  <a:alpha val="88000"/>
                </a:srgbClr>
              </a:gs>
              <a:gs pos="0">
                <a:srgbClr val="0B47B3">
                  <a:alpha val="95000"/>
                </a:srgbClr>
              </a:gs>
              <a:gs pos="100000">
                <a:srgbClr val="0B47B3"/>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sp>
        <p:nvSpPr>
          <p:cNvPr id="5" name="椭圆 4"/>
          <p:cNvSpPr/>
          <p:nvPr/>
        </p:nvSpPr>
        <p:spPr>
          <a:xfrm>
            <a:off x="-935644" y="-11216520"/>
            <a:ext cx="13681520" cy="13681520"/>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grpSp>
        <p:nvGrpSpPr>
          <p:cNvPr id="6" name="组合 5"/>
          <p:cNvGrpSpPr/>
          <p:nvPr/>
        </p:nvGrpSpPr>
        <p:grpSpPr>
          <a:xfrm>
            <a:off x="4804174" y="116632"/>
            <a:ext cx="2583652" cy="1355945"/>
            <a:chOff x="4804174" y="116632"/>
            <a:chExt cx="2583652" cy="1355945"/>
          </a:xfrm>
        </p:grpSpPr>
        <p:sp>
          <p:nvSpPr>
            <p:cNvPr id="7" name="文本框 6"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4804174" y="1010912"/>
              <a:ext cx="2583652" cy="46166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685800" fontAlgn="base">
                <a:spcBef>
                  <a:spcPct val="0"/>
                </a:spcBef>
                <a:spcAft>
                  <a:spcPct val="0"/>
                </a:spcAft>
                <a:tabLst>
                  <a:tab pos="2865755" algn="l"/>
                </a:tabLst>
                <a:defRPr/>
              </a:pPr>
              <a:r>
                <a:rPr lang="en-US" altLang="zh-CN" sz="2400" b="1" kern="0" dirty="0">
                  <a:solidFill>
                    <a:srgbClr val="1C55C9"/>
                  </a:solidFill>
                  <a:latin typeface="Arial" panose="020B0604020202020204"/>
                  <a:ea typeface="微软雅黑" panose="020B0503020204020204" pitchFamily="34" charset="-122"/>
                  <a:sym typeface="Calibri" panose="020F0502020204030204" pitchFamily="34" charset="0"/>
                </a:rPr>
                <a:t>CONTENTS</a:t>
              </a:r>
            </a:p>
          </p:txBody>
        </p:sp>
        <p:sp>
          <p:nvSpPr>
            <p:cNvPr id="8" name="文本框 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4890870" y="116632"/>
              <a:ext cx="2410259" cy="923330"/>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685800" fontAlgn="base">
                <a:spcBef>
                  <a:spcPct val="0"/>
                </a:spcBef>
                <a:spcAft>
                  <a:spcPct val="0"/>
                </a:spcAft>
                <a:tabLst>
                  <a:tab pos="2865755" algn="l"/>
                </a:tabLst>
                <a:defRPr/>
              </a:pPr>
              <a:r>
                <a:rPr lang="zh-CN" altLang="en-US" sz="5400" b="1" kern="0" dirty="0">
                  <a:solidFill>
                    <a:srgbClr val="1C55C9"/>
                  </a:solidFill>
                  <a:latin typeface="微软雅黑" panose="020B0503020204020204" pitchFamily="34" charset="-122"/>
                  <a:ea typeface="微软雅黑" panose="020B0503020204020204" pitchFamily="34" charset="-122"/>
                  <a:sym typeface="Calibri" panose="020F0502020204030204" pitchFamily="34" charset="0"/>
                </a:rPr>
                <a:t>目 录</a:t>
              </a:r>
              <a:endParaRPr lang="en-US" altLang="zh-CN" sz="5400" b="1" kern="0" dirty="0">
                <a:solidFill>
                  <a:srgbClr val="1C55C9"/>
                </a:solidFill>
                <a:latin typeface="微软雅黑" panose="020B0503020204020204" pitchFamily="34" charset="-122"/>
                <a:ea typeface="微软雅黑" panose="020B0503020204020204" pitchFamily="34" charset="-122"/>
                <a:sym typeface="Calibri" panose="020F0502020204030204" pitchFamily="34" charset="0"/>
              </a:endParaRPr>
            </a:p>
          </p:txBody>
        </p:sp>
        <p:cxnSp>
          <p:nvCxnSpPr>
            <p:cNvPr id="9" name="直接连接符 8"/>
            <p:cNvCxnSpPr/>
            <p:nvPr/>
          </p:nvCxnSpPr>
          <p:spPr>
            <a:xfrm>
              <a:off x="5245727" y="1010912"/>
              <a:ext cx="1699856" cy="0"/>
            </a:xfrm>
            <a:prstGeom prst="line">
              <a:avLst/>
            </a:prstGeom>
            <a:noFill/>
            <a:ln w="38100" cap="flat" cmpd="sng" algn="ctr">
              <a:solidFill>
                <a:srgbClr val="1C55C9"/>
              </a:solidFill>
              <a:prstDash val="solid"/>
            </a:ln>
            <a:effectLst/>
          </p:spPr>
        </p:cxnSp>
      </p:grpSp>
      <p:grpSp>
        <p:nvGrpSpPr>
          <p:cNvPr id="10" name="组合 9"/>
          <p:cNvGrpSpPr/>
          <p:nvPr/>
        </p:nvGrpSpPr>
        <p:grpSpPr>
          <a:xfrm>
            <a:off x="1115530" y="2564904"/>
            <a:ext cx="10309062" cy="3146107"/>
            <a:chOff x="1055440" y="2996952"/>
            <a:chExt cx="10309062" cy="3146107"/>
          </a:xfrm>
        </p:grpSpPr>
        <p:grpSp>
          <p:nvGrpSpPr>
            <p:cNvPr id="11" name="组合 10"/>
            <p:cNvGrpSpPr/>
            <p:nvPr/>
          </p:nvGrpSpPr>
          <p:grpSpPr>
            <a:xfrm>
              <a:off x="1055440" y="2996952"/>
              <a:ext cx="10309062" cy="3146107"/>
              <a:chOff x="1055440" y="2996952"/>
              <a:chExt cx="10309062" cy="3146107"/>
            </a:xfrm>
          </p:grpSpPr>
          <p:grpSp>
            <p:nvGrpSpPr>
              <p:cNvPr id="15" name="组合 14"/>
              <p:cNvGrpSpPr/>
              <p:nvPr/>
            </p:nvGrpSpPr>
            <p:grpSpPr>
              <a:xfrm>
                <a:off x="1055440" y="2996952"/>
                <a:ext cx="4143251" cy="884773"/>
                <a:chOff x="856120" y="2669246"/>
                <a:chExt cx="4143251" cy="884773"/>
              </a:xfrm>
            </p:grpSpPr>
            <p:sp>
              <p:nvSpPr>
                <p:cNvPr id="32" name="文本框 6"/>
                <p:cNvSpPr txBox="1">
                  <a:spLocks noChangeArrowheads="1"/>
                </p:cNvSpPr>
                <p:nvPr/>
              </p:nvSpPr>
              <p:spPr bwMode="auto">
                <a:xfrm>
                  <a:off x="1705521" y="2669246"/>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defTabSz="914400" fontAlgn="base">
                    <a:spcBef>
                      <a:spcPct val="0"/>
                    </a:spcBef>
                    <a:spcAft>
                      <a:spcPct val="0"/>
                    </a:spcAft>
                    <a:defRPr/>
                  </a:pPr>
                  <a:r>
                    <a:rPr lang="zh-CN" altLang="en-US" sz="2800" b="1" kern="0" dirty="0">
                      <a:solidFill>
                        <a:prstClr val="white"/>
                      </a:solidFill>
                      <a:latin typeface="微软雅黑" panose="020B0503020204020204" pitchFamily="34" charset="-122"/>
                      <a:ea typeface="微软雅黑" panose="020B0503020204020204" pitchFamily="34" charset="-122"/>
                    </a:rPr>
                    <a:t>请输入你的标题</a:t>
                  </a:r>
                </a:p>
              </p:txBody>
            </p:sp>
            <p:sp>
              <p:nvSpPr>
                <p:cNvPr id="33" name="矩形 32"/>
                <p:cNvSpPr/>
                <p:nvPr/>
              </p:nvSpPr>
              <p:spPr>
                <a:xfrm>
                  <a:off x="1705521" y="3184687"/>
                  <a:ext cx="3293850" cy="369332"/>
                </a:xfrm>
                <a:prstGeom prst="rect">
                  <a:avLst/>
                </a:prstGeom>
              </p:spPr>
              <p:txBody>
                <a:bodyPr wrap="none">
                  <a:spAutoFit/>
                </a:bodyPr>
                <a:lstStyle/>
                <a:p>
                  <a:pPr algn="ctr" defTabSz="914400" fontAlgn="base">
                    <a:spcBef>
                      <a:spcPct val="0"/>
                    </a:spcBef>
                    <a:spcAft>
                      <a:spcPct val="0"/>
                    </a:spcAft>
                    <a:defRPr/>
                  </a:pPr>
                  <a:r>
                    <a:rPr lang="en-US" altLang="zh-CN" kern="0" dirty="0">
                      <a:solidFill>
                        <a:prstClr val="white"/>
                      </a:solidFill>
                      <a:latin typeface="Calibri Light" panose="020F0302020204030204" pitchFamily="34" charset="0"/>
                      <a:ea typeface="方正兰亭黑_GBK"/>
                    </a:rPr>
                    <a:t>ADD YOUR TITLE HERE ADD YOUR</a:t>
                  </a:r>
                </a:p>
              </p:txBody>
            </p:sp>
            <p:sp>
              <p:nvSpPr>
                <p:cNvPr id="34" name="椭圆 33"/>
                <p:cNvSpPr/>
                <p:nvPr/>
              </p:nvSpPr>
              <p:spPr>
                <a:xfrm>
                  <a:off x="856120" y="2700642"/>
                  <a:ext cx="722490" cy="722490"/>
                </a:xfrm>
                <a:prstGeom prst="ellipse">
                  <a:avLst/>
                </a:prstGeom>
                <a:solidFill>
                  <a:sysClr val="window" lastClr="FFFFFF"/>
                </a:solidFill>
                <a:ln w="12700" cap="flat" cmpd="sng" algn="ctr">
                  <a:solidFill>
                    <a:srgbClr val="023FA1"/>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defRPr/>
                  </a:pPr>
                  <a:r>
                    <a:rPr lang="en-US" altLang="zh-CN" sz="3200" b="1" kern="0" dirty="0">
                      <a:solidFill>
                        <a:srgbClr val="1C55C9"/>
                      </a:solidFill>
                      <a:latin typeface="微软雅黑" panose="020B0503020204020204" pitchFamily="34" charset="-122"/>
                      <a:ea typeface="微软雅黑" panose="020B0503020204020204" pitchFamily="34" charset="-122"/>
                    </a:rPr>
                    <a:t>1</a:t>
                  </a:r>
                  <a:endParaRPr lang="zh-CN" altLang="en-US" sz="3200" b="1" kern="0" dirty="0">
                    <a:solidFill>
                      <a:srgbClr val="1C55C9"/>
                    </a:solidFill>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1055440" y="4106650"/>
                <a:ext cx="4081138" cy="845400"/>
                <a:chOff x="856120" y="2669246"/>
                <a:chExt cx="4081138" cy="845400"/>
              </a:xfrm>
            </p:grpSpPr>
            <p:sp>
              <p:nvSpPr>
                <p:cNvPr id="29" name="文本框 6"/>
                <p:cNvSpPr txBox="1">
                  <a:spLocks noChangeArrowheads="1"/>
                </p:cNvSpPr>
                <p:nvPr/>
              </p:nvSpPr>
              <p:spPr bwMode="auto">
                <a:xfrm>
                  <a:off x="1705521" y="2669246"/>
                  <a:ext cx="28055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defTabSz="914400" fontAlgn="base">
                    <a:spcBef>
                      <a:spcPct val="0"/>
                    </a:spcBef>
                    <a:spcAft>
                      <a:spcPct val="0"/>
                    </a:spcAft>
                    <a:defRPr/>
                  </a:pPr>
                  <a:r>
                    <a:rPr lang="zh-CN" altLang="en-US" sz="2800" b="1" kern="0" dirty="0">
                      <a:solidFill>
                        <a:prstClr val="white"/>
                      </a:solidFill>
                      <a:latin typeface="微软雅黑" panose="020B0503020204020204" pitchFamily="34" charset="-122"/>
                      <a:ea typeface="微软雅黑" panose="020B0503020204020204" pitchFamily="34" charset="-122"/>
                    </a:rPr>
                    <a:t>请输入你的标题</a:t>
                  </a:r>
                </a:p>
              </p:txBody>
            </p:sp>
            <p:sp>
              <p:nvSpPr>
                <p:cNvPr id="30" name="矩形 29"/>
                <p:cNvSpPr/>
                <p:nvPr/>
              </p:nvSpPr>
              <p:spPr>
                <a:xfrm>
                  <a:off x="1643408" y="3145314"/>
                  <a:ext cx="3293850" cy="369332"/>
                </a:xfrm>
                <a:prstGeom prst="rect">
                  <a:avLst/>
                </a:prstGeom>
              </p:spPr>
              <p:txBody>
                <a:bodyPr wrap="none">
                  <a:spAutoFit/>
                </a:bodyPr>
                <a:lstStyle/>
                <a:p>
                  <a:pPr algn="ctr" defTabSz="914400" fontAlgn="base">
                    <a:spcBef>
                      <a:spcPct val="0"/>
                    </a:spcBef>
                    <a:spcAft>
                      <a:spcPct val="0"/>
                    </a:spcAft>
                    <a:defRPr/>
                  </a:pPr>
                  <a:r>
                    <a:rPr lang="en-US" altLang="zh-CN" kern="0" dirty="0">
                      <a:solidFill>
                        <a:prstClr val="white"/>
                      </a:solidFill>
                      <a:latin typeface="Calibri Light" panose="020F0302020204030204" pitchFamily="34" charset="0"/>
                      <a:ea typeface="方正兰亭黑_GBK"/>
                    </a:rPr>
                    <a:t>ADD YOUR TITLE HERE ADD YOUR</a:t>
                  </a:r>
                </a:p>
              </p:txBody>
            </p:sp>
            <p:sp>
              <p:nvSpPr>
                <p:cNvPr id="31" name="椭圆 30"/>
                <p:cNvSpPr/>
                <p:nvPr/>
              </p:nvSpPr>
              <p:spPr>
                <a:xfrm>
                  <a:off x="856120" y="2700642"/>
                  <a:ext cx="722490" cy="722490"/>
                </a:xfrm>
                <a:prstGeom prst="ellipse">
                  <a:avLst/>
                </a:prstGeom>
                <a:solidFill>
                  <a:sysClr val="window" lastClr="FFFFFF"/>
                </a:solidFill>
                <a:ln w="12700" cap="flat" cmpd="sng" algn="ctr">
                  <a:solidFill>
                    <a:srgbClr val="023FA1"/>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defRPr/>
                  </a:pPr>
                  <a:r>
                    <a:rPr lang="en-US" altLang="zh-CN" sz="3200" b="1" kern="0" dirty="0">
                      <a:solidFill>
                        <a:srgbClr val="1C55C9"/>
                      </a:solidFill>
                      <a:latin typeface="微软雅黑" panose="020B0503020204020204" pitchFamily="34" charset="-122"/>
                      <a:ea typeface="微软雅黑" panose="020B0503020204020204" pitchFamily="34" charset="-122"/>
                    </a:rPr>
                    <a:t>2</a:t>
                  </a:r>
                  <a:endParaRPr lang="zh-CN" altLang="en-US" sz="3200" b="1" kern="0" dirty="0">
                    <a:solidFill>
                      <a:srgbClr val="1C55C9"/>
                    </a:solidFill>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1055440" y="5274230"/>
                <a:ext cx="4081138" cy="868829"/>
                <a:chOff x="856120" y="2669246"/>
                <a:chExt cx="4081138" cy="868829"/>
              </a:xfrm>
            </p:grpSpPr>
            <p:sp>
              <p:nvSpPr>
                <p:cNvPr id="26" name="文本框 6"/>
                <p:cNvSpPr txBox="1">
                  <a:spLocks noChangeArrowheads="1"/>
                </p:cNvSpPr>
                <p:nvPr/>
              </p:nvSpPr>
              <p:spPr bwMode="auto">
                <a:xfrm>
                  <a:off x="1705521" y="2669246"/>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defTabSz="914400" fontAlgn="base">
                    <a:spcBef>
                      <a:spcPct val="0"/>
                    </a:spcBef>
                    <a:spcAft>
                      <a:spcPct val="0"/>
                    </a:spcAft>
                    <a:defRPr/>
                  </a:pPr>
                  <a:r>
                    <a:rPr lang="zh-CN" altLang="en-US" sz="2800" b="1" kern="0" dirty="0">
                      <a:solidFill>
                        <a:prstClr val="white"/>
                      </a:solidFill>
                      <a:latin typeface="微软雅黑" panose="020B0503020204020204" pitchFamily="34" charset="-122"/>
                      <a:ea typeface="微软雅黑" panose="020B0503020204020204" pitchFamily="34" charset="-122"/>
                    </a:rPr>
                    <a:t>请输入你的标题</a:t>
                  </a:r>
                </a:p>
              </p:txBody>
            </p:sp>
            <p:sp>
              <p:nvSpPr>
                <p:cNvPr id="27" name="矩形 26"/>
                <p:cNvSpPr/>
                <p:nvPr/>
              </p:nvSpPr>
              <p:spPr>
                <a:xfrm>
                  <a:off x="1643408" y="3168743"/>
                  <a:ext cx="3293850" cy="369332"/>
                </a:xfrm>
                <a:prstGeom prst="rect">
                  <a:avLst/>
                </a:prstGeom>
              </p:spPr>
              <p:txBody>
                <a:bodyPr wrap="none">
                  <a:spAutoFit/>
                </a:bodyPr>
                <a:lstStyle/>
                <a:p>
                  <a:pPr algn="ctr" defTabSz="914400" fontAlgn="base">
                    <a:spcBef>
                      <a:spcPct val="0"/>
                    </a:spcBef>
                    <a:spcAft>
                      <a:spcPct val="0"/>
                    </a:spcAft>
                    <a:defRPr/>
                  </a:pPr>
                  <a:r>
                    <a:rPr lang="en-US" altLang="zh-CN" kern="0" dirty="0">
                      <a:solidFill>
                        <a:prstClr val="white"/>
                      </a:solidFill>
                      <a:latin typeface="Calibri Light" panose="020F0302020204030204" pitchFamily="34" charset="0"/>
                      <a:ea typeface="方正兰亭黑_GBK"/>
                    </a:rPr>
                    <a:t>ADD YOUR TITLE HERE ADD YOUR</a:t>
                  </a:r>
                </a:p>
              </p:txBody>
            </p:sp>
            <p:sp>
              <p:nvSpPr>
                <p:cNvPr id="28" name="椭圆 27"/>
                <p:cNvSpPr/>
                <p:nvPr/>
              </p:nvSpPr>
              <p:spPr>
                <a:xfrm>
                  <a:off x="856120" y="2700642"/>
                  <a:ext cx="722490" cy="722490"/>
                </a:xfrm>
                <a:prstGeom prst="ellipse">
                  <a:avLst/>
                </a:prstGeom>
                <a:solidFill>
                  <a:sysClr val="window" lastClr="FFFFFF"/>
                </a:solidFill>
                <a:ln w="12700" cap="flat" cmpd="sng" algn="ctr">
                  <a:solidFill>
                    <a:srgbClr val="023FA1"/>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defRPr/>
                  </a:pPr>
                  <a:r>
                    <a:rPr lang="en-US" altLang="zh-CN" sz="3200" b="1" kern="0" dirty="0">
                      <a:solidFill>
                        <a:srgbClr val="1C55C9"/>
                      </a:solidFill>
                      <a:latin typeface="微软雅黑" panose="020B0503020204020204" pitchFamily="34" charset="-122"/>
                      <a:ea typeface="微软雅黑" panose="020B0503020204020204" pitchFamily="34" charset="-122"/>
                    </a:rPr>
                    <a:t>3</a:t>
                  </a:r>
                  <a:endParaRPr lang="zh-CN" altLang="en-US" sz="3200" b="1" kern="0" dirty="0">
                    <a:solidFill>
                      <a:srgbClr val="1C55C9"/>
                    </a:solidFill>
                    <a:latin typeface="微软雅黑" panose="020B0503020204020204" pitchFamily="34" charset="-122"/>
                    <a:ea typeface="微软雅黑" panose="020B0503020204020204" pitchFamily="34" charset="-122"/>
                  </a:endParaRPr>
                </a:p>
              </p:txBody>
            </p:sp>
          </p:grpSp>
          <p:grpSp>
            <p:nvGrpSpPr>
              <p:cNvPr id="18" name="组合 17"/>
              <p:cNvGrpSpPr/>
              <p:nvPr/>
            </p:nvGrpSpPr>
            <p:grpSpPr>
              <a:xfrm>
                <a:off x="7176120" y="2996952"/>
                <a:ext cx="4188382" cy="875751"/>
                <a:chOff x="812733" y="2669246"/>
                <a:chExt cx="4188382" cy="875751"/>
              </a:xfrm>
            </p:grpSpPr>
            <p:sp>
              <p:nvSpPr>
                <p:cNvPr id="23" name="文本框 6"/>
                <p:cNvSpPr txBox="1">
                  <a:spLocks noChangeArrowheads="1"/>
                </p:cNvSpPr>
                <p:nvPr/>
              </p:nvSpPr>
              <p:spPr bwMode="auto">
                <a:xfrm>
                  <a:off x="1662134" y="2669246"/>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defTabSz="914400" fontAlgn="base">
                    <a:spcBef>
                      <a:spcPct val="0"/>
                    </a:spcBef>
                    <a:spcAft>
                      <a:spcPct val="0"/>
                    </a:spcAft>
                    <a:defRPr/>
                  </a:pPr>
                  <a:r>
                    <a:rPr lang="zh-CN" altLang="en-US" sz="2800" b="1" kern="0" dirty="0">
                      <a:solidFill>
                        <a:prstClr val="white"/>
                      </a:solidFill>
                      <a:latin typeface="微软雅黑" panose="020B0503020204020204" pitchFamily="34" charset="-122"/>
                      <a:ea typeface="微软雅黑" panose="020B0503020204020204" pitchFamily="34" charset="-122"/>
                    </a:rPr>
                    <a:t>请输入你的标题</a:t>
                  </a:r>
                </a:p>
              </p:txBody>
            </p:sp>
            <p:sp>
              <p:nvSpPr>
                <p:cNvPr id="24" name="矩形 23"/>
                <p:cNvSpPr/>
                <p:nvPr/>
              </p:nvSpPr>
              <p:spPr>
                <a:xfrm>
                  <a:off x="1707265" y="3175665"/>
                  <a:ext cx="3293850" cy="369332"/>
                </a:xfrm>
                <a:prstGeom prst="rect">
                  <a:avLst/>
                </a:prstGeom>
              </p:spPr>
              <p:txBody>
                <a:bodyPr wrap="none">
                  <a:spAutoFit/>
                </a:bodyPr>
                <a:lstStyle/>
                <a:p>
                  <a:pPr algn="ctr" defTabSz="914400" fontAlgn="base">
                    <a:spcBef>
                      <a:spcPct val="0"/>
                    </a:spcBef>
                    <a:spcAft>
                      <a:spcPct val="0"/>
                    </a:spcAft>
                    <a:defRPr/>
                  </a:pPr>
                  <a:r>
                    <a:rPr lang="en-US" altLang="zh-CN" kern="0" dirty="0">
                      <a:solidFill>
                        <a:prstClr val="white"/>
                      </a:solidFill>
                      <a:latin typeface="Calibri Light" panose="020F0302020204030204" pitchFamily="34" charset="0"/>
                      <a:ea typeface="方正兰亭黑_GBK"/>
                    </a:rPr>
                    <a:t>ADD YOUR TITLE HERE ADD YOUR</a:t>
                  </a:r>
                </a:p>
              </p:txBody>
            </p:sp>
            <p:sp>
              <p:nvSpPr>
                <p:cNvPr id="25" name="椭圆 24"/>
                <p:cNvSpPr/>
                <p:nvPr/>
              </p:nvSpPr>
              <p:spPr>
                <a:xfrm>
                  <a:off x="812733" y="2700642"/>
                  <a:ext cx="722490" cy="722490"/>
                </a:xfrm>
                <a:prstGeom prst="ellipse">
                  <a:avLst/>
                </a:prstGeom>
                <a:solidFill>
                  <a:sysClr val="window" lastClr="FFFFFF"/>
                </a:solidFill>
                <a:ln w="12700" cap="flat" cmpd="sng" algn="ctr">
                  <a:solidFill>
                    <a:srgbClr val="023FA1"/>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defRPr/>
                  </a:pPr>
                  <a:r>
                    <a:rPr lang="en-US" altLang="zh-CN" sz="3200" b="1" kern="0" dirty="0">
                      <a:solidFill>
                        <a:srgbClr val="1C55C9"/>
                      </a:solidFill>
                      <a:latin typeface="微软雅黑" panose="020B0503020204020204" pitchFamily="34" charset="-122"/>
                      <a:ea typeface="微软雅黑" panose="020B0503020204020204" pitchFamily="34" charset="-122"/>
                    </a:rPr>
                    <a:t>4</a:t>
                  </a:r>
                  <a:endParaRPr lang="zh-CN" altLang="en-US" sz="3200" b="1" kern="0" dirty="0">
                    <a:solidFill>
                      <a:srgbClr val="1C55C9"/>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7176277" y="4164081"/>
                <a:ext cx="4143680" cy="858950"/>
                <a:chOff x="812733" y="2669246"/>
                <a:chExt cx="4143680" cy="858950"/>
              </a:xfrm>
            </p:grpSpPr>
            <p:sp>
              <p:nvSpPr>
                <p:cNvPr id="20" name="文本框 6"/>
                <p:cNvSpPr txBox="1">
                  <a:spLocks noChangeArrowheads="1"/>
                </p:cNvSpPr>
                <p:nvPr/>
              </p:nvSpPr>
              <p:spPr bwMode="auto">
                <a:xfrm>
                  <a:off x="1662134" y="2669246"/>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defTabSz="914400" fontAlgn="base">
                    <a:spcBef>
                      <a:spcPct val="0"/>
                    </a:spcBef>
                    <a:spcAft>
                      <a:spcPct val="0"/>
                    </a:spcAft>
                    <a:defRPr/>
                  </a:pPr>
                  <a:r>
                    <a:rPr lang="zh-CN" altLang="en-US" sz="2800" b="1" kern="0" dirty="0">
                      <a:solidFill>
                        <a:prstClr val="white"/>
                      </a:solidFill>
                      <a:latin typeface="微软雅黑" panose="020B0503020204020204" pitchFamily="34" charset="-122"/>
                      <a:ea typeface="微软雅黑" panose="020B0503020204020204" pitchFamily="34" charset="-122"/>
                    </a:rPr>
                    <a:t>请输入你的标题</a:t>
                  </a:r>
                </a:p>
              </p:txBody>
            </p:sp>
            <p:sp>
              <p:nvSpPr>
                <p:cNvPr id="21" name="矩形 20"/>
                <p:cNvSpPr/>
                <p:nvPr/>
              </p:nvSpPr>
              <p:spPr>
                <a:xfrm>
                  <a:off x="1662563" y="3158864"/>
                  <a:ext cx="3293850" cy="369332"/>
                </a:xfrm>
                <a:prstGeom prst="rect">
                  <a:avLst/>
                </a:prstGeom>
              </p:spPr>
              <p:txBody>
                <a:bodyPr wrap="none">
                  <a:spAutoFit/>
                </a:bodyPr>
                <a:lstStyle/>
                <a:p>
                  <a:pPr algn="ctr" defTabSz="914400" fontAlgn="base">
                    <a:spcBef>
                      <a:spcPct val="0"/>
                    </a:spcBef>
                    <a:spcAft>
                      <a:spcPct val="0"/>
                    </a:spcAft>
                    <a:defRPr/>
                  </a:pPr>
                  <a:r>
                    <a:rPr lang="en-US" altLang="zh-CN" kern="0" dirty="0">
                      <a:solidFill>
                        <a:prstClr val="white"/>
                      </a:solidFill>
                      <a:latin typeface="Calibri Light" panose="020F0302020204030204" pitchFamily="34" charset="0"/>
                      <a:ea typeface="方正兰亭黑_GBK"/>
                    </a:rPr>
                    <a:t>ADD YOUR TITLE HERE ADD YOUR</a:t>
                  </a:r>
                </a:p>
              </p:txBody>
            </p:sp>
            <p:sp>
              <p:nvSpPr>
                <p:cNvPr id="22" name="椭圆 21"/>
                <p:cNvSpPr/>
                <p:nvPr/>
              </p:nvSpPr>
              <p:spPr>
                <a:xfrm>
                  <a:off x="812733" y="2700642"/>
                  <a:ext cx="722490" cy="722490"/>
                </a:xfrm>
                <a:prstGeom prst="ellipse">
                  <a:avLst/>
                </a:prstGeom>
                <a:solidFill>
                  <a:sysClr val="window" lastClr="FFFFFF"/>
                </a:solidFill>
                <a:ln w="12700" cap="flat" cmpd="sng" algn="ctr">
                  <a:solidFill>
                    <a:srgbClr val="023FA1"/>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defRPr/>
                  </a:pPr>
                  <a:r>
                    <a:rPr lang="en-US" altLang="zh-CN" sz="3200" b="1" kern="0" dirty="0">
                      <a:solidFill>
                        <a:srgbClr val="1C55C9"/>
                      </a:solidFill>
                      <a:latin typeface="微软雅黑" panose="020B0503020204020204" pitchFamily="34" charset="-122"/>
                      <a:ea typeface="微软雅黑" panose="020B0503020204020204" pitchFamily="34" charset="-122"/>
                    </a:rPr>
                    <a:t>5</a:t>
                  </a:r>
                  <a:endParaRPr lang="zh-CN" altLang="en-US" sz="3200" b="1" kern="0" dirty="0">
                    <a:solidFill>
                      <a:srgbClr val="1C55C9"/>
                    </a:solidFill>
                    <a:latin typeface="微软雅黑" panose="020B0503020204020204" pitchFamily="34" charset="-122"/>
                    <a:ea typeface="微软雅黑" panose="020B0503020204020204" pitchFamily="34" charset="-122"/>
                  </a:endParaRPr>
                </a:p>
              </p:txBody>
            </p:sp>
          </p:grpSp>
        </p:grpSp>
        <p:sp>
          <p:nvSpPr>
            <p:cNvPr id="12" name="文本框 6"/>
            <p:cNvSpPr txBox="1">
              <a:spLocks noChangeArrowheads="1"/>
            </p:cNvSpPr>
            <p:nvPr/>
          </p:nvSpPr>
          <p:spPr bwMode="auto">
            <a:xfrm>
              <a:off x="8025092" y="5221552"/>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defTabSz="914400" fontAlgn="base">
                <a:spcBef>
                  <a:spcPct val="0"/>
                </a:spcBef>
                <a:spcAft>
                  <a:spcPct val="0"/>
                </a:spcAft>
                <a:defRPr/>
              </a:pPr>
              <a:r>
                <a:rPr lang="zh-CN" altLang="en-US" sz="2800" b="1" kern="0" dirty="0">
                  <a:solidFill>
                    <a:prstClr val="white"/>
                  </a:solidFill>
                  <a:latin typeface="微软雅黑" panose="020B0503020204020204" pitchFamily="34" charset="-122"/>
                  <a:ea typeface="微软雅黑" panose="020B0503020204020204" pitchFamily="34" charset="-122"/>
                </a:rPr>
                <a:t>请输入你的标题</a:t>
              </a:r>
            </a:p>
          </p:txBody>
        </p:sp>
        <p:sp>
          <p:nvSpPr>
            <p:cNvPr id="13" name="矩形 12"/>
            <p:cNvSpPr/>
            <p:nvPr/>
          </p:nvSpPr>
          <p:spPr>
            <a:xfrm>
              <a:off x="8025521" y="5711170"/>
              <a:ext cx="3293850" cy="369332"/>
            </a:xfrm>
            <a:prstGeom prst="rect">
              <a:avLst/>
            </a:prstGeom>
          </p:spPr>
          <p:txBody>
            <a:bodyPr wrap="none">
              <a:spAutoFit/>
            </a:bodyPr>
            <a:lstStyle/>
            <a:p>
              <a:pPr algn="ctr" defTabSz="914400" fontAlgn="base">
                <a:spcBef>
                  <a:spcPct val="0"/>
                </a:spcBef>
                <a:spcAft>
                  <a:spcPct val="0"/>
                </a:spcAft>
                <a:defRPr/>
              </a:pPr>
              <a:r>
                <a:rPr lang="en-US" altLang="zh-CN" kern="0" dirty="0">
                  <a:solidFill>
                    <a:prstClr val="white"/>
                  </a:solidFill>
                  <a:latin typeface="Calibri Light" panose="020F0302020204030204" pitchFamily="34" charset="0"/>
                  <a:ea typeface="方正兰亭黑_GBK"/>
                </a:rPr>
                <a:t>ADD YOUR TITLE HERE ADD YOUR</a:t>
              </a:r>
            </a:p>
          </p:txBody>
        </p:sp>
        <p:sp>
          <p:nvSpPr>
            <p:cNvPr id="14" name="椭圆 13"/>
            <p:cNvSpPr/>
            <p:nvPr/>
          </p:nvSpPr>
          <p:spPr>
            <a:xfrm>
              <a:off x="7175691" y="5252948"/>
              <a:ext cx="722490" cy="722490"/>
            </a:xfrm>
            <a:prstGeom prst="ellipse">
              <a:avLst/>
            </a:prstGeom>
            <a:solidFill>
              <a:sysClr val="window" lastClr="FFFFFF"/>
            </a:solidFill>
            <a:ln w="12700" cap="flat" cmpd="sng" algn="ctr">
              <a:solidFill>
                <a:srgbClr val="023FA1"/>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defRPr/>
              </a:pPr>
              <a:r>
                <a:rPr lang="en-US" altLang="zh-CN" sz="3200" b="1" kern="0" dirty="0">
                  <a:solidFill>
                    <a:srgbClr val="1C55C9"/>
                  </a:solidFill>
                  <a:latin typeface="微软雅黑" panose="020B0503020204020204" pitchFamily="34" charset="-122"/>
                  <a:ea typeface="微软雅黑" panose="020B0503020204020204" pitchFamily="34" charset="-122"/>
                </a:rPr>
                <a:t>6</a:t>
              </a:r>
              <a:endParaRPr lang="zh-CN" altLang="en-US" sz="3200" b="1" kern="0" dirty="0">
                <a:solidFill>
                  <a:srgbClr val="1C55C9"/>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227727" y="5858748"/>
            <a:ext cx="2412444" cy="929311"/>
            <a:chOff x="227727" y="5753818"/>
            <a:chExt cx="2412444" cy="929311"/>
          </a:xfrm>
        </p:grpSpPr>
        <p:pic>
          <p:nvPicPr>
            <p:cNvPr id="37" name="图片 36"/>
            <p:cNvPicPr>
              <a:picLocks noChangeAspect="1"/>
            </p:cNvPicPr>
            <p:nvPr/>
          </p:nvPicPr>
          <p:blipFill rotWithShape="1">
            <a:blip r:embed="rId3" cstate="print">
              <a:extLst>
                <a:ext uri="{28A0092B-C50C-407E-A947-70E740481C1C}">
                  <a14:useLocalDpi xmlns:a14="http://schemas.microsoft.com/office/drawing/2010/main" val="0"/>
                </a:ext>
              </a:extLst>
            </a:blip>
            <a:srcRect r="50000" b="-2912"/>
            <a:stretch>
              <a:fillRect/>
            </a:stretch>
          </p:blipFill>
          <p:spPr>
            <a:xfrm>
              <a:off x="227727" y="5753818"/>
              <a:ext cx="1475785" cy="485334"/>
            </a:xfrm>
            <a:prstGeom prst="rect">
              <a:avLst/>
            </a:prstGeom>
          </p:spPr>
        </p:pic>
        <p:pic>
          <p:nvPicPr>
            <p:cNvPr id="38" name="图片 37"/>
            <p:cNvPicPr>
              <a:picLocks noChangeAspect="1"/>
            </p:cNvPicPr>
            <p:nvPr/>
          </p:nvPicPr>
          <p:blipFill rotWithShape="1">
            <a:blip r:embed="rId3" cstate="print">
              <a:extLst>
                <a:ext uri="{28A0092B-C50C-407E-A947-70E740481C1C}">
                  <a14:useLocalDpi xmlns:a14="http://schemas.microsoft.com/office/drawing/2010/main" val="0"/>
                </a:ext>
              </a:extLst>
            </a:blip>
            <a:srcRect l="50000"/>
            <a:stretch>
              <a:fillRect/>
            </a:stretch>
          </p:blipFill>
          <p:spPr>
            <a:xfrm>
              <a:off x="1164385" y="6211529"/>
              <a:ext cx="1475786" cy="4716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0" y="0"/>
            <a:ext cx="12192000" cy="6912403"/>
          </a:xfrm>
          <a:prstGeom prst="rect">
            <a:avLst/>
          </a:prstGeom>
          <a:gradFill flip="none" rotWithShape="1">
            <a:gsLst>
              <a:gs pos="43000">
                <a:srgbClr val="0B47B3">
                  <a:alpha val="88000"/>
                </a:srgbClr>
              </a:gs>
              <a:gs pos="0">
                <a:srgbClr val="0B47B3">
                  <a:alpha val="95000"/>
                </a:srgbClr>
              </a:gs>
              <a:gs pos="100000">
                <a:srgbClr val="0B47B3"/>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sp>
        <p:nvSpPr>
          <p:cNvPr id="5" name="文本框 4"/>
          <p:cNvSpPr txBox="1"/>
          <p:nvPr/>
        </p:nvSpPr>
        <p:spPr>
          <a:xfrm>
            <a:off x="995219" y="1224329"/>
            <a:ext cx="5328592" cy="4508927"/>
          </a:xfrm>
          <a:prstGeom prst="rect">
            <a:avLst/>
          </a:prstGeom>
          <a:noFill/>
        </p:spPr>
        <p:txBody>
          <a:bodyPr wrap="square" rtlCol="0">
            <a:spAutoFit/>
          </a:bodyPr>
          <a:lstStyle/>
          <a:p>
            <a:r>
              <a:rPr lang="en-US" altLang="zh-CN" sz="28700" dirty="0">
                <a:solidFill>
                  <a:prstClr val="white"/>
                </a:solidFill>
                <a:latin typeface="Arial Black" panose="020B0A04020102020204" pitchFamily="34" charset="0"/>
              </a:rPr>
              <a:t>01</a:t>
            </a:r>
            <a:endParaRPr lang="zh-CN" altLang="en-US" sz="28700" dirty="0">
              <a:solidFill>
                <a:prstClr val="white"/>
              </a:solidFill>
              <a:latin typeface="Arial Black" panose="020B0A04020102020204" pitchFamily="34" charset="0"/>
            </a:endParaRPr>
          </a:p>
        </p:txBody>
      </p:sp>
      <p:sp>
        <p:nvSpPr>
          <p:cNvPr id="6" name="标题 4"/>
          <p:cNvSpPr txBox="1"/>
          <p:nvPr/>
        </p:nvSpPr>
        <p:spPr>
          <a:xfrm>
            <a:off x="6079784" y="2062596"/>
            <a:ext cx="5328592"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5400" b="1" dirty="0">
                <a:solidFill>
                  <a:prstClr val="white"/>
                </a:solidFill>
                <a:latin typeface="微软雅黑" panose="020B0503020204020204" pitchFamily="34" charset="-122"/>
                <a:ea typeface="微软雅黑" panose="020B0503020204020204" pitchFamily="34" charset="-122"/>
              </a:rPr>
              <a:t>请输入你的标题</a:t>
            </a:r>
          </a:p>
        </p:txBody>
      </p:sp>
      <p:cxnSp>
        <p:nvCxnSpPr>
          <p:cNvPr id="7" name="直接连接符 6"/>
          <p:cNvCxnSpPr/>
          <p:nvPr/>
        </p:nvCxnSpPr>
        <p:spPr>
          <a:xfrm>
            <a:off x="6255757" y="3143336"/>
            <a:ext cx="3594498" cy="0"/>
          </a:xfrm>
          <a:prstGeom prst="line">
            <a:avLst/>
          </a:prstGeom>
          <a:noFill/>
          <a:ln w="28575" cap="flat" cmpd="sng" algn="ctr">
            <a:solidFill>
              <a:sysClr val="window" lastClr="FFFFFF"/>
            </a:solidFill>
            <a:prstDash val="solid"/>
            <a:headEnd type="oval" w="med" len="med"/>
            <a:tailEnd type="oval" w="med" len="med"/>
          </a:ln>
          <a:effectLst/>
        </p:spPr>
      </p:cxnSp>
      <p:sp>
        <p:nvSpPr>
          <p:cNvPr id="8" name="标题 4"/>
          <p:cNvSpPr txBox="1"/>
          <p:nvPr/>
        </p:nvSpPr>
        <p:spPr>
          <a:xfrm>
            <a:off x="6225638" y="3862063"/>
            <a:ext cx="4754488"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25000"/>
              </a:lnSpc>
            </a:pPr>
            <a:r>
              <a:rPr lang="zh-CN" altLang="en-US" sz="2000" dirty="0">
                <a:solidFill>
                  <a:prstClr val="white"/>
                </a:solidFill>
                <a:latin typeface="微软雅黑" panose="020B0503020204020204" pitchFamily="34" charset="-122"/>
                <a:ea typeface="微软雅黑" panose="020B0503020204020204" pitchFamily="34" charset="-122"/>
              </a:rPr>
              <a:t>请输入你的副标题或标题说明以简洁为主说明本章的内容关键要点请输入你的副标题或标题说明以简洁为主说明本章的内容关键要点</a:t>
            </a:r>
          </a:p>
          <a:p>
            <a:pPr algn="l">
              <a:lnSpc>
                <a:spcPct val="125000"/>
              </a:lnSpc>
            </a:pP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8968955" y="220196"/>
            <a:ext cx="2851680" cy="726950"/>
            <a:chOff x="751446" y="486412"/>
            <a:chExt cx="4918925" cy="1253932"/>
          </a:xfrm>
        </p:grpSpPr>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1446" y="486412"/>
              <a:ext cx="1253932" cy="1253932"/>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1960351" y="558072"/>
              <a:ext cx="3710020" cy="607919"/>
            </a:xfrm>
            <a:prstGeom prst="rect">
              <a:avLst/>
            </a:prstGeom>
          </p:spPr>
        </p:pic>
        <p:sp>
          <p:nvSpPr>
            <p:cNvPr id="12" name="矩形 11"/>
            <p:cNvSpPr/>
            <p:nvPr/>
          </p:nvSpPr>
          <p:spPr>
            <a:xfrm>
              <a:off x="2063872" y="1156396"/>
              <a:ext cx="3606499" cy="530891"/>
            </a:xfrm>
            <a:prstGeom prst="rect">
              <a:avLst/>
            </a:prstGeom>
          </p:spPr>
          <p:txBody>
            <a:bodyPr wrap="square">
              <a:spAutoFit/>
            </a:bodyPr>
            <a:lstStyle/>
            <a:p>
              <a:pPr lvl="0" algn="dist"/>
              <a:r>
                <a:rPr lang="en-US" altLang="zh-CN" sz="1400" b="1" dirty="0">
                  <a:solidFill>
                    <a:prstClr val="white"/>
                  </a:solidFill>
                </a:rPr>
                <a:t>BEIHANG UNIVERSITY</a:t>
              </a:r>
              <a:endParaRPr kumimoji="0" lang="zh-CN" altLang="en-US" sz="14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3" name="组合 12"/>
          <p:cNvGrpSpPr/>
          <p:nvPr/>
        </p:nvGrpSpPr>
        <p:grpSpPr>
          <a:xfrm>
            <a:off x="227727" y="5858748"/>
            <a:ext cx="2412444" cy="929311"/>
            <a:chOff x="227727" y="5753818"/>
            <a:chExt cx="2412444" cy="929311"/>
          </a:xfrm>
        </p:grpSpPr>
        <p:pic>
          <p:nvPicPr>
            <p:cNvPr id="14" name="图片 13"/>
            <p:cNvPicPr>
              <a:picLocks noChangeAspect="1"/>
            </p:cNvPicPr>
            <p:nvPr/>
          </p:nvPicPr>
          <p:blipFill rotWithShape="1">
            <a:blip r:embed="rId5" cstate="print">
              <a:extLst>
                <a:ext uri="{28A0092B-C50C-407E-A947-70E740481C1C}">
                  <a14:useLocalDpi xmlns:a14="http://schemas.microsoft.com/office/drawing/2010/main" val="0"/>
                </a:ext>
              </a:extLst>
            </a:blip>
            <a:srcRect r="50000" b="-2912"/>
            <a:stretch>
              <a:fillRect/>
            </a:stretch>
          </p:blipFill>
          <p:spPr>
            <a:xfrm>
              <a:off x="227727" y="5753818"/>
              <a:ext cx="1475785" cy="485334"/>
            </a:xfrm>
            <a:prstGeom prst="rect">
              <a:avLst/>
            </a:prstGeom>
          </p:spPr>
        </p:pic>
        <p:pic>
          <p:nvPicPr>
            <p:cNvPr id="15" name="图片 14"/>
            <p:cNvPicPr>
              <a:picLocks noChangeAspect="1"/>
            </p:cNvPicPr>
            <p:nvPr/>
          </p:nvPicPr>
          <p:blipFill rotWithShape="1">
            <a:blip r:embed="rId5" cstate="print">
              <a:extLst>
                <a:ext uri="{28A0092B-C50C-407E-A947-70E740481C1C}">
                  <a14:useLocalDpi xmlns:a14="http://schemas.microsoft.com/office/drawing/2010/main" val="0"/>
                </a:ext>
              </a:extLst>
            </a:blip>
            <a:srcRect l="50000"/>
            <a:stretch>
              <a:fillRect/>
            </a:stretch>
          </p:blipFill>
          <p:spPr>
            <a:xfrm>
              <a:off x="1164385" y="6211529"/>
              <a:ext cx="1475786" cy="4716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7512"/>
          </a:xfrm>
          <a:prstGeom prst="rect">
            <a:avLst/>
          </a:prstGeom>
        </p:spPr>
      </p:pic>
      <p:sp>
        <p:nvSpPr>
          <p:cNvPr id="6" name="矩形 5"/>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7" name="组合 6"/>
          <p:cNvGrpSpPr/>
          <p:nvPr/>
        </p:nvGrpSpPr>
        <p:grpSpPr>
          <a:xfrm>
            <a:off x="0" y="260648"/>
            <a:ext cx="4367671" cy="1043832"/>
            <a:chOff x="0" y="260648"/>
            <a:chExt cx="4367671" cy="1043832"/>
          </a:xfrm>
        </p:grpSpPr>
        <p:sp>
          <p:nvSpPr>
            <p:cNvPr id="8" name="矩形 7"/>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9" name="组合 8"/>
            <p:cNvGrpSpPr/>
            <p:nvPr/>
          </p:nvGrpSpPr>
          <p:grpSpPr>
            <a:xfrm>
              <a:off x="695400" y="260648"/>
              <a:ext cx="3672271" cy="1043832"/>
              <a:chOff x="623392" y="310880"/>
              <a:chExt cx="3672271" cy="1043832"/>
            </a:xfrm>
          </p:grpSpPr>
          <p:sp>
            <p:nvSpPr>
              <p:cNvPr id="10" name="文本框 9"/>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11" name="直接连接符 10"/>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2" name="文本框 11"/>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3" name="文本框 12"/>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4" name="图片 13"/>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5" name="组合 14"/>
          <p:cNvGrpSpPr/>
          <p:nvPr/>
        </p:nvGrpSpPr>
        <p:grpSpPr>
          <a:xfrm>
            <a:off x="8925185" y="381902"/>
            <a:ext cx="2879308" cy="743473"/>
            <a:chOff x="825667" y="458497"/>
            <a:chExt cx="4856203" cy="1253932"/>
          </a:xfrm>
        </p:grpSpPr>
        <p:pic>
          <p:nvPicPr>
            <p:cNvPr id="16" name="图片 15"/>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7" name="图片 16"/>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8" name="矩形 17"/>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sp>
        <p:nvSpPr>
          <p:cNvPr id="19" name="圆角矩形 18"/>
          <p:cNvSpPr/>
          <p:nvPr/>
        </p:nvSpPr>
        <p:spPr>
          <a:xfrm>
            <a:off x="479376" y="1484784"/>
            <a:ext cx="11220945" cy="4440353"/>
          </a:xfrm>
          <a:prstGeom prst="roundRect">
            <a:avLst>
              <a:gd name="adj" fmla="val 0"/>
            </a:avLst>
          </a:prstGeom>
          <a:solidFill>
            <a:srgbClr val="023FA1"/>
          </a:solidFill>
          <a:ln w="19050" cap="flat" cmpd="sng" algn="ctr">
            <a:noFill/>
            <a:prstDash val="solid"/>
            <a:miter lim="800000"/>
          </a:ln>
          <a:effectLst/>
        </p:spPr>
        <p:txBody>
          <a:bodyPr anchor="ctr"/>
          <a:lstStyle/>
          <a:p>
            <a:pPr algn="ctr">
              <a:spcBef>
                <a:spcPct val="0"/>
              </a:spcBef>
              <a:spcAft>
                <a:spcPct val="0"/>
              </a:spcAft>
              <a:defRPr/>
            </a:pPr>
            <a:endParaRPr lang="zh-CN" altLang="en-US" kern="0" noProof="1">
              <a:solidFill>
                <a:prstClr val="white"/>
              </a:solidFill>
              <a:latin typeface="Arial" panose="020B0604020202020204"/>
              <a:ea typeface="微软雅黑" panose="020B0503020204020204" pitchFamily="34" charset="-122"/>
            </a:endParaRPr>
          </a:p>
        </p:txBody>
      </p:sp>
      <p:grpSp>
        <p:nvGrpSpPr>
          <p:cNvPr id="20" name="组合 19"/>
          <p:cNvGrpSpPr/>
          <p:nvPr/>
        </p:nvGrpSpPr>
        <p:grpSpPr>
          <a:xfrm>
            <a:off x="561663" y="1567582"/>
            <a:ext cx="11220945" cy="4446309"/>
            <a:chOff x="862841" y="1601133"/>
            <a:chExt cx="10027468" cy="4446309"/>
          </a:xfrm>
        </p:grpSpPr>
        <p:sp>
          <p:nvSpPr>
            <p:cNvPr id="21" name="圆角矩形 19"/>
            <p:cNvSpPr/>
            <p:nvPr/>
          </p:nvSpPr>
          <p:spPr>
            <a:xfrm>
              <a:off x="862841" y="1601133"/>
              <a:ext cx="10027468" cy="4446309"/>
            </a:xfrm>
            <a:prstGeom prst="roundRect">
              <a:avLst>
                <a:gd name="adj" fmla="val 0"/>
              </a:avLst>
            </a:prstGeom>
            <a:solidFill>
              <a:sysClr val="window" lastClr="FFFFFF"/>
            </a:solidFill>
            <a:ln w="28575" cap="flat" cmpd="sng" algn="ctr">
              <a:solidFill>
                <a:srgbClr val="023FA1"/>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1">
                <a:ln>
                  <a:noFill/>
                </a:ln>
                <a:solidFill>
                  <a:prstClr val="white"/>
                </a:solidFill>
                <a:effectLst/>
                <a:uLnTx/>
                <a:uFillTx/>
                <a:latin typeface="Arial" panose="020B0604020202020204"/>
                <a:ea typeface="微软雅黑" panose="020B0503020204020204" pitchFamily="34" charset="-122"/>
              </a:endParaRPr>
            </a:p>
          </p:txBody>
        </p:sp>
        <p:sp>
          <p:nvSpPr>
            <p:cNvPr id="22" name="文本框 10"/>
            <p:cNvSpPr txBox="1">
              <a:spLocks noChangeArrowheads="1"/>
            </p:cNvSpPr>
            <p:nvPr/>
          </p:nvSpPr>
          <p:spPr bwMode="auto">
            <a:xfrm>
              <a:off x="983431" y="1630040"/>
              <a:ext cx="9881795"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marL="0" marR="0" lvl="0" indent="0" defTabSz="914400" eaLnBrk="1" fontAlgn="base" latinLnBrk="0" hangingPunct="1">
                <a:lnSpc>
                  <a:spcPct val="150000"/>
                </a:lnSpc>
                <a:spcBef>
                  <a:spcPct val="0"/>
                </a:spcBef>
                <a:spcAft>
                  <a:spcPct val="0"/>
                </a:spcAft>
                <a:buClrTx/>
                <a:buSzTx/>
                <a:buFontTx/>
                <a:buNone/>
                <a:defRPr/>
              </a:pPr>
              <a:r>
                <a:rPr kumimoji="0" lang="zh-CN" altLang="en-US" sz="1800" b="0" i="0" u="none" strike="noStrike" kern="0" cap="none" spc="0" normalizeH="0" baseline="0" noProof="0" dirty="0">
                  <a:ln>
                    <a:noFill/>
                  </a:ln>
                  <a:solidFill>
                    <a:srgbClr val="404040"/>
                  </a:solidFill>
                  <a:effectLst/>
                  <a:uLnTx/>
                  <a:uFillTx/>
                  <a:latin typeface="Arial" panose="020B0604020202020204" pitchFamily="34" charset="0"/>
                  <a:ea typeface="微软雅黑" panose="020B0503020204020204" pitchFamily="34" charset="-122"/>
                </a:rPr>
                <a:t>毕业论文，泛指专科毕业论文、本科毕业论文（学士学位毕业论文）、硕士研究生毕业论文（硕士学位论文）、博士研究生毕业论文（博士学位论文）等，即需要在学业完成前写作并提交的论文，是教学或科研活动的重要组成部分之一。</a:t>
              </a:r>
              <a:endParaRPr kumimoji="0" lang="en-US" altLang="zh-CN" sz="1800" b="0" i="0" u="none" strike="noStrike" kern="0" cap="none" spc="0" normalizeH="0" baseline="0" noProof="0" dirty="0">
                <a:ln>
                  <a:noFill/>
                </a:ln>
                <a:solidFill>
                  <a:srgbClr val="404040"/>
                </a:solidFill>
                <a:effectLst/>
                <a:uLnTx/>
                <a:uFillTx/>
                <a:latin typeface="Arial" panose="020B0604020202020204" pitchFamily="34" charset="0"/>
                <a:ea typeface="微软雅黑" panose="020B0503020204020204" pitchFamily="34" charset="-122"/>
              </a:endParaRPr>
            </a:p>
            <a:p>
              <a:pPr marL="0" marR="0" lvl="0" indent="0" defTabSz="914400" eaLnBrk="1" fontAlgn="base" latinLnBrk="0" hangingPunct="1">
                <a:lnSpc>
                  <a:spcPct val="150000"/>
                </a:lnSpc>
                <a:spcBef>
                  <a:spcPct val="0"/>
                </a:spcBef>
                <a:spcAft>
                  <a:spcPct val="0"/>
                </a:spcAft>
                <a:buClrTx/>
                <a:buSzTx/>
                <a:buFont typeface="Arial" panose="020B0604020202020204" pitchFamily="34" charset="0"/>
                <a:buNone/>
                <a:defRPr/>
              </a:pPr>
              <a:r>
                <a:rPr kumimoji="0" lang="zh-CN" altLang="en-US" sz="1800" b="0" i="0" u="none" strike="noStrike" kern="0" cap="none" spc="0" normalizeH="0" baseline="0" noProof="0" dirty="0">
                  <a:ln>
                    <a:noFill/>
                  </a:ln>
                  <a:solidFill>
                    <a:srgbClr val="404040"/>
                  </a:solidFill>
                  <a:effectLst/>
                  <a:uLnTx/>
                  <a:uFillTx/>
                  <a:latin typeface="Arial" panose="020B0604020202020204" pitchFamily="34" charset="0"/>
                  <a:ea typeface="微软雅黑" panose="020B0503020204020204" pitchFamily="34" charset="-122"/>
                </a:rPr>
                <a:t>毕业论文，泛指专科毕业论文、本科毕业论文（学士学位毕业论文）、硕士研究生毕业论文（硕士学位论文）、博士研究生毕业论文（博士学位论文）等，即需要在学业完成前写作并提交的论文，是教学或科研活动的重要组成部分之一。</a:t>
              </a:r>
            </a:p>
            <a:p>
              <a:pPr marL="0" marR="0" lvl="0" indent="0" defTabSz="914400" eaLnBrk="1" fontAlgn="base" latinLnBrk="0" hangingPunct="1">
                <a:lnSpc>
                  <a:spcPct val="15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404040"/>
                </a:solidFill>
                <a:effectLst/>
                <a:uLnTx/>
                <a:uFillTx/>
                <a:latin typeface="Arial" panose="020B0604020202020204" pitchFamily="34" charset="0"/>
                <a:ea typeface="微软雅黑" panose="020B0503020204020204" pitchFamily="34" charset="-122"/>
              </a:endParaRPr>
            </a:p>
          </p:txBody>
        </p:sp>
        <p:grpSp>
          <p:nvGrpSpPr>
            <p:cNvPr id="23" name="组合 22"/>
            <p:cNvGrpSpPr/>
            <p:nvPr/>
          </p:nvGrpSpPr>
          <p:grpSpPr>
            <a:xfrm>
              <a:off x="975964" y="4156041"/>
              <a:ext cx="6116124" cy="400110"/>
              <a:chOff x="2001874" y="3890952"/>
              <a:chExt cx="6116124" cy="400110"/>
            </a:xfrm>
          </p:grpSpPr>
          <p:sp>
            <p:nvSpPr>
              <p:cNvPr id="25" name="文本框 14"/>
              <p:cNvSpPr txBox="1">
                <a:spLocks noChangeArrowheads="1"/>
              </p:cNvSpPr>
              <p:nvPr/>
            </p:nvSpPr>
            <p:spPr bwMode="auto">
              <a:xfrm>
                <a:off x="2001874" y="3890952"/>
                <a:ext cx="13110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dirty="0">
                    <a:ln>
                      <a:noFill/>
                    </a:ln>
                    <a:solidFill>
                      <a:srgbClr val="023FA1"/>
                    </a:solidFill>
                    <a:effectLst/>
                    <a:uLnTx/>
                    <a:uFillTx/>
                    <a:latin typeface="Arial" panose="020B0604020202020204" pitchFamily="34" charset="0"/>
                    <a:ea typeface="微软雅黑" panose="020B0503020204020204" pitchFamily="34" charset="-122"/>
                  </a:rPr>
                  <a:t>填写关键词</a:t>
                </a:r>
              </a:p>
            </p:txBody>
          </p:sp>
          <p:sp>
            <p:nvSpPr>
              <p:cNvPr id="26" name="文本框 15"/>
              <p:cNvSpPr txBox="1">
                <a:spLocks noChangeArrowheads="1"/>
              </p:cNvSpPr>
              <p:nvPr/>
            </p:nvSpPr>
            <p:spPr bwMode="auto">
              <a:xfrm>
                <a:off x="3601432" y="3890952"/>
                <a:ext cx="13110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dirty="0">
                    <a:ln>
                      <a:noFill/>
                    </a:ln>
                    <a:solidFill>
                      <a:srgbClr val="023FA1"/>
                    </a:solidFill>
                    <a:effectLst/>
                    <a:uLnTx/>
                    <a:uFillTx/>
                    <a:latin typeface="Arial" panose="020B0604020202020204" pitchFamily="34" charset="0"/>
                    <a:ea typeface="微软雅黑" panose="020B0503020204020204" pitchFamily="34" charset="-122"/>
                  </a:rPr>
                  <a:t>填写关键词</a:t>
                </a:r>
              </a:p>
            </p:txBody>
          </p:sp>
          <p:sp>
            <p:nvSpPr>
              <p:cNvPr id="27" name="文本框 16"/>
              <p:cNvSpPr txBox="1">
                <a:spLocks noChangeArrowheads="1"/>
              </p:cNvSpPr>
              <p:nvPr/>
            </p:nvSpPr>
            <p:spPr bwMode="auto">
              <a:xfrm>
                <a:off x="5204201" y="3890952"/>
                <a:ext cx="13110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dirty="0">
                    <a:ln>
                      <a:noFill/>
                    </a:ln>
                    <a:solidFill>
                      <a:srgbClr val="023FA1"/>
                    </a:solidFill>
                    <a:effectLst/>
                    <a:uLnTx/>
                    <a:uFillTx/>
                    <a:latin typeface="Arial" panose="020B0604020202020204" pitchFamily="34" charset="0"/>
                    <a:ea typeface="微软雅黑" panose="020B0503020204020204" pitchFamily="34" charset="-122"/>
                  </a:rPr>
                  <a:t>填写关键词</a:t>
                </a:r>
              </a:p>
            </p:txBody>
          </p:sp>
          <p:sp>
            <p:nvSpPr>
              <p:cNvPr id="28" name="文本框 17"/>
              <p:cNvSpPr txBox="1">
                <a:spLocks noChangeArrowheads="1"/>
              </p:cNvSpPr>
              <p:nvPr/>
            </p:nvSpPr>
            <p:spPr bwMode="auto">
              <a:xfrm>
                <a:off x="6806970" y="3890952"/>
                <a:ext cx="13110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dirty="0">
                    <a:ln>
                      <a:noFill/>
                    </a:ln>
                    <a:solidFill>
                      <a:srgbClr val="023FA1"/>
                    </a:solidFill>
                    <a:effectLst/>
                    <a:uLnTx/>
                    <a:uFillTx/>
                    <a:latin typeface="Arial" panose="020B0604020202020204" pitchFamily="34" charset="0"/>
                    <a:ea typeface="微软雅黑" panose="020B0503020204020204" pitchFamily="34" charset="-122"/>
                  </a:rPr>
                  <a:t>填写关键词</a:t>
                </a:r>
              </a:p>
            </p:txBody>
          </p:sp>
        </p:grpSp>
        <p:sp>
          <p:nvSpPr>
            <p:cNvPr id="24" name="文本框 23"/>
            <p:cNvSpPr txBox="1">
              <a:spLocks noChangeArrowheads="1"/>
            </p:cNvSpPr>
            <p:nvPr/>
          </p:nvSpPr>
          <p:spPr bwMode="auto">
            <a:xfrm>
              <a:off x="1002580" y="4561501"/>
              <a:ext cx="9716377"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marL="0" marR="0" lvl="0" indent="0" algn="just" defTabSz="914400" eaLnBrk="1" fontAlgn="base"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srgbClr val="808080"/>
                  </a:solidFill>
                  <a:effectLst/>
                  <a:uLnTx/>
                  <a:uFillTx/>
                  <a:latin typeface="Arial" panose="020B0604020202020204" pitchFamily="34" charset="0"/>
                  <a:ea typeface="微软雅黑" panose="020B0503020204020204" pitchFamily="34" charset="-122"/>
                </a:rPr>
                <a:t>Graduation thesis, refers to the specialized graduation thesis, undergraduate graduation thesis (graduated with a bachelor's degree thesis), master's graduate student graduation thesis (M.A. thesis, doctoral students graduation thesis (Doctoral Dissertation), namely the need in studies of writing and submitting the is one of an important part of the teaching and scientific research activities).</a:t>
              </a:r>
              <a:endParaRPr kumimoji="0" lang="zh-CN" altLang="en-US" sz="1800" b="0" i="0" u="none" strike="noStrike" kern="0" cap="none" spc="0" normalizeH="0" baseline="0" noProof="0" dirty="0">
                <a:ln>
                  <a:noFill/>
                </a:ln>
                <a:solidFill>
                  <a:srgbClr val="808080"/>
                </a:solidFill>
                <a:effectLst/>
                <a:uLnTx/>
                <a:uFillTx/>
                <a:latin typeface="Arial" panose="020B0604020202020204" pitchFamily="34" charset="0"/>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2" name="图片 1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sp>
        <p:nvSpPr>
          <p:cNvPr id="17" name="矩形 16"/>
          <p:cNvSpPr/>
          <p:nvPr/>
        </p:nvSpPr>
        <p:spPr>
          <a:xfrm>
            <a:off x="551384" y="1597773"/>
            <a:ext cx="10801200" cy="1172967"/>
          </a:xfrm>
          <a:prstGeom prst="rect">
            <a:avLst/>
          </a:prstGeom>
          <a:noFill/>
          <a:ln w="12700" cap="flat" cmpd="sng" algn="ctr">
            <a:solidFill>
              <a:srgbClr val="333333">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8" name="文本框 17"/>
          <p:cNvSpPr txBox="1"/>
          <p:nvPr/>
        </p:nvSpPr>
        <p:spPr>
          <a:xfrm>
            <a:off x="668183" y="1867807"/>
            <a:ext cx="10540623" cy="905248"/>
          </a:xfrm>
          <a:prstGeom prst="rect">
            <a:avLst/>
          </a:prstGeom>
          <a:noFill/>
        </p:spPr>
        <p:txBody>
          <a:bodyPr wrap="square" rtlCol="0">
            <a:spAutoFit/>
          </a:bodyPr>
          <a:lstStyle/>
          <a:p>
            <a:pPr defTabSz="914400">
              <a:lnSpc>
                <a:spcPct val="130000"/>
              </a:lnSpc>
              <a:spcBef>
                <a:spcPct val="0"/>
              </a:spcBef>
            </a:pPr>
            <a:r>
              <a:rPr lang="zh-CN" altLang="en-US" sz="1400" dirty="0">
                <a:solidFill>
                  <a:prstClr val="black">
                    <a:lumMod val="50000"/>
                    <a:lumOff val="50000"/>
                  </a:prstClr>
                </a:solidFill>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上述图表的综合描述说明入。在此录入上述图表的综合描述说明，在此录入上述图表的上述图表的综合描述说明入。在此录入上述图表的综合描述说明，在此录入上述图表的上述图表的综合描述说明入。在此录入上述图表的综合描述说明，在此录入上述图表的上述图表的综合描述说明入。</a:t>
            </a:r>
          </a:p>
        </p:txBody>
      </p:sp>
      <p:sp>
        <p:nvSpPr>
          <p:cNvPr id="19" name="矩形 18"/>
          <p:cNvSpPr/>
          <p:nvPr/>
        </p:nvSpPr>
        <p:spPr>
          <a:xfrm>
            <a:off x="551384" y="1412776"/>
            <a:ext cx="1820194" cy="360547"/>
          </a:xfrm>
          <a:prstGeom prst="rect">
            <a:avLst/>
          </a:prstGeom>
          <a:solidFill>
            <a:srgbClr val="8F000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20" name="文本框 19"/>
          <p:cNvSpPr txBox="1"/>
          <p:nvPr/>
        </p:nvSpPr>
        <p:spPr>
          <a:xfrm>
            <a:off x="551384" y="1412776"/>
            <a:ext cx="1820194" cy="369332"/>
          </a:xfrm>
          <a:prstGeom prst="rect">
            <a:avLst/>
          </a:prstGeom>
          <a:solidFill>
            <a:srgbClr val="023FA1"/>
          </a:solidFill>
        </p:spPr>
        <p:txBody>
          <a:bodyPr wrap="square" rtlCol="0">
            <a:spAutoFit/>
          </a:bodyPr>
          <a:lstStyle/>
          <a:p>
            <a:pPr algn="ctr"/>
            <a:r>
              <a:rPr lang="en-US" altLang="zh-CN" dirty="0">
                <a:solidFill>
                  <a:srgbClr val="FFFFFF"/>
                </a:solidFill>
                <a:latin typeface="华文细黑" panose="02010600040101010101" pitchFamily="2" charset="-122"/>
                <a:ea typeface="华文细黑" panose="02010600040101010101" pitchFamily="2" charset="-122"/>
                <a:cs typeface="Arial" panose="020B0604020202020204" pitchFamily="34" charset="0"/>
              </a:rPr>
              <a:t>SAMPLE TITLE</a:t>
            </a:r>
          </a:p>
        </p:txBody>
      </p:sp>
      <p:sp>
        <p:nvSpPr>
          <p:cNvPr id="21" name="矩形 20"/>
          <p:cNvSpPr/>
          <p:nvPr/>
        </p:nvSpPr>
        <p:spPr>
          <a:xfrm>
            <a:off x="551384" y="3342750"/>
            <a:ext cx="10816936" cy="1172966"/>
          </a:xfrm>
          <a:prstGeom prst="rect">
            <a:avLst/>
          </a:prstGeom>
          <a:noFill/>
          <a:ln w="12700" cap="flat" cmpd="sng" algn="ctr">
            <a:solidFill>
              <a:srgbClr val="333333">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22" name="文本框 21"/>
          <p:cNvSpPr txBox="1"/>
          <p:nvPr/>
        </p:nvSpPr>
        <p:spPr>
          <a:xfrm>
            <a:off x="668184" y="3612783"/>
            <a:ext cx="10540622" cy="905248"/>
          </a:xfrm>
          <a:prstGeom prst="rect">
            <a:avLst/>
          </a:prstGeom>
          <a:noFill/>
        </p:spPr>
        <p:txBody>
          <a:bodyPr wrap="square" rtlCol="0">
            <a:spAutoFit/>
          </a:bodyPr>
          <a:lstStyle/>
          <a:p>
            <a:pPr defTabSz="914400">
              <a:lnSpc>
                <a:spcPct val="130000"/>
              </a:lnSpc>
              <a:spcBef>
                <a:spcPct val="0"/>
              </a:spcBef>
            </a:pPr>
            <a:r>
              <a:rPr lang="zh-CN" altLang="en-US" sz="1400" dirty="0">
                <a:solidFill>
                  <a:prstClr val="black">
                    <a:lumMod val="50000"/>
                    <a:lumOff val="50000"/>
                  </a:prstClr>
                </a:solidFill>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上述图表的综合描述说明入。在此录入上述图表的综合描述说明，在此录入上述图表的上述图表的综合描述说明入。在此录入上述图表的综合描述说明，在此录入上述图表的上述图表的综合描述说明入。在此录入上述图表的综合描述说明，在此录入上述图表的上述图表的综合描述说明入。</a:t>
            </a:r>
          </a:p>
        </p:txBody>
      </p:sp>
      <p:sp>
        <p:nvSpPr>
          <p:cNvPr id="23" name="矩形 22"/>
          <p:cNvSpPr/>
          <p:nvPr/>
        </p:nvSpPr>
        <p:spPr>
          <a:xfrm>
            <a:off x="551384" y="3157752"/>
            <a:ext cx="1820194" cy="360547"/>
          </a:xfrm>
          <a:prstGeom prst="rect">
            <a:avLst/>
          </a:prstGeom>
          <a:solidFill>
            <a:srgbClr val="8F000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24" name="文本框 23"/>
          <p:cNvSpPr txBox="1"/>
          <p:nvPr/>
        </p:nvSpPr>
        <p:spPr>
          <a:xfrm>
            <a:off x="551384" y="3157752"/>
            <a:ext cx="1820194" cy="369332"/>
          </a:xfrm>
          <a:prstGeom prst="rect">
            <a:avLst/>
          </a:prstGeom>
          <a:solidFill>
            <a:srgbClr val="023FA1"/>
          </a:solidFill>
        </p:spPr>
        <p:txBody>
          <a:bodyPr wrap="square" rtlCol="0">
            <a:spAutoFit/>
          </a:bodyPr>
          <a:lstStyle/>
          <a:p>
            <a:pPr algn="ctr"/>
            <a:r>
              <a:rPr lang="en-US" altLang="zh-CN" dirty="0">
                <a:solidFill>
                  <a:srgbClr val="FFFFFF"/>
                </a:solidFill>
                <a:latin typeface="华文细黑" panose="02010600040101010101" pitchFamily="2" charset="-122"/>
                <a:ea typeface="华文细黑" panose="02010600040101010101" pitchFamily="2" charset="-122"/>
                <a:cs typeface="Arial" panose="020B0604020202020204" pitchFamily="34" charset="0"/>
              </a:rPr>
              <a:t>SAMPLE TITLE</a:t>
            </a:r>
          </a:p>
        </p:txBody>
      </p:sp>
      <p:sp>
        <p:nvSpPr>
          <p:cNvPr id="25" name="矩形 24"/>
          <p:cNvSpPr/>
          <p:nvPr/>
        </p:nvSpPr>
        <p:spPr>
          <a:xfrm>
            <a:off x="551383" y="5024947"/>
            <a:ext cx="10801199" cy="1172967"/>
          </a:xfrm>
          <a:prstGeom prst="rect">
            <a:avLst/>
          </a:prstGeom>
          <a:noFill/>
          <a:ln w="12700" cap="flat" cmpd="sng" algn="ctr">
            <a:solidFill>
              <a:srgbClr val="333333">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26" name="文本框 25"/>
          <p:cNvSpPr txBox="1"/>
          <p:nvPr/>
        </p:nvSpPr>
        <p:spPr>
          <a:xfrm>
            <a:off x="668183" y="5294981"/>
            <a:ext cx="10567091" cy="905248"/>
          </a:xfrm>
          <a:prstGeom prst="rect">
            <a:avLst/>
          </a:prstGeom>
          <a:noFill/>
        </p:spPr>
        <p:txBody>
          <a:bodyPr wrap="square" rtlCol="0">
            <a:spAutoFit/>
          </a:bodyPr>
          <a:lstStyle/>
          <a:p>
            <a:pPr defTabSz="914400">
              <a:lnSpc>
                <a:spcPct val="130000"/>
              </a:lnSpc>
              <a:spcBef>
                <a:spcPct val="0"/>
              </a:spcBef>
            </a:pPr>
            <a:r>
              <a:rPr lang="zh-CN" altLang="en-US" sz="1400" dirty="0">
                <a:solidFill>
                  <a:prstClr val="black">
                    <a:lumMod val="50000"/>
                    <a:lumOff val="50000"/>
                  </a:prstClr>
                </a:solidFill>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上述图表的综合描述说明入。在此录入上述图表的综合描述说明，在此录入上述图表的上述图表的综合描述说明入。在此录入上述图表的综合描述说明，在此录入上述图表的上述图表的综合描述说明入。在此录入上述图表的综合描述说明，在此录入上述图表的上述图表的综合描述说明入。</a:t>
            </a:r>
          </a:p>
        </p:txBody>
      </p:sp>
      <p:sp>
        <p:nvSpPr>
          <p:cNvPr id="27" name="矩形 26"/>
          <p:cNvSpPr/>
          <p:nvPr/>
        </p:nvSpPr>
        <p:spPr>
          <a:xfrm>
            <a:off x="551384" y="4839950"/>
            <a:ext cx="1820194" cy="360547"/>
          </a:xfrm>
          <a:prstGeom prst="rect">
            <a:avLst/>
          </a:prstGeom>
          <a:solidFill>
            <a:srgbClr val="8F000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28" name="文本框 27"/>
          <p:cNvSpPr txBox="1"/>
          <p:nvPr/>
        </p:nvSpPr>
        <p:spPr>
          <a:xfrm>
            <a:off x="551384" y="4839950"/>
            <a:ext cx="1820194" cy="369332"/>
          </a:xfrm>
          <a:prstGeom prst="rect">
            <a:avLst/>
          </a:prstGeom>
          <a:solidFill>
            <a:srgbClr val="023FA1"/>
          </a:solidFill>
        </p:spPr>
        <p:txBody>
          <a:bodyPr wrap="square" rtlCol="0">
            <a:spAutoFit/>
          </a:bodyPr>
          <a:lstStyle/>
          <a:p>
            <a:pPr algn="ctr"/>
            <a:r>
              <a:rPr lang="en-US" altLang="zh-CN" dirty="0">
                <a:solidFill>
                  <a:srgbClr val="FFFFFF"/>
                </a:solidFill>
                <a:latin typeface="华文细黑" panose="02010600040101010101" pitchFamily="2" charset="-122"/>
                <a:ea typeface="华文细黑" panose="02010600040101010101" pitchFamily="2" charset="-122"/>
                <a:cs typeface="Arial" panose="020B0604020202020204" pitchFamily="34" charset="0"/>
              </a:rPr>
              <a:t>SAMPLE TITLE</a:t>
            </a:r>
          </a:p>
        </p:txBody>
      </p:sp>
      <p:sp>
        <p:nvSpPr>
          <p:cNvPr id="29" name="等腰三角形 28"/>
          <p:cNvSpPr/>
          <p:nvPr/>
        </p:nvSpPr>
        <p:spPr>
          <a:xfrm>
            <a:off x="11224543" y="2646794"/>
            <a:ext cx="143777" cy="123946"/>
          </a:xfrm>
          <a:prstGeom prst="triangle">
            <a:avLst>
              <a:gd name="adj" fmla="val 100000"/>
            </a:avLst>
          </a:prstGeom>
          <a:solidFill>
            <a:srgbClr val="023FA1">
              <a:alpha val="72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30" name="等腰三角形 29"/>
          <p:cNvSpPr/>
          <p:nvPr/>
        </p:nvSpPr>
        <p:spPr>
          <a:xfrm>
            <a:off x="11235275" y="4179092"/>
            <a:ext cx="143777" cy="123946"/>
          </a:xfrm>
          <a:prstGeom prst="triangle">
            <a:avLst>
              <a:gd name="adj" fmla="val 100000"/>
            </a:avLst>
          </a:prstGeom>
          <a:solidFill>
            <a:srgbClr val="023FA1">
              <a:alpha val="72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endParaRPr>
          </a:p>
        </p:txBody>
      </p:sp>
      <p:sp>
        <p:nvSpPr>
          <p:cNvPr id="31" name="等腰三角形 30"/>
          <p:cNvSpPr/>
          <p:nvPr/>
        </p:nvSpPr>
        <p:spPr>
          <a:xfrm>
            <a:off x="11222636" y="6073968"/>
            <a:ext cx="143777" cy="123946"/>
          </a:xfrm>
          <a:prstGeom prst="triangle">
            <a:avLst>
              <a:gd name="adj" fmla="val 100000"/>
            </a:avLst>
          </a:prstGeom>
          <a:solidFill>
            <a:srgbClr val="023FA1">
              <a:alpha val="72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2" name="图片 11"/>
          <p:cNvPicPr>
            <a:picLocks noChangeAspect="1"/>
          </p:cNvPicPr>
          <p:nvPr/>
        </p:nvPicPr>
        <p:blipFill>
          <a:blip r:embed="rId4" cstate="print">
            <a:extLst>
              <a:ext uri="{BEBA8EAE-BF5A-486C-A8C5-ECC9F3942E4B}">
                <a14:imgProps xmlns:a14="http://schemas.microsoft.com/office/drawing/2010/main">
                  <a14:imgLayer r:embed="rId5">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grpSp>
        <p:nvGrpSpPr>
          <p:cNvPr id="17" name="4d5c9446-e71a-41fc-9605-be1165a4b6e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0" y="1440011"/>
            <a:ext cx="12192000" cy="5013325"/>
            <a:chOff x="0" y="1130300"/>
            <a:chExt cx="12192000" cy="5013325"/>
          </a:xfrm>
        </p:grpSpPr>
        <p:sp>
          <p:nvSpPr>
            <p:cNvPr id="18" name="îŝḷíďé"/>
            <p:cNvSpPr/>
            <p:nvPr/>
          </p:nvSpPr>
          <p:spPr>
            <a:xfrm>
              <a:off x="0" y="3654000"/>
              <a:ext cx="12192000" cy="2489625"/>
            </a:xfrm>
            <a:prstGeom prst="roundRect">
              <a:avLst>
                <a:gd name="adj" fmla="val 750"/>
              </a:avLst>
            </a:prstGeom>
            <a:solidFill>
              <a:srgbClr val="FFFFFF">
                <a:lumMod val="95000"/>
              </a:srgbClr>
            </a:solidFill>
          </p:spPr>
          <p:txBody>
            <a:bodyPr wrap="square" lIns="91440" tIns="45720" rIns="91440" bIns="45720" rtlCol="0" anchor="ctr" anchorCtr="0">
              <a:normAutofit/>
            </a:bodyPr>
            <a:lstStyle/>
            <a:p>
              <a:pPr algn="ctr">
                <a:lnSpc>
                  <a:spcPct val="150000"/>
                </a:lnSpc>
                <a:defRPr/>
              </a:pPr>
              <a:endParaRPr lang="zh-CN" altLang="en-US" sz="1000" kern="0" dirty="0">
                <a:solidFill>
                  <a:srgbClr val="000000"/>
                </a:solidFill>
                <a:latin typeface="Arial" panose="020B0604020202020204"/>
                <a:ea typeface="微软雅黑" panose="020B0503020204020204" pitchFamily="34" charset="-122"/>
              </a:endParaRPr>
            </a:p>
          </p:txBody>
        </p:sp>
        <p:sp>
          <p:nvSpPr>
            <p:cNvPr id="19" name="îṣļîďê"/>
            <p:cNvSpPr txBox="1"/>
            <p:nvPr/>
          </p:nvSpPr>
          <p:spPr>
            <a:xfrm>
              <a:off x="1286801" y="2917055"/>
              <a:ext cx="1637331" cy="1473889"/>
            </a:xfrm>
            <a:prstGeom prst="roundRect">
              <a:avLst/>
            </a:prstGeom>
            <a:solidFill>
              <a:srgbClr val="023FA1"/>
            </a:solidFill>
            <a:ln>
              <a:noFill/>
            </a:ln>
          </p:spPr>
          <p:txBody>
            <a:bodyPr wrap="square" lIns="91440" tIns="45720" rIns="91440" bIns="45720" anchor="ctr">
              <a:normAutofit/>
            </a:bodyPr>
            <a:lstStyle/>
            <a:p>
              <a:pPr algn="ctr">
                <a:defRPr/>
              </a:pPr>
              <a:endParaRPr kern="0">
                <a:solidFill>
                  <a:srgbClr val="000000"/>
                </a:solidFill>
                <a:latin typeface="Arial" panose="020B0604020202020204"/>
                <a:ea typeface="微软雅黑" panose="020B0503020204020204" pitchFamily="34" charset="-122"/>
              </a:endParaRPr>
            </a:p>
          </p:txBody>
        </p:sp>
        <p:sp>
          <p:nvSpPr>
            <p:cNvPr id="20" name="íśḻidè"/>
            <p:cNvSpPr/>
            <p:nvPr/>
          </p:nvSpPr>
          <p:spPr bwMode="auto">
            <a:xfrm>
              <a:off x="1773505" y="2585971"/>
              <a:ext cx="663923" cy="662167"/>
            </a:xfrm>
            <a:prstGeom prst="ellipse">
              <a:avLst/>
            </a:prstGeom>
            <a:solidFill>
              <a:srgbClr val="FFFFFF"/>
            </a:solidFill>
            <a:ln w="28575">
              <a:solidFill>
                <a:srgbClr val="023FA1"/>
              </a:solidFill>
            </a:ln>
          </p:spPr>
          <p:txBody>
            <a:bodyPr vert="horz" wrap="square" lIns="91440" tIns="45720" rIns="91440" bIns="45720" anchor="ctr" anchorCtr="1" compatLnSpc="1">
              <a:normAutofit/>
            </a:bodyPr>
            <a:lstStyle/>
            <a:p>
              <a:pPr algn="ctr">
                <a:defRPr/>
              </a:pPr>
              <a:r>
                <a:rPr lang="en-US" sz="2400" b="1" kern="0" dirty="0">
                  <a:solidFill>
                    <a:srgbClr val="023FA1"/>
                  </a:solidFill>
                  <a:latin typeface="Arial" panose="020B0604020202020204"/>
                  <a:ea typeface="微软雅黑" panose="020B0503020204020204" pitchFamily="34" charset="-122"/>
                </a:rPr>
                <a:t>1</a:t>
              </a:r>
            </a:p>
          </p:txBody>
        </p:sp>
        <p:grpSp>
          <p:nvGrpSpPr>
            <p:cNvPr id="21" name="ïṧ1ïḍè"/>
            <p:cNvGrpSpPr/>
            <p:nvPr/>
          </p:nvGrpSpPr>
          <p:grpSpPr>
            <a:xfrm>
              <a:off x="983204" y="4549453"/>
              <a:ext cx="2108063" cy="944997"/>
              <a:chOff x="1516090" y="3994532"/>
              <a:chExt cx="2108063" cy="944997"/>
            </a:xfrm>
          </p:grpSpPr>
          <p:sp>
            <p:nvSpPr>
              <p:cNvPr id="46" name="îśḷîḓe"/>
              <p:cNvSpPr/>
              <p:nvPr/>
            </p:nvSpPr>
            <p:spPr bwMode="auto">
              <a:xfrm>
                <a:off x="1516090" y="4382130"/>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defRPr/>
                </a:pPr>
                <a:r>
                  <a:rPr lang="en-US" altLang="zh-CN" sz="1100" dirty="0">
                    <a:solidFill>
                      <a:srgbClr val="000000"/>
                    </a:solidFill>
                    <a:latin typeface="Arial" panose="020B0604020202020204"/>
                    <a:ea typeface="微软雅黑" panose="020B0503020204020204" pitchFamily="34" charset="-122"/>
                  </a:rPr>
                  <a:t>Copy paste fonts. Choose the only option to retain text.</a:t>
                </a:r>
              </a:p>
            </p:txBody>
          </p:sp>
          <p:sp>
            <p:nvSpPr>
              <p:cNvPr id="47" name="íṧḻîďè"/>
              <p:cNvSpPr txBox="1"/>
              <p:nvPr/>
            </p:nvSpPr>
            <p:spPr bwMode="auto">
              <a:xfrm>
                <a:off x="1516090" y="3994532"/>
                <a:ext cx="21080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defRPr/>
                </a:pPr>
                <a:r>
                  <a:rPr lang="en-US" altLang="zh-CN" sz="2000" b="1" dirty="0">
                    <a:solidFill>
                      <a:srgbClr val="000000"/>
                    </a:solidFill>
                    <a:latin typeface="Arial" panose="020B0604020202020204"/>
                    <a:ea typeface="微软雅黑" panose="020B0503020204020204" pitchFamily="34" charset="-122"/>
                  </a:rPr>
                  <a:t>Text here</a:t>
                </a:r>
              </a:p>
            </p:txBody>
          </p:sp>
        </p:grpSp>
        <p:sp>
          <p:nvSpPr>
            <p:cNvPr id="22" name="î$lïḓè"/>
            <p:cNvSpPr/>
            <p:nvPr/>
          </p:nvSpPr>
          <p:spPr bwMode="auto">
            <a:xfrm>
              <a:off x="1859686" y="3417553"/>
              <a:ext cx="491560" cy="472892"/>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rgbClr val="FFFFFF"/>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a:pPr>
              <a:endParaRPr>
                <a:solidFill>
                  <a:srgbClr val="000000"/>
                </a:solidFill>
                <a:latin typeface="Arial" panose="020B0604020202020204"/>
                <a:ea typeface="微软雅黑" panose="020B0503020204020204" pitchFamily="34" charset="-122"/>
              </a:endParaRPr>
            </a:p>
          </p:txBody>
        </p:sp>
        <p:sp>
          <p:nvSpPr>
            <p:cNvPr id="23" name="íṧḻíḍe"/>
            <p:cNvSpPr txBox="1"/>
            <p:nvPr/>
          </p:nvSpPr>
          <p:spPr>
            <a:xfrm>
              <a:off x="3969900" y="2917055"/>
              <a:ext cx="1637331" cy="1473889"/>
            </a:xfrm>
            <a:prstGeom prst="roundRect">
              <a:avLst/>
            </a:prstGeom>
            <a:solidFill>
              <a:srgbClr val="FFC000"/>
            </a:solidFill>
            <a:ln>
              <a:noFill/>
            </a:ln>
          </p:spPr>
          <p:txBody>
            <a:bodyPr wrap="square" lIns="91440" tIns="45720" rIns="91440" bIns="45720" anchor="ctr">
              <a:normAutofit/>
            </a:bodyPr>
            <a:lstStyle/>
            <a:p>
              <a:pPr algn="ctr">
                <a:defRPr/>
              </a:pPr>
              <a:endParaRPr kern="0">
                <a:solidFill>
                  <a:srgbClr val="000000"/>
                </a:solidFill>
                <a:latin typeface="Arial" panose="020B0604020202020204"/>
                <a:ea typeface="微软雅黑" panose="020B0503020204020204" pitchFamily="34" charset="-122"/>
              </a:endParaRPr>
            </a:p>
          </p:txBody>
        </p:sp>
        <p:sp>
          <p:nvSpPr>
            <p:cNvPr id="24" name="íṧliḍé"/>
            <p:cNvSpPr/>
            <p:nvPr/>
          </p:nvSpPr>
          <p:spPr bwMode="auto">
            <a:xfrm>
              <a:off x="4456604" y="2585971"/>
              <a:ext cx="663923" cy="662167"/>
            </a:xfrm>
            <a:prstGeom prst="ellipse">
              <a:avLst/>
            </a:prstGeom>
            <a:solidFill>
              <a:srgbClr val="FFFFFF"/>
            </a:solidFill>
            <a:ln w="28575">
              <a:solidFill>
                <a:srgbClr val="FFC000"/>
              </a:solidFill>
            </a:ln>
          </p:spPr>
          <p:txBody>
            <a:bodyPr vert="horz" wrap="square" lIns="91440" tIns="45720" rIns="91440" bIns="45720" anchor="ctr" anchorCtr="1" compatLnSpc="1">
              <a:normAutofit/>
            </a:bodyPr>
            <a:lstStyle/>
            <a:p>
              <a:pPr algn="ctr">
                <a:defRPr/>
              </a:pPr>
              <a:r>
                <a:rPr lang="en-US" sz="2400" b="1" kern="0">
                  <a:solidFill>
                    <a:srgbClr val="FFC000"/>
                  </a:solidFill>
                  <a:latin typeface="Arial" panose="020B0604020202020204"/>
                  <a:ea typeface="微软雅黑" panose="020B0503020204020204" pitchFamily="34" charset="-122"/>
                </a:rPr>
                <a:t>2</a:t>
              </a:r>
            </a:p>
          </p:txBody>
        </p:sp>
        <p:grpSp>
          <p:nvGrpSpPr>
            <p:cNvPr id="25" name="ï$ļiďè"/>
            <p:cNvGrpSpPr/>
            <p:nvPr/>
          </p:nvGrpSpPr>
          <p:grpSpPr>
            <a:xfrm>
              <a:off x="3689047" y="4549453"/>
              <a:ext cx="2108063" cy="944997"/>
              <a:chOff x="3787157" y="3992212"/>
              <a:chExt cx="2108063" cy="944997"/>
            </a:xfrm>
          </p:grpSpPr>
          <p:sp>
            <p:nvSpPr>
              <p:cNvPr id="44" name="îṡľîḓê"/>
              <p:cNvSpPr/>
              <p:nvPr/>
            </p:nvSpPr>
            <p:spPr bwMode="auto">
              <a:xfrm>
                <a:off x="3787157" y="4379810"/>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defRPr/>
                </a:pPr>
                <a:r>
                  <a:rPr lang="en-US" altLang="zh-CN" sz="1100" dirty="0">
                    <a:solidFill>
                      <a:srgbClr val="000000"/>
                    </a:solidFill>
                    <a:latin typeface="Arial" panose="020B0604020202020204"/>
                    <a:ea typeface="微软雅黑" panose="020B0503020204020204" pitchFamily="34" charset="-122"/>
                  </a:rPr>
                  <a:t>Copy paste fonts. Choose the only option to retain text.</a:t>
                </a:r>
              </a:p>
            </p:txBody>
          </p:sp>
          <p:sp>
            <p:nvSpPr>
              <p:cNvPr id="45" name="íS1îde"/>
              <p:cNvSpPr txBox="1"/>
              <p:nvPr/>
            </p:nvSpPr>
            <p:spPr bwMode="auto">
              <a:xfrm>
                <a:off x="3787157" y="3992212"/>
                <a:ext cx="21080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defRPr/>
                </a:pPr>
                <a:r>
                  <a:rPr lang="en-US" altLang="zh-CN" sz="2000" b="1" dirty="0">
                    <a:solidFill>
                      <a:srgbClr val="000000"/>
                    </a:solidFill>
                    <a:latin typeface="Arial" panose="020B0604020202020204"/>
                    <a:ea typeface="微软雅黑" panose="020B0503020204020204" pitchFamily="34" charset="-122"/>
                  </a:rPr>
                  <a:t>Text here</a:t>
                </a:r>
              </a:p>
            </p:txBody>
          </p:sp>
        </p:grpSp>
        <p:sp>
          <p:nvSpPr>
            <p:cNvPr id="26" name="îşḷíďê"/>
            <p:cNvSpPr/>
            <p:nvPr/>
          </p:nvSpPr>
          <p:spPr bwMode="auto">
            <a:xfrm>
              <a:off x="4542785" y="3417554"/>
              <a:ext cx="491560" cy="472891"/>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a:pPr>
              <a:endParaRPr>
                <a:solidFill>
                  <a:srgbClr val="000000"/>
                </a:solidFill>
                <a:latin typeface="Arial" panose="020B0604020202020204"/>
                <a:ea typeface="微软雅黑" panose="020B0503020204020204" pitchFamily="34" charset="-122"/>
              </a:endParaRPr>
            </a:p>
          </p:txBody>
        </p:sp>
        <p:sp>
          <p:nvSpPr>
            <p:cNvPr id="27" name="îṥļîďè"/>
            <p:cNvSpPr txBox="1"/>
            <p:nvPr/>
          </p:nvSpPr>
          <p:spPr>
            <a:xfrm>
              <a:off x="6652999" y="2917055"/>
              <a:ext cx="1637331" cy="1473889"/>
            </a:xfrm>
            <a:prstGeom prst="roundRect">
              <a:avLst/>
            </a:prstGeom>
            <a:solidFill>
              <a:srgbClr val="023FA1"/>
            </a:solidFill>
            <a:ln>
              <a:noFill/>
            </a:ln>
          </p:spPr>
          <p:txBody>
            <a:bodyPr wrap="square" lIns="91440" tIns="45720" rIns="91440" bIns="45720" anchor="ctr">
              <a:normAutofit/>
            </a:bodyPr>
            <a:lstStyle>
              <a:defPPr>
                <a:defRPr lang="zh-CN"/>
              </a:defPPr>
              <a:lvl1pPr algn="ctr"/>
            </a:lstStyle>
            <a:p>
              <a:pPr>
                <a:defRPr/>
              </a:pPr>
              <a:endParaRPr kern="0">
                <a:solidFill>
                  <a:srgbClr val="000000"/>
                </a:solidFill>
                <a:latin typeface="Arial" panose="020B0604020202020204"/>
                <a:ea typeface="微软雅黑" panose="020B0503020204020204" pitchFamily="34" charset="-122"/>
              </a:endParaRPr>
            </a:p>
          </p:txBody>
        </p:sp>
        <p:sp>
          <p:nvSpPr>
            <p:cNvPr id="28" name="îsḻîḋê"/>
            <p:cNvSpPr/>
            <p:nvPr/>
          </p:nvSpPr>
          <p:spPr bwMode="auto">
            <a:xfrm>
              <a:off x="7139703" y="2585971"/>
              <a:ext cx="663923" cy="662167"/>
            </a:xfrm>
            <a:prstGeom prst="ellipse">
              <a:avLst/>
            </a:prstGeom>
            <a:solidFill>
              <a:srgbClr val="FFFFFF"/>
            </a:solidFill>
            <a:ln w="28575">
              <a:solidFill>
                <a:srgbClr val="023FA1"/>
              </a:solidFill>
            </a:ln>
          </p:spPr>
          <p:txBody>
            <a:bodyPr vert="horz" wrap="square" lIns="91440" tIns="45720" rIns="91440" bIns="45720" anchor="ctr" anchorCtr="1" compatLnSpc="1">
              <a:normAutofit/>
            </a:bodyPr>
            <a:lstStyle/>
            <a:p>
              <a:pPr algn="ctr">
                <a:defRPr/>
              </a:pPr>
              <a:r>
                <a:rPr lang="en-US" sz="2400" b="1" kern="0">
                  <a:solidFill>
                    <a:srgbClr val="023FA1"/>
                  </a:solidFill>
                  <a:latin typeface="Arial" panose="020B0604020202020204"/>
                  <a:ea typeface="微软雅黑" panose="020B0503020204020204" pitchFamily="34" charset="-122"/>
                </a:rPr>
                <a:t>3</a:t>
              </a:r>
            </a:p>
          </p:txBody>
        </p:sp>
        <p:grpSp>
          <p:nvGrpSpPr>
            <p:cNvPr id="29" name="îsļïḋê"/>
            <p:cNvGrpSpPr/>
            <p:nvPr/>
          </p:nvGrpSpPr>
          <p:grpSpPr>
            <a:xfrm>
              <a:off x="6394890" y="4549453"/>
              <a:ext cx="2108063" cy="944997"/>
              <a:chOff x="6118653" y="3978875"/>
              <a:chExt cx="2108063" cy="944997"/>
            </a:xfrm>
          </p:grpSpPr>
          <p:sp>
            <p:nvSpPr>
              <p:cNvPr id="42" name="ïślíďè"/>
              <p:cNvSpPr/>
              <p:nvPr/>
            </p:nvSpPr>
            <p:spPr bwMode="auto">
              <a:xfrm>
                <a:off x="6118653" y="4366473"/>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defRPr/>
                </a:pPr>
                <a:r>
                  <a:rPr lang="en-US" altLang="zh-CN" sz="1100" dirty="0">
                    <a:solidFill>
                      <a:srgbClr val="000000"/>
                    </a:solidFill>
                    <a:latin typeface="Arial" panose="020B0604020202020204"/>
                    <a:ea typeface="微软雅黑" panose="020B0503020204020204" pitchFamily="34" charset="-122"/>
                  </a:rPr>
                  <a:t>Copy paste fonts. Choose the only option to retain text.</a:t>
                </a:r>
              </a:p>
            </p:txBody>
          </p:sp>
          <p:sp>
            <p:nvSpPr>
              <p:cNvPr id="43" name="ïsľíḍé"/>
              <p:cNvSpPr txBox="1"/>
              <p:nvPr/>
            </p:nvSpPr>
            <p:spPr bwMode="auto">
              <a:xfrm>
                <a:off x="6118653" y="3978875"/>
                <a:ext cx="21080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defRPr/>
                </a:pPr>
                <a:r>
                  <a:rPr lang="en-US" altLang="zh-CN" sz="2000" b="1" dirty="0">
                    <a:solidFill>
                      <a:srgbClr val="000000"/>
                    </a:solidFill>
                    <a:latin typeface="Arial" panose="020B0604020202020204"/>
                    <a:ea typeface="微软雅黑" panose="020B0503020204020204" pitchFamily="34" charset="-122"/>
                  </a:rPr>
                  <a:t>Text here</a:t>
                </a:r>
              </a:p>
            </p:txBody>
          </p:sp>
        </p:grpSp>
        <p:sp>
          <p:nvSpPr>
            <p:cNvPr id="30" name="íṥḷîḓè"/>
            <p:cNvSpPr/>
            <p:nvPr/>
          </p:nvSpPr>
          <p:spPr bwMode="auto">
            <a:xfrm>
              <a:off x="7225884" y="3417554"/>
              <a:ext cx="491560" cy="472891"/>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a:pPr>
              <a:endParaRPr>
                <a:solidFill>
                  <a:srgbClr val="000000"/>
                </a:solidFill>
                <a:latin typeface="Arial" panose="020B0604020202020204"/>
                <a:ea typeface="微软雅黑" panose="020B0503020204020204" pitchFamily="34" charset="-122"/>
              </a:endParaRPr>
            </a:p>
          </p:txBody>
        </p:sp>
        <p:sp>
          <p:nvSpPr>
            <p:cNvPr id="31" name="íşḷîḍê"/>
            <p:cNvSpPr txBox="1"/>
            <p:nvPr/>
          </p:nvSpPr>
          <p:spPr>
            <a:xfrm>
              <a:off x="9336099" y="2917055"/>
              <a:ext cx="1637331" cy="1473889"/>
            </a:xfrm>
            <a:prstGeom prst="roundRect">
              <a:avLst/>
            </a:prstGeom>
            <a:solidFill>
              <a:srgbClr val="FFC000"/>
            </a:solidFill>
            <a:ln>
              <a:noFill/>
            </a:ln>
          </p:spPr>
          <p:txBody>
            <a:bodyPr wrap="square" lIns="91440" tIns="45720" rIns="91440" bIns="45720" anchor="ctr">
              <a:normAutofit/>
            </a:bodyPr>
            <a:lstStyle>
              <a:defPPr>
                <a:defRPr lang="zh-CN"/>
              </a:defPPr>
              <a:lvl1pPr algn="ctr"/>
            </a:lstStyle>
            <a:p>
              <a:pPr>
                <a:defRPr/>
              </a:pPr>
              <a:endParaRPr kern="0" dirty="0">
                <a:solidFill>
                  <a:srgbClr val="000000"/>
                </a:solidFill>
                <a:latin typeface="Arial" panose="020B0604020202020204"/>
                <a:ea typeface="微软雅黑" panose="020B0503020204020204" pitchFamily="34" charset="-122"/>
              </a:endParaRPr>
            </a:p>
          </p:txBody>
        </p:sp>
        <p:sp>
          <p:nvSpPr>
            <p:cNvPr id="32" name="iSļidé"/>
            <p:cNvSpPr/>
            <p:nvPr/>
          </p:nvSpPr>
          <p:spPr bwMode="auto">
            <a:xfrm>
              <a:off x="9822803" y="2585971"/>
              <a:ext cx="663923" cy="662167"/>
            </a:xfrm>
            <a:prstGeom prst="ellipse">
              <a:avLst/>
            </a:prstGeom>
            <a:solidFill>
              <a:srgbClr val="FFFFFF"/>
            </a:solidFill>
            <a:ln w="28575">
              <a:solidFill>
                <a:srgbClr val="FFC000"/>
              </a:solidFill>
            </a:ln>
          </p:spPr>
          <p:txBody>
            <a:bodyPr vert="horz" wrap="square" lIns="91440" tIns="45720" rIns="91440" bIns="45720" anchor="ctr" anchorCtr="1" compatLnSpc="1">
              <a:normAutofit/>
            </a:bodyPr>
            <a:lstStyle/>
            <a:p>
              <a:pPr algn="ctr">
                <a:defRPr/>
              </a:pPr>
              <a:r>
                <a:rPr lang="en-US" sz="2400" b="1" kern="0">
                  <a:solidFill>
                    <a:srgbClr val="FFC000"/>
                  </a:solidFill>
                  <a:latin typeface="Arial" panose="020B0604020202020204"/>
                  <a:ea typeface="微软雅黑" panose="020B0503020204020204" pitchFamily="34" charset="-122"/>
                </a:rPr>
                <a:t>4</a:t>
              </a:r>
            </a:p>
          </p:txBody>
        </p:sp>
        <p:grpSp>
          <p:nvGrpSpPr>
            <p:cNvPr id="33" name="î$ḷiḑe"/>
            <p:cNvGrpSpPr/>
            <p:nvPr/>
          </p:nvGrpSpPr>
          <p:grpSpPr>
            <a:xfrm>
              <a:off x="9100733" y="4549453"/>
              <a:ext cx="2108063" cy="944997"/>
              <a:chOff x="8611567" y="3948447"/>
              <a:chExt cx="2108063" cy="944997"/>
            </a:xfrm>
          </p:grpSpPr>
          <p:sp>
            <p:nvSpPr>
              <p:cNvPr id="40" name="ïšḷiďé"/>
              <p:cNvSpPr/>
              <p:nvPr/>
            </p:nvSpPr>
            <p:spPr bwMode="auto">
              <a:xfrm>
                <a:off x="8611567" y="4336045"/>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30000"/>
                  </a:lnSpc>
                  <a:defRPr/>
                </a:pPr>
                <a:r>
                  <a:rPr lang="en-US" altLang="zh-CN" sz="1100" dirty="0">
                    <a:solidFill>
                      <a:srgbClr val="000000"/>
                    </a:solidFill>
                    <a:latin typeface="Arial" panose="020B0604020202020204"/>
                    <a:ea typeface="微软雅黑" panose="020B0503020204020204" pitchFamily="34" charset="-122"/>
                  </a:rPr>
                  <a:t>Copy paste fonts. Choose the only option to retain text.</a:t>
                </a:r>
              </a:p>
            </p:txBody>
          </p:sp>
          <p:sp>
            <p:nvSpPr>
              <p:cNvPr id="41" name="ïṡḻíḍê"/>
              <p:cNvSpPr txBox="1"/>
              <p:nvPr/>
            </p:nvSpPr>
            <p:spPr bwMode="auto">
              <a:xfrm>
                <a:off x="8611567" y="3948447"/>
                <a:ext cx="2108063"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defRPr/>
                </a:pPr>
                <a:r>
                  <a:rPr lang="en-US" altLang="zh-CN" sz="2000" b="1" dirty="0">
                    <a:solidFill>
                      <a:srgbClr val="000000"/>
                    </a:solidFill>
                    <a:latin typeface="Arial" panose="020B0604020202020204"/>
                    <a:ea typeface="微软雅黑" panose="020B0503020204020204" pitchFamily="34" charset="-122"/>
                  </a:rPr>
                  <a:t>Text here</a:t>
                </a:r>
              </a:p>
            </p:txBody>
          </p:sp>
        </p:grpSp>
        <p:sp>
          <p:nvSpPr>
            <p:cNvPr id="34" name="íṡlïḋè"/>
            <p:cNvSpPr/>
            <p:nvPr/>
          </p:nvSpPr>
          <p:spPr bwMode="auto">
            <a:xfrm>
              <a:off x="9908984" y="3417553"/>
              <a:ext cx="491560" cy="472892"/>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rgbClr val="FFFFFF"/>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a:pPr>
              <a:endParaRPr dirty="0">
                <a:solidFill>
                  <a:srgbClr val="000000"/>
                </a:solidFill>
                <a:latin typeface="Arial" panose="020B0604020202020204"/>
                <a:ea typeface="微软雅黑" panose="020B0503020204020204" pitchFamily="34" charset="-122"/>
              </a:endParaRPr>
            </a:p>
          </p:txBody>
        </p:sp>
        <p:cxnSp>
          <p:nvCxnSpPr>
            <p:cNvPr id="35" name="直接连接符 34"/>
            <p:cNvCxnSpPr/>
            <p:nvPr/>
          </p:nvCxnSpPr>
          <p:spPr>
            <a:xfrm>
              <a:off x="3396000" y="4323699"/>
              <a:ext cx="0" cy="1672037"/>
            </a:xfrm>
            <a:prstGeom prst="line">
              <a:avLst/>
            </a:prstGeom>
            <a:noFill/>
            <a:ln w="3175" cap="rnd" cmpd="sng" algn="ctr">
              <a:solidFill>
                <a:srgbClr val="FFFFFF">
                  <a:lumMod val="85000"/>
                </a:srgbClr>
              </a:solidFill>
              <a:prstDash val="solid"/>
              <a:round/>
              <a:headEnd type="none"/>
              <a:tailEnd type="none" w="med" len="med"/>
            </a:ln>
            <a:effectLst/>
          </p:spPr>
        </p:cxnSp>
        <p:cxnSp>
          <p:nvCxnSpPr>
            <p:cNvPr id="36" name="直接连接符 35"/>
            <p:cNvCxnSpPr/>
            <p:nvPr/>
          </p:nvCxnSpPr>
          <p:spPr>
            <a:xfrm>
              <a:off x="6094282" y="4323699"/>
              <a:ext cx="0" cy="1672037"/>
            </a:xfrm>
            <a:prstGeom prst="line">
              <a:avLst/>
            </a:prstGeom>
            <a:noFill/>
            <a:ln w="3175" cap="rnd" cmpd="sng" algn="ctr">
              <a:solidFill>
                <a:srgbClr val="FFFFFF">
                  <a:lumMod val="85000"/>
                </a:srgbClr>
              </a:solidFill>
              <a:prstDash val="solid"/>
              <a:round/>
              <a:headEnd type="none"/>
              <a:tailEnd type="none" w="med" len="med"/>
            </a:ln>
            <a:effectLst/>
          </p:spPr>
        </p:cxnSp>
        <p:cxnSp>
          <p:nvCxnSpPr>
            <p:cNvPr id="37" name="直接连接符 36"/>
            <p:cNvCxnSpPr/>
            <p:nvPr/>
          </p:nvCxnSpPr>
          <p:spPr>
            <a:xfrm>
              <a:off x="8792564" y="4323699"/>
              <a:ext cx="0" cy="1672037"/>
            </a:xfrm>
            <a:prstGeom prst="line">
              <a:avLst/>
            </a:prstGeom>
            <a:noFill/>
            <a:ln w="3175" cap="rnd" cmpd="sng" algn="ctr">
              <a:solidFill>
                <a:srgbClr val="FFFFFF">
                  <a:lumMod val="85000"/>
                </a:srgbClr>
              </a:solidFill>
              <a:prstDash val="solid"/>
              <a:round/>
              <a:headEnd type="none"/>
              <a:tailEnd type="none" w="med" len="med"/>
            </a:ln>
            <a:effectLst/>
          </p:spPr>
        </p:cxnSp>
        <p:sp>
          <p:nvSpPr>
            <p:cNvPr id="38" name="íṧľídè"/>
            <p:cNvSpPr txBox="1"/>
            <p:nvPr/>
          </p:nvSpPr>
          <p:spPr>
            <a:xfrm>
              <a:off x="673099" y="1130300"/>
              <a:ext cx="10845800" cy="581926"/>
            </a:xfrm>
            <a:prstGeom prst="rect">
              <a:avLst/>
            </a:prstGeom>
            <a:noFill/>
            <a:ln>
              <a:noFill/>
            </a:ln>
          </p:spPr>
          <p:txBody>
            <a:bodyPr wrap="square" lIns="91440" tIns="45720" rIns="91440" bIns="45720" anchor="ctr" anchorCtr="0">
              <a:normAutofit/>
            </a:bodyPr>
            <a:lstStyle/>
            <a:p>
              <a:pPr algn="ctr" defTabSz="913765">
                <a:buSzPct val="25000"/>
                <a:defRPr/>
              </a:pPr>
              <a:r>
                <a:rPr lang="zh-CN" altLang="en-US" sz="2000" kern="0" dirty="0">
                  <a:solidFill>
                    <a:srgbClr val="000000"/>
                  </a:solidFill>
                  <a:latin typeface="Arial" panose="020B0604020202020204"/>
                  <a:ea typeface="微软雅黑" panose="020B0503020204020204" pitchFamily="34" charset="-122"/>
                </a:rPr>
                <a:t>请在此输入内容请在此输入内容请在此输入内容请在此输入内容。</a:t>
              </a:r>
              <a:endParaRPr lang="en-US" sz="2000" kern="0" dirty="0">
                <a:solidFill>
                  <a:srgbClr val="000000"/>
                </a:solidFill>
                <a:latin typeface="Arial" panose="020B0604020202020204"/>
                <a:ea typeface="微软雅黑" panose="020B0503020204020204" pitchFamily="34" charset="-122"/>
              </a:endParaRPr>
            </a:p>
          </p:txBody>
        </p:sp>
        <p:sp>
          <p:nvSpPr>
            <p:cNvPr id="39" name="iśḻíḋê"/>
            <p:cNvSpPr txBox="1"/>
            <p:nvPr/>
          </p:nvSpPr>
          <p:spPr>
            <a:xfrm>
              <a:off x="673101" y="1712226"/>
              <a:ext cx="10845796" cy="594483"/>
            </a:xfrm>
            <a:prstGeom prst="rect">
              <a:avLst/>
            </a:prstGeom>
            <a:noFill/>
            <a:ln>
              <a:noFill/>
            </a:ln>
          </p:spPr>
          <p:txBody>
            <a:bodyPr wrap="square" lIns="91440" tIns="45720" rIns="91440" bIns="45720" anchor="t" anchorCtr="0">
              <a:normAutofit/>
            </a:bodyPr>
            <a:lstStyle/>
            <a:p>
              <a:pPr algn="ctr" defTabSz="913765">
                <a:lnSpc>
                  <a:spcPct val="150000"/>
                </a:lnSpc>
                <a:buSzPct val="25000"/>
                <a:defRPr/>
              </a:pPr>
              <a:r>
                <a:rPr lang="zh-CN" altLang="en-US" sz="1100" kern="0" dirty="0">
                  <a:solidFill>
                    <a:srgbClr val="000000"/>
                  </a:solidFill>
                  <a:latin typeface="Arial" panose="020B0604020202020204"/>
                  <a:ea typeface="微软雅黑" panose="020B0503020204020204" pitchFamily="34" charset="-122"/>
                </a:rPr>
                <a:t>请在此输入内容请在此输入内容请在此输入内容请在此输入内容请在此输入内容请在此输入内容。</a:t>
              </a:r>
              <a:endParaRPr lang="en-US" altLang="zh-CN" sz="1100" kern="0" dirty="0">
                <a:solidFill>
                  <a:srgbClr val="000000"/>
                </a:solidFill>
                <a:latin typeface="Arial" panose="020B0604020202020204"/>
                <a:ea typeface="微软雅黑" panose="020B0503020204020204" pitchFamily="34" charset="-122"/>
              </a:endParaRPr>
            </a:p>
            <a:p>
              <a:pPr algn="ctr" defTabSz="913765">
                <a:lnSpc>
                  <a:spcPct val="150000"/>
                </a:lnSpc>
                <a:buSzPct val="25000"/>
                <a:defRPr/>
              </a:pPr>
              <a:r>
                <a:rPr lang="zh-CN" altLang="en-US" sz="1100" kern="0" dirty="0">
                  <a:solidFill>
                    <a:srgbClr val="000000"/>
                  </a:solidFill>
                  <a:latin typeface="Arial" panose="020B0604020202020204"/>
                  <a:ea typeface="微软雅黑" panose="020B0503020204020204" pitchFamily="34" charset="-122"/>
                </a:rPr>
                <a:t>请在此输入内容请在此输入内容请在此输入内容请在此输入内容请在此输入内容请在此输入内容。</a:t>
              </a:r>
            </a:p>
            <a:p>
              <a:pPr algn="ctr" defTabSz="913765">
                <a:lnSpc>
                  <a:spcPct val="150000"/>
                </a:lnSpc>
                <a:buSzPct val="25000"/>
                <a:defRPr/>
              </a:pPr>
              <a:endParaRPr lang="zh-CN" altLang="en-US" sz="1100" kern="0" dirty="0">
                <a:solidFill>
                  <a:srgbClr val="000000"/>
                </a:solidFill>
                <a:latin typeface="Arial" panose="020B0604020202020204"/>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0" y="0"/>
            <a:ext cx="12192000" cy="6912403"/>
          </a:xfrm>
          <a:prstGeom prst="rect">
            <a:avLst/>
          </a:prstGeom>
          <a:gradFill flip="none" rotWithShape="1">
            <a:gsLst>
              <a:gs pos="100000">
                <a:srgbClr val="0B47B3">
                  <a:alpha val="88000"/>
                </a:srgbClr>
              </a:gs>
              <a:gs pos="0">
                <a:srgbClr val="0B47B3">
                  <a:alpha val="95000"/>
                </a:srgbClr>
              </a:gs>
              <a:gs pos="69000">
                <a:srgbClr val="0B47B3"/>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sp>
        <p:nvSpPr>
          <p:cNvPr id="5" name="文本框 4"/>
          <p:cNvSpPr txBox="1"/>
          <p:nvPr/>
        </p:nvSpPr>
        <p:spPr>
          <a:xfrm>
            <a:off x="995219" y="1224329"/>
            <a:ext cx="5328592" cy="4508927"/>
          </a:xfrm>
          <a:prstGeom prst="rect">
            <a:avLst/>
          </a:prstGeom>
          <a:noFill/>
        </p:spPr>
        <p:txBody>
          <a:bodyPr wrap="square" rtlCol="0">
            <a:spAutoFit/>
          </a:bodyPr>
          <a:lstStyle/>
          <a:p>
            <a:r>
              <a:rPr lang="en-US" altLang="zh-CN" sz="28700" dirty="0">
                <a:solidFill>
                  <a:prstClr val="white"/>
                </a:solidFill>
                <a:latin typeface="Arial Black" panose="020B0A04020102020204" pitchFamily="34" charset="0"/>
              </a:rPr>
              <a:t>02</a:t>
            </a:r>
            <a:endParaRPr lang="zh-CN" altLang="en-US" sz="28700" dirty="0">
              <a:solidFill>
                <a:prstClr val="white"/>
              </a:solidFill>
              <a:latin typeface="Arial Black" panose="020B0A04020102020204" pitchFamily="34" charset="0"/>
            </a:endParaRPr>
          </a:p>
        </p:txBody>
      </p:sp>
      <p:sp>
        <p:nvSpPr>
          <p:cNvPr id="6" name="标题 4"/>
          <p:cNvSpPr txBox="1"/>
          <p:nvPr/>
        </p:nvSpPr>
        <p:spPr>
          <a:xfrm>
            <a:off x="6079784" y="2062596"/>
            <a:ext cx="5328592"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5400" b="1" dirty="0">
                <a:solidFill>
                  <a:prstClr val="white"/>
                </a:solidFill>
                <a:latin typeface="微软雅黑" panose="020B0503020204020204" pitchFamily="34" charset="-122"/>
                <a:ea typeface="微软雅黑" panose="020B0503020204020204" pitchFamily="34" charset="-122"/>
              </a:rPr>
              <a:t>请输入你的标题</a:t>
            </a:r>
          </a:p>
        </p:txBody>
      </p:sp>
      <p:cxnSp>
        <p:nvCxnSpPr>
          <p:cNvPr id="7" name="直接连接符 6"/>
          <p:cNvCxnSpPr/>
          <p:nvPr/>
        </p:nvCxnSpPr>
        <p:spPr>
          <a:xfrm>
            <a:off x="6255757" y="3143336"/>
            <a:ext cx="3594498" cy="0"/>
          </a:xfrm>
          <a:prstGeom prst="line">
            <a:avLst/>
          </a:prstGeom>
          <a:noFill/>
          <a:ln w="28575" cap="flat" cmpd="sng" algn="ctr">
            <a:solidFill>
              <a:sysClr val="window" lastClr="FFFFFF"/>
            </a:solidFill>
            <a:prstDash val="solid"/>
            <a:headEnd type="oval" w="med" len="med"/>
            <a:tailEnd type="oval" w="med" len="med"/>
          </a:ln>
          <a:effectLst/>
        </p:spPr>
      </p:cxnSp>
      <p:sp>
        <p:nvSpPr>
          <p:cNvPr id="8" name="标题 4"/>
          <p:cNvSpPr txBox="1"/>
          <p:nvPr/>
        </p:nvSpPr>
        <p:spPr>
          <a:xfrm>
            <a:off x="6225638" y="3862063"/>
            <a:ext cx="4754488"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25000"/>
              </a:lnSpc>
            </a:pPr>
            <a:r>
              <a:rPr lang="zh-CN" altLang="en-US" sz="2000" dirty="0">
                <a:solidFill>
                  <a:prstClr val="white"/>
                </a:solidFill>
                <a:latin typeface="微软雅黑" panose="020B0503020204020204" pitchFamily="34" charset="-122"/>
                <a:ea typeface="微软雅黑" panose="020B0503020204020204" pitchFamily="34" charset="-122"/>
              </a:rPr>
              <a:t>请输入你的副标题或标题说明以简洁为主说明本章的内容关键要点请输入你的副标题或标题说明以简洁为主说明本章的内容关键要点</a:t>
            </a:r>
          </a:p>
          <a:p>
            <a:pPr algn="l">
              <a:lnSpc>
                <a:spcPct val="125000"/>
              </a:lnSpc>
            </a:pP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8968955" y="220196"/>
            <a:ext cx="2851680" cy="726950"/>
            <a:chOff x="751446" y="486412"/>
            <a:chExt cx="4918925" cy="1253932"/>
          </a:xfrm>
        </p:grpSpPr>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1446" y="486412"/>
              <a:ext cx="1253932" cy="1253932"/>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1960351" y="558072"/>
              <a:ext cx="3710020" cy="607919"/>
            </a:xfrm>
            <a:prstGeom prst="rect">
              <a:avLst/>
            </a:prstGeom>
          </p:spPr>
        </p:pic>
        <p:sp>
          <p:nvSpPr>
            <p:cNvPr id="12" name="矩形 11"/>
            <p:cNvSpPr/>
            <p:nvPr/>
          </p:nvSpPr>
          <p:spPr>
            <a:xfrm>
              <a:off x="2063872" y="1156394"/>
              <a:ext cx="3606499" cy="530891"/>
            </a:xfrm>
            <a:prstGeom prst="rect">
              <a:avLst/>
            </a:prstGeom>
          </p:spPr>
          <p:txBody>
            <a:bodyPr wrap="square">
              <a:spAutoFit/>
            </a:bodyPr>
            <a:lstStyle/>
            <a:p>
              <a:pPr lvl="0" algn="dist"/>
              <a:r>
                <a:rPr lang="en-US" altLang="zh-CN" sz="1400" b="1" dirty="0">
                  <a:solidFill>
                    <a:prstClr val="white"/>
                  </a:solidFill>
                </a:rPr>
                <a:t>BEIHANG UNIVERSITY</a:t>
              </a:r>
              <a:endParaRPr kumimoji="0" lang="zh-CN" altLang="en-US" sz="14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3" name="组合 12"/>
          <p:cNvGrpSpPr/>
          <p:nvPr/>
        </p:nvGrpSpPr>
        <p:grpSpPr>
          <a:xfrm>
            <a:off x="227727" y="5858748"/>
            <a:ext cx="2412444" cy="929311"/>
            <a:chOff x="227727" y="5753818"/>
            <a:chExt cx="2412444" cy="929311"/>
          </a:xfrm>
        </p:grpSpPr>
        <p:pic>
          <p:nvPicPr>
            <p:cNvPr id="14" name="图片 13"/>
            <p:cNvPicPr>
              <a:picLocks noChangeAspect="1"/>
            </p:cNvPicPr>
            <p:nvPr/>
          </p:nvPicPr>
          <p:blipFill rotWithShape="1">
            <a:blip r:embed="rId5" cstate="print">
              <a:extLst>
                <a:ext uri="{28A0092B-C50C-407E-A947-70E740481C1C}">
                  <a14:useLocalDpi xmlns:a14="http://schemas.microsoft.com/office/drawing/2010/main" val="0"/>
                </a:ext>
              </a:extLst>
            </a:blip>
            <a:srcRect r="50000" b="-2912"/>
            <a:stretch>
              <a:fillRect/>
            </a:stretch>
          </p:blipFill>
          <p:spPr>
            <a:xfrm>
              <a:off x="227727" y="5753818"/>
              <a:ext cx="1475785" cy="485334"/>
            </a:xfrm>
            <a:prstGeom prst="rect">
              <a:avLst/>
            </a:prstGeom>
          </p:spPr>
        </p:pic>
        <p:pic>
          <p:nvPicPr>
            <p:cNvPr id="15" name="图片 14"/>
            <p:cNvPicPr>
              <a:picLocks noChangeAspect="1"/>
            </p:cNvPicPr>
            <p:nvPr/>
          </p:nvPicPr>
          <p:blipFill rotWithShape="1">
            <a:blip r:embed="rId5" cstate="print">
              <a:extLst>
                <a:ext uri="{28A0092B-C50C-407E-A947-70E740481C1C}">
                  <a14:useLocalDpi xmlns:a14="http://schemas.microsoft.com/office/drawing/2010/main" val="0"/>
                </a:ext>
              </a:extLst>
            </a:blip>
            <a:srcRect l="50000"/>
            <a:stretch>
              <a:fillRect/>
            </a:stretch>
          </p:blipFill>
          <p:spPr>
            <a:xfrm>
              <a:off x="1164385" y="6211529"/>
              <a:ext cx="1475786" cy="4716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7512"/>
          </a:xfrm>
          <a:prstGeom prst="rect">
            <a:avLst/>
          </a:prstGeom>
        </p:spPr>
      </p:pic>
      <p:sp>
        <p:nvSpPr>
          <p:cNvPr id="6" name="矩形 5"/>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7" name="组合 6"/>
          <p:cNvGrpSpPr/>
          <p:nvPr/>
        </p:nvGrpSpPr>
        <p:grpSpPr>
          <a:xfrm>
            <a:off x="0" y="260648"/>
            <a:ext cx="4367671" cy="1043832"/>
            <a:chOff x="0" y="260648"/>
            <a:chExt cx="4367671" cy="1043832"/>
          </a:xfrm>
        </p:grpSpPr>
        <p:sp>
          <p:nvSpPr>
            <p:cNvPr id="8" name="矩形 7"/>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9" name="组合 8"/>
            <p:cNvGrpSpPr/>
            <p:nvPr/>
          </p:nvGrpSpPr>
          <p:grpSpPr>
            <a:xfrm>
              <a:off x="695400" y="260648"/>
              <a:ext cx="3672271" cy="1043832"/>
              <a:chOff x="623392" y="310880"/>
              <a:chExt cx="3672271" cy="1043832"/>
            </a:xfrm>
          </p:grpSpPr>
          <p:sp>
            <p:nvSpPr>
              <p:cNvPr id="10" name="文本框 9"/>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11" name="直接连接符 10"/>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2" name="文本框 11"/>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3" name="文本框 12"/>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4" name="图片 13"/>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5" name="组合 14"/>
          <p:cNvGrpSpPr/>
          <p:nvPr/>
        </p:nvGrpSpPr>
        <p:grpSpPr>
          <a:xfrm>
            <a:off x="8925185" y="381902"/>
            <a:ext cx="2879308" cy="743473"/>
            <a:chOff x="825667" y="458497"/>
            <a:chExt cx="4856203" cy="1253932"/>
          </a:xfrm>
        </p:grpSpPr>
        <p:pic>
          <p:nvPicPr>
            <p:cNvPr id="16" name="图片 15"/>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7" name="图片 16"/>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8" name="矩形 17"/>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pic>
        <p:nvPicPr>
          <p:cNvPr id="19" name="图片 18">
            <a:hlinkClick r:id="rId7"/>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190280" y="1373064"/>
            <a:ext cx="3889534" cy="2764556"/>
          </a:xfrm>
          <a:prstGeom prst="rect">
            <a:avLst/>
          </a:prstGeom>
        </p:spPr>
      </p:pic>
      <p:sp>
        <p:nvSpPr>
          <p:cNvPr id="20" name="Oval 9"/>
          <p:cNvSpPr>
            <a:spLocks noChangeArrowheads="1"/>
          </p:cNvSpPr>
          <p:nvPr/>
        </p:nvSpPr>
        <p:spPr bwMode="auto">
          <a:xfrm>
            <a:off x="8220726" y="4445173"/>
            <a:ext cx="466892" cy="468739"/>
          </a:xfrm>
          <a:prstGeom prst="ellipse">
            <a:avLst/>
          </a:prstGeom>
          <a:solidFill>
            <a:srgbClr val="0B47B3"/>
          </a:solidFill>
          <a:ln>
            <a:noFill/>
          </a:ln>
        </p:spPr>
        <p:txBody>
          <a:bodyPr vert="horz" wrap="square" lIns="91440" tIns="45720" rIns="91440" bIns="45720" numCol="1" anchor="t" anchorCtr="0" compatLnSpc="1"/>
          <a:lstStyle/>
          <a:p>
            <a:pPr defTabSz="685800">
              <a:defRPr/>
            </a:pPr>
            <a:endParaRPr lang="zh-CN" altLang="en-US" sz="1335">
              <a:solidFill>
                <a:prstClr val="white"/>
              </a:solidFill>
              <a:latin typeface="Calibri Light" panose="020F0302020204030204"/>
              <a:ea typeface="微软雅黑 Light" panose="020B0502040204020203" charset="-122"/>
            </a:endParaRPr>
          </a:p>
        </p:txBody>
      </p:sp>
      <p:sp>
        <p:nvSpPr>
          <p:cNvPr id="21" name="Oval 9"/>
          <p:cNvSpPr>
            <a:spLocks noChangeArrowheads="1"/>
          </p:cNvSpPr>
          <p:nvPr/>
        </p:nvSpPr>
        <p:spPr bwMode="auto">
          <a:xfrm>
            <a:off x="8220726" y="5562987"/>
            <a:ext cx="466892" cy="468739"/>
          </a:xfrm>
          <a:prstGeom prst="ellipse">
            <a:avLst/>
          </a:prstGeom>
          <a:solidFill>
            <a:srgbClr val="0B47B3"/>
          </a:solidFill>
          <a:ln>
            <a:noFill/>
          </a:ln>
        </p:spPr>
        <p:txBody>
          <a:bodyPr vert="horz" wrap="square" lIns="91440" tIns="45720" rIns="91440" bIns="45720" numCol="1" anchor="t" anchorCtr="0" compatLnSpc="1"/>
          <a:lstStyle/>
          <a:p>
            <a:pPr defTabSz="685800">
              <a:defRPr/>
            </a:pPr>
            <a:endParaRPr lang="zh-CN" altLang="en-US" sz="1335" dirty="0">
              <a:solidFill>
                <a:prstClr val="white"/>
              </a:solidFill>
              <a:latin typeface="Calibri Light" panose="020F0302020204030204"/>
              <a:ea typeface="微软雅黑 Light" panose="020B0502040204020203" charset="-122"/>
            </a:endParaRPr>
          </a:p>
        </p:txBody>
      </p:sp>
      <p:sp>
        <p:nvSpPr>
          <p:cNvPr id="22" name="Oval 9"/>
          <p:cNvSpPr>
            <a:spLocks noChangeArrowheads="1"/>
          </p:cNvSpPr>
          <p:nvPr/>
        </p:nvSpPr>
        <p:spPr bwMode="auto">
          <a:xfrm>
            <a:off x="771119" y="4435650"/>
            <a:ext cx="466892" cy="468739"/>
          </a:xfrm>
          <a:prstGeom prst="ellipse">
            <a:avLst/>
          </a:prstGeom>
          <a:solidFill>
            <a:srgbClr val="0B47B3"/>
          </a:solidFill>
          <a:ln>
            <a:noFill/>
          </a:ln>
        </p:spPr>
        <p:txBody>
          <a:bodyPr vert="horz" wrap="square" lIns="91440" tIns="45720" rIns="91440" bIns="45720" numCol="1" anchor="t" anchorCtr="0" compatLnSpc="1"/>
          <a:lstStyle/>
          <a:p>
            <a:pPr defTabSz="685800">
              <a:defRPr/>
            </a:pPr>
            <a:endParaRPr lang="zh-CN" altLang="en-US" sz="1335" dirty="0">
              <a:solidFill>
                <a:prstClr val="white"/>
              </a:solidFill>
              <a:latin typeface="Calibri Light" panose="020F0302020204030204"/>
              <a:ea typeface="微软雅黑 Light" panose="020B0502040204020203" charset="-122"/>
            </a:endParaRPr>
          </a:p>
        </p:txBody>
      </p:sp>
      <p:sp>
        <p:nvSpPr>
          <p:cNvPr id="23" name="Oval 9"/>
          <p:cNvSpPr>
            <a:spLocks noChangeArrowheads="1"/>
          </p:cNvSpPr>
          <p:nvPr/>
        </p:nvSpPr>
        <p:spPr bwMode="auto">
          <a:xfrm>
            <a:off x="4417979" y="4445173"/>
            <a:ext cx="466892" cy="468739"/>
          </a:xfrm>
          <a:prstGeom prst="ellipse">
            <a:avLst/>
          </a:prstGeom>
          <a:solidFill>
            <a:srgbClr val="0B47B3"/>
          </a:solidFill>
          <a:ln>
            <a:noFill/>
          </a:ln>
        </p:spPr>
        <p:txBody>
          <a:bodyPr vert="horz" wrap="square" lIns="91440" tIns="45720" rIns="91440" bIns="45720" numCol="1" anchor="t" anchorCtr="0" compatLnSpc="1"/>
          <a:lstStyle/>
          <a:p>
            <a:pPr defTabSz="685800">
              <a:defRPr/>
            </a:pPr>
            <a:endParaRPr lang="zh-CN" altLang="en-US" sz="1335">
              <a:solidFill>
                <a:prstClr val="white"/>
              </a:solidFill>
              <a:latin typeface="Calibri Light" panose="020F0302020204030204"/>
              <a:ea typeface="微软雅黑 Light" panose="020B0502040204020203" charset="-122"/>
            </a:endParaRPr>
          </a:p>
        </p:txBody>
      </p:sp>
      <p:sp>
        <p:nvSpPr>
          <p:cNvPr id="24" name="Oval 9"/>
          <p:cNvSpPr>
            <a:spLocks noChangeArrowheads="1"/>
          </p:cNvSpPr>
          <p:nvPr/>
        </p:nvSpPr>
        <p:spPr bwMode="auto">
          <a:xfrm>
            <a:off x="4417979" y="5470654"/>
            <a:ext cx="466892" cy="468739"/>
          </a:xfrm>
          <a:prstGeom prst="ellipse">
            <a:avLst/>
          </a:prstGeom>
          <a:solidFill>
            <a:srgbClr val="0B47B3"/>
          </a:solidFill>
          <a:ln>
            <a:noFill/>
          </a:ln>
        </p:spPr>
        <p:txBody>
          <a:bodyPr vert="horz" wrap="square" lIns="91440" tIns="45720" rIns="91440" bIns="45720" numCol="1" anchor="t" anchorCtr="0" compatLnSpc="1"/>
          <a:lstStyle/>
          <a:p>
            <a:pPr defTabSz="685800">
              <a:defRPr/>
            </a:pPr>
            <a:endParaRPr lang="zh-CN" altLang="en-US" sz="1335">
              <a:solidFill>
                <a:prstClr val="white"/>
              </a:solidFill>
              <a:latin typeface="Calibri Light" panose="020F0302020204030204"/>
              <a:ea typeface="微软雅黑 Light" panose="020B0502040204020203" charset="-122"/>
            </a:endParaRPr>
          </a:p>
        </p:txBody>
      </p:sp>
      <p:sp>
        <p:nvSpPr>
          <p:cNvPr id="25" name="Oval 9"/>
          <p:cNvSpPr>
            <a:spLocks noChangeArrowheads="1"/>
          </p:cNvSpPr>
          <p:nvPr/>
        </p:nvSpPr>
        <p:spPr bwMode="auto">
          <a:xfrm>
            <a:off x="771119" y="5553465"/>
            <a:ext cx="466892" cy="468739"/>
          </a:xfrm>
          <a:prstGeom prst="ellipse">
            <a:avLst/>
          </a:prstGeom>
          <a:solidFill>
            <a:srgbClr val="0B47B3"/>
          </a:solidFill>
          <a:ln>
            <a:noFill/>
          </a:ln>
        </p:spPr>
        <p:txBody>
          <a:bodyPr vert="horz" wrap="square" lIns="91440" tIns="45720" rIns="91440" bIns="45720" numCol="1" anchor="t" anchorCtr="0" compatLnSpc="1"/>
          <a:lstStyle/>
          <a:p>
            <a:pPr defTabSz="685800">
              <a:defRPr/>
            </a:pPr>
            <a:endParaRPr lang="zh-CN" altLang="en-US" sz="1335">
              <a:solidFill>
                <a:prstClr val="white"/>
              </a:solidFill>
              <a:latin typeface="Calibri Light" panose="020F0302020204030204"/>
              <a:ea typeface="微软雅黑 Light" panose="020B0502040204020203" charset="-122"/>
            </a:endParaRPr>
          </a:p>
        </p:txBody>
      </p:sp>
      <p:sp>
        <p:nvSpPr>
          <p:cNvPr id="26" name="TextBox 34"/>
          <p:cNvSpPr txBox="1"/>
          <p:nvPr/>
        </p:nvSpPr>
        <p:spPr>
          <a:xfrm>
            <a:off x="1298810" y="4293096"/>
            <a:ext cx="1785895" cy="369332"/>
          </a:xfrm>
          <a:prstGeom prst="rect">
            <a:avLst/>
          </a:prstGeom>
          <a:noFill/>
        </p:spPr>
        <p:txBody>
          <a:bodyPr wrap="square" lIns="91440" tIns="45720" rIns="91440" bIns="45720" rtlCol="0">
            <a:spAutoFit/>
          </a:bodyPr>
          <a:lstStyle/>
          <a:p>
            <a:pPr defTabSz="914400"/>
            <a:r>
              <a:rPr lang="zh-CN" altLang="en-US" b="1" dirty="0">
                <a:solidFill>
                  <a:srgbClr val="2F2F2F"/>
                </a:solidFill>
                <a:latin typeface="微软雅黑" panose="020B0503020204020204" pitchFamily="34" charset="-122"/>
                <a:ea typeface="微软雅黑" panose="020B0503020204020204" pitchFamily="34" charset="-122"/>
              </a:rPr>
              <a:t>你的标题</a:t>
            </a:r>
          </a:p>
        </p:txBody>
      </p:sp>
      <p:sp>
        <p:nvSpPr>
          <p:cNvPr id="27" name="矩形 26"/>
          <p:cNvSpPr/>
          <p:nvPr/>
        </p:nvSpPr>
        <p:spPr>
          <a:xfrm>
            <a:off x="1298809" y="4619806"/>
            <a:ext cx="2795123" cy="532903"/>
          </a:xfrm>
          <a:prstGeom prst="rect">
            <a:avLst/>
          </a:prstGeom>
          <a:noFill/>
        </p:spPr>
        <p:txBody>
          <a:bodyPr wrap="square" lIns="91440" tIns="45720" rIns="91440" bIns="45720" rtlCol="0">
            <a:spAutoFit/>
          </a:bodyPr>
          <a:lstStyle/>
          <a:p>
            <a:pPr defTabSz="914400" fontAlgn="base">
              <a:lnSpc>
                <a:spcPct val="125000"/>
              </a:lnSpc>
              <a:spcBef>
                <a:spcPct val="0"/>
              </a:spcBef>
              <a:spcAft>
                <a:spcPct val="0"/>
              </a:spcAft>
              <a:defRPr/>
            </a:pP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28" name="TextBox 34"/>
          <p:cNvSpPr txBox="1"/>
          <p:nvPr/>
        </p:nvSpPr>
        <p:spPr>
          <a:xfrm>
            <a:off x="4957327" y="4293096"/>
            <a:ext cx="1785895" cy="369332"/>
          </a:xfrm>
          <a:prstGeom prst="rect">
            <a:avLst/>
          </a:prstGeom>
          <a:noFill/>
        </p:spPr>
        <p:txBody>
          <a:bodyPr wrap="square" lIns="91440" tIns="45720" rIns="91440" bIns="45720" rtlCol="0">
            <a:spAutoFit/>
          </a:bodyPr>
          <a:lstStyle/>
          <a:p>
            <a:pPr defTabSz="914400"/>
            <a:r>
              <a:rPr lang="zh-CN" altLang="en-US" b="1" dirty="0">
                <a:solidFill>
                  <a:srgbClr val="2F2F2F"/>
                </a:solidFill>
                <a:latin typeface="微软雅黑" panose="020B0503020204020204" pitchFamily="34" charset="-122"/>
                <a:ea typeface="微软雅黑" panose="020B0503020204020204" pitchFamily="34" charset="-122"/>
              </a:rPr>
              <a:t>你的标题</a:t>
            </a:r>
          </a:p>
        </p:txBody>
      </p:sp>
      <p:sp>
        <p:nvSpPr>
          <p:cNvPr id="29" name="矩形 28"/>
          <p:cNvSpPr/>
          <p:nvPr/>
        </p:nvSpPr>
        <p:spPr>
          <a:xfrm>
            <a:off x="4957328" y="4619806"/>
            <a:ext cx="2795123" cy="532903"/>
          </a:xfrm>
          <a:prstGeom prst="rect">
            <a:avLst/>
          </a:prstGeom>
          <a:noFill/>
        </p:spPr>
        <p:txBody>
          <a:bodyPr wrap="square" lIns="91440" tIns="45720" rIns="91440" bIns="45720" rtlCol="0">
            <a:spAutoFit/>
          </a:bodyPr>
          <a:lstStyle/>
          <a:p>
            <a:pPr defTabSz="914400" fontAlgn="base">
              <a:lnSpc>
                <a:spcPct val="125000"/>
              </a:lnSpc>
              <a:spcBef>
                <a:spcPct val="0"/>
              </a:spcBef>
              <a:spcAft>
                <a:spcPct val="0"/>
              </a:spcAft>
              <a:defRPr/>
            </a:pP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cs typeface="Lato Light" charset="0"/>
              <a:sym typeface="Lato Light" charset="0"/>
            </a:endParaRPr>
          </a:p>
        </p:txBody>
      </p:sp>
      <p:grpSp>
        <p:nvGrpSpPr>
          <p:cNvPr id="30" name="组合 29"/>
          <p:cNvGrpSpPr/>
          <p:nvPr/>
        </p:nvGrpSpPr>
        <p:grpSpPr>
          <a:xfrm>
            <a:off x="8317568" y="4533952"/>
            <a:ext cx="244179" cy="268001"/>
            <a:chOff x="1960563" y="-1427163"/>
            <a:chExt cx="455613" cy="500063"/>
          </a:xfrm>
          <a:solidFill>
            <a:sysClr val="window" lastClr="FFFFFF"/>
          </a:solidFill>
        </p:grpSpPr>
        <p:sp>
          <p:nvSpPr>
            <p:cNvPr id="31" name="Freeform 19">
              <a:hlinkClick r:id="rId7"/>
            </p:cNvPr>
            <p:cNvSpPr/>
            <p:nvPr/>
          </p:nvSpPr>
          <p:spPr bwMode="auto">
            <a:xfrm>
              <a:off x="2284413" y="-1331913"/>
              <a:ext cx="131763" cy="320675"/>
            </a:xfrm>
            <a:custGeom>
              <a:avLst/>
              <a:gdLst>
                <a:gd name="T0" fmla="*/ 71 w 83"/>
                <a:gd name="T1" fmla="*/ 38 h 202"/>
                <a:gd name="T2" fmla="*/ 42 w 83"/>
                <a:gd name="T3" fmla="*/ 9 h 202"/>
                <a:gd name="T4" fmla="*/ 0 w 83"/>
                <a:gd name="T5" fmla="*/ 52 h 202"/>
                <a:gd name="T6" fmla="*/ 0 w 83"/>
                <a:gd name="T7" fmla="*/ 202 h 202"/>
                <a:gd name="T8" fmla="*/ 83 w 83"/>
                <a:gd name="T9" fmla="*/ 202 h 202"/>
                <a:gd name="T10" fmla="*/ 83 w 83"/>
                <a:gd name="T11" fmla="*/ 0 h 202"/>
                <a:gd name="T12" fmla="*/ 71 w 83"/>
                <a:gd name="T13" fmla="*/ 38 h 202"/>
              </a:gdLst>
              <a:ahLst/>
              <a:cxnLst>
                <a:cxn ang="0">
                  <a:pos x="T0" y="T1"/>
                </a:cxn>
                <a:cxn ang="0">
                  <a:pos x="T2" y="T3"/>
                </a:cxn>
                <a:cxn ang="0">
                  <a:pos x="T4" y="T5"/>
                </a:cxn>
                <a:cxn ang="0">
                  <a:pos x="T6" y="T7"/>
                </a:cxn>
                <a:cxn ang="0">
                  <a:pos x="T8" y="T9"/>
                </a:cxn>
                <a:cxn ang="0">
                  <a:pos x="T10" y="T11"/>
                </a:cxn>
                <a:cxn ang="0">
                  <a:pos x="T12" y="T13"/>
                </a:cxn>
              </a:cxnLst>
              <a:rect l="0" t="0" r="r" b="b"/>
              <a:pathLst>
                <a:path w="83" h="202">
                  <a:moveTo>
                    <a:pt x="71" y="38"/>
                  </a:moveTo>
                  <a:lnTo>
                    <a:pt x="42" y="9"/>
                  </a:lnTo>
                  <a:lnTo>
                    <a:pt x="0" y="52"/>
                  </a:lnTo>
                  <a:lnTo>
                    <a:pt x="0" y="202"/>
                  </a:lnTo>
                  <a:lnTo>
                    <a:pt x="83" y="202"/>
                  </a:lnTo>
                  <a:lnTo>
                    <a:pt x="83" y="0"/>
                  </a:lnTo>
                  <a:lnTo>
                    <a:pt x="71" y="38"/>
                  </a:lnTo>
                  <a:close/>
                </a:path>
              </a:pathLst>
            </a:custGeom>
            <a:grpFill/>
            <a:ln w="25400" cap="flat" cmpd="sng" algn="ctr">
              <a:noFill/>
              <a:prstDash val="solid"/>
            </a:ln>
            <a:effectLst/>
          </p:spPr>
          <p:txBody>
            <a:bodyPr rtlCol="0" anchor="ctr"/>
            <a:lstStyle/>
            <a:p>
              <a:pPr algn="ctr" defTabSz="685800">
                <a:defRPr/>
              </a:pPr>
              <a:endParaRPr lang="zh-CN" altLang="en-US" sz="1335" kern="0">
                <a:solidFill>
                  <a:prstClr val="white"/>
                </a:solidFill>
                <a:latin typeface="Calibri Light" panose="020F0302020204030204"/>
                <a:ea typeface="微软雅黑 Light" panose="020B0502040204020203" charset="-122"/>
              </a:endParaRPr>
            </a:p>
          </p:txBody>
        </p:sp>
        <p:sp>
          <p:nvSpPr>
            <p:cNvPr id="32" name="Freeform 20">
              <a:hlinkClick r:id="rId7"/>
            </p:cNvPr>
            <p:cNvSpPr/>
            <p:nvPr/>
          </p:nvSpPr>
          <p:spPr bwMode="auto">
            <a:xfrm>
              <a:off x="2122488" y="-1222375"/>
              <a:ext cx="131763" cy="211138"/>
            </a:xfrm>
            <a:custGeom>
              <a:avLst/>
              <a:gdLst>
                <a:gd name="T0" fmla="*/ 11 w 35"/>
                <a:gd name="T1" fmla="*/ 9 h 56"/>
                <a:gd name="T2" fmla="*/ 0 w 35"/>
                <a:gd name="T3" fmla="*/ 2 h 56"/>
                <a:gd name="T4" fmla="*/ 0 w 35"/>
                <a:gd name="T5" fmla="*/ 56 h 56"/>
                <a:gd name="T6" fmla="*/ 35 w 35"/>
                <a:gd name="T7" fmla="*/ 56 h 56"/>
                <a:gd name="T8" fmla="*/ 35 w 35"/>
                <a:gd name="T9" fmla="*/ 0 h 56"/>
                <a:gd name="T10" fmla="*/ 26 w 35"/>
                <a:gd name="T11" fmla="*/ 8 h 56"/>
                <a:gd name="T12" fmla="*/ 17 w 35"/>
                <a:gd name="T13" fmla="*/ 11 h 56"/>
                <a:gd name="T14" fmla="*/ 11 w 35"/>
                <a:gd name="T15" fmla="*/ 9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56">
                  <a:moveTo>
                    <a:pt x="11" y="9"/>
                  </a:moveTo>
                  <a:cubicBezTo>
                    <a:pt x="0" y="2"/>
                    <a:pt x="0" y="2"/>
                    <a:pt x="0" y="2"/>
                  </a:cubicBezTo>
                  <a:cubicBezTo>
                    <a:pt x="0" y="56"/>
                    <a:pt x="0" y="56"/>
                    <a:pt x="0" y="56"/>
                  </a:cubicBezTo>
                  <a:cubicBezTo>
                    <a:pt x="35" y="56"/>
                    <a:pt x="35" y="56"/>
                    <a:pt x="35" y="56"/>
                  </a:cubicBezTo>
                  <a:cubicBezTo>
                    <a:pt x="35" y="0"/>
                    <a:pt x="35" y="0"/>
                    <a:pt x="35" y="0"/>
                  </a:cubicBezTo>
                  <a:cubicBezTo>
                    <a:pt x="26" y="8"/>
                    <a:pt x="26" y="8"/>
                    <a:pt x="26" y="8"/>
                  </a:cubicBezTo>
                  <a:cubicBezTo>
                    <a:pt x="24" y="10"/>
                    <a:pt x="21" y="11"/>
                    <a:pt x="17" y="11"/>
                  </a:cubicBezTo>
                  <a:cubicBezTo>
                    <a:pt x="15" y="11"/>
                    <a:pt x="13" y="11"/>
                    <a:pt x="11" y="9"/>
                  </a:cubicBezTo>
                  <a:close/>
                </a:path>
              </a:pathLst>
            </a:custGeom>
            <a:grpFill/>
            <a:ln w="25400" cap="flat" cmpd="sng" algn="ctr">
              <a:noFill/>
              <a:prstDash val="solid"/>
            </a:ln>
            <a:effectLst/>
          </p:spPr>
          <p:txBody>
            <a:bodyPr rtlCol="0" anchor="ctr"/>
            <a:lstStyle/>
            <a:p>
              <a:pPr algn="ctr" defTabSz="685800">
                <a:defRPr/>
              </a:pPr>
              <a:endParaRPr lang="zh-CN" altLang="en-US" sz="1335" kern="0">
                <a:solidFill>
                  <a:prstClr val="white"/>
                </a:solidFill>
                <a:latin typeface="Calibri Light" panose="020F0302020204030204"/>
                <a:ea typeface="微软雅黑 Light" panose="020B0502040204020203" charset="-122"/>
              </a:endParaRPr>
            </a:p>
          </p:txBody>
        </p:sp>
        <p:sp>
          <p:nvSpPr>
            <p:cNvPr id="33" name="Freeform 21">
              <a:hlinkClick r:id="rId7"/>
            </p:cNvPr>
            <p:cNvSpPr/>
            <p:nvPr/>
          </p:nvSpPr>
          <p:spPr bwMode="auto">
            <a:xfrm>
              <a:off x="1960563" y="-1252538"/>
              <a:ext cx="131763" cy="241300"/>
            </a:xfrm>
            <a:custGeom>
              <a:avLst/>
              <a:gdLst>
                <a:gd name="T0" fmla="*/ 83 w 83"/>
                <a:gd name="T1" fmla="*/ 14 h 152"/>
                <a:gd name="T2" fmla="*/ 64 w 83"/>
                <a:gd name="T3" fmla="*/ 0 h 152"/>
                <a:gd name="T4" fmla="*/ 0 w 83"/>
                <a:gd name="T5" fmla="*/ 55 h 152"/>
                <a:gd name="T6" fmla="*/ 0 w 83"/>
                <a:gd name="T7" fmla="*/ 152 h 152"/>
                <a:gd name="T8" fmla="*/ 83 w 83"/>
                <a:gd name="T9" fmla="*/ 152 h 152"/>
                <a:gd name="T10" fmla="*/ 83 w 83"/>
                <a:gd name="T11" fmla="*/ 14 h 152"/>
              </a:gdLst>
              <a:ahLst/>
              <a:cxnLst>
                <a:cxn ang="0">
                  <a:pos x="T0" y="T1"/>
                </a:cxn>
                <a:cxn ang="0">
                  <a:pos x="T2" y="T3"/>
                </a:cxn>
                <a:cxn ang="0">
                  <a:pos x="T4" y="T5"/>
                </a:cxn>
                <a:cxn ang="0">
                  <a:pos x="T6" y="T7"/>
                </a:cxn>
                <a:cxn ang="0">
                  <a:pos x="T8" y="T9"/>
                </a:cxn>
                <a:cxn ang="0">
                  <a:pos x="T10" y="T11"/>
                </a:cxn>
              </a:cxnLst>
              <a:rect l="0" t="0" r="r" b="b"/>
              <a:pathLst>
                <a:path w="83" h="152">
                  <a:moveTo>
                    <a:pt x="83" y="14"/>
                  </a:moveTo>
                  <a:lnTo>
                    <a:pt x="64" y="0"/>
                  </a:lnTo>
                  <a:lnTo>
                    <a:pt x="0" y="55"/>
                  </a:lnTo>
                  <a:lnTo>
                    <a:pt x="0" y="152"/>
                  </a:lnTo>
                  <a:lnTo>
                    <a:pt x="83" y="152"/>
                  </a:lnTo>
                  <a:lnTo>
                    <a:pt x="83" y="14"/>
                  </a:lnTo>
                  <a:close/>
                </a:path>
              </a:pathLst>
            </a:custGeom>
            <a:grpFill/>
            <a:ln w="25400" cap="flat" cmpd="sng" algn="ctr">
              <a:noFill/>
              <a:prstDash val="solid"/>
            </a:ln>
            <a:effectLst/>
          </p:spPr>
          <p:txBody>
            <a:bodyPr rtlCol="0" anchor="ctr"/>
            <a:lstStyle/>
            <a:p>
              <a:pPr algn="ctr" defTabSz="685800">
                <a:defRPr/>
              </a:pPr>
              <a:endParaRPr lang="zh-CN" altLang="en-US" sz="1335" kern="0">
                <a:solidFill>
                  <a:prstClr val="white"/>
                </a:solidFill>
                <a:latin typeface="Calibri Light" panose="020F0302020204030204"/>
                <a:ea typeface="微软雅黑 Light" panose="020B0502040204020203" charset="-122"/>
              </a:endParaRPr>
            </a:p>
          </p:txBody>
        </p:sp>
        <p:sp>
          <p:nvSpPr>
            <p:cNvPr id="34" name="Rectangle 22">
              <a:hlinkClick r:id="rId7"/>
            </p:cNvPr>
            <p:cNvSpPr>
              <a:spLocks noChangeArrowheads="1"/>
            </p:cNvSpPr>
            <p:nvPr/>
          </p:nvSpPr>
          <p:spPr bwMode="auto">
            <a:xfrm>
              <a:off x="1960563" y="-976313"/>
              <a:ext cx="455613" cy="49213"/>
            </a:xfrm>
            <a:prstGeom prst="rect">
              <a:avLst/>
            </a:prstGeom>
            <a:grpFill/>
            <a:ln w="25400" cap="flat" cmpd="sng" algn="ctr">
              <a:noFill/>
              <a:prstDash val="solid"/>
            </a:ln>
            <a:effectLst/>
          </p:spPr>
          <p:txBody>
            <a:bodyPr rtlCol="0" anchor="ctr"/>
            <a:lstStyle/>
            <a:p>
              <a:pPr algn="ctr" defTabSz="685800">
                <a:defRPr/>
              </a:pPr>
              <a:endParaRPr lang="zh-CN" altLang="en-US" sz="1335" kern="0">
                <a:solidFill>
                  <a:prstClr val="white"/>
                </a:solidFill>
                <a:latin typeface="Calibri Light" panose="020F0302020204030204"/>
                <a:ea typeface="微软雅黑 Light" panose="020B0502040204020203" charset="-122"/>
              </a:endParaRPr>
            </a:p>
          </p:txBody>
        </p:sp>
        <p:sp>
          <p:nvSpPr>
            <p:cNvPr id="35" name="Freeform 23">
              <a:hlinkClick r:id="rId7"/>
            </p:cNvPr>
            <p:cNvSpPr/>
            <p:nvPr/>
          </p:nvSpPr>
          <p:spPr bwMode="auto">
            <a:xfrm>
              <a:off x="1960563" y="-1427163"/>
              <a:ext cx="450850" cy="223838"/>
            </a:xfrm>
            <a:custGeom>
              <a:avLst/>
              <a:gdLst>
                <a:gd name="T0" fmla="*/ 9 w 120"/>
                <a:gd name="T1" fmla="*/ 53 h 59"/>
                <a:gd name="T2" fmla="*/ 26 w 120"/>
                <a:gd name="T3" fmla="*/ 38 h 59"/>
                <a:gd name="T4" fmla="*/ 58 w 120"/>
                <a:gd name="T5" fmla="*/ 58 h 59"/>
                <a:gd name="T6" fmla="*/ 60 w 120"/>
                <a:gd name="T7" fmla="*/ 59 h 59"/>
                <a:gd name="T8" fmla="*/ 64 w 120"/>
                <a:gd name="T9" fmla="*/ 58 h 59"/>
                <a:gd name="T10" fmla="*/ 105 w 120"/>
                <a:gd name="T11" fmla="*/ 20 h 59"/>
                <a:gd name="T12" fmla="*/ 112 w 120"/>
                <a:gd name="T13" fmla="*/ 28 h 59"/>
                <a:gd name="T14" fmla="*/ 120 w 120"/>
                <a:gd name="T15" fmla="*/ 0 h 59"/>
                <a:gd name="T16" fmla="*/ 92 w 120"/>
                <a:gd name="T17" fmla="*/ 7 h 59"/>
                <a:gd name="T18" fmla="*/ 97 w 120"/>
                <a:gd name="T19" fmla="*/ 13 h 59"/>
                <a:gd name="T20" fmla="*/ 60 w 120"/>
                <a:gd name="T21" fmla="*/ 48 h 59"/>
                <a:gd name="T22" fmla="*/ 28 w 120"/>
                <a:gd name="T23" fmla="*/ 27 h 59"/>
                <a:gd name="T24" fmla="*/ 22 w 120"/>
                <a:gd name="T25" fmla="*/ 28 h 59"/>
                <a:gd name="T26" fmla="*/ 2 w 120"/>
                <a:gd name="T27" fmla="*/ 45 h 59"/>
                <a:gd name="T28" fmla="*/ 2 w 120"/>
                <a:gd name="T29" fmla="*/ 52 h 59"/>
                <a:gd name="T30" fmla="*/ 9 w 120"/>
                <a:gd name="T31" fmla="*/ 5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0" h="59">
                  <a:moveTo>
                    <a:pt x="9" y="53"/>
                  </a:moveTo>
                  <a:cubicBezTo>
                    <a:pt x="26" y="38"/>
                    <a:pt x="26" y="38"/>
                    <a:pt x="26" y="38"/>
                  </a:cubicBezTo>
                  <a:cubicBezTo>
                    <a:pt x="58" y="58"/>
                    <a:pt x="58" y="58"/>
                    <a:pt x="58" y="58"/>
                  </a:cubicBezTo>
                  <a:cubicBezTo>
                    <a:pt x="59" y="59"/>
                    <a:pt x="60" y="59"/>
                    <a:pt x="60" y="59"/>
                  </a:cubicBezTo>
                  <a:cubicBezTo>
                    <a:pt x="62" y="59"/>
                    <a:pt x="63" y="59"/>
                    <a:pt x="64" y="58"/>
                  </a:cubicBezTo>
                  <a:cubicBezTo>
                    <a:pt x="105" y="20"/>
                    <a:pt x="105" y="20"/>
                    <a:pt x="105" y="20"/>
                  </a:cubicBezTo>
                  <a:cubicBezTo>
                    <a:pt x="112" y="28"/>
                    <a:pt x="112" y="28"/>
                    <a:pt x="112" y="28"/>
                  </a:cubicBezTo>
                  <a:cubicBezTo>
                    <a:pt x="120" y="0"/>
                    <a:pt x="120" y="0"/>
                    <a:pt x="120" y="0"/>
                  </a:cubicBezTo>
                  <a:cubicBezTo>
                    <a:pt x="92" y="7"/>
                    <a:pt x="92" y="7"/>
                    <a:pt x="92" y="7"/>
                  </a:cubicBezTo>
                  <a:cubicBezTo>
                    <a:pt x="97" y="13"/>
                    <a:pt x="97" y="13"/>
                    <a:pt x="97" y="13"/>
                  </a:cubicBezTo>
                  <a:cubicBezTo>
                    <a:pt x="60" y="48"/>
                    <a:pt x="60" y="48"/>
                    <a:pt x="60" y="48"/>
                  </a:cubicBezTo>
                  <a:cubicBezTo>
                    <a:pt x="28" y="27"/>
                    <a:pt x="28" y="27"/>
                    <a:pt x="28" y="27"/>
                  </a:cubicBezTo>
                  <a:cubicBezTo>
                    <a:pt x="26" y="26"/>
                    <a:pt x="24" y="26"/>
                    <a:pt x="22" y="28"/>
                  </a:cubicBezTo>
                  <a:cubicBezTo>
                    <a:pt x="2" y="45"/>
                    <a:pt x="2" y="45"/>
                    <a:pt x="2" y="45"/>
                  </a:cubicBezTo>
                  <a:cubicBezTo>
                    <a:pt x="0" y="47"/>
                    <a:pt x="0" y="50"/>
                    <a:pt x="2" y="52"/>
                  </a:cubicBezTo>
                  <a:cubicBezTo>
                    <a:pt x="3" y="54"/>
                    <a:pt x="7" y="55"/>
                    <a:pt x="9" y="53"/>
                  </a:cubicBezTo>
                  <a:close/>
                </a:path>
              </a:pathLst>
            </a:custGeom>
            <a:grpFill/>
            <a:ln w="25400" cap="flat" cmpd="sng" algn="ctr">
              <a:noFill/>
              <a:prstDash val="solid"/>
            </a:ln>
            <a:effectLst/>
          </p:spPr>
          <p:txBody>
            <a:bodyPr rtlCol="0" anchor="ctr"/>
            <a:lstStyle/>
            <a:p>
              <a:pPr algn="ctr" defTabSz="685800">
                <a:defRPr/>
              </a:pPr>
              <a:endParaRPr lang="zh-CN" altLang="en-US" sz="1335" kern="0">
                <a:solidFill>
                  <a:prstClr val="white"/>
                </a:solidFill>
                <a:latin typeface="Calibri Light" panose="020F0302020204030204"/>
                <a:ea typeface="微软雅黑 Light" panose="020B0502040204020203" charset="-122"/>
              </a:endParaRPr>
            </a:p>
          </p:txBody>
        </p:sp>
      </p:grpSp>
      <p:sp>
        <p:nvSpPr>
          <p:cNvPr id="36" name="TextBox 34"/>
          <p:cNvSpPr txBox="1"/>
          <p:nvPr/>
        </p:nvSpPr>
        <p:spPr>
          <a:xfrm>
            <a:off x="8760074" y="4293096"/>
            <a:ext cx="1785895" cy="369332"/>
          </a:xfrm>
          <a:prstGeom prst="rect">
            <a:avLst/>
          </a:prstGeom>
          <a:noFill/>
        </p:spPr>
        <p:txBody>
          <a:bodyPr wrap="square" lIns="91440" tIns="45720" rIns="91440" bIns="45720" rtlCol="0">
            <a:spAutoFit/>
          </a:bodyPr>
          <a:lstStyle/>
          <a:p>
            <a:pPr defTabSz="914400"/>
            <a:r>
              <a:rPr lang="zh-CN" altLang="en-US" b="1" dirty="0">
                <a:solidFill>
                  <a:srgbClr val="2F2F2F"/>
                </a:solidFill>
                <a:latin typeface="微软雅黑" panose="020B0503020204020204" pitchFamily="34" charset="-122"/>
                <a:ea typeface="微软雅黑" panose="020B0503020204020204" pitchFamily="34" charset="-122"/>
              </a:rPr>
              <a:t>你的标题</a:t>
            </a:r>
          </a:p>
        </p:txBody>
      </p:sp>
      <p:sp>
        <p:nvSpPr>
          <p:cNvPr id="37" name="矩形 36"/>
          <p:cNvSpPr/>
          <p:nvPr/>
        </p:nvSpPr>
        <p:spPr>
          <a:xfrm>
            <a:off x="8760075" y="4619806"/>
            <a:ext cx="2795123" cy="532903"/>
          </a:xfrm>
          <a:prstGeom prst="rect">
            <a:avLst/>
          </a:prstGeom>
          <a:noFill/>
        </p:spPr>
        <p:txBody>
          <a:bodyPr wrap="square" lIns="91440" tIns="45720" rIns="91440" bIns="45720" rtlCol="0">
            <a:spAutoFit/>
          </a:bodyPr>
          <a:lstStyle/>
          <a:p>
            <a:pPr defTabSz="914400" fontAlgn="base">
              <a:lnSpc>
                <a:spcPct val="125000"/>
              </a:lnSpc>
              <a:spcBef>
                <a:spcPct val="0"/>
              </a:spcBef>
              <a:spcAft>
                <a:spcPct val="0"/>
              </a:spcAft>
              <a:defRPr/>
            </a:pP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38" name="TextBox 34"/>
          <p:cNvSpPr txBox="1"/>
          <p:nvPr/>
        </p:nvSpPr>
        <p:spPr>
          <a:xfrm>
            <a:off x="4957327" y="5318576"/>
            <a:ext cx="1785895" cy="369332"/>
          </a:xfrm>
          <a:prstGeom prst="rect">
            <a:avLst/>
          </a:prstGeom>
          <a:noFill/>
        </p:spPr>
        <p:txBody>
          <a:bodyPr wrap="square" lIns="91440" tIns="45720" rIns="91440" bIns="45720" rtlCol="0">
            <a:spAutoFit/>
          </a:bodyPr>
          <a:lstStyle/>
          <a:p>
            <a:pPr defTabSz="914400"/>
            <a:r>
              <a:rPr lang="zh-CN" altLang="en-US" b="1" dirty="0">
                <a:solidFill>
                  <a:srgbClr val="2F2F2F"/>
                </a:solidFill>
                <a:latin typeface="微软雅黑" panose="020B0503020204020204" pitchFamily="34" charset="-122"/>
                <a:ea typeface="微软雅黑" panose="020B0503020204020204" pitchFamily="34" charset="-122"/>
              </a:rPr>
              <a:t>你的标题</a:t>
            </a:r>
          </a:p>
        </p:txBody>
      </p:sp>
      <p:sp>
        <p:nvSpPr>
          <p:cNvPr id="39" name="矩形 38"/>
          <p:cNvSpPr/>
          <p:nvPr/>
        </p:nvSpPr>
        <p:spPr>
          <a:xfrm>
            <a:off x="4957328" y="5645287"/>
            <a:ext cx="2795123" cy="532903"/>
          </a:xfrm>
          <a:prstGeom prst="rect">
            <a:avLst/>
          </a:prstGeom>
          <a:noFill/>
        </p:spPr>
        <p:txBody>
          <a:bodyPr wrap="square" lIns="91440" tIns="45720" rIns="91440" bIns="45720" rtlCol="0">
            <a:spAutoFit/>
          </a:bodyPr>
          <a:lstStyle/>
          <a:p>
            <a:pPr defTabSz="914400" fontAlgn="base">
              <a:lnSpc>
                <a:spcPct val="125000"/>
              </a:lnSpc>
              <a:spcBef>
                <a:spcPct val="0"/>
              </a:spcBef>
              <a:spcAft>
                <a:spcPct val="0"/>
              </a:spcAft>
              <a:defRPr/>
            </a:pP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40" name="Freeform 5">
            <a:hlinkClick r:id="rId7"/>
          </p:cNvPr>
          <p:cNvSpPr>
            <a:spLocks noEditPoints="1"/>
          </p:cNvSpPr>
          <p:nvPr/>
        </p:nvSpPr>
        <p:spPr bwMode="auto">
          <a:xfrm>
            <a:off x="4517850" y="5565919"/>
            <a:ext cx="267151" cy="278211"/>
          </a:xfrm>
          <a:custGeom>
            <a:avLst/>
            <a:gdLst>
              <a:gd name="T0" fmla="*/ 129 w 133"/>
              <a:gd name="T1" fmla="*/ 119 h 138"/>
              <a:gd name="T2" fmla="*/ 104 w 133"/>
              <a:gd name="T3" fmla="*/ 93 h 138"/>
              <a:gd name="T4" fmla="*/ 93 w 133"/>
              <a:gd name="T5" fmla="*/ 90 h 138"/>
              <a:gd name="T6" fmla="*/ 90 w 133"/>
              <a:gd name="T7" fmla="*/ 86 h 138"/>
              <a:gd name="T8" fmla="*/ 103 w 133"/>
              <a:gd name="T9" fmla="*/ 52 h 138"/>
              <a:gd name="T10" fmla="*/ 51 w 133"/>
              <a:gd name="T11" fmla="*/ 0 h 138"/>
              <a:gd name="T12" fmla="*/ 0 w 133"/>
              <a:gd name="T13" fmla="*/ 52 h 138"/>
              <a:gd name="T14" fmla="*/ 51 w 133"/>
              <a:gd name="T15" fmla="*/ 103 h 138"/>
              <a:gd name="T16" fmla="*/ 82 w 133"/>
              <a:gd name="T17" fmla="*/ 93 h 138"/>
              <a:gd name="T18" fmla="*/ 86 w 133"/>
              <a:gd name="T19" fmla="*/ 97 h 138"/>
              <a:gd name="T20" fmla="*/ 88 w 133"/>
              <a:gd name="T21" fmla="*/ 109 h 138"/>
              <a:gd name="T22" fmla="*/ 113 w 133"/>
              <a:gd name="T23" fmla="*/ 135 h 138"/>
              <a:gd name="T24" fmla="*/ 121 w 133"/>
              <a:gd name="T25" fmla="*/ 138 h 138"/>
              <a:gd name="T26" fmla="*/ 129 w 133"/>
              <a:gd name="T27" fmla="*/ 135 h 138"/>
              <a:gd name="T28" fmla="*/ 129 w 133"/>
              <a:gd name="T29" fmla="*/ 119 h 138"/>
              <a:gd name="T30" fmla="*/ 51 w 133"/>
              <a:gd name="T31" fmla="*/ 84 h 138"/>
              <a:gd name="T32" fmla="*/ 19 w 133"/>
              <a:gd name="T33" fmla="*/ 52 h 138"/>
              <a:gd name="T34" fmla="*/ 51 w 133"/>
              <a:gd name="T35" fmla="*/ 19 h 138"/>
              <a:gd name="T36" fmla="*/ 84 w 133"/>
              <a:gd name="T37" fmla="*/ 52 h 138"/>
              <a:gd name="T38" fmla="*/ 51 w 133"/>
              <a:gd name="T39" fmla="*/ 8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 h="138">
                <a:moveTo>
                  <a:pt x="129" y="119"/>
                </a:moveTo>
                <a:cubicBezTo>
                  <a:pt x="104" y="93"/>
                  <a:pt x="104" y="93"/>
                  <a:pt x="104" y="93"/>
                </a:cubicBezTo>
                <a:cubicBezTo>
                  <a:pt x="102" y="90"/>
                  <a:pt x="97" y="89"/>
                  <a:pt x="93" y="90"/>
                </a:cubicBezTo>
                <a:cubicBezTo>
                  <a:pt x="90" y="86"/>
                  <a:pt x="90" y="86"/>
                  <a:pt x="90" y="86"/>
                </a:cubicBezTo>
                <a:cubicBezTo>
                  <a:pt x="98" y="77"/>
                  <a:pt x="103" y="65"/>
                  <a:pt x="103" y="52"/>
                </a:cubicBezTo>
                <a:cubicBezTo>
                  <a:pt x="103" y="23"/>
                  <a:pt x="80" y="0"/>
                  <a:pt x="51" y="0"/>
                </a:cubicBezTo>
                <a:cubicBezTo>
                  <a:pt x="23" y="0"/>
                  <a:pt x="0" y="23"/>
                  <a:pt x="0" y="52"/>
                </a:cubicBezTo>
                <a:cubicBezTo>
                  <a:pt x="0" y="80"/>
                  <a:pt x="23" y="103"/>
                  <a:pt x="51" y="103"/>
                </a:cubicBezTo>
                <a:cubicBezTo>
                  <a:pt x="63" y="103"/>
                  <a:pt x="73" y="99"/>
                  <a:pt x="82" y="93"/>
                </a:cubicBezTo>
                <a:cubicBezTo>
                  <a:pt x="86" y="97"/>
                  <a:pt x="86" y="97"/>
                  <a:pt x="86" y="97"/>
                </a:cubicBezTo>
                <a:cubicBezTo>
                  <a:pt x="84" y="101"/>
                  <a:pt x="85" y="106"/>
                  <a:pt x="88" y="109"/>
                </a:cubicBezTo>
                <a:cubicBezTo>
                  <a:pt x="113" y="135"/>
                  <a:pt x="113" y="135"/>
                  <a:pt x="113" y="135"/>
                </a:cubicBezTo>
                <a:cubicBezTo>
                  <a:pt x="115" y="137"/>
                  <a:pt x="118" y="138"/>
                  <a:pt x="121" y="138"/>
                </a:cubicBezTo>
                <a:cubicBezTo>
                  <a:pt x="124" y="138"/>
                  <a:pt x="126" y="137"/>
                  <a:pt x="129" y="135"/>
                </a:cubicBezTo>
                <a:cubicBezTo>
                  <a:pt x="133" y="131"/>
                  <a:pt x="133" y="124"/>
                  <a:pt x="129" y="119"/>
                </a:cubicBezTo>
                <a:close/>
                <a:moveTo>
                  <a:pt x="51" y="84"/>
                </a:moveTo>
                <a:cubicBezTo>
                  <a:pt x="33" y="84"/>
                  <a:pt x="19" y="70"/>
                  <a:pt x="19" y="52"/>
                </a:cubicBezTo>
                <a:cubicBezTo>
                  <a:pt x="19" y="33"/>
                  <a:pt x="33" y="19"/>
                  <a:pt x="51" y="19"/>
                </a:cubicBezTo>
                <a:cubicBezTo>
                  <a:pt x="70" y="19"/>
                  <a:pt x="84" y="33"/>
                  <a:pt x="84" y="52"/>
                </a:cubicBezTo>
                <a:cubicBezTo>
                  <a:pt x="84" y="70"/>
                  <a:pt x="70" y="84"/>
                  <a:pt x="51" y="84"/>
                </a:cubicBezTo>
                <a:close/>
              </a:path>
            </a:pathLst>
          </a:custGeom>
          <a:solidFill>
            <a:sysClr val="window" lastClr="FFFFFF"/>
          </a:solidFill>
          <a:ln w="25400" cap="flat" cmpd="sng" algn="ctr">
            <a:noFill/>
            <a:prstDash val="solid"/>
          </a:ln>
          <a:effectLst/>
        </p:spPr>
        <p:txBody>
          <a:bodyPr lIns="91440" tIns="45720" rIns="91440" bIns="45720" rtlCol="0" anchor="ctr"/>
          <a:lstStyle/>
          <a:p>
            <a:pPr algn="ctr" defTabSz="685800">
              <a:defRPr/>
            </a:pPr>
            <a:endParaRPr lang="zh-CN" altLang="en-US" sz="1335" kern="0">
              <a:solidFill>
                <a:prstClr val="white"/>
              </a:solidFill>
              <a:latin typeface="Calibri Light" panose="020F0302020204030204"/>
              <a:ea typeface="微软雅黑 Light" panose="020B0502040204020203" charset="-122"/>
            </a:endParaRPr>
          </a:p>
        </p:txBody>
      </p:sp>
      <p:sp>
        <p:nvSpPr>
          <p:cNvPr id="41" name="TextBox 34"/>
          <p:cNvSpPr txBox="1"/>
          <p:nvPr/>
        </p:nvSpPr>
        <p:spPr>
          <a:xfrm>
            <a:off x="1298809" y="5410910"/>
            <a:ext cx="2209811" cy="369332"/>
          </a:xfrm>
          <a:prstGeom prst="rect">
            <a:avLst/>
          </a:prstGeom>
          <a:noFill/>
        </p:spPr>
        <p:txBody>
          <a:bodyPr wrap="square" lIns="91440" tIns="45720" rIns="91440" bIns="45720" rtlCol="0">
            <a:spAutoFit/>
          </a:bodyPr>
          <a:lstStyle/>
          <a:p>
            <a:pPr defTabSz="914400"/>
            <a:r>
              <a:rPr lang="zh-CN" altLang="en-US" b="1" dirty="0">
                <a:solidFill>
                  <a:srgbClr val="2F2F2F"/>
                </a:solidFill>
                <a:latin typeface="微软雅黑" panose="020B0503020204020204" pitchFamily="34" charset="-122"/>
                <a:ea typeface="微软雅黑" panose="020B0503020204020204" pitchFamily="34" charset="-122"/>
              </a:rPr>
              <a:t>你的标题</a:t>
            </a:r>
          </a:p>
        </p:txBody>
      </p:sp>
      <p:sp>
        <p:nvSpPr>
          <p:cNvPr id="42" name="矩形 41"/>
          <p:cNvSpPr/>
          <p:nvPr/>
        </p:nvSpPr>
        <p:spPr>
          <a:xfrm>
            <a:off x="1298809" y="5737619"/>
            <a:ext cx="2795123" cy="532903"/>
          </a:xfrm>
          <a:prstGeom prst="rect">
            <a:avLst/>
          </a:prstGeom>
          <a:noFill/>
        </p:spPr>
        <p:txBody>
          <a:bodyPr wrap="square" lIns="91440" tIns="45720" rIns="91440" bIns="45720" rtlCol="0">
            <a:spAutoFit/>
          </a:bodyPr>
          <a:lstStyle/>
          <a:p>
            <a:pPr defTabSz="914400" fontAlgn="base">
              <a:lnSpc>
                <a:spcPct val="125000"/>
              </a:lnSpc>
              <a:spcBef>
                <a:spcPct val="0"/>
              </a:spcBef>
              <a:spcAft>
                <a:spcPct val="0"/>
              </a:spcAft>
              <a:defRPr/>
            </a:pP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43" name="Freeform 17">
            <a:hlinkClick r:id="rId7"/>
          </p:cNvPr>
          <p:cNvSpPr/>
          <p:nvPr/>
        </p:nvSpPr>
        <p:spPr bwMode="auto">
          <a:xfrm>
            <a:off x="870565" y="5663193"/>
            <a:ext cx="268001" cy="249284"/>
          </a:xfrm>
          <a:custGeom>
            <a:avLst/>
            <a:gdLst>
              <a:gd name="T0" fmla="*/ 124 w 133"/>
              <a:gd name="T1" fmla="*/ 84 h 123"/>
              <a:gd name="T2" fmla="*/ 133 w 133"/>
              <a:gd name="T3" fmla="*/ 75 h 123"/>
              <a:gd name="T4" fmla="*/ 124 w 133"/>
              <a:gd name="T5" fmla="*/ 67 h 123"/>
              <a:gd name="T6" fmla="*/ 113 w 133"/>
              <a:gd name="T7" fmla="*/ 67 h 123"/>
              <a:gd name="T8" fmla="*/ 113 w 133"/>
              <a:gd name="T9" fmla="*/ 64 h 123"/>
              <a:gd name="T10" fmla="*/ 124 w 133"/>
              <a:gd name="T11" fmla="*/ 64 h 123"/>
              <a:gd name="T12" fmla="*/ 132 w 133"/>
              <a:gd name="T13" fmla="*/ 56 h 123"/>
              <a:gd name="T14" fmla="*/ 124 w 133"/>
              <a:gd name="T15" fmla="*/ 47 h 123"/>
              <a:gd name="T16" fmla="*/ 90 w 133"/>
              <a:gd name="T17" fmla="*/ 47 h 123"/>
              <a:gd name="T18" fmla="*/ 74 w 133"/>
              <a:gd name="T19" fmla="*/ 23 h 123"/>
              <a:gd name="T20" fmla="*/ 64 w 133"/>
              <a:gd name="T21" fmla="*/ 0 h 123"/>
              <a:gd name="T22" fmla="*/ 54 w 133"/>
              <a:gd name="T23" fmla="*/ 5 h 123"/>
              <a:gd name="T24" fmla="*/ 48 w 133"/>
              <a:gd name="T25" fmla="*/ 33 h 123"/>
              <a:gd name="T26" fmla="*/ 29 w 133"/>
              <a:gd name="T27" fmla="*/ 57 h 123"/>
              <a:gd name="T28" fmla="*/ 0 w 133"/>
              <a:gd name="T29" fmla="*/ 57 h 123"/>
              <a:gd name="T30" fmla="*/ 0 w 133"/>
              <a:gd name="T31" fmla="*/ 114 h 123"/>
              <a:gd name="T32" fmla="*/ 31 w 133"/>
              <a:gd name="T33" fmla="*/ 114 h 123"/>
              <a:gd name="T34" fmla="*/ 54 w 133"/>
              <a:gd name="T35" fmla="*/ 122 h 123"/>
              <a:gd name="T36" fmla="*/ 76 w 133"/>
              <a:gd name="T37" fmla="*/ 123 h 123"/>
              <a:gd name="T38" fmla="*/ 79 w 133"/>
              <a:gd name="T39" fmla="*/ 123 h 123"/>
              <a:gd name="T40" fmla="*/ 105 w 133"/>
              <a:gd name="T41" fmla="*/ 123 h 123"/>
              <a:gd name="T42" fmla="*/ 114 w 133"/>
              <a:gd name="T43" fmla="*/ 114 h 123"/>
              <a:gd name="T44" fmla="*/ 105 w 133"/>
              <a:gd name="T45" fmla="*/ 105 h 123"/>
              <a:gd name="T46" fmla="*/ 103 w 133"/>
              <a:gd name="T47" fmla="*/ 105 h 123"/>
              <a:gd name="T48" fmla="*/ 104 w 133"/>
              <a:gd name="T49" fmla="*/ 103 h 123"/>
              <a:gd name="T50" fmla="*/ 117 w 133"/>
              <a:gd name="T51" fmla="*/ 103 h 123"/>
              <a:gd name="T52" fmla="*/ 125 w 133"/>
              <a:gd name="T53" fmla="*/ 95 h 123"/>
              <a:gd name="T54" fmla="*/ 117 w 133"/>
              <a:gd name="T55" fmla="*/ 86 h 123"/>
              <a:gd name="T56" fmla="*/ 109 w 133"/>
              <a:gd name="T57" fmla="*/ 86 h 123"/>
              <a:gd name="T58" fmla="*/ 110 w 133"/>
              <a:gd name="T59" fmla="*/ 84 h 123"/>
              <a:gd name="T60" fmla="*/ 124 w 133"/>
              <a:gd name="T61" fmla="*/ 84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3" h="123">
                <a:moveTo>
                  <a:pt x="124" y="84"/>
                </a:moveTo>
                <a:cubicBezTo>
                  <a:pt x="129" y="84"/>
                  <a:pt x="133" y="80"/>
                  <a:pt x="133" y="75"/>
                </a:cubicBezTo>
                <a:cubicBezTo>
                  <a:pt x="133" y="71"/>
                  <a:pt x="129" y="67"/>
                  <a:pt x="124" y="67"/>
                </a:cubicBezTo>
                <a:cubicBezTo>
                  <a:pt x="113" y="67"/>
                  <a:pt x="113" y="67"/>
                  <a:pt x="113" y="67"/>
                </a:cubicBezTo>
                <a:cubicBezTo>
                  <a:pt x="113" y="66"/>
                  <a:pt x="113" y="65"/>
                  <a:pt x="113" y="64"/>
                </a:cubicBezTo>
                <a:cubicBezTo>
                  <a:pt x="124" y="64"/>
                  <a:pt x="124" y="64"/>
                  <a:pt x="124" y="64"/>
                </a:cubicBezTo>
                <a:cubicBezTo>
                  <a:pt x="129" y="64"/>
                  <a:pt x="132" y="61"/>
                  <a:pt x="132" y="56"/>
                </a:cubicBezTo>
                <a:cubicBezTo>
                  <a:pt x="132" y="51"/>
                  <a:pt x="129" y="47"/>
                  <a:pt x="124" y="47"/>
                </a:cubicBezTo>
                <a:cubicBezTo>
                  <a:pt x="90" y="47"/>
                  <a:pt x="90" y="47"/>
                  <a:pt x="90" y="47"/>
                </a:cubicBezTo>
                <a:cubicBezTo>
                  <a:pt x="66" y="45"/>
                  <a:pt x="73" y="31"/>
                  <a:pt x="74" y="23"/>
                </a:cubicBezTo>
                <a:cubicBezTo>
                  <a:pt x="75" y="8"/>
                  <a:pt x="69" y="0"/>
                  <a:pt x="64" y="0"/>
                </a:cubicBezTo>
                <a:cubicBezTo>
                  <a:pt x="63" y="0"/>
                  <a:pt x="53" y="1"/>
                  <a:pt x="54" y="5"/>
                </a:cubicBezTo>
                <a:cubicBezTo>
                  <a:pt x="54" y="8"/>
                  <a:pt x="56" y="24"/>
                  <a:pt x="48" y="33"/>
                </a:cubicBezTo>
                <a:cubicBezTo>
                  <a:pt x="42" y="40"/>
                  <a:pt x="33" y="52"/>
                  <a:pt x="29" y="57"/>
                </a:cubicBezTo>
                <a:cubicBezTo>
                  <a:pt x="0" y="57"/>
                  <a:pt x="0" y="57"/>
                  <a:pt x="0" y="57"/>
                </a:cubicBezTo>
                <a:cubicBezTo>
                  <a:pt x="0" y="114"/>
                  <a:pt x="0" y="114"/>
                  <a:pt x="0" y="114"/>
                </a:cubicBezTo>
                <a:cubicBezTo>
                  <a:pt x="31" y="114"/>
                  <a:pt x="31" y="114"/>
                  <a:pt x="31" y="114"/>
                </a:cubicBezTo>
                <a:cubicBezTo>
                  <a:pt x="38" y="119"/>
                  <a:pt x="46" y="121"/>
                  <a:pt x="54" y="122"/>
                </a:cubicBezTo>
                <a:cubicBezTo>
                  <a:pt x="61" y="122"/>
                  <a:pt x="69" y="122"/>
                  <a:pt x="76" y="123"/>
                </a:cubicBezTo>
                <a:cubicBezTo>
                  <a:pt x="77" y="123"/>
                  <a:pt x="78" y="123"/>
                  <a:pt x="79" y="123"/>
                </a:cubicBezTo>
                <a:cubicBezTo>
                  <a:pt x="105" y="123"/>
                  <a:pt x="105" y="123"/>
                  <a:pt x="105" y="123"/>
                </a:cubicBezTo>
                <a:cubicBezTo>
                  <a:pt x="110" y="123"/>
                  <a:pt x="114" y="119"/>
                  <a:pt x="114" y="114"/>
                </a:cubicBezTo>
                <a:cubicBezTo>
                  <a:pt x="114" y="109"/>
                  <a:pt x="110" y="105"/>
                  <a:pt x="105" y="105"/>
                </a:cubicBezTo>
                <a:cubicBezTo>
                  <a:pt x="103" y="105"/>
                  <a:pt x="103" y="105"/>
                  <a:pt x="103" y="105"/>
                </a:cubicBezTo>
                <a:cubicBezTo>
                  <a:pt x="103" y="105"/>
                  <a:pt x="103" y="104"/>
                  <a:pt x="104" y="103"/>
                </a:cubicBezTo>
                <a:cubicBezTo>
                  <a:pt x="117" y="103"/>
                  <a:pt x="117" y="103"/>
                  <a:pt x="117" y="103"/>
                </a:cubicBezTo>
                <a:cubicBezTo>
                  <a:pt x="122" y="103"/>
                  <a:pt x="125" y="99"/>
                  <a:pt x="125" y="95"/>
                </a:cubicBezTo>
                <a:cubicBezTo>
                  <a:pt x="125" y="90"/>
                  <a:pt x="122" y="86"/>
                  <a:pt x="117" y="86"/>
                </a:cubicBezTo>
                <a:cubicBezTo>
                  <a:pt x="109" y="86"/>
                  <a:pt x="109" y="86"/>
                  <a:pt x="109" y="86"/>
                </a:cubicBezTo>
                <a:cubicBezTo>
                  <a:pt x="109" y="85"/>
                  <a:pt x="110" y="85"/>
                  <a:pt x="110" y="84"/>
                </a:cubicBezTo>
                <a:lnTo>
                  <a:pt x="124" y="84"/>
                </a:lnTo>
                <a:close/>
              </a:path>
            </a:pathLst>
          </a:custGeom>
          <a:solidFill>
            <a:sysClr val="window" lastClr="FFFFFF"/>
          </a:solidFill>
          <a:ln w="25400" cap="flat" cmpd="sng" algn="ctr">
            <a:noFill/>
            <a:prstDash val="solid"/>
          </a:ln>
          <a:effectLst/>
        </p:spPr>
        <p:txBody>
          <a:bodyPr lIns="91440" tIns="45720" rIns="91440" bIns="45720" rtlCol="0" anchor="ctr"/>
          <a:lstStyle/>
          <a:p>
            <a:pPr algn="ctr" defTabSz="685800">
              <a:defRPr/>
            </a:pPr>
            <a:endParaRPr lang="zh-CN" altLang="en-US" sz="1335" kern="0">
              <a:solidFill>
                <a:prstClr val="white"/>
              </a:solidFill>
              <a:latin typeface="Calibri Light" panose="020F0302020204030204"/>
              <a:ea typeface="微软雅黑 Light" panose="020B0502040204020203" charset="-122"/>
            </a:endParaRPr>
          </a:p>
        </p:txBody>
      </p:sp>
      <p:sp>
        <p:nvSpPr>
          <p:cNvPr id="44" name="TextBox 34"/>
          <p:cNvSpPr txBox="1"/>
          <p:nvPr/>
        </p:nvSpPr>
        <p:spPr>
          <a:xfrm>
            <a:off x="8760074" y="5410910"/>
            <a:ext cx="1785895" cy="369332"/>
          </a:xfrm>
          <a:prstGeom prst="rect">
            <a:avLst/>
          </a:prstGeom>
          <a:noFill/>
        </p:spPr>
        <p:txBody>
          <a:bodyPr wrap="square" lIns="91440" tIns="45720" rIns="91440" bIns="45720" rtlCol="0">
            <a:spAutoFit/>
          </a:bodyPr>
          <a:lstStyle/>
          <a:p>
            <a:pPr defTabSz="914400"/>
            <a:r>
              <a:rPr lang="zh-CN" altLang="en-US" b="1" dirty="0">
                <a:solidFill>
                  <a:srgbClr val="2F2F2F"/>
                </a:solidFill>
                <a:latin typeface="微软雅黑" panose="020B0503020204020204" pitchFamily="34" charset="-122"/>
                <a:ea typeface="微软雅黑" panose="020B0503020204020204" pitchFamily="34" charset="-122"/>
              </a:rPr>
              <a:t>你的标题</a:t>
            </a:r>
          </a:p>
        </p:txBody>
      </p:sp>
      <p:sp>
        <p:nvSpPr>
          <p:cNvPr id="45" name="矩形 44"/>
          <p:cNvSpPr/>
          <p:nvPr/>
        </p:nvSpPr>
        <p:spPr>
          <a:xfrm>
            <a:off x="8760075" y="5737619"/>
            <a:ext cx="2795123" cy="532903"/>
          </a:xfrm>
          <a:prstGeom prst="rect">
            <a:avLst/>
          </a:prstGeom>
          <a:noFill/>
        </p:spPr>
        <p:txBody>
          <a:bodyPr wrap="square" lIns="91440" tIns="45720" rIns="91440" bIns="45720" rtlCol="0">
            <a:spAutoFit/>
          </a:bodyPr>
          <a:lstStyle/>
          <a:p>
            <a:pPr defTabSz="914400" fontAlgn="base">
              <a:lnSpc>
                <a:spcPct val="125000"/>
              </a:lnSpc>
              <a:spcBef>
                <a:spcPct val="0"/>
              </a:spcBef>
              <a:spcAft>
                <a:spcPct val="0"/>
              </a:spcAft>
              <a:defRPr/>
            </a:pPr>
            <a:r>
              <a:rPr lang="zh-CN" altLang="en-US" sz="1200" dirty="0">
                <a:solidFill>
                  <a:prstClr val="black">
                    <a:lumMod val="75000"/>
                    <a:lumOff val="25000"/>
                  </a:prst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200" dirty="0">
              <a:solidFill>
                <a:prstClr val="black">
                  <a:lumMod val="75000"/>
                  <a:lumOff val="25000"/>
                </a:prst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46" name="KSO_Shape"/>
          <p:cNvSpPr/>
          <p:nvPr/>
        </p:nvSpPr>
        <p:spPr bwMode="auto">
          <a:xfrm>
            <a:off x="8334373" y="5635494"/>
            <a:ext cx="255785" cy="307557"/>
          </a:xfrm>
          <a:custGeom>
            <a:avLst/>
            <a:gdLst>
              <a:gd name="T0" fmla="*/ 1027535 w 3807"/>
              <a:gd name="T1" fmla="*/ 421530 h 4578"/>
              <a:gd name="T2" fmla="*/ 1012969 w 3807"/>
              <a:gd name="T3" fmla="*/ 343716 h 4578"/>
              <a:gd name="T4" fmla="*/ 1007143 w 3807"/>
              <a:gd name="T5" fmla="*/ 311258 h 4578"/>
              <a:gd name="T6" fmla="*/ 986334 w 3807"/>
              <a:gd name="T7" fmla="*/ 272559 h 4578"/>
              <a:gd name="T8" fmla="*/ 1073314 w 3807"/>
              <a:gd name="T9" fmla="*/ 24551 h 4578"/>
              <a:gd name="T10" fmla="*/ 885204 w 3807"/>
              <a:gd name="T11" fmla="*/ 8322 h 4578"/>
              <a:gd name="T12" fmla="*/ 685024 w 3807"/>
              <a:gd name="T13" fmla="*/ 99453 h 4578"/>
              <a:gd name="T14" fmla="*/ 568495 w 3807"/>
              <a:gd name="T15" fmla="*/ 26216 h 4578"/>
              <a:gd name="T16" fmla="*/ 476936 w 3807"/>
              <a:gd name="T17" fmla="*/ 89882 h 4578"/>
              <a:gd name="T18" fmla="*/ 605534 w 3807"/>
              <a:gd name="T19" fmla="*/ 303768 h 4578"/>
              <a:gd name="T20" fmla="*/ 574321 w 3807"/>
              <a:gd name="T21" fmla="*/ 334977 h 4578"/>
              <a:gd name="T22" fmla="*/ 598459 w 3807"/>
              <a:gd name="T23" fmla="*/ 377421 h 4578"/>
              <a:gd name="T24" fmla="*/ 325032 w 3807"/>
              <a:gd name="T25" fmla="*/ 603375 h 4578"/>
              <a:gd name="T26" fmla="*/ 174377 w 3807"/>
              <a:gd name="T27" fmla="*/ 800200 h 4578"/>
              <a:gd name="T28" fmla="*/ 37040 w 3807"/>
              <a:gd name="T29" fmla="*/ 1164305 h 4578"/>
              <a:gd name="T30" fmla="*/ 9156 w 3807"/>
              <a:gd name="T31" fmla="*/ 1559204 h 4578"/>
              <a:gd name="T32" fmla="*/ 68253 w 3807"/>
              <a:gd name="T33" fmla="*/ 1722739 h 4578"/>
              <a:gd name="T34" fmla="*/ 192689 w 3807"/>
              <a:gd name="T35" fmla="*/ 1839669 h 4578"/>
              <a:gd name="T36" fmla="*/ 395366 w 3807"/>
              <a:gd name="T37" fmla="*/ 1892516 h 4578"/>
              <a:gd name="T38" fmla="*/ 1220640 w 3807"/>
              <a:gd name="T39" fmla="*/ 1889604 h 4578"/>
              <a:gd name="T40" fmla="*/ 1412081 w 3807"/>
              <a:gd name="T41" fmla="*/ 1827185 h 4578"/>
              <a:gd name="T42" fmla="*/ 1527361 w 3807"/>
              <a:gd name="T43" fmla="*/ 1703182 h 4578"/>
              <a:gd name="T44" fmla="*/ 1581464 w 3807"/>
              <a:gd name="T45" fmla="*/ 1510102 h 4578"/>
              <a:gd name="T46" fmla="*/ 1533604 w 3807"/>
              <a:gd name="T47" fmla="*/ 1111042 h 4578"/>
              <a:gd name="T48" fmla="*/ 1388359 w 3807"/>
              <a:gd name="T49" fmla="*/ 762333 h 4578"/>
              <a:gd name="T50" fmla="*/ 1125753 w 3807"/>
              <a:gd name="T51" fmla="*/ 1626615 h 4578"/>
              <a:gd name="T52" fmla="*/ 969271 w 3807"/>
              <a:gd name="T53" fmla="*/ 1655328 h 4578"/>
              <a:gd name="T54" fmla="*/ 717485 w 3807"/>
              <a:gd name="T55" fmla="*/ 1631609 h 4578"/>
              <a:gd name="T56" fmla="*/ 531039 w 3807"/>
              <a:gd name="T57" fmla="*/ 1654495 h 4578"/>
              <a:gd name="T58" fmla="*/ 500658 w 3807"/>
              <a:gd name="T59" fmla="*/ 1596239 h 4578"/>
              <a:gd name="T60" fmla="*/ 608447 w 3807"/>
              <a:gd name="T61" fmla="*/ 1495121 h 4578"/>
              <a:gd name="T62" fmla="*/ 643822 w 3807"/>
              <a:gd name="T63" fmla="*/ 1398581 h 4578"/>
              <a:gd name="T64" fmla="*/ 433654 w 3807"/>
              <a:gd name="T65" fmla="*/ 1333666 h 4578"/>
              <a:gd name="T66" fmla="*/ 442394 w 3807"/>
              <a:gd name="T67" fmla="*/ 1266255 h 4578"/>
              <a:gd name="T68" fmla="*/ 459457 w 3807"/>
              <a:gd name="T69" fmla="*/ 1180534 h 4578"/>
              <a:gd name="T70" fmla="*/ 422417 w 3807"/>
              <a:gd name="T71" fmla="*/ 1121861 h 4578"/>
              <a:gd name="T72" fmla="*/ 479849 w 3807"/>
              <a:gd name="T73" fmla="*/ 1068598 h 4578"/>
              <a:gd name="T74" fmla="*/ 581812 w 3807"/>
              <a:gd name="T75" fmla="*/ 896324 h 4578"/>
              <a:gd name="T76" fmla="*/ 696260 w 3807"/>
              <a:gd name="T77" fmla="*/ 757339 h 4578"/>
              <a:gd name="T78" fmla="*/ 881874 w 3807"/>
              <a:gd name="T79" fmla="*/ 720721 h 4578"/>
              <a:gd name="T80" fmla="*/ 1050425 w 3807"/>
              <a:gd name="T81" fmla="*/ 779394 h 4578"/>
              <a:gd name="T82" fmla="*/ 1151555 w 3807"/>
              <a:gd name="T83" fmla="*/ 917546 h 4578"/>
              <a:gd name="T84" fmla="*/ 1133660 w 3807"/>
              <a:gd name="T85" fmla="*/ 993280 h 4578"/>
              <a:gd name="T86" fmla="*/ 1076644 w 3807"/>
              <a:gd name="T87" fmla="*/ 969977 h 4578"/>
              <a:gd name="T88" fmla="*/ 1002981 w 3807"/>
              <a:gd name="T89" fmla="*/ 843476 h 4578"/>
              <a:gd name="T90" fmla="*/ 901018 w 3807"/>
              <a:gd name="T91" fmla="*/ 794790 h 4578"/>
              <a:gd name="T92" fmla="*/ 785322 w 3807"/>
              <a:gd name="T93" fmla="*/ 811435 h 4578"/>
              <a:gd name="T94" fmla="*/ 715820 w 3807"/>
              <a:gd name="T95" fmla="*/ 887585 h 4578"/>
              <a:gd name="T96" fmla="*/ 726225 w 3807"/>
              <a:gd name="T97" fmla="*/ 1059027 h 4578"/>
              <a:gd name="T98" fmla="*/ 970519 w 3807"/>
              <a:gd name="T99" fmla="*/ 1106048 h 4578"/>
              <a:gd name="T100" fmla="*/ 940555 w 3807"/>
              <a:gd name="T101" fmla="*/ 1175957 h 4578"/>
              <a:gd name="T102" fmla="*/ 928070 w 3807"/>
              <a:gd name="T103" fmla="*/ 1261678 h 4578"/>
              <a:gd name="T104" fmla="*/ 970103 w 3807"/>
              <a:gd name="T105" fmla="*/ 1320767 h 4578"/>
              <a:gd name="T106" fmla="*/ 903515 w 3807"/>
              <a:gd name="T107" fmla="*/ 1375695 h 4578"/>
              <a:gd name="T108" fmla="*/ 739959 w 3807"/>
              <a:gd name="T109" fmla="*/ 1503028 h 4578"/>
              <a:gd name="T110" fmla="*/ 759103 w 3807"/>
              <a:gd name="T111" fmla="*/ 1554626 h 4578"/>
              <a:gd name="T112" fmla="*/ 1006727 w 3807"/>
              <a:gd name="T113" fmla="*/ 1570855 h 4578"/>
              <a:gd name="T114" fmla="*/ 1138238 w 3807"/>
              <a:gd name="T115" fmla="*/ 1524250 h 4578"/>
              <a:gd name="T116" fmla="*/ 1182352 w 3807"/>
              <a:gd name="T117" fmla="*/ 1548801 h 45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807" h="4578">
                <a:moveTo>
                  <a:pt x="3118" y="1530"/>
                </a:moveTo>
                <a:lnTo>
                  <a:pt x="3118" y="1530"/>
                </a:lnTo>
                <a:lnTo>
                  <a:pt x="3099" y="1512"/>
                </a:lnTo>
                <a:lnTo>
                  <a:pt x="3077" y="1494"/>
                </a:lnTo>
                <a:lnTo>
                  <a:pt x="3031" y="1454"/>
                </a:lnTo>
                <a:lnTo>
                  <a:pt x="2980" y="1413"/>
                </a:lnTo>
                <a:lnTo>
                  <a:pt x="2925" y="1371"/>
                </a:lnTo>
                <a:lnTo>
                  <a:pt x="2809" y="1285"/>
                </a:lnTo>
                <a:lnTo>
                  <a:pt x="2692" y="1197"/>
                </a:lnTo>
                <a:lnTo>
                  <a:pt x="2636" y="1154"/>
                </a:lnTo>
                <a:lnTo>
                  <a:pt x="2582" y="1112"/>
                </a:lnTo>
                <a:lnTo>
                  <a:pt x="2533" y="1071"/>
                </a:lnTo>
                <a:lnTo>
                  <a:pt x="2510" y="1052"/>
                </a:lnTo>
                <a:lnTo>
                  <a:pt x="2489" y="1031"/>
                </a:lnTo>
                <a:lnTo>
                  <a:pt x="2469" y="1013"/>
                </a:lnTo>
                <a:lnTo>
                  <a:pt x="2451" y="995"/>
                </a:lnTo>
                <a:lnTo>
                  <a:pt x="2434" y="976"/>
                </a:lnTo>
                <a:lnTo>
                  <a:pt x="2419" y="959"/>
                </a:lnTo>
                <a:lnTo>
                  <a:pt x="2407" y="943"/>
                </a:lnTo>
                <a:lnTo>
                  <a:pt x="2396" y="926"/>
                </a:lnTo>
                <a:lnTo>
                  <a:pt x="2388" y="911"/>
                </a:lnTo>
                <a:lnTo>
                  <a:pt x="2383" y="897"/>
                </a:lnTo>
                <a:lnTo>
                  <a:pt x="2370" y="857"/>
                </a:lnTo>
                <a:lnTo>
                  <a:pt x="2386" y="854"/>
                </a:lnTo>
                <a:lnTo>
                  <a:pt x="2400" y="850"/>
                </a:lnTo>
                <a:lnTo>
                  <a:pt x="2413" y="844"/>
                </a:lnTo>
                <a:lnTo>
                  <a:pt x="2424" y="836"/>
                </a:lnTo>
                <a:lnTo>
                  <a:pt x="2434" y="826"/>
                </a:lnTo>
                <a:lnTo>
                  <a:pt x="2437" y="821"/>
                </a:lnTo>
                <a:lnTo>
                  <a:pt x="2440" y="816"/>
                </a:lnTo>
                <a:lnTo>
                  <a:pt x="2443" y="811"/>
                </a:lnTo>
                <a:lnTo>
                  <a:pt x="2445" y="805"/>
                </a:lnTo>
                <a:lnTo>
                  <a:pt x="2446" y="799"/>
                </a:lnTo>
                <a:lnTo>
                  <a:pt x="2446" y="794"/>
                </a:lnTo>
                <a:lnTo>
                  <a:pt x="2446" y="787"/>
                </a:lnTo>
                <a:lnTo>
                  <a:pt x="2444" y="781"/>
                </a:lnTo>
                <a:lnTo>
                  <a:pt x="2442" y="775"/>
                </a:lnTo>
                <a:lnTo>
                  <a:pt x="2439" y="768"/>
                </a:lnTo>
                <a:lnTo>
                  <a:pt x="2436" y="762"/>
                </a:lnTo>
                <a:lnTo>
                  <a:pt x="2431" y="757"/>
                </a:lnTo>
                <a:lnTo>
                  <a:pt x="2425" y="752"/>
                </a:lnTo>
                <a:lnTo>
                  <a:pt x="2420" y="748"/>
                </a:lnTo>
                <a:lnTo>
                  <a:pt x="2414" y="744"/>
                </a:lnTo>
                <a:lnTo>
                  <a:pt x="2407" y="740"/>
                </a:lnTo>
                <a:lnTo>
                  <a:pt x="2400" y="737"/>
                </a:lnTo>
                <a:lnTo>
                  <a:pt x="2392" y="734"/>
                </a:lnTo>
                <a:lnTo>
                  <a:pt x="2384" y="732"/>
                </a:lnTo>
                <a:lnTo>
                  <a:pt x="2376" y="731"/>
                </a:lnTo>
                <a:lnTo>
                  <a:pt x="2366" y="730"/>
                </a:lnTo>
                <a:lnTo>
                  <a:pt x="2357" y="730"/>
                </a:lnTo>
                <a:lnTo>
                  <a:pt x="2352" y="730"/>
                </a:lnTo>
                <a:lnTo>
                  <a:pt x="2354" y="716"/>
                </a:lnTo>
                <a:lnTo>
                  <a:pt x="2356" y="704"/>
                </a:lnTo>
                <a:lnTo>
                  <a:pt x="2359" y="691"/>
                </a:lnTo>
                <a:lnTo>
                  <a:pt x="2362" y="680"/>
                </a:lnTo>
                <a:lnTo>
                  <a:pt x="2370" y="655"/>
                </a:lnTo>
                <a:lnTo>
                  <a:pt x="2382" y="630"/>
                </a:lnTo>
                <a:lnTo>
                  <a:pt x="2395" y="604"/>
                </a:lnTo>
                <a:lnTo>
                  <a:pt x="2410" y="577"/>
                </a:lnTo>
                <a:lnTo>
                  <a:pt x="2445" y="515"/>
                </a:lnTo>
                <a:lnTo>
                  <a:pt x="2464" y="479"/>
                </a:lnTo>
                <a:lnTo>
                  <a:pt x="2486" y="438"/>
                </a:lnTo>
                <a:lnTo>
                  <a:pt x="2507" y="394"/>
                </a:lnTo>
                <a:lnTo>
                  <a:pt x="2530" y="343"/>
                </a:lnTo>
                <a:lnTo>
                  <a:pt x="2554" y="286"/>
                </a:lnTo>
                <a:lnTo>
                  <a:pt x="2578" y="222"/>
                </a:lnTo>
                <a:lnTo>
                  <a:pt x="2602" y="152"/>
                </a:lnTo>
                <a:lnTo>
                  <a:pt x="2614" y="113"/>
                </a:lnTo>
                <a:lnTo>
                  <a:pt x="2627" y="74"/>
                </a:lnTo>
                <a:lnTo>
                  <a:pt x="2579" y="59"/>
                </a:lnTo>
                <a:lnTo>
                  <a:pt x="2535" y="47"/>
                </a:lnTo>
                <a:lnTo>
                  <a:pt x="2494" y="36"/>
                </a:lnTo>
                <a:lnTo>
                  <a:pt x="2455" y="27"/>
                </a:lnTo>
                <a:lnTo>
                  <a:pt x="2418" y="19"/>
                </a:lnTo>
                <a:lnTo>
                  <a:pt x="2384" y="13"/>
                </a:lnTo>
                <a:lnTo>
                  <a:pt x="2352" y="8"/>
                </a:lnTo>
                <a:lnTo>
                  <a:pt x="2322" y="3"/>
                </a:lnTo>
                <a:lnTo>
                  <a:pt x="2293" y="1"/>
                </a:lnTo>
                <a:lnTo>
                  <a:pt x="2265" y="0"/>
                </a:lnTo>
                <a:lnTo>
                  <a:pt x="2240" y="0"/>
                </a:lnTo>
                <a:lnTo>
                  <a:pt x="2216" y="2"/>
                </a:lnTo>
                <a:lnTo>
                  <a:pt x="2193" y="5"/>
                </a:lnTo>
                <a:lnTo>
                  <a:pt x="2171" y="10"/>
                </a:lnTo>
                <a:lnTo>
                  <a:pt x="2148" y="14"/>
                </a:lnTo>
                <a:lnTo>
                  <a:pt x="2127" y="20"/>
                </a:lnTo>
                <a:lnTo>
                  <a:pt x="2107" y="27"/>
                </a:lnTo>
                <a:lnTo>
                  <a:pt x="2086" y="35"/>
                </a:lnTo>
                <a:lnTo>
                  <a:pt x="2065" y="44"/>
                </a:lnTo>
                <a:lnTo>
                  <a:pt x="2044" y="54"/>
                </a:lnTo>
                <a:lnTo>
                  <a:pt x="2002" y="78"/>
                </a:lnTo>
                <a:lnTo>
                  <a:pt x="1957" y="103"/>
                </a:lnTo>
                <a:lnTo>
                  <a:pt x="1907" y="132"/>
                </a:lnTo>
                <a:lnTo>
                  <a:pt x="1852" y="163"/>
                </a:lnTo>
                <a:lnTo>
                  <a:pt x="1791" y="197"/>
                </a:lnTo>
                <a:lnTo>
                  <a:pt x="1757" y="215"/>
                </a:lnTo>
                <a:lnTo>
                  <a:pt x="1720" y="234"/>
                </a:lnTo>
                <a:lnTo>
                  <a:pt x="1694" y="238"/>
                </a:lnTo>
                <a:lnTo>
                  <a:pt x="1670" y="240"/>
                </a:lnTo>
                <a:lnTo>
                  <a:pt x="1646" y="239"/>
                </a:lnTo>
                <a:lnTo>
                  <a:pt x="1624" y="237"/>
                </a:lnTo>
                <a:lnTo>
                  <a:pt x="1603" y="233"/>
                </a:lnTo>
                <a:lnTo>
                  <a:pt x="1584" y="225"/>
                </a:lnTo>
                <a:lnTo>
                  <a:pt x="1566" y="218"/>
                </a:lnTo>
                <a:lnTo>
                  <a:pt x="1548" y="209"/>
                </a:lnTo>
                <a:lnTo>
                  <a:pt x="1532" y="199"/>
                </a:lnTo>
                <a:lnTo>
                  <a:pt x="1516" y="188"/>
                </a:lnTo>
                <a:lnTo>
                  <a:pt x="1500" y="176"/>
                </a:lnTo>
                <a:lnTo>
                  <a:pt x="1486" y="162"/>
                </a:lnTo>
                <a:lnTo>
                  <a:pt x="1457" y="136"/>
                </a:lnTo>
                <a:lnTo>
                  <a:pt x="1428" y="109"/>
                </a:lnTo>
                <a:lnTo>
                  <a:pt x="1413" y="97"/>
                </a:lnTo>
                <a:lnTo>
                  <a:pt x="1398" y="85"/>
                </a:lnTo>
                <a:lnTo>
                  <a:pt x="1382" y="73"/>
                </a:lnTo>
                <a:lnTo>
                  <a:pt x="1366" y="63"/>
                </a:lnTo>
                <a:lnTo>
                  <a:pt x="1350" y="53"/>
                </a:lnTo>
                <a:lnTo>
                  <a:pt x="1331" y="45"/>
                </a:lnTo>
                <a:lnTo>
                  <a:pt x="1313" y="38"/>
                </a:lnTo>
                <a:lnTo>
                  <a:pt x="1293" y="33"/>
                </a:lnTo>
                <a:lnTo>
                  <a:pt x="1271" y="30"/>
                </a:lnTo>
                <a:lnTo>
                  <a:pt x="1249" y="29"/>
                </a:lnTo>
                <a:lnTo>
                  <a:pt x="1225" y="31"/>
                </a:lnTo>
                <a:lnTo>
                  <a:pt x="1199" y="35"/>
                </a:lnTo>
                <a:lnTo>
                  <a:pt x="1171" y="41"/>
                </a:lnTo>
                <a:lnTo>
                  <a:pt x="1142" y="50"/>
                </a:lnTo>
                <a:lnTo>
                  <a:pt x="1110" y="63"/>
                </a:lnTo>
                <a:lnTo>
                  <a:pt x="1077" y="79"/>
                </a:lnTo>
                <a:lnTo>
                  <a:pt x="1112" y="150"/>
                </a:lnTo>
                <a:lnTo>
                  <a:pt x="1146" y="216"/>
                </a:lnTo>
                <a:lnTo>
                  <a:pt x="1179" y="275"/>
                </a:lnTo>
                <a:lnTo>
                  <a:pt x="1211" y="330"/>
                </a:lnTo>
                <a:lnTo>
                  <a:pt x="1242" y="379"/>
                </a:lnTo>
                <a:lnTo>
                  <a:pt x="1270" y="424"/>
                </a:lnTo>
                <a:lnTo>
                  <a:pt x="1298" y="465"/>
                </a:lnTo>
                <a:lnTo>
                  <a:pt x="1324" y="503"/>
                </a:lnTo>
                <a:lnTo>
                  <a:pt x="1370" y="568"/>
                </a:lnTo>
                <a:lnTo>
                  <a:pt x="1390" y="597"/>
                </a:lnTo>
                <a:lnTo>
                  <a:pt x="1408" y="625"/>
                </a:lnTo>
                <a:lnTo>
                  <a:pt x="1423" y="652"/>
                </a:lnTo>
                <a:lnTo>
                  <a:pt x="1436" y="678"/>
                </a:lnTo>
                <a:lnTo>
                  <a:pt x="1442" y="691"/>
                </a:lnTo>
                <a:lnTo>
                  <a:pt x="1447" y="704"/>
                </a:lnTo>
                <a:lnTo>
                  <a:pt x="1452" y="716"/>
                </a:lnTo>
                <a:lnTo>
                  <a:pt x="1455" y="730"/>
                </a:lnTo>
                <a:lnTo>
                  <a:pt x="1439" y="733"/>
                </a:lnTo>
                <a:lnTo>
                  <a:pt x="1425" y="738"/>
                </a:lnTo>
                <a:lnTo>
                  <a:pt x="1412" y="744"/>
                </a:lnTo>
                <a:lnTo>
                  <a:pt x="1401" y="751"/>
                </a:lnTo>
                <a:lnTo>
                  <a:pt x="1391" y="760"/>
                </a:lnTo>
                <a:lnTo>
                  <a:pt x="1387" y="765"/>
                </a:lnTo>
                <a:lnTo>
                  <a:pt x="1384" y="770"/>
                </a:lnTo>
                <a:lnTo>
                  <a:pt x="1382" y="776"/>
                </a:lnTo>
                <a:lnTo>
                  <a:pt x="1380" y="782"/>
                </a:lnTo>
                <a:lnTo>
                  <a:pt x="1379" y="788"/>
                </a:lnTo>
                <a:lnTo>
                  <a:pt x="1378" y="794"/>
                </a:lnTo>
                <a:lnTo>
                  <a:pt x="1379" y="799"/>
                </a:lnTo>
                <a:lnTo>
                  <a:pt x="1380" y="805"/>
                </a:lnTo>
                <a:lnTo>
                  <a:pt x="1382" y="811"/>
                </a:lnTo>
                <a:lnTo>
                  <a:pt x="1384" y="816"/>
                </a:lnTo>
                <a:lnTo>
                  <a:pt x="1387" y="821"/>
                </a:lnTo>
                <a:lnTo>
                  <a:pt x="1391" y="826"/>
                </a:lnTo>
                <a:lnTo>
                  <a:pt x="1401" y="836"/>
                </a:lnTo>
                <a:lnTo>
                  <a:pt x="1412" y="843"/>
                </a:lnTo>
                <a:lnTo>
                  <a:pt x="1425" y="850"/>
                </a:lnTo>
                <a:lnTo>
                  <a:pt x="1439" y="854"/>
                </a:lnTo>
                <a:lnTo>
                  <a:pt x="1455" y="857"/>
                </a:lnTo>
                <a:lnTo>
                  <a:pt x="1454" y="866"/>
                </a:lnTo>
                <a:lnTo>
                  <a:pt x="1451" y="876"/>
                </a:lnTo>
                <a:lnTo>
                  <a:pt x="1445" y="892"/>
                </a:lnTo>
                <a:lnTo>
                  <a:pt x="1438" y="907"/>
                </a:lnTo>
                <a:lnTo>
                  <a:pt x="1428" y="923"/>
                </a:lnTo>
                <a:lnTo>
                  <a:pt x="1416" y="941"/>
                </a:lnTo>
                <a:lnTo>
                  <a:pt x="1401" y="959"/>
                </a:lnTo>
                <a:lnTo>
                  <a:pt x="1384" y="977"/>
                </a:lnTo>
                <a:lnTo>
                  <a:pt x="1366" y="997"/>
                </a:lnTo>
                <a:lnTo>
                  <a:pt x="1346" y="1016"/>
                </a:lnTo>
                <a:lnTo>
                  <a:pt x="1323" y="1035"/>
                </a:lnTo>
                <a:lnTo>
                  <a:pt x="1300" y="1056"/>
                </a:lnTo>
                <a:lnTo>
                  <a:pt x="1249" y="1097"/>
                </a:lnTo>
                <a:lnTo>
                  <a:pt x="1194" y="1141"/>
                </a:lnTo>
                <a:lnTo>
                  <a:pt x="1136" y="1185"/>
                </a:lnTo>
                <a:lnTo>
                  <a:pt x="1014" y="1275"/>
                </a:lnTo>
                <a:lnTo>
                  <a:pt x="893" y="1363"/>
                </a:lnTo>
                <a:lnTo>
                  <a:pt x="835" y="1407"/>
                </a:lnTo>
                <a:lnTo>
                  <a:pt x="781" y="1450"/>
                </a:lnTo>
                <a:lnTo>
                  <a:pt x="732" y="1491"/>
                </a:lnTo>
                <a:lnTo>
                  <a:pt x="710" y="1511"/>
                </a:lnTo>
                <a:lnTo>
                  <a:pt x="689" y="1530"/>
                </a:lnTo>
                <a:lnTo>
                  <a:pt x="666" y="1554"/>
                </a:lnTo>
                <a:lnTo>
                  <a:pt x="643" y="1579"/>
                </a:lnTo>
                <a:lnTo>
                  <a:pt x="619" y="1608"/>
                </a:lnTo>
                <a:lnTo>
                  <a:pt x="595" y="1639"/>
                </a:lnTo>
                <a:lnTo>
                  <a:pt x="570" y="1673"/>
                </a:lnTo>
                <a:lnTo>
                  <a:pt x="546" y="1709"/>
                </a:lnTo>
                <a:lnTo>
                  <a:pt x="520" y="1747"/>
                </a:lnTo>
                <a:lnTo>
                  <a:pt x="495" y="1788"/>
                </a:lnTo>
                <a:lnTo>
                  <a:pt x="470" y="1832"/>
                </a:lnTo>
                <a:lnTo>
                  <a:pt x="444" y="1877"/>
                </a:lnTo>
                <a:lnTo>
                  <a:pt x="419" y="1923"/>
                </a:lnTo>
                <a:lnTo>
                  <a:pt x="393" y="1972"/>
                </a:lnTo>
                <a:lnTo>
                  <a:pt x="369" y="2023"/>
                </a:lnTo>
                <a:lnTo>
                  <a:pt x="343" y="2076"/>
                </a:lnTo>
                <a:lnTo>
                  <a:pt x="319" y="2130"/>
                </a:lnTo>
                <a:lnTo>
                  <a:pt x="294" y="2185"/>
                </a:lnTo>
                <a:lnTo>
                  <a:pt x="271" y="2242"/>
                </a:lnTo>
                <a:lnTo>
                  <a:pt x="247" y="2300"/>
                </a:lnTo>
                <a:lnTo>
                  <a:pt x="224" y="2359"/>
                </a:lnTo>
                <a:lnTo>
                  <a:pt x="203" y="2420"/>
                </a:lnTo>
                <a:lnTo>
                  <a:pt x="181" y="2482"/>
                </a:lnTo>
                <a:lnTo>
                  <a:pt x="161" y="2544"/>
                </a:lnTo>
                <a:lnTo>
                  <a:pt x="141" y="2606"/>
                </a:lnTo>
                <a:lnTo>
                  <a:pt x="122" y="2670"/>
                </a:lnTo>
                <a:lnTo>
                  <a:pt x="105" y="2733"/>
                </a:lnTo>
                <a:lnTo>
                  <a:pt x="89" y="2798"/>
                </a:lnTo>
                <a:lnTo>
                  <a:pt x="73" y="2863"/>
                </a:lnTo>
                <a:lnTo>
                  <a:pt x="59" y="2928"/>
                </a:lnTo>
                <a:lnTo>
                  <a:pt x="46" y="2993"/>
                </a:lnTo>
                <a:lnTo>
                  <a:pt x="35" y="3058"/>
                </a:lnTo>
                <a:lnTo>
                  <a:pt x="24" y="3123"/>
                </a:lnTo>
                <a:lnTo>
                  <a:pt x="16" y="3188"/>
                </a:lnTo>
                <a:lnTo>
                  <a:pt x="10" y="3253"/>
                </a:lnTo>
                <a:lnTo>
                  <a:pt x="5" y="3317"/>
                </a:lnTo>
                <a:lnTo>
                  <a:pt x="1" y="3380"/>
                </a:lnTo>
                <a:lnTo>
                  <a:pt x="0" y="3443"/>
                </a:lnTo>
                <a:lnTo>
                  <a:pt x="0" y="3505"/>
                </a:lnTo>
                <a:lnTo>
                  <a:pt x="3" y="3567"/>
                </a:lnTo>
                <a:lnTo>
                  <a:pt x="7" y="3629"/>
                </a:lnTo>
                <a:lnTo>
                  <a:pt x="13" y="3688"/>
                </a:lnTo>
                <a:lnTo>
                  <a:pt x="22" y="3747"/>
                </a:lnTo>
                <a:lnTo>
                  <a:pt x="27" y="3775"/>
                </a:lnTo>
                <a:lnTo>
                  <a:pt x="32" y="3804"/>
                </a:lnTo>
                <a:lnTo>
                  <a:pt x="40" y="3832"/>
                </a:lnTo>
                <a:lnTo>
                  <a:pt x="46" y="3860"/>
                </a:lnTo>
                <a:lnTo>
                  <a:pt x="54" y="3887"/>
                </a:lnTo>
                <a:lnTo>
                  <a:pt x="62" y="3914"/>
                </a:lnTo>
                <a:lnTo>
                  <a:pt x="70" y="3941"/>
                </a:lnTo>
                <a:lnTo>
                  <a:pt x="80" y="3968"/>
                </a:lnTo>
                <a:lnTo>
                  <a:pt x="90" y="3993"/>
                </a:lnTo>
                <a:lnTo>
                  <a:pt x="101" y="4019"/>
                </a:lnTo>
                <a:lnTo>
                  <a:pt x="112" y="4044"/>
                </a:lnTo>
                <a:lnTo>
                  <a:pt x="124" y="4069"/>
                </a:lnTo>
                <a:lnTo>
                  <a:pt x="136" y="4093"/>
                </a:lnTo>
                <a:lnTo>
                  <a:pt x="150" y="4116"/>
                </a:lnTo>
                <a:lnTo>
                  <a:pt x="164" y="4140"/>
                </a:lnTo>
                <a:lnTo>
                  <a:pt x="179" y="4162"/>
                </a:lnTo>
                <a:lnTo>
                  <a:pt x="194" y="4185"/>
                </a:lnTo>
                <a:lnTo>
                  <a:pt x="211" y="4206"/>
                </a:lnTo>
                <a:lnTo>
                  <a:pt x="227" y="4227"/>
                </a:lnTo>
                <a:lnTo>
                  <a:pt x="244" y="4248"/>
                </a:lnTo>
                <a:lnTo>
                  <a:pt x="263" y="4268"/>
                </a:lnTo>
                <a:lnTo>
                  <a:pt x="282" y="4288"/>
                </a:lnTo>
                <a:lnTo>
                  <a:pt x="302" y="4307"/>
                </a:lnTo>
                <a:lnTo>
                  <a:pt x="323" y="4325"/>
                </a:lnTo>
                <a:lnTo>
                  <a:pt x="344" y="4343"/>
                </a:lnTo>
                <a:lnTo>
                  <a:pt x="367" y="4360"/>
                </a:lnTo>
                <a:lnTo>
                  <a:pt x="389" y="4376"/>
                </a:lnTo>
                <a:lnTo>
                  <a:pt x="413" y="4391"/>
                </a:lnTo>
                <a:lnTo>
                  <a:pt x="438" y="4407"/>
                </a:lnTo>
                <a:lnTo>
                  <a:pt x="463" y="4421"/>
                </a:lnTo>
                <a:lnTo>
                  <a:pt x="490" y="4435"/>
                </a:lnTo>
                <a:lnTo>
                  <a:pt x="516" y="4449"/>
                </a:lnTo>
                <a:lnTo>
                  <a:pt x="545" y="4461"/>
                </a:lnTo>
                <a:lnTo>
                  <a:pt x="573" y="4472"/>
                </a:lnTo>
                <a:lnTo>
                  <a:pt x="603" y="4483"/>
                </a:lnTo>
                <a:lnTo>
                  <a:pt x="634" y="4493"/>
                </a:lnTo>
                <a:lnTo>
                  <a:pt x="665" y="4503"/>
                </a:lnTo>
                <a:lnTo>
                  <a:pt x="698" y="4511"/>
                </a:lnTo>
                <a:lnTo>
                  <a:pt x="731" y="4519"/>
                </a:lnTo>
                <a:lnTo>
                  <a:pt x="765" y="4526"/>
                </a:lnTo>
                <a:lnTo>
                  <a:pt x="801" y="4532"/>
                </a:lnTo>
                <a:lnTo>
                  <a:pt x="836" y="4537"/>
                </a:lnTo>
                <a:lnTo>
                  <a:pt x="873" y="4541"/>
                </a:lnTo>
                <a:lnTo>
                  <a:pt x="912" y="4545"/>
                </a:lnTo>
                <a:lnTo>
                  <a:pt x="950" y="4548"/>
                </a:lnTo>
                <a:lnTo>
                  <a:pt x="990" y="4549"/>
                </a:lnTo>
                <a:lnTo>
                  <a:pt x="1475" y="4566"/>
                </a:lnTo>
                <a:lnTo>
                  <a:pt x="1751" y="4575"/>
                </a:lnTo>
                <a:lnTo>
                  <a:pt x="1874" y="4578"/>
                </a:lnTo>
                <a:lnTo>
                  <a:pt x="1903" y="4578"/>
                </a:lnTo>
                <a:lnTo>
                  <a:pt x="1932" y="4578"/>
                </a:lnTo>
                <a:lnTo>
                  <a:pt x="2056" y="4575"/>
                </a:lnTo>
                <a:lnTo>
                  <a:pt x="2332" y="4566"/>
                </a:lnTo>
                <a:lnTo>
                  <a:pt x="2817" y="4549"/>
                </a:lnTo>
                <a:lnTo>
                  <a:pt x="2856" y="4548"/>
                </a:lnTo>
                <a:lnTo>
                  <a:pt x="2895" y="4545"/>
                </a:lnTo>
                <a:lnTo>
                  <a:pt x="2933" y="4541"/>
                </a:lnTo>
                <a:lnTo>
                  <a:pt x="2970" y="4537"/>
                </a:lnTo>
                <a:lnTo>
                  <a:pt x="3006" y="4532"/>
                </a:lnTo>
                <a:lnTo>
                  <a:pt x="3042" y="4526"/>
                </a:lnTo>
                <a:lnTo>
                  <a:pt x="3075" y="4519"/>
                </a:lnTo>
                <a:lnTo>
                  <a:pt x="3109" y="4511"/>
                </a:lnTo>
                <a:lnTo>
                  <a:pt x="3142" y="4503"/>
                </a:lnTo>
                <a:lnTo>
                  <a:pt x="3173" y="4493"/>
                </a:lnTo>
                <a:lnTo>
                  <a:pt x="3204" y="4483"/>
                </a:lnTo>
                <a:lnTo>
                  <a:pt x="3233" y="4472"/>
                </a:lnTo>
                <a:lnTo>
                  <a:pt x="3262" y="4461"/>
                </a:lnTo>
                <a:lnTo>
                  <a:pt x="3290" y="4449"/>
                </a:lnTo>
                <a:lnTo>
                  <a:pt x="3317" y="4435"/>
                </a:lnTo>
                <a:lnTo>
                  <a:pt x="3343" y="4421"/>
                </a:lnTo>
                <a:lnTo>
                  <a:pt x="3369" y="4407"/>
                </a:lnTo>
                <a:lnTo>
                  <a:pt x="3393" y="4391"/>
                </a:lnTo>
                <a:lnTo>
                  <a:pt x="3418" y="4376"/>
                </a:lnTo>
                <a:lnTo>
                  <a:pt x="3440" y="4360"/>
                </a:lnTo>
                <a:lnTo>
                  <a:pt x="3462" y="4343"/>
                </a:lnTo>
                <a:lnTo>
                  <a:pt x="3484" y="4325"/>
                </a:lnTo>
                <a:lnTo>
                  <a:pt x="3504" y="4307"/>
                </a:lnTo>
                <a:lnTo>
                  <a:pt x="3525" y="4288"/>
                </a:lnTo>
                <a:lnTo>
                  <a:pt x="3544" y="4268"/>
                </a:lnTo>
                <a:lnTo>
                  <a:pt x="3562" y="4248"/>
                </a:lnTo>
                <a:lnTo>
                  <a:pt x="3580" y="4227"/>
                </a:lnTo>
                <a:lnTo>
                  <a:pt x="3596" y="4206"/>
                </a:lnTo>
                <a:lnTo>
                  <a:pt x="3612" y="4185"/>
                </a:lnTo>
                <a:lnTo>
                  <a:pt x="3628" y="4162"/>
                </a:lnTo>
                <a:lnTo>
                  <a:pt x="3643" y="4140"/>
                </a:lnTo>
                <a:lnTo>
                  <a:pt x="3657" y="4116"/>
                </a:lnTo>
                <a:lnTo>
                  <a:pt x="3670" y="4093"/>
                </a:lnTo>
                <a:lnTo>
                  <a:pt x="3683" y="4069"/>
                </a:lnTo>
                <a:lnTo>
                  <a:pt x="3695" y="4044"/>
                </a:lnTo>
                <a:lnTo>
                  <a:pt x="3706" y="4019"/>
                </a:lnTo>
                <a:lnTo>
                  <a:pt x="3716" y="3993"/>
                </a:lnTo>
                <a:lnTo>
                  <a:pt x="3726" y="3968"/>
                </a:lnTo>
                <a:lnTo>
                  <a:pt x="3737" y="3941"/>
                </a:lnTo>
                <a:lnTo>
                  <a:pt x="3745" y="3914"/>
                </a:lnTo>
                <a:lnTo>
                  <a:pt x="3753" y="3887"/>
                </a:lnTo>
                <a:lnTo>
                  <a:pt x="3760" y="3860"/>
                </a:lnTo>
                <a:lnTo>
                  <a:pt x="3767" y="3832"/>
                </a:lnTo>
                <a:lnTo>
                  <a:pt x="3774" y="3804"/>
                </a:lnTo>
                <a:lnTo>
                  <a:pt x="3779" y="3775"/>
                </a:lnTo>
                <a:lnTo>
                  <a:pt x="3784" y="3747"/>
                </a:lnTo>
                <a:lnTo>
                  <a:pt x="3794" y="3688"/>
                </a:lnTo>
                <a:lnTo>
                  <a:pt x="3800" y="3629"/>
                </a:lnTo>
                <a:lnTo>
                  <a:pt x="3804" y="3567"/>
                </a:lnTo>
                <a:lnTo>
                  <a:pt x="3807" y="3505"/>
                </a:lnTo>
                <a:lnTo>
                  <a:pt x="3807" y="3443"/>
                </a:lnTo>
                <a:lnTo>
                  <a:pt x="3806" y="3380"/>
                </a:lnTo>
                <a:lnTo>
                  <a:pt x="3802" y="3317"/>
                </a:lnTo>
                <a:lnTo>
                  <a:pt x="3797" y="3253"/>
                </a:lnTo>
                <a:lnTo>
                  <a:pt x="3791" y="3188"/>
                </a:lnTo>
                <a:lnTo>
                  <a:pt x="3781" y="3123"/>
                </a:lnTo>
                <a:lnTo>
                  <a:pt x="3772" y="3058"/>
                </a:lnTo>
                <a:lnTo>
                  <a:pt x="3761" y="2993"/>
                </a:lnTo>
                <a:lnTo>
                  <a:pt x="3748" y="2928"/>
                </a:lnTo>
                <a:lnTo>
                  <a:pt x="3733" y="2863"/>
                </a:lnTo>
                <a:lnTo>
                  <a:pt x="3718" y="2798"/>
                </a:lnTo>
                <a:lnTo>
                  <a:pt x="3702" y="2733"/>
                </a:lnTo>
                <a:lnTo>
                  <a:pt x="3685" y="2670"/>
                </a:lnTo>
                <a:lnTo>
                  <a:pt x="3665" y="2606"/>
                </a:lnTo>
                <a:lnTo>
                  <a:pt x="3646" y="2544"/>
                </a:lnTo>
                <a:lnTo>
                  <a:pt x="3625" y="2482"/>
                </a:lnTo>
                <a:lnTo>
                  <a:pt x="3604" y="2420"/>
                </a:lnTo>
                <a:lnTo>
                  <a:pt x="3582" y="2359"/>
                </a:lnTo>
                <a:lnTo>
                  <a:pt x="3559" y="2300"/>
                </a:lnTo>
                <a:lnTo>
                  <a:pt x="3536" y="2242"/>
                </a:lnTo>
                <a:lnTo>
                  <a:pt x="3512" y="2185"/>
                </a:lnTo>
                <a:lnTo>
                  <a:pt x="3488" y="2130"/>
                </a:lnTo>
                <a:lnTo>
                  <a:pt x="3463" y="2076"/>
                </a:lnTo>
                <a:lnTo>
                  <a:pt x="3438" y="2023"/>
                </a:lnTo>
                <a:lnTo>
                  <a:pt x="3413" y="1972"/>
                </a:lnTo>
                <a:lnTo>
                  <a:pt x="3388" y="1923"/>
                </a:lnTo>
                <a:lnTo>
                  <a:pt x="3363" y="1877"/>
                </a:lnTo>
                <a:lnTo>
                  <a:pt x="3336" y="1832"/>
                </a:lnTo>
                <a:lnTo>
                  <a:pt x="3311" y="1788"/>
                </a:lnTo>
                <a:lnTo>
                  <a:pt x="3286" y="1747"/>
                </a:lnTo>
                <a:lnTo>
                  <a:pt x="3261" y="1709"/>
                </a:lnTo>
                <a:lnTo>
                  <a:pt x="3236" y="1673"/>
                </a:lnTo>
                <a:lnTo>
                  <a:pt x="3211" y="1639"/>
                </a:lnTo>
                <a:lnTo>
                  <a:pt x="3187" y="1608"/>
                </a:lnTo>
                <a:lnTo>
                  <a:pt x="3164" y="1579"/>
                </a:lnTo>
                <a:lnTo>
                  <a:pt x="3141" y="1554"/>
                </a:lnTo>
                <a:lnTo>
                  <a:pt x="3118" y="1530"/>
                </a:lnTo>
                <a:close/>
                <a:moveTo>
                  <a:pt x="2776" y="3860"/>
                </a:moveTo>
                <a:lnTo>
                  <a:pt x="2776" y="3860"/>
                </a:lnTo>
                <a:lnTo>
                  <a:pt x="2751" y="3878"/>
                </a:lnTo>
                <a:lnTo>
                  <a:pt x="2728" y="3894"/>
                </a:lnTo>
                <a:lnTo>
                  <a:pt x="2705" y="3909"/>
                </a:lnTo>
                <a:lnTo>
                  <a:pt x="2681" y="3921"/>
                </a:lnTo>
                <a:lnTo>
                  <a:pt x="2660" y="3931"/>
                </a:lnTo>
                <a:lnTo>
                  <a:pt x="2638" y="3940"/>
                </a:lnTo>
                <a:lnTo>
                  <a:pt x="2617" y="3947"/>
                </a:lnTo>
                <a:lnTo>
                  <a:pt x="2597" y="3953"/>
                </a:lnTo>
                <a:lnTo>
                  <a:pt x="2577" y="3959"/>
                </a:lnTo>
                <a:lnTo>
                  <a:pt x="2558" y="3963"/>
                </a:lnTo>
                <a:lnTo>
                  <a:pt x="2521" y="3969"/>
                </a:lnTo>
                <a:lnTo>
                  <a:pt x="2487" y="3973"/>
                </a:lnTo>
                <a:lnTo>
                  <a:pt x="2455" y="3977"/>
                </a:lnTo>
                <a:lnTo>
                  <a:pt x="2428" y="3979"/>
                </a:lnTo>
                <a:lnTo>
                  <a:pt x="2398" y="3980"/>
                </a:lnTo>
                <a:lnTo>
                  <a:pt x="2365" y="3980"/>
                </a:lnTo>
                <a:lnTo>
                  <a:pt x="2329" y="3978"/>
                </a:lnTo>
                <a:lnTo>
                  <a:pt x="2289" y="3975"/>
                </a:lnTo>
                <a:lnTo>
                  <a:pt x="2246" y="3971"/>
                </a:lnTo>
                <a:lnTo>
                  <a:pt x="2199" y="3964"/>
                </a:lnTo>
                <a:lnTo>
                  <a:pt x="2149" y="3957"/>
                </a:lnTo>
                <a:lnTo>
                  <a:pt x="2046" y="3940"/>
                </a:lnTo>
                <a:lnTo>
                  <a:pt x="1956" y="3928"/>
                </a:lnTo>
                <a:lnTo>
                  <a:pt x="1916" y="3923"/>
                </a:lnTo>
                <a:lnTo>
                  <a:pt x="1879" y="3920"/>
                </a:lnTo>
                <a:lnTo>
                  <a:pt x="1847" y="3918"/>
                </a:lnTo>
                <a:lnTo>
                  <a:pt x="1818" y="3917"/>
                </a:lnTo>
                <a:lnTo>
                  <a:pt x="1786" y="3917"/>
                </a:lnTo>
                <a:lnTo>
                  <a:pt x="1754" y="3919"/>
                </a:lnTo>
                <a:lnTo>
                  <a:pt x="1724" y="3921"/>
                </a:lnTo>
                <a:lnTo>
                  <a:pt x="1692" y="3925"/>
                </a:lnTo>
                <a:lnTo>
                  <a:pt x="1661" y="3929"/>
                </a:lnTo>
                <a:lnTo>
                  <a:pt x="1631" y="3934"/>
                </a:lnTo>
                <a:lnTo>
                  <a:pt x="1601" y="3940"/>
                </a:lnTo>
                <a:lnTo>
                  <a:pt x="1573" y="3946"/>
                </a:lnTo>
                <a:lnTo>
                  <a:pt x="1516" y="3960"/>
                </a:lnTo>
                <a:lnTo>
                  <a:pt x="1462" y="3974"/>
                </a:lnTo>
                <a:lnTo>
                  <a:pt x="1362" y="4001"/>
                </a:lnTo>
                <a:lnTo>
                  <a:pt x="1350" y="4000"/>
                </a:lnTo>
                <a:lnTo>
                  <a:pt x="1338" y="3998"/>
                </a:lnTo>
                <a:lnTo>
                  <a:pt x="1327" y="3995"/>
                </a:lnTo>
                <a:lnTo>
                  <a:pt x="1317" y="3992"/>
                </a:lnTo>
                <a:lnTo>
                  <a:pt x="1296" y="3985"/>
                </a:lnTo>
                <a:lnTo>
                  <a:pt x="1276" y="3976"/>
                </a:lnTo>
                <a:lnTo>
                  <a:pt x="1259" y="3964"/>
                </a:lnTo>
                <a:lnTo>
                  <a:pt x="1243" y="3951"/>
                </a:lnTo>
                <a:lnTo>
                  <a:pt x="1229" y="3937"/>
                </a:lnTo>
                <a:lnTo>
                  <a:pt x="1223" y="3929"/>
                </a:lnTo>
                <a:lnTo>
                  <a:pt x="1218" y="3922"/>
                </a:lnTo>
                <a:lnTo>
                  <a:pt x="1213" y="3914"/>
                </a:lnTo>
                <a:lnTo>
                  <a:pt x="1209" y="3906"/>
                </a:lnTo>
                <a:lnTo>
                  <a:pt x="1206" y="3896"/>
                </a:lnTo>
                <a:lnTo>
                  <a:pt x="1203" y="3888"/>
                </a:lnTo>
                <a:lnTo>
                  <a:pt x="1201" y="3880"/>
                </a:lnTo>
                <a:lnTo>
                  <a:pt x="1200" y="3871"/>
                </a:lnTo>
                <a:lnTo>
                  <a:pt x="1199" y="3862"/>
                </a:lnTo>
                <a:lnTo>
                  <a:pt x="1200" y="3854"/>
                </a:lnTo>
                <a:lnTo>
                  <a:pt x="1201" y="3845"/>
                </a:lnTo>
                <a:lnTo>
                  <a:pt x="1203" y="3836"/>
                </a:lnTo>
                <a:lnTo>
                  <a:pt x="1206" y="3827"/>
                </a:lnTo>
                <a:lnTo>
                  <a:pt x="1210" y="3818"/>
                </a:lnTo>
                <a:lnTo>
                  <a:pt x="1215" y="3810"/>
                </a:lnTo>
                <a:lnTo>
                  <a:pt x="1220" y="3802"/>
                </a:lnTo>
                <a:lnTo>
                  <a:pt x="1227" y="3793"/>
                </a:lnTo>
                <a:lnTo>
                  <a:pt x="1236" y="3785"/>
                </a:lnTo>
                <a:lnTo>
                  <a:pt x="1288" y="3749"/>
                </a:lnTo>
                <a:lnTo>
                  <a:pt x="1314" y="3730"/>
                </a:lnTo>
                <a:lnTo>
                  <a:pt x="1341" y="3710"/>
                </a:lnTo>
                <a:lnTo>
                  <a:pt x="1367" y="3689"/>
                </a:lnTo>
                <a:lnTo>
                  <a:pt x="1392" y="3667"/>
                </a:lnTo>
                <a:lnTo>
                  <a:pt x="1417" y="3644"/>
                </a:lnTo>
                <a:lnTo>
                  <a:pt x="1440" y="3618"/>
                </a:lnTo>
                <a:lnTo>
                  <a:pt x="1462" y="3593"/>
                </a:lnTo>
                <a:lnTo>
                  <a:pt x="1472" y="3579"/>
                </a:lnTo>
                <a:lnTo>
                  <a:pt x="1482" y="3565"/>
                </a:lnTo>
                <a:lnTo>
                  <a:pt x="1491" y="3550"/>
                </a:lnTo>
                <a:lnTo>
                  <a:pt x="1499" y="3536"/>
                </a:lnTo>
                <a:lnTo>
                  <a:pt x="1508" y="3521"/>
                </a:lnTo>
                <a:lnTo>
                  <a:pt x="1515" y="3504"/>
                </a:lnTo>
                <a:lnTo>
                  <a:pt x="1522" y="3488"/>
                </a:lnTo>
                <a:lnTo>
                  <a:pt x="1528" y="3472"/>
                </a:lnTo>
                <a:lnTo>
                  <a:pt x="1533" y="3454"/>
                </a:lnTo>
                <a:lnTo>
                  <a:pt x="1537" y="3437"/>
                </a:lnTo>
                <a:lnTo>
                  <a:pt x="1541" y="3419"/>
                </a:lnTo>
                <a:lnTo>
                  <a:pt x="1544" y="3399"/>
                </a:lnTo>
                <a:lnTo>
                  <a:pt x="1546" y="3381"/>
                </a:lnTo>
                <a:lnTo>
                  <a:pt x="1547" y="3361"/>
                </a:lnTo>
                <a:lnTo>
                  <a:pt x="1547" y="3337"/>
                </a:lnTo>
                <a:lnTo>
                  <a:pt x="1547" y="3311"/>
                </a:lnTo>
                <a:lnTo>
                  <a:pt x="1164" y="3282"/>
                </a:lnTo>
                <a:lnTo>
                  <a:pt x="1151" y="3280"/>
                </a:lnTo>
                <a:lnTo>
                  <a:pt x="1137" y="3277"/>
                </a:lnTo>
                <a:lnTo>
                  <a:pt x="1124" y="3273"/>
                </a:lnTo>
                <a:lnTo>
                  <a:pt x="1111" y="3268"/>
                </a:lnTo>
                <a:lnTo>
                  <a:pt x="1099" y="3261"/>
                </a:lnTo>
                <a:lnTo>
                  <a:pt x="1088" y="3254"/>
                </a:lnTo>
                <a:lnTo>
                  <a:pt x="1077" y="3246"/>
                </a:lnTo>
                <a:lnTo>
                  <a:pt x="1066" y="3236"/>
                </a:lnTo>
                <a:lnTo>
                  <a:pt x="1057" y="3226"/>
                </a:lnTo>
                <a:lnTo>
                  <a:pt x="1049" y="3216"/>
                </a:lnTo>
                <a:lnTo>
                  <a:pt x="1042" y="3205"/>
                </a:lnTo>
                <a:lnTo>
                  <a:pt x="1036" y="3193"/>
                </a:lnTo>
                <a:lnTo>
                  <a:pt x="1030" y="3180"/>
                </a:lnTo>
                <a:lnTo>
                  <a:pt x="1026" y="3168"/>
                </a:lnTo>
                <a:lnTo>
                  <a:pt x="1024" y="3155"/>
                </a:lnTo>
                <a:lnTo>
                  <a:pt x="1022" y="3142"/>
                </a:lnTo>
                <a:lnTo>
                  <a:pt x="1022" y="3128"/>
                </a:lnTo>
                <a:lnTo>
                  <a:pt x="1023" y="3115"/>
                </a:lnTo>
                <a:lnTo>
                  <a:pt x="1025" y="3103"/>
                </a:lnTo>
                <a:lnTo>
                  <a:pt x="1029" y="3092"/>
                </a:lnTo>
                <a:lnTo>
                  <a:pt x="1034" y="3081"/>
                </a:lnTo>
                <a:lnTo>
                  <a:pt x="1040" y="3069"/>
                </a:lnTo>
                <a:lnTo>
                  <a:pt x="1047" y="3060"/>
                </a:lnTo>
                <a:lnTo>
                  <a:pt x="1055" y="3051"/>
                </a:lnTo>
                <a:lnTo>
                  <a:pt x="1063" y="3043"/>
                </a:lnTo>
                <a:lnTo>
                  <a:pt x="1074" y="3036"/>
                </a:lnTo>
                <a:lnTo>
                  <a:pt x="1085" y="3030"/>
                </a:lnTo>
                <a:lnTo>
                  <a:pt x="1096" y="3025"/>
                </a:lnTo>
                <a:lnTo>
                  <a:pt x="1108" y="3020"/>
                </a:lnTo>
                <a:lnTo>
                  <a:pt x="1120" y="3017"/>
                </a:lnTo>
                <a:lnTo>
                  <a:pt x="1134" y="3016"/>
                </a:lnTo>
                <a:lnTo>
                  <a:pt x="1148" y="3016"/>
                </a:lnTo>
                <a:lnTo>
                  <a:pt x="1518" y="3029"/>
                </a:lnTo>
                <a:lnTo>
                  <a:pt x="1463" y="2843"/>
                </a:lnTo>
                <a:lnTo>
                  <a:pt x="1145" y="2843"/>
                </a:lnTo>
                <a:lnTo>
                  <a:pt x="1131" y="2843"/>
                </a:lnTo>
                <a:lnTo>
                  <a:pt x="1117" y="2841"/>
                </a:lnTo>
                <a:lnTo>
                  <a:pt x="1104" y="2837"/>
                </a:lnTo>
                <a:lnTo>
                  <a:pt x="1092" y="2833"/>
                </a:lnTo>
                <a:lnTo>
                  <a:pt x="1081" y="2827"/>
                </a:lnTo>
                <a:lnTo>
                  <a:pt x="1070" y="2821"/>
                </a:lnTo>
                <a:lnTo>
                  <a:pt x="1059" y="2813"/>
                </a:lnTo>
                <a:lnTo>
                  <a:pt x="1050" y="2805"/>
                </a:lnTo>
                <a:lnTo>
                  <a:pt x="1042" y="2794"/>
                </a:lnTo>
                <a:lnTo>
                  <a:pt x="1035" y="2784"/>
                </a:lnTo>
                <a:lnTo>
                  <a:pt x="1028" y="2773"/>
                </a:lnTo>
                <a:lnTo>
                  <a:pt x="1023" y="2762"/>
                </a:lnTo>
                <a:lnTo>
                  <a:pt x="1019" y="2750"/>
                </a:lnTo>
                <a:lnTo>
                  <a:pt x="1016" y="2736"/>
                </a:lnTo>
                <a:lnTo>
                  <a:pt x="1015" y="2723"/>
                </a:lnTo>
                <a:lnTo>
                  <a:pt x="1014" y="2710"/>
                </a:lnTo>
                <a:lnTo>
                  <a:pt x="1015" y="2696"/>
                </a:lnTo>
                <a:lnTo>
                  <a:pt x="1018" y="2682"/>
                </a:lnTo>
                <a:lnTo>
                  <a:pt x="1021" y="2669"/>
                </a:lnTo>
                <a:lnTo>
                  <a:pt x="1026" y="2657"/>
                </a:lnTo>
                <a:lnTo>
                  <a:pt x="1032" y="2645"/>
                </a:lnTo>
                <a:lnTo>
                  <a:pt x="1039" y="2633"/>
                </a:lnTo>
                <a:lnTo>
                  <a:pt x="1047" y="2623"/>
                </a:lnTo>
                <a:lnTo>
                  <a:pt x="1056" y="2613"/>
                </a:lnTo>
                <a:lnTo>
                  <a:pt x="1065" y="2604"/>
                </a:lnTo>
                <a:lnTo>
                  <a:pt x="1077" y="2596"/>
                </a:lnTo>
                <a:lnTo>
                  <a:pt x="1088" y="2588"/>
                </a:lnTo>
                <a:lnTo>
                  <a:pt x="1100" y="2581"/>
                </a:lnTo>
                <a:lnTo>
                  <a:pt x="1112" y="2576"/>
                </a:lnTo>
                <a:lnTo>
                  <a:pt x="1126" y="2572"/>
                </a:lnTo>
                <a:lnTo>
                  <a:pt x="1139" y="2569"/>
                </a:lnTo>
                <a:lnTo>
                  <a:pt x="1153" y="2568"/>
                </a:lnTo>
                <a:lnTo>
                  <a:pt x="1390" y="2554"/>
                </a:lnTo>
                <a:lnTo>
                  <a:pt x="1383" y="2518"/>
                </a:lnTo>
                <a:lnTo>
                  <a:pt x="1378" y="2483"/>
                </a:lnTo>
                <a:lnTo>
                  <a:pt x="1374" y="2448"/>
                </a:lnTo>
                <a:lnTo>
                  <a:pt x="1371" y="2414"/>
                </a:lnTo>
                <a:lnTo>
                  <a:pt x="1369" y="2382"/>
                </a:lnTo>
                <a:lnTo>
                  <a:pt x="1369" y="2350"/>
                </a:lnTo>
                <a:lnTo>
                  <a:pt x="1370" y="2320"/>
                </a:lnTo>
                <a:lnTo>
                  <a:pt x="1372" y="2291"/>
                </a:lnTo>
                <a:lnTo>
                  <a:pt x="1376" y="2254"/>
                </a:lnTo>
                <a:lnTo>
                  <a:pt x="1381" y="2220"/>
                </a:lnTo>
                <a:lnTo>
                  <a:pt x="1388" y="2186"/>
                </a:lnTo>
                <a:lnTo>
                  <a:pt x="1398" y="2154"/>
                </a:lnTo>
                <a:lnTo>
                  <a:pt x="1408" y="2122"/>
                </a:lnTo>
                <a:lnTo>
                  <a:pt x="1419" y="2092"/>
                </a:lnTo>
                <a:lnTo>
                  <a:pt x="1432" y="2063"/>
                </a:lnTo>
                <a:lnTo>
                  <a:pt x="1447" y="2036"/>
                </a:lnTo>
                <a:lnTo>
                  <a:pt x="1464" y="2008"/>
                </a:lnTo>
                <a:lnTo>
                  <a:pt x="1481" y="1983"/>
                </a:lnTo>
                <a:lnTo>
                  <a:pt x="1500" y="1958"/>
                </a:lnTo>
                <a:lnTo>
                  <a:pt x="1521" y="1935"/>
                </a:lnTo>
                <a:lnTo>
                  <a:pt x="1543" y="1912"/>
                </a:lnTo>
                <a:lnTo>
                  <a:pt x="1567" y="1891"/>
                </a:lnTo>
                <a:lnTo>
                  <a:pt x="1592" y="1870"/>
                </a:lnTo>
                <a:lnTo>
                  <a:pt x="1619" y="1851"/>
                </a:lnTo>
                <a:lnTo>
                  <a:pt x="1646" y="1835"/>
                </a:lnTo>
                <a:lnTo>
                  <a:pt x="1673" y="1820"/>
                </a:lnTo>
                <a:lnTo>
                  <a:pt x="1701" y="1805"/>
                </a:lnTo>
                <a:lnTo>
                  <a:pt x="1730" y="1792"/>
                </a:lnTo>
                <a:lnTo>
                  <a:pt x="1759" y="1780"/>
                </a:lnTo>
                <a:lnTo>
                  <a:pt x="1789" y="1770"/>
                </a:lnTo>
                <a:lnTo>
                  <a:pt x="1819" y="1760"/>
                </a:lnTo>
                <a:lnTo>
                  <a:pt x="1850" y="1752"/>
                </a:lnTo>
                <a:lnTo>
                  <a:pt x="1881" y="1745"/>
                </a:lnTo>
                <a:lnTo>
                  <a:pt x="1914" y="1740"/>
                </a:lnTo>
                <a:lnTo>
                  <a:pt x="1947" y="1735"/>
                </a:lnTo>
                <a:lnTo>
                  <a:pt x="1979" y="1732"/>
                </a:lnTo>
                <a:lnTo>
                  <a:pt x="2014" y="1730"/>
                </a:lnTo>
                <a:lnTo>
                  <a:pt x="2047" y="1729"/>
                </a:lnTo>
                <a:lnTo>
                  <a:pt x="2083" y="1730"/>
                </a:lnTo>
                <a:lnTo>
                  <a:pt x="2119" y="1732"/>
                </a:lnTo>
                <a:lnTo>
                  <a:pt x="2149" y="1734"/>
                </a:lnTo>
                <a:lnTo>
                  <a:pt x="2179" y="1737"/>
                </a:lnTo>
                <a:lnTo>
                  <a:pt x="2208" y="1742"/>
                </a:lnTo>
                <a:lnTo>
                  <a:pt x="2238" y="1747"/>
                </a:lnTo>
                <a:lnTo>
                  <a:pt x="2267" y="1754"/>
                </a:lnTo>
                <a:lnTo>
                  <a:pt x="2294" y="1762"/>
                </a:lnTo>
                <a:lnTo>
                  <a:pt x="2322" y="1770"/>
                </a:lnTo>
                <a:lnTo>
                  <a:pt x="2349" y="1779"/>
                </a:lnTo>
                <a:lnTo>
                  <a:pt x="2376" y="1789"/>
                </a:lnTo>
                <a:lnTo>
                  <a:pt x="2401" y="1801"/>
                </a:lnTo>
                <a:lnTo>
                  <a:pt x="2426" y="1813"/>
                </a:lnTo>
                <a:lnTo>
                  <a:pt x="2452" y="1827"/>
                </a:lnTo>
                <a:lnTo>
                  <a:pt x="2476" y="1841"/>
                </a:lnTo>
                <a:lnTo>
                  <a:pt x="2501" y="1856"/>
                </a:lnTo>
                <a:lnTo>
                  <a:pt x="2524" y="1873"/>
                </a:lnTo>
                <a:lnTo>
                  <a:pt x="2548" y="1890"/>
                </a:lnTo>
                <a:lnTo>
                  <a:pt x="2570" y="1908"/>
                </a:lnTo>
                <a:lnTo>
                  <a:pt x="2591" y="1928"/>
                </a:lnTo>
                <a:lnTo>
                  <a:pt x="2612" y="1948"/>
                </a:lnTo>
                <a:lnTo>
                  <a:pt x="2631" y="1969"/>
                </a:lnTo>
                <a:lnTo>
                  <a:pt x="2651" y="1992"/>
                </a:lnTo>
                <a:lnTo>
                  <a:pt x="2668" y="2015"/>
                </a:lnTo>
                <a:lnTo>
                  <a:pt x="2684" y="2040"/>
                </a:lnTo>
                <a:lnTo>
                  <a:pt x="2700" y="2065"/>
                </a:lnTo>
                <a:lnTo>
                  <a:pt x="2715" y="2091"/>
                </a:lnTo>
                <a:lnTo>
                  <a:pt x="2729" y="2118"/>
                </a:lnTo>
                <a:lnTo>
                  <a:pt x="2742" y="2146"/>
                </a:lnTo>
                <a:lnTo>
                  <a:pt x="2754" y="2175"/>
                </a:lnTo>
                <a:lnTo>
                  <a:pt x="2767" y="2205"/>
                </a:lnTo>
                <a:lnTo>
                  <a:pt x="2778" y="2235"/>
                </a:lnTo>
                <a:lnTo>
                  <a:pt x="2788" y="2266"/>
                </a:lnTo>
                <a:lnTo>
                  <a:pt x="2797" y="2297"/>
                </a:lnTo>
                <a:lnTo>
                  <a:pt x="2796" y="2305"/>
                </a:lnTo>
                <a:lnTo>
                  <a:pt x="2794" y="2314"/>
                </a:lnTo>
                <a:lnTo>
                  <a:pt x="2788" y="2329"/>
                </a:lnTo>
                <a:lnTo>
                  <a:pt x="2781" y="2343"/>
                </a:lnTo>
                <a:lnTo>
                  <a:pt x="2771" y="2356"/>
                </a:lnTo>
                <a:lnTo>
                  <a:pt x="2760" y="2368"/>
                </a:lnTo>
                <a:lnTo>
                  <a:pt x="2753" y="2373"/>
                </a:lnTo>
                <a:lnTo>
                  <a:pt x="2746" y="2377"/>
                </a:lnTo>
                <a:lnTo>
                  <a:pt x="2739" y="2381"/>
                </a:lnTo>
                <a:lnTo>
                  <a:pt x="2732" y="2384"/>
                </a:lnTo>
                <a:lnTo>
                  <a:pt x="2724" y="2387"/>
                </a:lnTo>
                <a:lnTo>
                  <a:pt x="2717" y="2389"/>
                </a:lnTo>
                <a:lnTo>
                  <a:pt x="2709" y="2390"/>
                </a:lnTo>
                <a:lnTo>
                  <a:pt x="2699" y="2391"/>
                </a:lnTo>
                <a:lnTo>
                  <a:pt x="2691" y="2391"/>
                </a:lnTo>
                <a:lnTo>
                  <a:pt x="2682" y="2390"/>
                </a:lnTo>
                <a:lnTo>
                  <a:pt x="2673" y="2389"/>
                </a:lnTo>
                <a:lnTo>
                  <a:pt x="2664" y="2386"/>
                </a:lnTo>
                <a:lnTo>
                  <a:pt x="2655" y="2383"/>
                </a:lnTo>
                <a:lnTo>
                  <a:pt x="2645" y="2379"/>
                </a:lnTo>
                <a:lnTo>
                  <a:pt x="2635" y="2374"/>
                </a:lnTo>
                <a:lnTo>
                  <a:pt x="2626" y="2367"/>
                </a:lnTo>
                <a:lnTo>
                  <a:pt x="2616" y="2359"/>
                </a:lnTo>
                <a:lnTo>
                  <a:pt x="2607" y="2351"/>
                </a:lnTo>
                <a:lnTo>
                  <a:pt x="2597" y="2342"/>
                </a:lnTo>
                <a:lnTo>
                  <a:pt x="2587" y="2331"/>
                </a:lnTo>
                <a:lnTo>
                  <a:pt x="2577" y="2320"/>
                </a:lnTo>
                <a:lnTo>
                  <a:pt x="2568" y="2306"/>
                </a:lnTo>
                <a:lnTo>
                  <a:pt x="2551" y="2259"/>
                </a:lnTo>
                <a:lnTo>
                  <a:pt x="2533" y="2217"/>
                </a:lnTo>
                <a:lnTo>
                  <a:pt x="2517" y="2178"/>
                </a:lnTo>
                <a:lnTo>
                  <a:pt x="2501" y="2144"/>
                </a:lnTo>
                <a:lnTo>
                  <a:pt x="2492" y="2128"/>
                </a:lnTo>
                <a:lnTo>
                  <a:pt x="2482" y="2113"/>
                </a:lnTo>
                <a:lnTo>
                  <a:pt x="2472" y="2098"/>
                </a:lnTo>
                <a:lnTo>
                  <a:pt x="2461" y="2083"/>
                </a:lnTo>
                <a:lnTo>
                  <a:pt x="2450" y="2069"/>
                </a:lnTo>
                <a:lnTo>
                  <a:pt x="2438" y="2055"/>
                </a:lnTo>
                <a:lnTo>
                  <a:pt x="2424" y="2042"/>
                </a:lnTo>
                <a:lnTo>
                  <a:pt x="2410" y="2027"/>
                </a:lnTo>
                <a:lnTo>
                  <a:pt x="2395" y="2014"/>
                </a:lnTo>
                <a:lnTo>
                  <a:pt x="2379" y="2002"/>
                </a:lnTo>
                <a:lnTo>
                  <a:pt x="2363" y="1990"/>
                </a:lnTo>
                <a:lnTo>
                  <a:pt x="2347" y="1978"/>
                </a:lnTo>
                <a:lnTo>
                  <a:pt x="2330" y="1968"/>
                </a:lnTo>
                <a:lnTo>
                  <a:pt x="2313" y="1959"/>
                </a:lnTo>
                <a:lnTo>
                  <a:pt x="2296" y="1950"/>
                </a:lnTo>
                <a:lnTo>
                  <a:pt x="2278" y="1942"/>
                </a:lnTo>
                <a:lnTo>
                  <a:pt x="2260" y="1935"/>
                </a:lnTo>
                <a:lnTo>
                  <a:pt x="2242" y="1929"/>
                </a:lnTo>
                <a:lnTo>
                  <a:pt x="2223" y="1922"/>
                </a:lnTo>
                <a:lnTo>
                  <a:pt x="2204" y="1918"/>
                </a:lnTo>
                <a:lnTo>
                  <a:pt x="2184" y="1913"/>
                </a:lnTo>
                <a:lnTo>
                  <a:pt x="2165" y="1910"/>
                </a:lnTo>
                <a:lnTo>
                  <a:pt x="2144" y="1908"/>
                </a:lnTo>
                <a:lnTo>
                  <a:pt x="2124" y="1906"/>
                </a:lnTo>
                <a:lnTo>
                  <a:pt x="2101" y="1905"/>
                </a:lnTo>
                <a:lnTo>
                  <a:pt x="2079" y="1904"/>
                </a:lnTo>
                <a:lnTo>
                  <a:pt x="2058" y="1905"/>
                </a:lnTo>
                <a:lnTo>
                  <a:pt x="2036" y="1906"/>
                </a:lnTo>
                <a:lnTo>
                  <a:pt x="2016" y="1908"/>
                </a:lnTo>
                <a:lnTo>
                  <a:pt x="1996" y="1912"/>
                </a:lnTo>
                <a:lnTo>
                  <a:pt x="1976" y="1916"/>
                </a:lnTo>
                <a:lnTo>
                  <a:pt x="1958" y="1920"/>
                </a:lnTo>
                <a:lnTo>
                  <a:pt x="1940" y="1927"/>
                </a:lnTo>
                <a:lnTo>
                  <a:pt x="1921" y="1934"/>
                </a:lnTo>
                <a:lnTo>
                  <a:pt x="1904" y="1941"/>
                </a:lnTo>
                <a:lnTo>
                  <a:pt x="1887" y="1950"/>
                </a:lnTo>
                <a:lnTo>
                  <a:pt x="1870" y="1959"/>
                </a:lnTo>
                <a:lnTo>
                  <a:pt x="1855" y="1969"/>
                </a:lnTo>
                <a:lnTo>
                  <a:pt x="1839" y="1981"/>
                </a:lnTo>
                <a:lnTo>
                  <a:pt x="1824" y="1993"/>
                </a:lnTo>
                <a:lnTo>
                  <a:pt x="1810" y="2005"/>
                </a:lnTo>
                <a:lnTo>
                  <a:pt x="1797" y="2018"/>
                </a:lnTo>
                <a:lnTo>
                  <a:pt x="1784" y="2031"/>
                </a:lnTo>
                <a:lnTo>
                  <a:pt x="1772" y="2045"/>
                </a:lnTo>
                <a:lnTo>
                  <a:pt x="1761" y="2059"/>
                </a:lnTo>
                <a:lnTo>
                  <a:pt x="1752" y="2073"/>
                </a:lnTo>
                <a:lnTo>
                  <a:pt x="1743" y="2087"/>
                </a:lnTo>
                <a:lnTo>
                  <a:pt x="1735" y="2103"/>
                </a:lnTo>
                <a:lnTo>
                  <a:pt x="1728" y="2118"/>
                </a:lnTo>
                <a:lnTo>
                  <a:pt x="1720" y="2133"/>
                </a:lnTo>
                <a:lnTo>
                  <a:pt x="1715" y="2150"/>
                </a:lnTo>
                <a:lnTo>
                  <a:pt x="1711" y="2166"/>
                </a:lnTo>
                <a:lnTo>
                  <a:pt x="1707" y="2182"/>
                </a:lnTo>
                <a:lnTo>
                  <a:pt x="1704" y="2199"/>
                </a:lnTo>
                <a:lnTo>
                  <a:pt x="1702" y="2216"/>
                </a:lnTo>
                <a:lnTo>
                  <a:pt x="1701" y="2234"/>
                </a:lnTo>
                <a:lnTo>
                  <a:pt x="1702" y="2258"/>
                </a:lnTo>
                <a:lnTo>
                  <a:pt x="1703" y="2286"/>
                </a:lnTo>
                <a:lnTo>
                  <a:pt x="1706" y="2319"/>
                </a:lnTo>
                <a:lnTo>
                  <a:pt x="1710" y="2354"/>
                </a:lnTo>
                <a:lnTo>
                  <a:pt x="1716" y="2396"/>
                </a:lnTo>
                <a:lnTo>
                  <a:pt x="1725" y="2441"/>
                </a:lnTo>
                <a:lnTo>
                  <a:pt x="1734" y="2491"/>
                </a:lnTo>
                <a:lnTo>
                  <a:pt x="1745" y="2545"/>
                </a:lnTo>
                <a:lnTo>
                  <a:pt x="2179" y="2552"/>
                </a:lnTo>
                <a:lnTo>
                  <a:pt x="2195" y="2554"/>
                </a:lnTo>
                <a:lnTo>
                  <a:pt x="2212" y="2556"/>
                </a:lnTo>
                <a:lnTo>
                  <a:pt x="2226" y="2560"/>
                </a:lnTo>
                <a:lnTo>
                  <a:pt x="2241" y="2566"/>
                </a:lnTo>
                <a:lnTo>
                  <a:pt x="2254" y="2572"/>
                </a:lnTo>
                <a:lnTo>
                  <a:pt x="2268" y="2580"/>
                </a:lnTo>
                <a:lnTo>
                  <a:pt x="2280" y="2589"/>
                </a:lnTo>
                <a:lnTo>
                  <a:pt x="2291" y="2598"/>
                </a:lnTo>
                <a:lnTo>
                  <a:pt x="2302" y="2609"/>
                </a:lnTo>
                <a:lnTo>
                  <a:pt x="2311" y="2620"/>
                </a:lnTo>
                <a:lnTo>
                  <a:pt x="2319" y="2632"/>
                </a:lnTo>
                <a:lnTo>
                  <a:pt x="2326" y="2645"/>
                </a:lnTo>
                <a:lnTo>
                  <a:pt x="2332" y="2658"/>
                </a:lnTo>
                <a:lnTo>
                  <a:pt x="2336" y="2672"/>
                </a:lnTo>
                <a:lnTo>
                  <a:pt x="2339" y="2685"/>
                </a:lnTo>
                <a:lnTo>
                  <a:pt x="2340" y="2701"/>
                </a:lnTo>
                <a:lnTo>
                  <a:pt x="2339" y="2715"/>
                </a:lnTo>
                <a:lnTo>
                  <a:pt x="2337" y="2729"/>
                </a:lnTo>
                <a:lnTo>
                  <a:pt x="2334" y="2742"/>
                </a:lnTo>
                <a:lnTo>
                  <a:pt x="2329" y="2756"/>
                </a:lnTo>
                <a:lnTo>
                  <a:pt x="2323" y="2769"/>
                </a:lnTo>
                <a:lnTo>
                  <a:pt x="2314" y="2780"/>
                </a:lnTo>
                <a:lnTo>
                  <a:pt x="2306" y="2791"/>
                </a:lnTo>
                <a:lnTo>
                  <a:pt x="2296" y="2801"/>
                </a:lnTo>
                <a:lnTo>
                  <a:pt x="2285" y="2811"/>
                </a:lnTo>
                <a:lnTo>
                  <a:pt x="2274" y="2819"/>
                </a:lnTo>
                <a:lnTo>
                  <a:pt x="2260" y="2826"/>
                </a:lnTo>
                <a:lnTo>
                  <a:pt x="2246" y="2832"/>
                </a:lnTo>
                <a:lnTo>
                  <a:pt x="2232" y="2837"/>
                </a:lnTo>
                <a:lnTo>
                  <a:pt x="2217" y="2841"/>
                </a:lnTo>
                <a:lnTo>
                  <a:pt x="2201" y="2843"/>
                </a:lnTo>
                <a:lnTo>
                  <a:pt x="2185" y="2843"/>
                </a:lnTo>
                <a:lnTo>
                  <a:pt x="1814" y="2843"/>
                </a:lnTo>
                <a:lnTo>
                  <a:pt x="1840" y="2948"/>
                </a:lnTo>
                <a:lnTo>
                  <a:pt x="1850" y="2993"/>
                </a:lnTo>
                <a:lnTo>
                  <a:pt x="1859" y="3032"/>
                </a:lnTo>
                <a:lnTo>
                  <a:pt x="2183" y="3027"/>
                </a:lnTo>
                <a:lnTo>
                  <a:pt x="2199" y="3027"/>
                </a:lnTo>
                <a:lnTo>
                  <a:pt x="2215" y="3029"/>
                </a:lnTo>
                <a:lnTo>
                  <a:pt x="2230" y="3032"/>
                </a:lnTo>
                <a:lnTo>
                  <a:pt x="2244" y="3036"/>
                </a:lnTo>
                <a:lnTo>
                  <a:pt x="2257" y="3042"/>
                </a:lnTo>
                <a:lnTo>
                  <a:pt x="2270" y="3048"/>
                </a:lnTo>
                <a:lnTo>
                  <a:pt x="2282" y="3055"/>
                </a:lnTo>
                <a:lnTo>
                  <a:pt x="2292" y="3064"/>
                </a:lnTo>
                <a:lnTo>
                  <a:pt x="2302" y="3073"/>
                </a:lnTo>
                <a:lnTo>
                  <a:pt x="2310" y="3085"/>
                </a:lnTo>
                <a:lnTo>
                  <a:pt x="2317" y="3095"/>
                </a:lnTo>
                <a:lnTo>
                  <a:pt x="2324" y="3107"/>
                </a:lnTo>
                <a:lnTo>
                  <a:pt x="2328" y="3119"/>
                </a:lnTo>
                <a:lnTo>
                  <a:pt x="2331" y="3133"/>
                </a:lnTo>
                <a:lnTo>
                  <a:pt x="2333" y="3147"/>
                </a:lnTo>
                <a:lnTo>
                  <a:pt x="2333" y="3160"/>
                </a:lnTo>
                <a:lnTo>
                  <a:pt x="2331" y="3174"/>
                </a:lnTo>
                <a:lnTo>
                  <a:pt x="2328" y="3188"/>
                </a:lnTo>
                <a:lnTo>
                  <a:pt x="2324" y="3202"/>
                </a:lnTo>
                <a:lnTo>
                  <a:pt x="2317" y="3214"/>
                </a:lnTo>
                <a:lnTo>
                  <a:pt x="2310" y="3226"/>
                </a:lnTo>
                <a:lnTo>
                  <a:pt x="2302" y="3238"/>
                </a:lnTo>
                <a:lnTo>
                  <a:pt x="2293" y="3249"/>
                </a:lnTo>
                <a:lnTo>
                  <a:pt x="2283" y="3259"/>
                </a:lnTo>
                <a:lnTo>
                  <a:pt x="2271" y="3269"/>
                </a:lnTo>
                <a:lnTo>
                  <a:pt x="2258" y="3277"/>
                </a:lnTo>
                <a:lnTo>
                  <a:pt x="2245" y="3284"/>
                </a:lnTo>
                <a:lnTo>
                  <a:pt x="2232" y="3291"/>
                </a:lnTo>
                <a:lnTo>
                  <a:pt x="2218" y="3297"/>
                </a:lnTo>
                <a:lnTo>
                  <a:pt x="2202" y="3301"/>
                </a:lnTo>
                <a:lnTo>
                  <a:pt x="2187" y="3304"/>
                </a:lnTo>
                <a:lnTo>
                  <a:pt x="2171" y="3306"/>
                </a:lnTo>
                <a:lnTo>
                  <a:pt x="1867" y="3316"/>
                </a:lnTo>
                <a:lnTo>
                  <a:pt x="1865" y="3343"/>
                </a:lnTo>
                <a:lnTo>
                  <a:pt x="1862" y="3367"/>
                </a:lnTo>
                <a:lnTo>
                  <a:pt x="1857" y="3395"/>
                </a:lnTo>
                <a:lnTo>
                  <a:pt x="1852" y="3422"/>
                </a:lnTo>
                <a:lnTo>
                  <a:pt x="1847" y="3448"/>
                </a:lnTo>
                <a:lnTo>
                  <a:pt x="1840" y="3474"/>
                </a:lnTo>
                <a:lnTo>
                  <a:pt x="1833" y="3498"/>
                </a:lnTo>
                <a:lnTo>
                  <a:pt x="1823" y="3522"/>
                </a:lnTo>
                <a:lnTo>
                  <a:pt x="1814" y="3545"/>
                </a:lnTo>
                <a:lnTo>
                  <a:pt x="1803" y="3568"/>
                </a:lnTo>
                <a:lnTo>
                  <a:pt x="1791" y="3590"/>
                </a:lnTo>
                <a:lnTo>
                  <a:pt x="1778" y="3612"/>
                </a:lnTo>
                <a:lnTo>
                  <a:pt x="1761" y="3634"/>
                </a:lnTo>
                <a:lnTo>
                  <a:pt x="1745" y="3655"/>
                </a:lnTo>
                <a:lnTo>
                  <a:pt x="1726" y="3676"/>
                </a:lnTo>
                <a:lnTo>
                  <a:pt x="1705" y="3698"/>
                </a:lnTo>
                <a:lnTo>
                  <a:pt x="1682" y="3718"/>
                </a:lnTo>
                <a:lnTo>
                  <a:pt x="1657" y="3740"/>
                </a:lnTo>
                <a:lnTo>
                  <a:pt x="1686" y="3736"/>
                </a:lnTo>
                <a:lnTo>
                  <a:pt x="1708" y="3732"/>
                </a:lnTo>
                <a:lnTo>
                  <a:pt x="1729" y="3731"/>
                </a:lnTo>
                <a:lnTo>
                  <a:pt x="1746" y="3731"/>
                </a:lnTo>
                <a:lnTo>
                  <a:pt x="1781" y="3734"/>
                </a:lnTo>
                <a:lnTo>
                  <a:pt x="1801" y="3736"/>
                </a:lnTo>
                <a:lnTo>
                  <a:pt x="1824" y="3736"/>
                </a:lnTo>
                <a:lnTo>
                  <a:pt x="1861" y="3737"/>
                </a:lnTo>
                <a:lnTo>
                  <a:pt x="1898" y="3738"/>
                </a:lnTo>
                <a:lnTo>
                  <a:pt x="1934" y="3739"/>
                </a:lnTo>
                <a:lnTo>
                  <a:pt x="1973" y="3741"/>
                </a:lnTo>
                <a:lnTo>
                  <a:pt x="2012" y="3744"/>
                </a:lnTo>
                <a:lnTo>
                  <a:pt x="2051" y="3748"/>
                </a:lnTo>
                <a:lnTo>
                  <a:pt x="2090" y="3752"/>
                </a:lnTo>
                <a:lnTo>
                  <a:pt x="2130" y="3757"/>
                </a:lnTo>
                <a:lnTo>
                  <a:pt x="2191" y="3764"/>
                </a:lnTo>
                <a:lnTo>
                  <a:pt x="2247" y="3769"/>
                </a:lnTo>
                <a:lnTo>
                  <a:pt x="2297" y="3772"/>
                </a:lnTo>
                <a:lnTo>
                  <a:pt x="2343" y="3774"/>
                </a:lnTo>
                <a:lnTo>
                  <a:pt x="2384" y="3775"/>
                </a:lnTo>
                <a:lnTo>
                  <a:pt x="2419" y="3775"/>
                </a:lnTo>
                <a:lnTo>
                  <a:pt x="2450" y="3774"/>
                </a:lnTo>
                <a:lnTo>
                  <a:pt x="2476" y="3771"/>
                </a:lnTo>
                <a:lnTo>
                  <a:pt x="2502" y="3767"/>
                </a:lnTo>
                <a:lnTo>
                  <a:pt x="2530" y="3761"/>
                </a:lnTo>
                <a:lnTo>
                  <a:pt x="2561" y="3752"/>
                </a:lnTo>
                <a:lnTo>
                  <a:pt x="2595" y="3740"/>
                </a:lnTo>
                <a:lnTo>
                  <a:pt x="2629" y="3725"/>
                </a:lnTo>
                <a:lnTo>
                  <a:pt x="2646" y="3717"/>
                </a:lnTo>
                <a:lnTo>
                  <a:pt x="2664" y="3708"/>
                </a:lnTo>
                <a:lnTo>
                  <a:pt x="2682" y="3698"/>
                </a:lnTo>
                <a:lnTo>
                  <a:pt x="2699" y="3687"/>
                </a:lnTo>
                <a:lnTo>
                  <a:pt x="2718" y="3675"/>
                </a:lnTo>
                <a:lnTo>
                  <a:pt x="2735" y="3663"/>
                </a:lnTo>
                <a:lnTo>
                  <a:pt x="2751" y="3661"/>
                </a:lnTo>
                <a:lnTo>
                  <a:pt x="2767" y="3660"/>
                </a:lnTo>
                <a:lnTo>
                  <a:pt x="2782" y="3661"/>
                </a:lnTo>
                <a:lnTo>
                  <a:pt x="2795" y="3664"/>
                </a:lnTo>
                <a:lnTo>
                  <a:pt x="2808" y="3669"/>
                </a:lnTo>
                <a:lnTo>
                  <a:pt x="2814" y="3672"/>
                </a:lnTo>
                <a:lnTo>
                  <a:pt x="2819" y="3675"/>
                </a:lnTo>
                <a:lnTo>
                  <a:pt x="2824" y="3679"/>
                </a:lnTo>
                <a:lnTo>
                  <a:pt x="2828" y="3684"/>
                </a:lnTo>
                <a:lnTo>
                  <a:pt x="2832" y="3689"/>
                </a:lnTo>
                <a:lnTo>
                  <a:pt x="2835" y="3695"/>
                </a:lnTo>
                <a:lnTo>
                  <a:pt x="2837" y="3701"/>
                </a:lnTo>
                <a:lnTo>
                  <a:pt x="2839" y="3707"/>
                </a:lnTo>
                <a:lnTo>
                  <a:pt x="2840" y="3714"/>
                </a:lnTo>
                <a:lnTo>
                  <a:pt x="2841" y="3722"/>
                </a:lnTo>
                <a:lnTo>
                  <a:pt x="2840" y="3730"/>
                </a:lnTo>
                <a:lnTo>
                  <a:pt x="2839" y="3740"/>
                </a:lnTo>
                <a:lnTo>
                  <a:pt x="2837" y="3749"/>
                </a:lnTo>
                <a:lnTo>
                  <a:pt x="2834" y="3759"/>
                </a:lnTo>
                <a:lnTo>
                  <a:pt x="2831" y="3769"/>
                </a:lnTo>
                <a:lnTo>
                  <a:pt x="2826" y="3780"/>
                </a:lnTo>
                <a:lnTo>
                  <a:pt x="2820" y="3792"/>
                </a:lnTo>
                <a:lnTo>
                  <a:pt x="2814" y="3804"/>
                </a:lnTo>
                <a:lnTo>
                  <a:pt x="2797" y="3830"/>
                </a:lnTo>
                <a:lnTo>
                  <a:pt x="2776" y="3860"/>
                </a:lnTo>
                <a:close/>
              </a:path>
            </a:pathLst>
          </a:custGeom>
          <a:solidFill>
            <a:sysClr val="window" lastClr="FFFFFF"/>
          </a:solidFill>
          <a:ln>
            <a:noFill/>
          </a:ln>
        </p:spPr>
        <p:txBody>
          <a:bodyPr lIns="91440" tIns="45720" rIns="91440" bIns="45720" anchor="ctr">
            <a:scene3d>
              <a:camera prst="orthographicFront"/>
              <a:lightRig rig="threePt" dir="t"/>
            </a:scene3d>
            <a:sp3d>
              <a:contourClr>
                <a:srgbClr val="FFFFFF"/>
              </a:contourClr>
            </a:sp3d>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nvGrpSpPr>
          <p:cNvPr id="47" name="组合 46"/>
          <p:cNvGrpSpPr/>
          <p:nvPr/>
        </p:nvGrpSpPr>
        <p:grpSpPr>
          <a:xfrm>
            <a:off x="881201" y="4559317"/>
            <a:ext cx="275659" cy="207263"/>
            <a:chOff x="2231238" y="1865312"/>
            <a:chExt cx="514350" cy="386732"/>
          </a:xfrm>
          <a:solidFill>
            <a:sysClr val="window" lastClr="FFFFFF"/>
          </a:solidFill>
        </p:grpSpPr>
        <p:sp>
          <p:nvSpPr>
            <p:cNvPr id="48" name="Freeform 11">
              <a:hlinkClick r:id="rId7"/>
            </p:cNvPr>
            <p:cNvSpPr/>
            <p:nvPr/>
          </p:nvSpPr>
          <p:spPr bwMode="auto">
            <a:xfrm>
              <a:off x="2231238" y="1993281"/>
              <a:ext cx="514350" cy="258763"/>
            </a:xfrm>
            <a:custGeom>
              <a:avLst/>
              <a:gdLst>
                <a:gd name="T0" fmla="*/ 324 w 324"/>
                <a:gd name="T1" fmla="*/ 0 h 163"/>
                <a:gd name="T2" fmla="*/ 270 w 324"/>
                <a:gd name="T3" fmla="*/ 163 h 163"/>
                <a:gd name="T4" fmla="*/ 0 w 324"/>
                <a:gd name="T5" fmla="*/ 163 h 163"/>
                <a:gd name="T6" fmla="*/ 54 w 324"/>
                <a:gd name="T7" fmla="*/ 0 h 163"/>
                <a:gd name="T8" fmla="*/ 324 w 324"/>
                <a:gd name="T9" fmla="*/ 0 h 163"/>
              </a:gdLst>
              <a:ahLst/>
              <a:cxnLst>
                <a:cxn ang="0">
                  <a:pos x="T0" y="T1"/>
                </a:cxn>
                <a:cxn ang="0">
                  <a:pos x="T2" y="T3"/>
                </a:cxn>
                <a:cxn ang="0">
                  <a:pos x="T4" y="T5"/>
                </a:cxn>
                <a:cxn ang="0">
                  <a:pos x="T6" y="T7"/>
                </a:cxn>
                <a:cxn ang="0">
                  <a:pos x="T8" y="T9"/>
                </a:cxn>
              </a:cxnLst>
              <a:rect l="0" t="0" r="r" b="b"/>
              <a:pathLst>
                <a:path w="324" h="163">
                  <a:moveTo>
                    <a:pt x="324" y="0"/>
                  </a:moveTo>
                  <a:lnTo>
                    <a:pt x="270" y="163"/>
                  </a:lnTo>
                  <a:lnTo>
                    <a:pt x="0" y="163"/>
                  </a:lnTo>
                  <a:lnTo>
                    <a:pt x="54" y="0"/>
                  </a:lnTo>
                  <a:lnTo>
                    <a:pt x="324" y="0"/>
                  </a:lnTo>
                </a:path>
              </a:pathLst>
            </a:custGeom>
            <a:grpFill/>
            <a:ln w="25400" cap="flat" cmpd="sng" algn="ctr">
              <a:noFill/>
              <a:prstDash val="solid"/>
            </a:ln>
            <a:effectLst/>
          </p:spPr>
          <p:txBody>
            <a:bodyPr rtlCol="0" anchor="ctr"/>
            <a:lstStyle/>
            <a:p>
              <a:pPr algn="ctr" defTabSz="685800">
                <a:defRPr/>
              </a:pPr>
              <a:endParaRPr lang="zh-CN" altLang="en-US" sz="1335" kern="0">
                <a:solidFill>
                  <a:prstClr val="white"/>
                </a:solidFill>
                <a:latin typeface="Calibri Light" panose="020F0302020204030204"/>
                <a:ea typeface="微软雅黑 Light" panose="020B0502040204020203" charset="-122"/>
              </a:endParaRPr>
            </a:p>
          </p:txBody>
        </p:sp>
        <p:sp>
          <p:nvSpPr>
            <p:cNvPr id="49" name="Freeform 12"/>
            <p:cNvSpPr/>
            <p:nvPr/>
          </p:nvSpPr>
          <p:spPr bwMode="auto">
            <a:xfrm>
              <a:off x="2236788" y="1865312"/>
              <a:ext cx="449262" cy="338138"/>
            </a:xfrm>
            <a:custGeom>
              <a:avLst/>
              <a:gdLst>
                <a:gd name="T0" fmla="*/ 44 w 283"/>
                <a:gd name="T1" fmla="*/ 81 h 213"/>
                <a:gd name="T2" fmla="*/ 49 w 283"/>
                <a:gd name="T3" fmla="*/ 71 h 213"/>
                <a:gd name="T4" fmla="*/ 59 w 283"/>
                <a:gd name="T5" fmla="*/ 71 h 213"/>
                <a:gd name="T6" fmla="*/ 283 w 283"/>
                <a:gd name="T7" fmla="*/ 71 h 213"/>
                <a:gd name="T8" fmla="*/ 283 w 283"/>
                <a:gd name="T9" fmla="*/ 43 h 213"/>
                <a:gd name="T10" fmla="*/ 184 w 283"/>
                <a:gd name="T11" fmla="*/ 43 h 213"/>
                <a:gd name="T12" fmla="*/ 149 w 283"/>
                <a:gd name="T13" fmla="*/ 0 h 213"/>
                <a:gd name="T14" fmla="*/ 18 w 283"/>
                <a:gd name="T15" fmla="*/ 0 h 213"/>
                <a:gd name="T16" fmla="*/ 0 w 283"/>
                <a:gd name="T17" fmla="*/ 43 h 213"/>
                <a:gd name="T18" fmla="*/ 0 w 283"/>
                <a:gd name="T19" fmla="*/ 213 h 213"/>
                <a:gd name="T20" fmla="*/ 44 w 283"/>
                <a:gd name="T21" fmla="*/ 8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3" h="213">
                  <a:moveTo>
                    <a:pt x="44" y="81"/>
                  </a:moveTo>
                  <a:lnTo>
                    <a:pt x="49" y="71"/>
                  </a:lnTo>
                  <a:lnTo>
                    <a:pt x="59" y="71"/>
                  </a:lnTo>
                  <a:lnTo>
                    <a:pt x="283" y="71"/>
                  </a:lnTo>
                  <a:lnTo>
                    <a:pt x="283" y="43"/>
                  </a:lnTo>
                  <a:lnTo>
                    <a:pt x="184" y="43"/>
                  </a:lnTo>
                  <a:lnTo>
                    <a:pt x="149" y="0"/>
                  </a:lnTo>
                  <a:lnTo>
                    <a:pt x="18" y="0"/>
                  </a:lnTo>
                  <a:lnTo>
                    <a:pt x="0" y="43"/>
                  </a:lnTo>
                  <a:lnTo>
                    <a:pt x="0" y="213"/>
                  </a:lnTo>
                  <a:lnTo>
                    <a:pt x="44" y="81"/>
                  </a:lnTo>
                  <a:close/>
                </a:path>
              </a:pathLst>
            </a:custGeom>
            <a:grpFill/>
            <a:ln w="25400" cap="flat" cmpd="sng" algn="ctr">
              <a:noFill/>
              <a:prstDash val="solid"/>
            </a:ln>
            <a:effectLst/>
          </p:spPr>
          <p:txBody>
            <a:bodyPr rtlCol="0" anchor="ctr"/>
            <a:lstStyle/>
            <a:p>
              <a:pPr algn="ctr" defTabSz="685800">
                <a:defRPr/>
              </a:pPr>
              <a:endParaRPr lang="zh-CN" altLang="en-US" sz="1335" kern="0">
                <a:solidFill>
                  <a:prstClr val="white"/>
                </a:solidFill>
                <a:latin typeface="Calibri Light" panose="020F0302020204030204"/>
                <a:ea typeface="微软雅黑 Light" panose="020B0502040204020203" charset="-122"/>
              </a:endParaRPr>
            </a:p>
          </p:txBody>
        </p:sp>
      </p:grpSp>
      <p:sp>
        <p:nvSpPr>
          <p:cNvPr id="50" name="Freeform 134"/>
          <p:cNvSpPr/>
          <p:nvPr/>
        </p:nvSpPr>
        <p:spPr bwMode="auto">
          <a:xfrm>
            <a:off x="4558752" y="4501274"/>
            <a:ext cx="143883" cy="322288"/>
          </a:xfrm>
          <a:custGeom>
            <a:avLst/>
            <a:gdLst>
              <a:gd name="T0" fmla="*/ 18 w 21"/>
              <a:gd name="T1" fmla="*/ 26 h 47"/>
              <a:gd name="T2" fmla="*/ 18 w 21"/>
              <a:gd name="T3" fmla="*/ 2 h 47"/>
              <a:gd name="T4" fmla="*/ 16 w 21"/>
              <a:gd name="T5" fmla="*/ 0 h 47"/>
              <a:gd name="T6" fmla="*/ 14 w 21"/>
              <a:gd name="T7" fmla="*/ 2 h 47"/>
              <a:gd name="T8" fmla="*/ 14 w 21"/>
              <a:gd name="T9" fmla="*/ 26 h 47"/>
              <a:gd name="T10" fmla="*/ 11 w 21"/>
              <a:gd name="T11" fmla="*/ 30 h 47"/>
              <a:gd name="T12" fmla="*/ 12 w 21"/>
              <a:gd name="T13" fmla="*/ 32 h 47"/>
              <a:gd name="T14" fmla="*/ 1 w 21"/>
              <a:gd name="T15" fmla="*/ 43 h 47"/>
              <a:gd name="T16" fmla="*/ 1 w 21"/>
              <a:gd name="T17" fmla="*/ 46 h 47"/>
              <a:gd name="T18" fmla="*/ 3 w 21"/>
              <a:gd name="T19" fmla="*/ 47 h 47"/>
              <a:gd name="T20" fmla="*/ 4 w 21"/>
              <a:gd name="T21" fmla="*/ 46 h 47"/>
              <a:gd name="T22" fmla="*/ 15 w 21"/>
              <a:gd name="T23" fmla="*/ 34 h 47"/>
              <a:gd name="T24" fmla="*/ 16 w 21"/>
              <a:gd name="T25" fmla="*/ 35 h 47"/>
              <a:gd name="T26" fmla="*/ 21 w 21"/>
              <a:gd name="T27" fmla="*/ 30 h 47"/>
              <a:gd name="T28" fmla="*/ 18 w 21"/>
              <a:gd name="T29"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47">
                <a:moveTo>
                  <a:pt x="18" y="26"/>
                </a:moveTo>
                <a:cubicBezTo>
                  <a:pt x="18" y="2"/>
                  <a:pt x="18" y="2"/>
                  <a:pt x="18" y="2"/>
                </a:cubicBezTo>
                <a:cubicBezTo>
                  <a:pt x="18" y="0"/>
                  <a:pt x="17" y="0"/>
                  <a:pt x="16" y="0"/>
                </a:cubicBezTo>
                <a:cubicBezTo>
                  <a:pt x="15" y="0"/>
                  <a:pt x="14" y="0"/>
                  <a:pt x="14" y="2"/>
                </a:cubicBezTo>
                <a:cubicBezTo>
                  <a:pt x="14" y="26"/>
                  <a:pt x="14" y="26"/>
                  <a:pt x="14" y="26"/>
                </a:cubicBezTo>
                <a:cubicBezTo>
                  <a:pt x="12" y="26"/>
                  <a:pt x="11" y="28"/>
                  <a:pt x="11" y="30"/>
                </a:cubicBezTo>
                <a:cubicBezTo>
                  <a:pt x="11" y="30"/>
                  <a:pt x="11" y="31"/>
                  <a:pt x="12" y="32"/>
                </a:cubicBezTo>
                <a:cubicBezTo>
                  <a:pt x="1" y="43"/>
                  <a:pt x="1" y="43"/>
                  <a:pt x="1" y="43"/>
                </a:cubicBezTo>
                <a:cubicBezTo>
                  <a:pt x="0" y="44"/>
                  <a:pt x="0" y="46"/>
                  <a:pt x="1" y="46"/>
                </a:cubicBezTo>
                <a:cubicBezTo>
                  <a:pt x="2" y="47"/>
                  <a:pt x="2" y="47"/>
                  <a:pt x="3" y="47"/>
                </a:cubicBezTo>
                <a:cubicBezTo>
                  <a:pt x="3" y="47"/>
                  <a:pt x="4" y="47"/>
                  <a:pt x="4" y="46"/>
                </a:cubicBezTo>
                <a:cubicBezTo>
                  <a:pt x="15" y="34"/>
                  <a:pt x="15" y="34"/>
                  <a:pt x="15" y="34"/>
                </a:cubicBezTo>
                <a:cubicBezTo>
                  <a:pt x="15" y="35"/>
                  <a:pt x="16" y="35"/>
                  <a:pt x="16" y="35"/>
                </a:cubicBezTo>
                <a:cubicBezTo>
                  <a:pt x="19" y="35"/>
                  <a:pt x="21" y="32"/>
                  <a:pt x="21" y="30"/>
                </a:cubicBezTo>
                <a:cubicBezTo>
                  <a:pt x="21" y="28"/>
                  <a:pt x="20" y="26"/>
                  <a:pt x="18" y="26"/>
                </a:cubicBezTo>
                <a:close/>
              </a:path>
            </a:pathLst>
          </a:custGeom>
          <a:solidFill>
            <a:sysClr val="window" lastClr="FFFFFF"/>
          </a:solidFill>
          <a:ln>
            <a:noFill/>
          </a:ln>
        </p:spPr>
        <p:txBody>
          <a:bodyPr vert="horz" wrap="square" lIns="91440" tIns="45720" rIns="91440" bIns="45720" numCol="1" anchor="t" anchorCtr="0" compatLnSpc="1"/>
          <a:lstStyle/>
          <a:p>
            <a:pPr defTabSz="914400">
              <a:defRPr/>
            </a:pPr>
            <a:endParaRPr lang="zh-CN" altLang="en-US" kern="0">
              <a:solidFill>
                <a:prstClr val="black"/>
              </a:solidFill>
              <a:latin typeface="Calibri Light" panose="020F0302020204030204"/>
              <a:ea typeface="微软雅黑 Light" panose="020B0502040204020203" charset="-122"/>
            </a:endParaRPr>
          </a:p>
        </p:txBody>
      </p:sp>
      <p:pic>
        <p:nvPicPr>
          <p:cNvPr id="51" name="图片 5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4263972" y="1373064"/>
            <a:ext cx="3889534" cy="2764556"/>
          </a:xfrm>
          <a:prstGeom prst="rect">
            <a:avLst/>
          </a:prstGeom>
        </p:spPr>
      </p:pic>
      <p:pic>
        <p:nvPicPr>
          <p:cNvPr id="52" name="图片 51"/>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a:xfrm>
            <a:off x="8337666" y="1347602"/>
            <a:ext cx="3662990" cy="27896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2" name="图片 1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sp>
        <p:nvSpPr>
          <p:cNvPr id="17" name="矩形 16"/>
          <p:cNvSpPr/>
          <p:nvPr/>
        </p:nvSpPr>
        <p:spPr>
          <a:xfrm>
            <a:off x="6400800" y="1284786"/>
            <a:ext cx="5791200" cy="3733797"/>
          </a:xfrm>
          <a:prstGeom prst="rect">
            <a:avLst/>
          </a:prstGeom>
          <a:solidFill>
            <a:srgbClr val="023FA1"/>
          </a:solidFill>
          <a:ln w="12700" cap="flat" cmpd="sng" algn="ctr">
            <a:noFill/>
            <a:prstDash val="solid"/>
            <a:miter lim="800000"/>
          </a:ln>
          <a:effectLst/>
        </p:spPr>
        <p:txBody>
          <a:bodyPr rtlCol="0" anchor="ctr"/>
          <a:lstStyle/>
          <a:p>
            <a:pPr algn="ctr">
              <a:defRPr/>
            </a:pPr>
            <a:endParaRPr lang="zh-CN" altLang="en-US" kern="0">
              <a:solidFill>
                <a:prstClr val="white"/>
              </a:solidFill>
              <a:latin typeface="等线" panose="02010600030101010101" charset="-122"/>
              <a:ea typeface="等线" panose="02010600030101010101" charset="-122"/>
            </a:endParaRPr>
          </a:p>
        </p:txBody>
      </p:sp>
      <p:sp>
        <p:nvSpPr>
          <p:cNvPr id="18" name="矩形 17"/>
          <p:cNvSpPr/>
          <p:nvPr/>
        </p:nvSpPr>
        <p:spPr>
          <a:xfrm>
            <a:off x="6748270" y="2266819"/>
            <a:ext cx="5096260" cy="2646365"/>
          </a:xfrm>
          <a:prstGeom prst="rect">
            <a:avLst/>
          </a:prstGeom>
        </p:spPr>
        <p:txBody>
          <a:bodyPr wrap="square">
            <a:spAutoFit/>
          </a:bodyPr>
          <a:lstStyle/>
          <a:p>
            <a:pPr>
              <a:lnSpc>
                <a:spcPct val="120000"/>
              </a:lnSpc>
            </a:pPr>
            <a:r>
              <a:rPr lang="zh-CN" altLang="en-US" sz="2000" dirty="0">
                <a:solidFill>
                  <a:prstClr val="white">
                    <a:lumMod val="95000"/>
                  </a:prst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pic>
        <p:nvPicPr>
          <p:cNvPr id="19" name="图片 18"/>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25241" y="1284787"/>
            <a:ext cx="6433227" cy="3733796"/>
          </a:xfrm>
          <a:prstGeom prst="rect">
            <a:avLst/>
          </a:prstGeom>
        </p:spPr>
      </p:pic>
      <p:sp>
        <p:nvSpPr>
          <p:cNvPr id="20" name="文本框 19"/>
          <p:cNvSpPr txBox="1"/>
          <p:nvPr/>
        </p:nvSpPr>
        <p:spPr>
          <a:xfrm>
            <a:off x="6748270" y="1561769"/>
            <a:ext cx="1807030" cy="523220"/>
          </a:xfrm>
          <a:prstGeom prst="rect">
            <a:avLst/>
          </a:prstGeom>
          <a:noFill/>
        </p:spPr>
        <p:txBody>
          <a:bodyPr wrap="square" rtlCol="0" anchor="b">
            <a:spAutoFit/>
          </a:bodyPr>
          <a:lstStyle/>
          <a:p>
            <a:r>
              <a:rPr lang="zh-CN" altLang="en-US" sz="2800" b="1" dirty="0">
                <a:solidFill>
                  <a:prstClr val="white">
                    <a:lumMod val="95000"/>
                  </a:prstClr>
                </a:solidFill>
                <a:latin typeface="等线" panose="02010600030101010101" charset="-122"/>
                <a:ea typeface="微软雅黑" panose="020B0503020204020204" pitchFamily="34" charset="-122"/>
                <a:cs typeface="+mn-ea"/>
                <a:sym typeface="+mn-lt"/>
              </a:rPr>
              <a:t>你的标题</a:t>
            </a:r>
          </a:p>
        </p:txBody>
      </p:sp>
      <p:cxnSp>
        <p:nvCxnSpPr>
          <p:cNvPr id="21" name="直接连接符 20"/>
          <p:cNvCxnSpPr/>
          <p:nvPr/>
        </p:nvCxnSpPr>
        <p:spPr>
          <a:xfrm>
            <a:off x="6748270" y="2150706"/>
            <a:ext cx="2047387" cy="0"/>
          </a:xfrm>
          <a:prstGeom prst="line">
            <a:avLst/>
          </a:prstGeom>
          <a:noFill/>
          <a:ln w="6350" cap="flat" cmpd="sng" algn="ctr">
            <a:solidFill>
              <a:sysClr val="window" lastClr="FFFFFF">
                <a:lumMod val="85000"/>
              </a:sysClr>
            </a:solidFill>
            <a:prstDash val="solid"/>
            <a:miter lim="800000"/>
          </a:ln>
          <a:effectLst/>
        </p:spPr>
      </p:cxnSp>
      <p:sp>
        <p:nvSpPr>
          <p:cNvPr id="22" name="矩形 21"/>
          <p:cNvSpPr/>
          <p:nvPr/>
        </p:nvSpPr>
        <p:spPr>
          <a:xfrm>
            <a:off x="478534" y="5147783"/>
            <a:ext cx="11234931" cy="1089529"/>
          </a:xfrm>
          <a:prstGeom prst="rect">
            <a:avLst/>
          </a:prstGeom>
        </p:spPr>
        <p:txBody>
          <a:bodyPr wrap="square">
            <a:spAutoFit/>
          </a:bodyPr>
          <a:lstStyle/>
          <a:p>
            <a:pPr>
              <a:lnSpc>
                <a:spcPct val="120000"/>
              </a:lnSpc>
            </a:pPr>
            <a:r>
              <a:rPr lang="zh-CN" altLang="en-US" dirty="0">
                <a:solidFill>
                  <a:srgbClr val="023FA1"/>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2" name="图片 1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grpSp>
        <p:nvGrpSpPr>
          <p:cNvPr id="17" name="组合 16"/>
          <p:cNvGrpSpPr/>
          <p:nvPr/>
        </p:nvGrpSpPr>
        <p:grpSpPr>
          <a:xfrm>
            <a:off x="3763937" y="1444517"/>
            <a:ext cx="4727088" cy="4177731"/>
            <a:chOff x="2739372" y="1263054"/>
            <a:chExt cx="3514424" cy="3105996"/>
          </a:xfrm>
        </p:grpSpPr>
        <p:sp>
          <p:nvSpPr>
            <p:cNvPr id="18" name="椭圆 17"/>
            <p:cNvSpPr/>
            <p:nvPr/>
          </p:nvSpPr>
          <p:spPr>
            <a:xfrm>
              <a:off x="3031934" y="1368109"/>
              <a:ext cx="2892892" cy="2892892"/>
            </a:xfrm>
            <a:prstGeom prst="ellipse">
              <a:avLst/>
            </a:prstGeom>
            <a:noFill/>
            <a:ln w="19050" cap="flat" cmpd="sng" algn="ctr">
              <a:solidFill>
                <a:srgbClr val="3151B3">
                  <a:alpha val="59000"/>
                </a:srgbClr>
              </a:solidFill>
              <a:prstDash val="lgDash"/>
              <a:miter lim="800000"/>
            </a:ln>
            <a:effectLst/>
          </p:spPr>
          <p:txBody>
            <a:bodyPr rtlCol="0" anchor="ctr"/>
            <a:lstStyle/>
            <a:p>
              <a:pPr algn="ctr">
                <a:defRPr/>
              </a:pPr>
              <a:endParaRPr lang="zh-CN" altLang="en-US" kern="0" dirty="0">
                <a:solidFill>
                  <a:prstClr val="white"/>
                </a:solidFill>
                <a:latin typeface="等线" panose="02010600030101010101" charset="-122"/>
                <a:ea typeface="微软雅黑" panose="020B0503020204020204" pitchFamily="34" charset="-122"/>
              </a:endParaRPr>
            </a:p>
          </p:txBody>
        </p:sp>
        <p:sp>
          <p:nvSpPr>
            <p:cNvPr id="19" name="3"/>
            <p:cNvSpPr/>
            <p:nvPr/>
          </p:nvSpPr>
          <p:spPr bwMode="auto">
            <a:xfrm>
              <a:off x="3417016" y="1263054"/>
              <a:ext cx="585123" cy="585123"/>
            </a:xfrm>
            <a:prstGeom prst="roundRect">
              <a:avLst>
                <a:gd name="adj" fmla="val 50000"/>
              </a:avLst>
            </a:prstGeom>
            <a:solidFill>
              <a:srgbClr val="023FA1"/>
            </a:solidFill>
            <a:ln w="19050">
              <a:solidFill>
                <a:srgbClr val="3151B3"/>
              </a:solidFill>
            </a:ln>
          </p:spPr>
          <p:txBody>
            <a:bodyPr lIns="0" tIns="0" rIns="0" bIns="0" anchor="ctr"/>
            <a:lstStyle/>
            <a:p>
              <a:pPr algn="ctr">
                <a:defRPr/>
              </a:pPr>
              <a:r>
                <a:rPr lang="en-US" sz="3200" b="1" kern="0" dirty="0">
                  <a:solidFill>
                    <a:prstClr val="white">
                      <a:lumMod val="95000"/>
                    </a:prstClr>
                  </a:solidFill>
                  <a:latin typeface="Times New Roman" panose="02020603050405020304" pitchFamily="18" charset="0"/>
                  <a:cs typeface="Times New Roman" panose="02020603050405020304" pitchFamily="18" charset="0"/>
                </a:rPr>
                <a:t>1</a:t>
              </a:r>
              <a:endParaRPr sz="3200" b="1" kern="0" dirty="0">
                <a:solidFill>
                  <a:prstClr val="white">
                    <a:lumMod val="95000"/>
                  </a:prstClr>
                </a:solidFill>
                <a:latin typeface="Times New Roman" panose="02020603050405020304" pitchFamily="18" charset="0"/>
                <a:cs typeface="Times New Roman" panose="02020603050405020304" pitchFamily="18" charset="0"/>
              </a:endParaRPr>
            </a:p>
          </p:txBody>
        </p:sp>
        <p:sp>
          <p:nvSpPr>
            <p:cNvPr id="20" name="5"/>
            <p:cNvSpPr/>
            <p:nvPr/>
          </p:nvSpPr>
          <p:spPr bwMode="auto">
            <a:xfrm>
              <a:off x="5017076" y="1285280"/>
              <a:ext cx="585123" cy="585123"/>
            </a:xfrm>
            <a:prstGeom prst="roundRect">
              <a:avLst>
                <a:gd name="adj" fmla="val 50000"/>
              </a:avLst>
            </a:prstGeom>
            <a:solidFill>
              <a:srgbClr val="023FA1"/>
            </a:solidFill>
            <a:ln w="19050">
              <a:solidFill>
                <a:srgbClr val="3151B3"/>
              </a:solidFill>
            </a:ln>
          </p:spPr>
          <p:txBody>
            <a:bodyPr lIns="0" tIns="0" rIns="0" bIns="0" anchor="ctr"/>
            <a:lstStyle/>
            <a:p>
              <a:pPr algn="ctr">
                <a:defRPr/>
              </a:pPr>
              <a:r>
                <a:rPr lang="en-US" sz="3200" b="1" kern="0" dirty="0">
                  <a:solidFill>
                    <a:prstClr val="white">
                      <a:lumMod val="95000"/>
                    </a:prstClr>
                  </a:solidFill>
                  <a:latin typeface="Times New Roman" panose="02020603050405020304" pitchFamily="18" charset="0"/>
                  <a:cs typeface="Times New Roman" panose="02020603050405020304" pitchFamily="18" charset="0"/>
                </a:rPr>
                <a:t>6</a:t>
              </a:r>
              <a:endParaRPr sz="3200" b="1" kern="0" dirty="0">
                <a:solidFill>
                  <a:prstClr val="white">
                    <a:lumMod val="95000"/>
                  </a:prstClr>
                </a:solidFill>
                <a:latin typeface="Times New Roman" panose="02020603050405020304" pitchFamily="18" charset="0"/>
                <a:cs typeface="Times New Roman" panose="02020603050405020304" pitchFamily="18" charset="0"/>
              </a:endParaRPr>
            </a:p>
          </p:txBody>
        </p:sp>
        <p:sp>
          <p:nvSpPr>
            <p:cNvPr id="21" name="6"/>
            <p:cNvSpPr/>
            <p:nvPr/>
          </p:nvSpPr>
          <p:spPr bwMode="auto">
            <a:xfrm>
              <a:off x="5668673" y="2519848"/>
              <a:ext cx="585123" cy="585123"/>
            </a:xfrm>
            <a:prstGeom prst="roundRect">
              <a:avLst>
                <a:gd name="adj" fmla="val 50000"/>
              </a:avLst>
            </a:prstGeom>
            <a:solidFill>
              <a:srgbClr val="023FA1"/>
            </a:solidFill>
            <a:ln w="19050">
              <a:solidFill>
                <a:srgbClr val="3151B3"/>
              </a:solidFill>
            </a:ln>
          </p:spPr>
          <p:txBody>
            <a:bodyPr lIns="0" tIns="0" rIns="0" bIns="0" anchor="ctr"/>
            <a:lstStyle/>
            <a:p>
              <a:pPr algn="ctr">
                <a:defRPr/>
              </a:pPr>
              <a:r>
                <a:rPr lang="en-US" sz="3200" b="1" kern="0" dirty="0">
                  <a:solidFill>
                    <a:prstClr val="white">
                      <a:lumMod val="95000"/>
                    </a:prstClr>
                  </a:solidFill>
                  <a:latin typeface="Times New Roman" panose="02020603050405020304" pitchFamily="18" charset="0"/>
                  <a:cs typeface="Times New Roman" panose="02020603050405020304" pitchFamily="18" charset="0"/>
                </a:rPr>
                <a:t>5</a:t>
              </a:r>
              <a:endParaRPr sz="3200" b="1" kern="0" dirty="0">
                <a:solidFill>
                  <a:prstClr val="white">
                    <a:lumMod val="95000"/>
                  </a:prstClr>
                </a:solidFill>
                <a:latin typeface="Times New Roman" panose="02020603050405020304" pitchFamily="18" charset="0"/>
                <a:cs typeface="Times New Roman" panose="02020603050405020304" pitchFamily="18" charset="0"/>
              </a:endParaRPr>
            </a:p>
          </p:txBody>
        </p:sp>
        <p:sp>
          <p:nvSpPr>
            <p:cNvPr id="22" name="7"/>
            <p:cNvSpPr/>
            <p:nvPr/>
          </p:nvSpPr>
          <p:spPr bwMode="auto">
            <a:xfrm>
              <a:off x="2739372" y="2519848"/>
              <a:ext cx="585123" cy="585123"/>
            </a:xfrm>
            <a:prstGeom prst="roundRect">
              <a:avLst>
                <a:gd name="adj" fmla="val 50000"/>
              </a:avLst>
            </a:prstGeom>
            <a:solidFill>
              <a:srgbClr val="023FA1"/>
            </a:solidFill>
            <a:ln w="19050">
              <a:solidFill>
                <a:srgbClr val="3151B3"/>
              </a:solidFill>
            </a:ln>
          </p:spPr>
          <p:txBody>
            <a:bodyPr lIns="0" tIns="0" rIns="0" bIns="0" anchor="ctr"/>
            <a:lstStyle/>
            <a:p>
              <a:pPr algn="ctr">
                <a:defRPr/>
              </a:pPr>
              <a:r>
                <a:rPr lang="en-US" sz="3200" b="1" kern="0" dirty="0">
                  <a:solidFill>
                    <a:prstClr val="white">
                      <a:lumMod val="95000"/>
                    </a:prstClr>
                  </a:solidFill>
                  <a:latin typeface="Times New Roman" panose="02020603050405020304" pitchFamily="18" charset="0"/>
                  <a:cs typeface="Times New Roman" panose="02020603050405020304" pitchFamily="18" charset="0"/>
                </a:rPr>
                <a:t>2</a:t>
              </a:r>
              <a:endParaRPr sz="3200" b="1" kern="0" dirty="0">
                <a:solidFill>
                  <a:prstClr val="white">
                    <a:lumMod val="95000"/>
                  </a:prstClr>
                </a:solidFill>
                <a:latin typeface="Times New Roman" panose="02020603050405020304" pitchFamily="18" charset="0"/>
                <a:cs typeface="Times New Roman" panose="02020603050405020304" pitchFamily="18" charset="0"/>
              </a:endParaRPr>
            </a:p>
          </p:txBody>
        </p:sp>
        <p:sp>
          <p:nvSpPr>
            <p:cNvPr id="23" name="8"/>
            <p:cNvSpPr/>
            <p:nvPr/>
          </p:nvSpPr>
          <p:spPr bwMode="auto">
            <a:xfrm>
              <a:off x="3417016" y="3783927"/>
              <a:ext cx="585123" cy="585123"/>
            </a:xfrm>
            <a:prstGeom prst="roundRect">
              <a:avLst>
                <a:gd name="adj" fmla="val 50000"/>
              </a:avLst>
            </a:prstGeom>
            <a:solidFill>
              <a:srgbClr val="023FA1"/>
            </a:solidFill>
            <a:ln w="19050">
              <a:solidFill>
                <a:srgbClr val="3151B3"/>
              </a:solidFill>
            </a:ln>
          </p:spPr>
          <p:txBody>
            <a:bodyPr lIns="0" tIns="0" rIns="0" bIns="0" anchor="ctr"/>
            <a:lstStyle/>
            <a:p>
              <a:pPr algn="ctr">
                <a:defRPr/>
              </a:pPr>
              <a:r>
                <a:rPr lang="en-US" sz="3200" b="1" kern="0" dirty="0">
                  <a:solidFill>
                    <a:prstClr val="white">
                      <a:lumMod val="95000"/>
                    </a:prstClr>
                  </a:solidFill>
                  <a:latin typeface="Times New Roman" panose="02020603050405020304" pitchFamily="18" charset="0"/>
                  <a:cs typeface="Times New Roman" panose="02020603050405020304" pitchFamily="18" charset="0"/>
                </a:rPr>
                <a:t>3</a:t>
              </a:r>
              <a:endParaRPr sz="3200" b="1" kern="0" dirty="0">
                <a:solidFill>
                  <a:prstClr val="white">
                    <a:lumMod val="95000"/>
                  </a:prstClr>
                </a:solidFill>
                <a:latin typeface="Times New Roman" panose="02020603050405020304" pitchFamily="18" charset="0"/>
                <a:cs typeface="Times New Roman" panose="02020603050405020304" pitchFamily="18" charset="0"/>
              </a:endParaRPr>
            </a:p>
          </p:txBody>
        </p:sp>
        <p:sp>
          <p:nvSpPr>
            <p:cNvPr id="24" name="8"/>
            <p:cNvSpPr/>
            <p:nvPr/>
          </p:nvSpPr>
          <p:spPr bwMode="auto">
            <a:xfrm>
              <a:off x="5017076" y="3783927"/>
              <a:ext cx="585123" cy="585123"/>
            </a:xfrm>
            <a:prstGeom prst="roundRect">
              <a:avLst>
                <a:gd name="adj" fmla="val 50000"/>
              </a:avLst>
            </a:prstGeom>
            <a:solidFill>
              <a:srgbClr val="023FA1"/>
            </a:solidFill>
            <a:ln w="19050">
              <a:solidFill>
                <a:srgbClr val="3151B3"/>
              </a:solidFill>
            </a:ln>
          </p:spPr>
          <p:txBody>
            <a:bodyPr lIns="0" tIns="0" rIns="0" bIns="0" anchor="ctr"/>
            <a:lstStyle/>
            <a:p>
              <a:pPr algn="ctr">
                <a:defRPr/>
              </a:pPr>
              <a:r>
                <a:rPr lang="en-US" sz="3200" b="1" kern="0" dirty="0">
                  <a:solidFill>
                    <a:prstClr val="white">
                      <a:lumMod val="95000"/>
                    </a:prstClr>
                  </a:solidFill>
                  <a:latin typeface="Times New Roman" panose="02020603050405020304" pitchFamily="18" charset="0"/>
                  <a:cs typeface="Times New Roman" panose="02020603050405020304" pitchFamily="18" charset="0"/>
                </a:rPr>
                <a:t>4</a:t>
              </a:r>
              <a:endParaRPr sz="3200" b="1" kern="0" dirty="0">
                <a:solidFill>
                  <a:prstClr val="white">
                    <a:lumMod val="95000"/>
                  </a:prstClr>
                </a:solidFill>
                <a:latin typeface="Times New Roman" panose="02020603050405020304" pitchFamily="18" charset="0"/>
                <a:cs typeface="Times New Roman" panose="02020603050405020304" pitchFamily="18" charset="0"/>
              </a:endParaRPr>
            </a:p>
          </p:txBody>
        </p:sp>
      </p:grpSp>
      <p:grpSp>
        <p:nvGrpSpPr>
          <p:cNvPr id="25" name="组合 24"/>
          <p:cNvGrpSpPr/>
          <p:nvPr/>
        </p:nvGrpSpPr>
        <p:grpSpPr>
          <a:xfrm>
            <a:off x="4866249" y="2304989"/>
            <a:ext cx="2446987" cy="2446987"/>
            <a:chOff x="5302426" y="2364325"/>
            <a:chExt cx="2446987" cy="2446987"/>
          </a:xfrm>
        </p:grpSpPr>
        <p:sp>
          <p:nvSpPr>
            <p:cNvPr id="26" name="椭圆 25"/>
            <p:cNvSpPr/>
            <p:nvPr/>
          </p:nvSpPr>
          <p:spPr>
            <a:xfrm>
              <a:off x="5302426" y="2364325"/>
              <a:ext cx="2446987" cy="2446987"/>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pic>
          <p:nvPicPr>
            <p:cNvPr id="27" name="图片 26"/>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5648593" y="2710492"/>
              <a:ext cx="1754650" cy="1754650"/>
            </a:xfrm>
            <a:prstGeom prst="ellipse">
              <a:avLst/>
            </a:prstGeom>
          </p:spPr>
        </p:pic>
      </p:grpSp>
      <p:sp>
        <p:nvSpPr>
          <p:cNvPr id="28" name="文本框 27"/>
          <p:cNvSpPr txBox="1"/>
          <p:nvPr/>
        </p:nvSpPr>
        <p:spPr>
          <a:xfrm>
            <a:off x="1064424" y="1159306"/>
            <a:ext cx="2999935" cy="1421928"/>
          </a:xfrm>
          <a:prstGeom prst="wedgeRectCallout">
            <a:avLst>
              <a:gd name="adj1" fmla="val 56724"/>
              <a:gd name="adj2" fmla="val -22222"/>
            </a:avLst>
          </a:prstGeom>
          <a:noFill/>
          <a:ln>
            <a:solidFill>
              <a:srgbClr val="023FA1"/>
            </a:solidFill>
          </a:ln>
          <a:effectLst/>
        </p:spPr>
        <p:txBody>
          <a:bodyPr wrap="square" rtlCol="0">
            <a:spAutoFit/>
          </a:bodyPr>
          <a:lstStyle/>
          <a:p>
            <a:pPr>
              <a:lnSpc>
                <a:spcPct val="120000"/>
              </a:lnSpc>
            </a:pPr>
            <a:r>
              <a:rPr lang="zh-CN" altLang="en-US" dirty="0">
                <a:solidFill>
                  <a:srgbClr val="3F403E"/>
                </a:solidFill>
                <a:latin typeface="Arial" panose="020B0604020202020204" pitchFamily="34" charset="0"/>
                <a:ea typeface="微软雅黑" panose="020B0503020204020204" pitchFamily="34" charset="-122"/>
                <a:cs typeface="+mn-ea"/>
                <a:sym typeface="Arial" panose="020B0604020202020204" pitchFamily="34" charset="0"/>
              </a:rPr>
              <a:t>请在此输入内容请在此输入内容请在此输入内容请在此输入内容请在此输入内容请在此输入内容。</a:t>
            </a:r>
          </a:p>
        </p:txBody>
      </p:sp>
      <p:sp>
        <p:nvSpPr>
          <p:cNvPr id="29" name="文本框 28"/>
          <p:cNvSpPr txBox="1"/>
          <p:nvPr/>
        </p:nvSpPr>
        <p:spPr>
          <a:xfrm>
            <a:off x="183120" y="3134972"/>
            <a:ext cx="3014040" cy="1421928"/>
          </a:xfrm>
          <a:prstGeom prst="wedgeRectCallout">
            <a:avLst>
              <a:gd name="adj1" fmla="val 56724"/>
              <a:gd name="adj2" fmla="val -22222"/>
            </a:avLst>
          </a:prstGeom>
          <a:noFill/>
          <a:ln>
            <a:solidFill>
              <a:srgbClr val="023FA1"/>
            </a:solidFill>
          </a:ln>
          <a:effectLst/>
        </p:spPr>
        <p:txBody>
          <a:bodyPr wrap="square" rtlCol="0">
            <a:spAutoFit/>
          </a:bodyPr>
          <a:lstStyle/>
          <a:p>
            <a:pPr>
              <a:lnSpc>
                <a:spcPct val="120000"/>
              </a:lnSpc>
            </a:pPr>
            <a:r>
              <a:rPr lang="zh-CN" altLang="en-US" dirty="0">
                <a:solidFill>
                  <a:srgbClr val="3F403E"/>
                </a:solidFill>
                <a:latin typeface="Arial" panose="020B0604020202020204" pitchFamily="34" charset="0"/>
                <a:ea typeface="微软雅黑" panose="020B0503020204020204" pitchFamily="34" charset="-122"/>
                <a:cs typeface="+mn-ea"/>
                <a:sym typeface="Arial" panose="020B0604020202020204" pitchFamily="34" charset="0"/>
              </a:rPr>
              <a:t>请在此输入内容请在此输入内容请在此输入内容请在此输入内容请在此输入内容请在此输入内容。</a:t>
            </a:r>
          </a:p>
        </p:txBody>
      </p:sp>
      <p:sp>
        <p:nvSpPr>
          <p:cNvPr id="30" name="文本框 29"/>
          <p:cNvSpPr txBox="1"/>
          <p:nvPr/>
        </p:nvSpPr>
        <p:spPr>
          <a:xfrm flipH="1">
            <a:off x="8224703" y="1164429"/>
            <a:ext cx="3014040" cy="1421928"/>
          </a:xfrm>
          <a:prstGeom prst="wedgeRectCallout">
            <a:avLst>
              <a:gd name="adj1" fmla="val 56724"/>
              <a:gd name="adj2" fmla="val -22222"/>
            </a:avLst>
          </a:prstGeom>
          <a:noFill/>
          <a:ln>
            <a:solidFill>
              <a:srgbClr val="023FA1"/>
            </a:solidFill>
          </a:ln>
          <a:effectLst/>
        </p:spPr>
        <p:txBody>
          <a:bodyPr wrap="square" rtlCol="0">
            <a:spAutoFit/>
          </a:bodyPr>
          <a:lstStyle/>
          <a:p>
            <a:pPr>
              <a:lnSpc>
                <a:spcPct val="120000"/>
              </a:lnSpc>
            </a:pPr>
            <a:r>
              <a:rPr lang="zh-CN" altLang="en-US" dirty="0">
                <a:solidFill>
                  <a:srgbClr val="3F403E"/>
                </a:solidFill>
                <a:latin typeface="Arial" panose="020B0604020202020204" pitchFamily="34" charset="0"/>
                <a:ea typeface="微软雅黑" panose="020B0503020204020204" pitchFamily="34" charset="-122"/>
                <a:cs typeface="+mn-ea"/>
                <a:sym typeface="Arial" panose="020B0604020202020204" pitchFamily="34" charset="0"/>
              </a:rPr>
              <a:t>请在此输入内容请在此输入内容请在此输入内容请在此输入内容请在此输入内容请在此输入内容。</a:t>
            </a:r>
          </a:p>
        </p:txBody>
      </p:sp>
      <p:sp>
        <p:nvSpPr>
          <p:cNvPr id="31" name="文本框 30"/>
          <p:cNvSpPr txBox="1"/>
          <p:nvPr/>
        </p:nvSpPr>
        <p:spPr>
          <a:xfrm flipH="1">
            <a:off x="9008832" y="3113791"/>
            <a:ext cx="3014040" cy="1421928"/>
          </a:xfrm>
          <a:prstGeom prst="wedgeRectCallout">
            <a:avLst>
              <a:gd name="adj1" fmla="val 56724"/>
              <a:gd name="adj2" fmla="val -22222"/>
            </a:avLst>
          </a:prstGeom>
          <a:noFill/>
          <a:ln>
            <a:solidFill>
              <a:srgbClr val="023FA1"/>
            </a:solidFill>
          </a:ln>
          <a:effectLst/>
        </p:spPr>
        <p:txBody>
          <a:bodyPr wrap="square" rtlCol="0">
            <a:spAutoFit/>
          </a:bodyPr>
          <a:lstStyle/>
          <a:p>
            <a:pPr>
              <a:lnSpc>
                <a:spcPct val="120000"/>
              </a:lnSpc>
            </a:pPr>
            <a:r>
              <a:rPr lang="zh-CN" altLang="en-US" dirty="0">
                <a:solidFill>
                  <a:srgbClr val="3F403E"/>
                </a:solidFill>
                <a:latin typeface="Arial" panose="020B0604020202020204" pitchFamily="34" charset="0"/>
                <a:ea typeface="微软雅黑" panose="020B0503020204020204" pitchFamily="34" charset="-122"/>
                <a:cs typeface="+mn-ea"/>
                <a:sym typeface="Arial" panose="020B0604020202020204" pitchFamily="34" charset="0"/>
              </a:rPr>
              <a:t>请在此输入内容请在此输入内容请在此输入内容请在此输入内容请在此输入内容请在此输入内容。</a:t>
            </a:r>
          </a:p>
        </p:txBody>
      </p:sp>
      <p:sp>
        <p:nvSpPr>
          <p:cNvPr id="32" name="文本框 31"/>
          <p:cNvSpPr txBox="1"/>
          <p:nvPr/>
        </p:nvSpPr>
        <p:spPr>
          <a:xfrm>
            <a:off x="1050319" y="5067096"/>
            <a:ext cx="3014040" cy="1421928"/>
          </a:xfrm>
          <a:prstGeom prst="wedgeRectCallout">
            <a:avLst>
              <a:gd name="adj1" fmla="val 56724"/>
              <a:gd name="adj2" fmla="val -22222"/>
            </a:avLst>
          </a:prstGeom>
          <a:noFill/>
          <a:ln>
            <a:solidFill>
              <a:srgbClr val="023FA1"/>
            </a:solidFill>
          </a:ln>
          <a:effectLst/>
        </p:spPr>
        <p:txBody>
          <a:bodyPr wrap="square" rtlCol="0">
            <a:spAutoFit/>
          </a:bodyPr>
          <a:lstStyle/>
          <a:p>
            <a:pPr>
              <a:lnSpc>
                <a:spcPct val="120000"/>
              </a:lnSpc>
            </a:pPr>
            <a:r>
              <a:rPr lang="zh-CN" altLang="en-US" dirty="0">
                <a:solidFill>
                  <a:srgbClr val="3F403E"/>
                </a:solidFill>
                <a:latin typeface="Arial" panose="020B0604020202020204" pitchFamily="34" charset="0"/>
                <a:ea typeface="微软雅黑" panose="020B0503020204020204" pitchFamily="34" charset="-122"/>
                <a:cs typeface="+mn-ea"/>
                <a:sym typeface="Arial" panose="020B0604020202020204" pitchFamily="34" charset="0"/>
              </a:rPr>
              <a:t>请在此输入内容请在此输入内容请在此输入内容请在此输入内容请在此输入内容请在此输入内容。</a:t>
            </a:r>
          </a:p>
        </p:txBody>
      </p:sp>
      <p:sp>
        <p:nvSpPr>
          <p:cNvPr id="33" name="文本框 32"/>
          <p:cNvSpPr txBox="1"/>
          <p:nvPr/>
        </p:nvSpPr>
        <p:spPr>
          <a:xfrm flipH="1">
            <a:off x="8224703" y="5093818"/>
            <a:ext cx="3014040" cy="1421928"/>
          </a:xfrm>
          <a:prstGeom prst="wedgeRectCallout">
            <a:avLst>
              <a:gd name="adj1" fmla="val 56724"/>
              <a:gd name="adj2" fmla="val -22222"/>
            </a:avLst>
          </a:prstGeom>
          <a:noFill/>
          <a:ln>
            <a:solidFill>
              <a:srgbClr val="023FA1"/>
            </a:solidFill>
          </a:ln>
          <a:effectLst/>
        </p:spPr>
        <p:txBody>
          <a:bodyPr wrap="square" rtlCol="0">
            <a:spAutoFit/>
          </a:bodyPr>
          <a:lstStyle/>
          <a:p>
            <a:pPr>
              <a:lnSpc>
                <a:spcPct val="120000"/>
              </a:lnSpc>
            </a:pPr>
            <a:r>
              <a:rPr lang="zh-CN" altLang="en-US" dirty="0">
                <a:solidFill>
                  <a:srgbClr val="3F403E"/>
                </a:solidFill>
                <a:latin typeface="Arial" panose="020B0604020202020204" pitchFamily="34" charset="0"/>
                <a:ea typeface="微软雅黑" panose="020B0503020204020204" pitchFamily="34" charset="-122"/>
                <a:cs typeface="+mn-ea"/>
                <a:sym typeface="Arial" panose="020B0604020202020204" pitchFamily="34" charset="0"/>
              </a:rPr>
              <a:t>请在此输入内容请在此输入内容请在此输入内容请在此输入内容请在此输入内容请在此输入内容。</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0" y="0"/>
            <a:ext cx="12192000" cy="6912403"/>
          </a:xfrm>
          <a:prstGeom prst="rect">
            <a:avLst/>
          </a:prstGeom>
          <a:gradFill flip="none" rotWithShape="1">
            <a:gsLst>
              <a:gs pos="85000">
                <a:srgbClr val="0B47B3">
                  <a:alpha val="88000"/>
                </a:srgbClr>
              </a:gs>
              <a:gs pos="0">
                <a:srgbClr val="0B47B3">
                  <a:alpha val="95000"/>
                </a:srgbClr>
              </a:gs>
              <a:gs pos="100000">
                <a:srgbClr val="0B47B3"/>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sp>
        <p:nvSpPr>
          <p:cNvPr id="5" name="文本框 4"/>
          <p:cNvSpPr txBox="1"/>
          <p:nvPr/>
        </p:nvSpPr>
        <p:spPr>
          <a:xfrm>
            <a:off x="995219" y="1224329"/>
            <a:ext cx="5328592" cy="4508927"/>
          </a:xfrm>
          <a:prstGeom prst="rect">
            <a:avLst/>
          </a:prstGeom>
          <a:noFill/>
        </p:spPr>
        <p:txBody>
          <a:bodyPr wrap="square" rtlCol="0">
            <a:spAutoFit/>
          </a:bodyPr>
          <a:lstStyle/>
          <a:p>
            <a:r>
              <a:rPr lang="en-US" altLang="zh-CN" sz="28700" dirty="0">
                <a:solidFill>
                  <a:prstClr val="white"/>
                </a:solidFill>
                <a:latin typeface="Arial Black" panose="020B0A04020102020204" pitchFamily="34" charset="0"/>
              </a:rPr>
              <a:t>03</a:t>
            </a:r>
            <a:endParaRPr lang="zh-CN" altLang="en-US" sz="28700" dirty="0">
              <a:solidFill>
                <a:prstClr val="white"/>
              </a:solidFill>
              <a:latin typeface="Arial Black" panose="020B0A04020102020204" pitchFamily="34" charset="0"/>
            </a:endParaRPr>
          </a:p>
        </p:txBody>
      </p:sp>
      <p:sp>
        <p:nvSpPr>
          <p:cNvPr id="6" name="标题 4"/>
          <p:cNvSpPr txBox="1"/>
          <p:nvPr/>
        </p:nvSpPr>
        <p:spPr>
          <a:xfrm>
            <a:off x="6079784" y="2062596"/>
            <a:ext cx="5328592"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5400" b="1" dirty="0">
                <a:solidFill>
                  <a:prstClr val="white"/>
                </a:solidFill>
                <a:latin typeface="微软雅黑" panose="020B0503020204020204" pitchFamily="34" charset="-122"/>
                <a:ea typeface="微软雅黑" panose="020B0503020204020204" pitchFamily="34" charset="-122"/>
              </a:rPr>
              <a:t>请输入你的标题</a:t>
            </a:r>
          </a:p>
        </p:txBody>
      </p:sp>
      <p:cxnSp>
        <p:nvCxnSpPr>
          <p:cNvPr id="7" name="直接连接符 6"/>
          <p:cNvCxnSpPr/>
          <p:nvPr/>
        </p:nvCxnSpPr>
        <p:spPr>
          <a:xfrm>
            <a:off x="6255757" y="3143336"/>
            <a:ext cx="3594498" cy="0"/>
          </a:xfrm>
          <a:prstGeom prst="line">
            <a:avLst/>
          </a:prstGeom>
          <a:noFill/>
          <a:ln w="28575" cap="flat" cmpd="sng" algn="ctr">
            <a:solidFill>
              <a:sysClr val="window" lastClr="FFFFFF"/>
            </a:solidFill>
            <a:prstDash val="solid"/>
            <a:headEnd type="oval" w="med" len="med"/>
            <a:tailEnd type="oval" w="med" len="med"/>
          </a:ln>
          <a:effectLst/>
        </p:spPr>
      </p:cxnSp>
      <p:sp>
        <p:nvSpPr>
          <p:cNvPr id="8" name="标题 4"/>
          <p:cNvSpPr txBox="1"/>
          <p:nvPr/>
        </p:nvSpPr>
        <p:spPr>
          <a:xfrm>
            <a:off x="6225638" y="3862063"/>
            <a:ext cx="4754488"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25000"/>
              </a:lnSpc>
            </a:pPr>
            <a:r>
              <a:rPr lang="zh-CN" altLang="en-US" sz="2000" dirty="0">
                <a:solidFill>
                  <a:prstClr val="white"/>
                </a:solidFill>
                <a:latin typeface="微软雅黑" panose="020B0503020204020204" pitchFamily="34" charset="-122"/>
                <a:ea typeface="微软雅黑" panose="020B0503020204020204" pitchFamily="34" charset="-122"/>
              </a:rPr>
              <a:t>请输入你的副标题或标题说明以简洁为主说明本章的内容关键要点请输入你的副标题或标题说明以简洁为主说明本章的内容关键要点</a:t>
            </a:r>
          </a:p>
          <a:p>
            <a:pPr algn="l">
              <a:lnSpc>
                <a:spcPct val="125000"/>
              </a:lnSpc>
            </a:pP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8968955" y="220196"/>
            <a:ext cx="2851680" cy="726950"/>
            <a:chOff x="751446" y="486412"/>
            <a:chExt cx="4918925" cy="1253932"/>
          </a:xfrm>
        </p:grpSpPr>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1446" y="486412"/>
              <a:ext cx="1253932" cy="1253932"/>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1960351" y="558072"/>
              <a:ext cx="3710020" cy="607919"/>
            </a:xfrm>
            <a:prstGeom prst="rect">
              <a:avLst/>
            </a:prstGeom>
          </p:spPr>
        </p:pic>
        <p:sp>
          <p:nvSpPr>
            <p:cNvPr id="12" name="矩形 11"/>
            <p:cNvSpPr/>
            <p:nvPr/>
          </p:nvSpPr>
          <p:spPr>
            <a:xfrm>
              <a:off x="2063872" y="1156396"/>
              <a:ext cx="3606499" cy="530891"/>
            </a:xfrm>
            <a:prstGeom prst="rect">
              <a:avLst/>
            </a:prstGeom>
          </p:spPr>
          <p:txBody>
            <a:bodyPr wrap="square">
              <a:spAutoFit/>
            </a:bodyPr>
            <a:lstStyle/>
            <a:p>
              <a:pPr lvl="0" algn="dist"/>
              <a:r>
                <a:rPr lang="en-US" altLang="zh-CN" sz="1400" b="1" dirty="0">
                  <a:solidFill>
                    <a:prstClr val="white"/>
                  </a:solidFill>
                </a:rPr>
                <a:t>BEIHANG UNIVERSITY</a:t>
              </a:r>
              <a:endParaRPr kumimoji="0" lang="zh-CN" altLang="en-US" sz="14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3" name="组合 12"/>
          <p:cNvGrpSpPr/>
          <p:nvPr/>
        </p:nvGrpSpPr>
        <p:grpSpPr>
          <a:xfrm>
            <a:off x="227727" y="5858748"/>
            <a:ext cx="2412444" cy="929311"/>
            <a:chOff x="227727" y="5753818"/>
            <a:chExt cx="2412444" cy="929311"/>
          </a:xfrm>
        </p:grpSpPr>
        <p:pic>
          <p:nvPicPr>
            <p:cNvPr id="14" name="图片 13"/>
            <p:cNvPicPr>
              <a:picLocks noChangeAspect="1"/>
            </p:cNvPicPr>
            <p:nvPr/>
          </p:nvPicPr>
          <p:blipFill rotWithShape="1">
            <a:blip r:embed="rId5" cstate="print">
              <a:extLst>
                <a:ext uri="{28A0092B-C50C-407E-A947-70E740481C1C}">
                  <a14:useLocalDpi xmlns:a14="http://schemas.microsoft.com/office/drawing/2010/main" val="0"/>
                </a:ext>
              </a:extLst>
            </a:blip>
            <a:srcRect r="50000" b="-2912"/>
            <a:stretch>
              <a:fillRect/>
            </a:stretch>
          </p:blipFill>
          <p:spPr>
            <a:xfrm>
              <a:off x="227727" y="5753818"/>
              <a:ext cx="1475785" cy="485334"/>
            </a:xfrm>
            <a:prstGeom prst="rect">
              <a:avLst/>
            </a:prstGeom>
          </p:spPr>
        </p:pic>
        <p:pic>
          <p:nvPicPr>
            <p:cNvPr id="15" name="图片 14"/>
            <p:cNvPicPr>
              <a:picLocks noChangeAspect="1"/>
            </p:cNvPicPr>
            <p:nvPr/>
          </p:nvPicPr>
          <p:blipFill rotWithShape="1">
            <a:blip r:embed="rId5" cstate="print">
              <a:extLst>
                <a:ext uri="{28A0092B-C50C-407E-A947-70E740481C1C}">
                  <a14:useLocalDpi xmlns:a14="http://schemas.microsoft.com/office/drawing/2010/main" val="0"/>
                </a:ext>
              </a:extLst>
            </a:blip>
            <a:srcRect l="50000"/>
            <a:stretch>
              <a:fillRect/>
            </a:stretch>
          </p:blipFill>
          <p:spPr>
            <a:xfrm>
              <a:off x="1164385" y="6211529"/>
              <a:ext cx="1475786" cy="4716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7512"/>
          </a:xfrm>
          <a:prstGeom prst="rect">
            <a:avLst/>
          </a:prstGeom>
        </p:spPr>
      </p:pic>
      <p:sp>
        <p:nvSpPr>
          <p:cNvPr id="6" name="矩形 5"/>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7" name="组合 6"/>
          <p:cNvGrpSpPr/>
          <p:nvPr/>
        </p:nvGrpSpPr>
        <p:grpSpPr>
          <a:xfrm>
            <a:off x="0" y="260648"/>
            <a:ext cx="4367671" cy="1043832"/>
            <a:chOff x="0" y="260648"/>
            <a:chExt cx="4367671" cy="1043832"/>
          </a:xfrm>
        </p:grpSpPr>
        <p:sp>
          <p:nvSpPr>
            <p:cNvPr id="8" name="矩形 7"/>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grpSp>
          <p:nvGrpSpPr>
            <p:cNvPr id="9" name="组合 8"/>
            <p:cNvGrpSpPr/>
            <p:nvPr/>
          </p:nvGrpSpPr>
          <p:grpSpPr>
            <a:xfrm>
              <a:off x="695400" y="260648"/>
              <a:ext cx="3672271" cy="1043832"/>
              <a:chOff x="623392" y="310880"/>
              <a:chExt cx="3672271" cy="1043832"/>
            </a:xfrm>
          </p:grpSpPr>
          <p:sp>
            <p:nvSpPr>
              <p:cNvPr id="10" name="文本框 9"/>
              <p:cNvSpPr txBox="1"/>
              <p:nvPr/>
            </p:nvSpPr>
            <p:spPr>
              <a:xfrm>
                <a:off x="623392" y="310880"/>
                <a:ext cx="3057247" cy="58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rPr>
                  <a:t>请输入你的标题</a:t>
                </a:r>
              </a:p>
            </p:txBody>
          </p:sp>
          <p:cxnSp>
            <p:nvCxnSpPr>
              <p:cNvPr id="11" name="直接连接符 10"/>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2" name="文本框 11"/>
              <p:cNvSpPr txBox="1"/>
              <p:nvPr/>
            </p:nvSpPr>
            <p:spPr>
              <a:xfrm>
                <a:off x="668362" y="1046935"/>
                <a:ext cx="3627301" cy="307777"/>
              </a:xfrm>
              <a:prstGeom prst="rect">
                <a:avLst/>
              </a:prstGeom>
              <a:noFill/>
            </p:spPr>
            <p:txBody>
              <a:bodyPr wrap="square" rtlCol="0">
                <a:spAutoFit/>
              </a:bodyPr>
              <a:lstStyle/>
              <a:p>
                <a:pPr algn="dist">
                  <a:defRPr/>
                </a:pPr>
                <a:r>
                  <a:rPr lang="en-US" altLang="zh-CN" sz="700" kern="0" spc="300" dirty="0">
                    <a:solidFill>
                      <a:prstClr val="black"/>
                    </a:solidFill>
                  </a:rPr>
                  <a:t>ADD YOUR TITLE HERE ADD YOUR TITLE HERE </a:t>
                </a:r>
              </a:p>
              <a:p>
                <a:pPr lvl="0" algn="dist">
                  <a:defRPr/>
                </a:pPr>
                <a:r>
                  <a:rPr lang="en-US" altLang="zh-CN" sz="700" kern="0" spc="300" dirty="0">
                    <a:solidFill>
                      <a:prstClr val="black"/>
                    </a:solidFill>
                  </a:rPr>
                  <a:t> </a:t>
                </a:r>
              </a:p>
            </p:txBody>
          </p:sp>
        </p:grpSp>
      </p:grpSp>
      <p:sp>
        <p:nvSpPr>
          <p:cNvPr id="13" name="文本框 12"/>
          <p:cNvSpPr txBox="1"/>
          <p:nvPr/>
        </p:nvSpPr>
        <p:spPr>
          <a:xfrm>
            <a:off x="10704512" y="6383705"/>
            <a:ext cx="109998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rPr>
              <a:t>JUNE 12</a:t>
            </a:r>
            <a:r>
              <a:rPr kumimoji="0" lang="en-US" altLang="zh-CN" sz="1800" b="1" i="0" u="none" strike="noStrike" kern="0" cap="none" spc="0" normalizeH="0" baseline="30000" noProof="0" dirty="0">
                <a:ln>
                  <a:noFill/>
                </a:ln>
                <a:solidFill>
                  <a:prstClr val="white">
                    <a:lumMod val="75000"/>
                  </a:prstClr>
                </a:solidFill>
                <a:effectLst/>
                <a:uLnTx/>
                <a:uFillTx/>
              </a:rPr>
              <a:t>th</a:t>
            </a:r>
            <a:endParaRPr kumimoji="0" lang="zh-CN" altLang="en-US" sz="1800" b="1" i="0" u="none" strike="noStrike" kern="0" cap="none" spc="0" normalizeH="0" baseline="30000" noProof="0" dirty="0">
              <a:ln>
                <a:noFill/>
              </a:ln>
              <a:solidFill>
                <a:prstClr val="white">
                  <a:lumMod val="75000"/>
                </a:prstClr>
              </a:solidFill>
              <a:effectLst/>
              <a:uLnTx/>
              <a:uFillTx/>
            </a:endParaRPr>
          </a:p>
        </p:txBody>
      </p:sp>
      <p:pic>
        <p:nvPicPr>
          <p:cNvPr id="14" name="图片 13"/>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5" name="组合 14"/>
          <p:cNvGrpSpPr/>
          <p:nvPr/>
        </p:nvGrpSpPr>
        <p:grpSpPr>
          <a:xfrm>
            <a:off x="8925185" y="381902"/>
            <a:ext cx="2879308" cy="743473"/>
            <a:chOff x="825667" y="458497"/>
            <a:chExt cx="4856203" cy="1253932"/>
          </a:xfrm>
        </p:grpSpPr>
        <p:pic>
          <p:nvPicPr>
            <p:cNvPr id="16" name="图片 15"/>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7" name="图片 16"/>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8" name="矩形 17"/>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sp>
        <p:nvSpPr>
          <p:cNvPr id="19" name="矩形 18"/>
          <p:cNvSpPr/>
          <p:nvPr/>
        </p:nvSpPr>
        <p:spPr>
          <a:xfrm>
            <a:off x="4633620" y="2138882"/>
            <a:ext cx="2924761" cy="178724"/>
          </a:xfrm>
          <a:prstGeom prst="rect">
            <a:avLst/>
          </a:prstGeom>
          <a:solidFill>
            <a:srgbClr val="FFCC00"/>
          </a:solidFill>
          <a:ln w="12700" cap="flat" cmpd="sng" algn="ctr">
            <a:noFill/>
            <a:prstDash val="solid"/>
            <a:miter lim="800000"/>
          </a:ln>
          <a:effectLst/>
        </p:spPr>
        <p:txBody>
          <a:bodyPr rtlCol="0" anchor="ctr"/>
          <a:lstStyle/>
          <a:p>
            <a:pPr algn="ctr">
              <a:defRPr/>
            </a:pPr>
            <a:endParaRPr lang="zh-CN" altLang="en-US" kern="0">
              <a:solidFill>
                <a:prstClr val="white"/>
              </a:solidFill>
              <a:latin typeface="Arial" panose="020B0604020202020204"/>
              <a:ea typeface="微软雅黑" panose="020B0503020204020204" pitchFamily="34" charset="-122"/>
              <a:cs typeface="+mn-ea"/>
            </a:endParaRPr>
          </a:p>
        </p:txBody>
      </p:sp>
      <p:sp>
        <p:nvSpPr>
          <p:cNvPr id="20" name="文本占位符 7"/>
          <p:cNvSpPr txBox="1"/>
          <p:nvPr/>
        </p:nvSpPr>
        <p:spPr>
          <a:xfrm>
            <a:off x="3950574" y="1265470"/>
            <a:ext cx="4290852" cy="585866"/>
          </a:xfrm>
          <a:prstGeom prst="rect">
            <a:avLst/>
          </a:prstGeom>
        </p:spPr>
        <p:txBody>
          <a:bodyPr vert="horz" lIns="90000" tIns="45720" rIns="91440" bIns="46800" rtlCol="0">
            <a:spAutoFit/>
          </a:bodyPr>
          <a:lstStyle>
            <a:lvl1pPr marL="0" indent="0" algn="ctr" defTabSz="914400" rtl="0" eaLnBrk="1" latinLnBrk="0" hangingPunct="1">
              <a:lnSpc>
                <a:spcPct val="100000"/>
              </a:lnSpc>
              <a:spcBef>
                <a:spcPts val="1000"/>
              </a:spcBef>
              <a:buFont typeface="Arial" panose="020B0604020202020204" pitchFamily="34" charset="0"/>
              <a:buNone/>
              <a:defRPr sz="3200" b="1" kern="1200">
                <a:solidFill>
                  <a:schemeClr val="accent1"/>
                </a:solidFill>
                <a:latin typeface="+mj-ea"/>
                <a:ea typeface="+mj-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023FA1"/>
                </a:solidFill>
                <a:cs typeface="+mn-ea"/>
              </a:rPr>
              <a:t>请输入你的主标题</a:t>
            </a:r>
          </a:p>
        </p:txBody>
      </p:sp>
      <p:sp>
        <p:nvSpPr>
          <p:cNvPr id="21" name="文本占位符 8"/>
          <p:cNvSpPr txBox="1"/>
          <p:nvPr/>
        </p:nvSpPr>
        <p:spPr>
          <a:xfrm>
            <a:off x="3950574" y="1886125"/>
            <a:ext cx="4290852" cy="462755"/>
          </a:xfrm>
          <a:prstGeom prst="rect">
            <a:avLst/>
          </a:prstGeom>
        </p:spPr>
        <p:txBody>
          <a:bodyPr vert="horz" lIns="90000" tIns="45720" rIns="91440" bIns="46800" rtlCol="0">
            <a:spAutoFit/>
          </a:bodyPr>
          <a:lstStyle>
            <a:lvl1pPr marL="0" indent="0" algn="ctr" defTabSz="914400" rtl="0" eaLnBrk="1" latinLnBrk="0" hangingPunct="1">
              <a:lnSpc>
                <a:spcPct val="100000"/>
              </a:lnSpc>
              <a:spcBef>
                <a:spcPts val="1000"/>
              </a:spcBef>
              <a:buFont typeface="Arial" panose="020B0604020202020204" pitchFamily="34" charset="0"/>
              <a:buNone/>
              <a:defRPr sz="2400" b="1" kern="1200">
                <a:solidFill>
                  <a:schemeClr val="accent1"/>
                </a:solidFill>
                <a:latin typeface="+mj-ea"/>
                <a:ea typeface="+mj-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023FA1"/>
                </a:solidFill>
                <a:cs typeface="+mn-ea"/>
              </a:rPr>
              <a:t>请输入你的副标题</a:t>
            </a:r>
          </a:p>
        </p:txBody>
      </p:sp>
      <p:grpSp>
        <p:nvGrpSpPr>
          <p:cNvPr id="22" name="组合 21"/>
          <p:cNvGrpSpPr/>
          <p:nvPr/>
        </p:nvGrpSpPr>
        <p:grpSpPr>
          <a:xfrm>
            <a:off x="2987660" y="2655705"/>
            <a:ext cx="820800" cy="820800"/>
            <a:chOff x="10010259" y="3170881"/>
            <a:chExt cx="820800" cy="820800"/>
          </a:xfrm>
        </p:grpSpPr>
        <p:sp>
          <p:nvSpPr>
            <p:cNvPr id="23" name="íṥļîḓê"/>
            <p:cNvSpPr/>
            <p:nvPr/>
          </p:nvSpPr>
          <p:spPr>
            <a:xfrm>
              <a:off x="10010259" y="3170881"/>
              <a:ext cx="820800" cy="820800"/>
            </a:xfrm>
            <a:prstGeom prst="ellipse">
              <a:avLst/>
            </a:prstGeom>
            <a:noFill/>
            <a:ln w="12700" cap="flat" cmpd="sng" algn="ctr">
              <a:solidFill>
                <a:srgbClr val="3151B3"/>
              </a:solidFill>
              <a:prstDash val="solid"/>
              <a:miter lim="800000"/>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Arial" panose="020B0604020202020204"/>
                <a:ea typeface="微软雅黑" panose="020B0503020204020204" pitchFamily="34" charset="-122"/>
                <a:cs typeface="+mn-ea"/>
              </a:endParaRPr>
            </a:p>
          </p:txBody>
        </p:sp>
        <p:sp>
          <p:nvSpPr>
            <p:cNvPr id="24" name="íṥlíḓê"/>
            <p:cNvSpPr/>
            <p:nvPr/>
          </p:nvSpPr>
          <p:spPr>
            <a:xfrm>
              <a:off x="10060288" y="3221030"/>
              <a:ext cx="720743" cy="720740"/>
            </a:xfrm>
            <a:prstGeom prst="ellipse">
              <a:avLst/>
            </a:prstGeom>
            <a:solidFill>
              <a:srgbClr val="023FA1"/>
            </a:solidFill>
            <a:ln w="28575" cap="flat" cmpd="sng" algn="ctr">
              <a:noFill/>
              <a:prstDash val="solid"/>
              <a:miter lim="800000"/>
            </a:ln>
            <a:effectLst/>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Arial" panose="020B0604020202020204"/>
                <a:ea typeface="微软雅黑" panose="020B0503020204020204" pitchFamily="34" charset="-122"/>
                <a:cs typeface="+mn-ea"/>
              </a:endParaRPr>
            </a:p>
          </p:txBody>
        </p:sp>
        <p:sp>
          <p:nvSpPr>
            <p:cNvPr id="25" name="ïśļiḑé"/>
            <p:cNvSpPr/>
            <p:nvPr/>
          </p:nvSpPr>
          <p:spPr>
            <a:xfrm>
              <a:off x="10240310" y="3359753"/>
              <a:ext cx="360698" cy="443294"/>
            </a:xfrm>
            <a:custGeom>
              <a:avLst/>
              <a:gdLst>
                <a:gd name="connsiteX0" fmla="*/ 337979 w 494593"/>
                <a:gd name="connsiteY0" fmla="*/ 279269 h 607851"/>
                <a:gd name="connsiteX1" fmla="*/ 221300 w 494593"/>
                <a:gd name="connsiteY1" fmla="*/ 336550 h 607851"/>
                <a:gd name="connsiteX2" fmla="*/ 229058 w 494593"/>
                <a:gd name="connsiteY2" fmla="*/ 378487 h 607851"/>
                <a:gd name="connsiteX3" fmla="*/ 270165 w 494593"/>
                <a:gd name="connsiteY3" fmla="*/ 390032 h 607851"/>
                <a:gd name="connsiteX4" fmla="*/ 337979 w 494593"/>
                <a:gd name="connsiteY4" fmla="*/ 279269 h 607851"/>
                <a:gd name="connsiteX5" fmla="*/ 247261 w 494593"/>
                <a:gd name="connsiteY5" fmla="*/ 202100 h 607851"/>
                <a:gd name="connsiteX6" fmla="*/ 406316 w 494593"/>
                <a:gd name="connsiteY6" fmla="*/ 360908 h 607851"/>
                <a:gd name="connsiteX7" fmla="*/ 247261 w 494593"/>
                <a:gd name="connsiteY7" fmla="*/ 519715 h 607851"/>
                <a:gd name="connsiteX8" fmla="*/ 88207 w 494593"/>
                <a:gd name="connsiteY8" fmla="*/ 360908 h 607851"/>
                <a:gd name="connsiteX9" fmla="*/ 247261 w 494593"/>
                <a:gd name="connsiteY9" fmla="*/ 202100 h 607851"/>
                <a:gd name="connsiteX10" fmla="*/ 247297 w 494593"/>
                <a:gd name="connsiteY10" fmla="*/ 160521 h 607851"/>
                <a:gd name="connsiteX11" fmla="*/ 46625 w 494593"/>
                <a:gd name="connsiteY11" fmla="*/ 360907 h 607851"/>
                <a:gd name="connsiteX12" fmla="*/ 247297 w 494593"/>
                <a:gd name="connsiteY12" fmla="*/ 561293 h 607851"/>
                <a:gd name="connsiteX13" fmla="*/ 447968 w 494593"/>
                <a:gd name="connsiteY13" fmla="*/ 360907 h 607851"/>
                <a:gd name="connsiteX14" fmla="*/ 247297 w 494593"/>
                <a:gd name="connsiteY14" fmla="*/ 160521 h 607851"/>
                <a:gd name="connsiteX15" fmla="*/ 247297 w 494593"/>
                <a:gd name="connsiteY15" fmla="*/ 113963 h 607851"/>
                <a:gd name="connsiteX16" fmla="*/ 494593 w 494593"/>
                <a:gd name="connsiteY16" fmla="*/ 360907 h 607851"/>
                <a:gd name="connsiteX17" fmla="*/ 247297 w 494593"/>
                <a:gd name="connsiteY17" fmla="*/ 607851 h 607851"/>
                <a:gd name="connsiteX18" fmla="*/ 0 w 494593"/>
                <a:gd name="connsiteY18" fmla="*/ 360907 h 607851"/>
                <a:gd name="connsiteX19" fmla="*/ 247297 w 494593"/>
                <a:gd name="connsiteY19" fmla="*/ 113963 h 607851"/>
                <a:gd name="connsiteX20" fmla="*/ 106836 w 494593"/>
                <a:gd name="connsiteY20" fmla="*/ 58655 h 607851"/>
                <a:gd name="connsiteX21" fmla="*/ 119283 w 494593"/>
                <a:gd name="connsiteY21" fmla="*/ 68229 h 607851"/>
                <a:gd name="connsiteX22" fmla="*/ 139719 w 494593"/>
                <a:gd name="connsiteY22" fmla="*/ 103546 h 607851"/>
                <a:gd name="connsiteX23" fmla="*/ 68863 w 494593"/>
                <a:gd name="connsiteY23" fmla="*/ 144377 h 607851"/>
                <a:gd name="connsiteX24" fmla="*/ 48427 w 494593"/>
                <a:gd name="connsiteY24" fmla="*/ 109060 h 607851"/>
                <a:gd name="connsiteX25" fmla="*/ 55960 w 494593"/>
                <a:gd name="connsiteY25" fmla="*/ 81119 h 607851"/>
                <a:gd name="connsiteX26" fmla="*/ 91313 w 494593"/>
                <a:gd name="connsiteY26" fmla="*/ 60704 h 607851"/>
                <a:gd name="connsiteX27" fmla="*/ 106836 w 494593"/>
                <a:gd name="connsiteY27" fmla="*/ 58655 h 607851"/>
                <a:gd name="connsiteX28" fmla="*/ 385319 w 494593"/>
                <a:gd name="connsiteY28" fmla="*/ 58655 h 607851"/>
                <a:gd name="connsiteX29" fmla="*/ 400805 w 494593"/>
                <a:gd name="connsiteY29" fmla="*/ 60704 h 607851"/>
                <a:gd name="connsiteX30" fmla="*/ 436233 w 494593"/>
                <a:gd name="connsiteY30" fmla="*/ 81119 h 607851"/>
                <a:gd name="connsiteX31" fmla="*/ 443692 w 494593"/>
                <a:gd name="connsiteY31" fmla="*/ 109060 h 607851"/>
                <a:gd name="connsiteX32" fmla="*/ 423255 w 494593"/>
                <a:gd name="connsiteY32" fmla="*/ 144377 h 607851"/>
                <a:gd name="connsiteX33" fmla="*/ 352474 w 494593"/>
                <a:gd name="connsiteY33" fmla="*/ 103546 h 607851"/>
                <a:gd name="connsiteX34" fmla="*/ 372910 w 494593"/>
                <a:gd name="connsiteY34" fmla="*/ 68229 h 607851"/>
                <a:gd name="connsiteX35" fmla="*/ 385319 w 494593"/>
                <a:gd name="connsiteY35" fmla="*/ 58655 h 607851"/>
                <a:gd name="connsiteX36" fmla="*/ 202278 w 494593"/>
                <a:gd name="connsiteY36" fmla="*/ 0 h 607851"/>
                <a:gd name="connsiteX37" fmla="*/ 292455 w 494593"/>
                <a:gd name="connsiteY37" fmla="*/ 0 h 607851"/>
                <a:gd name="connsiteX38" fmla="*/ 311475 w 494593"/>
                <a:gd name="connsiteY38" fmla="*/ 18996 h 607851"/>
                <a:gd name="connsiteX39" fmla="*/ 311475 w 494593"/>
                <a:gd name="connsiteY39" fmla="*/ 61756 h 607851"/>
                <a:gd name="connsiteX40" fmla="*/ 285295 w 494593"/>
                <a:gd name="connsiteY40" fmla="*/ 61905 h 607851"/>
                <a:gd name="connsiteX41" fmla="*/ 285295 w 494593"/>
                <a:gd name="connsiteY41" fmla="*/ 94981 h 607851"/>
                <a:gd name="connsiteX42" fmla="*/ 247255 w 494593"/>
                <a:gd name="connsiteY42" fmla="*/ 91927 h 607851"/>
                <a:gd name="connsiteX43" fmla="*/ 209215 w 494593"/>
                <a:gd name="connsiteY43" fmla="*/ 94981 h 607851"/>
                <a:gd name="connsiteX44" fmla="*/ 209215 w 494593"/>
                <a:gd name="connsiteY44" fmla="*/ 61905 h 607851"/>
                <a:gd name="connsiteX45" fmla="*/ 183258 w 494593"/>
                <a:gd name="connsiteY45" fmla="*/ 61756 h 607851"/>
                <a:gd name="connsiteX46" fmla="*/ 183258 w 494593"/>
                <a:gd name="connsiteY46" fmla="*/ 18996 h 607851"/>
                <a:gd name="connsiteX47" fmla="*/ 202278 w 494593"/>
                <a:gd name="connsiteY47"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94593" h="607851">
                  <a:moveTo>
                    <a:pt x="337979" y="279269"/>
                  </a:moveTo>
                  <a:cubicBezTo>
                    <a:pt x="312838" y="282845"/>
                    <a:pt x="230550" y="328207"/>
                    <a:pt x="221300" y="336550"/>
                  </a:cubicBezTo>
                  <a:cubicBezTo>
                    <a:pt x="212123" y="344967"/>
                    <a:pt x="215555" y="363664"/>
                    <a:pt x="229058" y="378487"/>
                  </a:cubicBezTo>
                  <a:cubicBezTo>
                    <a:pt x="242561" y="393235"/>
                    <a:pt x="260914" y="398375"/>
                    <a:pt x="270165" y="390032"/>
                  </a:cubicBezTo>
                  <a:cubicBezTo>
                    <a:pt x="279341" y="381615"/>
                    <a:pt x="332086" y="303925"/>
                    <a:pt x="337979" y="279269"/>
                  </a:cubicBezTo>
                  <a:close/>
                  <a:moveTo>
                    <a:pt x="247261" y="202100"/>
                  </a:moveTo>
                  <a:cubicBezTo>
                    <a:pt x="335070" y="202100"/>
                    <a:pt x="406316" y="273236"/>
                    <a:pt x="406316" y="360908"/>
                  </a:cubicBezTo>
                  <a:cubicBezTo>
                    <a:pt x="406316" y="448579"/>
                    <a:pt x="335070" y="519715"/>
                    <a:pt x="247261" y="519715"/>
                  </a:cubicBezTo>
                  <a:cubicBezTo>
                    <a:pt x="159453" y="519715"/>
                    <a:pt x="88207" y="448579"/>
                    <a:pt x="88207" y="360908"/>
                  </a:cubicBezTo>
                  <a:cubicBezTo>
                    <a:pt x="88207" y="273236"/>
                    <a:pt x="159453" y="202100"/>
                    <a:pt x="247261" y="202100"/>
                  </a:cubicBezTo>
                  <a:close/>
                  <a:moveTo>
                    <a:pt x="247297" y="160521"/>
                  </a:moveTo>
                  <a:cubicBezTo>
                    <a:pt x="136517" y="160521"/>
                    <a:pt x="46625" y="250211"/>
                    <a:pt x="46625" y="360907"/>
                  </a:cubicBezTo>
                  <a:cubicBezTo>
                    <a:pt x="46625" y="471603"/>
                    <a:pt x="136442" y="561293"/>
                    <a:pt x="247297" y="561293"/>
                  </a:cubicBezTo>
                  <a:cubicBezTo>
                    <a:pt x="358151" y="561293"/>
                    <a:pt x="447968" y="471603"/>
                    <a:pt x="447968" y="360907"/>
                  </a:cubicBezTo>
                  <a:cubicBezTo>
                    <a:pt x="447968" y="250285"/>
                    <a:pt x="358151" y="160521"/>
                    <a:pt x="247297" y="160521"/>
                  </a:cubicBezTo>
                  <a:close/>
                  <a:moveTo>
                    <a:pt x="247297" y="113963"/>
                  </a:moveTo>
                  <a:cubicBezTo>
                    <a:pt x="383888" y="113963"/>
                    <a:pt x="494593" y="224510"/>
                    <a:pt x="494593" y="360907"/>
                  </a:cubicBezTo>
                  <a:cubicBezTo>
                    <a:pt x="494593" y="497304"/>
                    <a:pt x="383888" y="607851"/>
                    <a:pt x="247297" y="607851"/>
                  </a:cubicBezTo>
                  <a:cubicBezTo>
                    <a:pt x="110705" y="607851"/>
                    <a:pt x="0" y="497304"/>
                    <a:pt x="0" y="360907"/>
                  </a:cubicBezTo>
                  <a:cubicBezTo>
                    <a:pt x="0" y="224510"/>
                    <a:pt x="110705" y="113963"/>
                    <a:pt x="247297" y="113963"/>
                  </a:cubicBezTo>
                  <a:close/>
                  <a:moveTo>
                    <a:pt x="106836" y="58655"/>
                  </a:moveTo>
                  <a:cubicBezTo>
                    <a:pt x="111899" y="60015"/>
                    <a:pt x="116449" y="63312"/>
                    <a:pt x="119283" y="68229"/>
                  </a:cubicBezTo>
                  <a:lnTo>
                    <a:pt x="139719" y="103546"/>
                  </a:lnTo>
                  <a:lnTo>
                    <a:pt x="68863" y="144377"/>
                  </a:lnTo>
                  <a:lnTo>
                    <a:pt x="48427" y="109060"/>
                  </a:lnTo>
                  <a:cubicBezTo>
                    <a:pt x="42833" y="99225"/>
                    <a:pt x="46189" y="86782"/>
                    <a:pt x="55960" y="81119"/>
                  </a:cubicBezTo>
                  <a:lnTo>
                    <a:pt x="91313" y="60704"/>
                  </a:lnTo>
                  <a:cubicBezTo>
                    <a:pt x="96199" y="57873"/>
                    <a:pt x="101774" y="57295"/>
                    <a:pt x="106836" y="58655"/>
                  </a:cubicBezTo>
                  <a:close/>
                  <a:moveTo>
                    <a:pt x="385319" y="58655"/>
                  </a:moveTo>
                  <a:cubicBezTo>
                    <a:pt x="390363" y="57295"/>
                    <a:pt x="395920" y="57873"/>
                    <a:pt x="400805" y="60704"/>
                  </a:cubicBezTo>
                  <a:lnTo>
                    <a:pt x="436233" y="81119"/>
                  </a:lnTo>
                  <a:cubicBezTo>
                    <a:pt x="446004" y="86782"/>
                    <a:pt x="449360" y="99225"/>
                    <a:pt x="443692" y="109060"/>
                  </a:cubicBezTo>
                  <a:lnTo>
                    <a:pt x="423255" y="144377"/>
                  </a:lnTo>
                  <a:lnTo>
                    <a:pt x="352474" y="103546"/>
                  </a:lnTo>
                  <a:lnTo>
                    <a:pt x="372910" y="68229"/>
                  </a:lnTo>
                  <a:cubicBezTo>
                    <a:pt x="375744" y="63312"/>
                    <a:pt x="380276" y="60015"/>
                    <a:pt x="385319" y="58655"/>
                  </a:cubicBezTo>
                  <a:close/>
                  <a:moveTo>
                    <a:pt x="202278" y="0"/>
                  </a:moveTo>
                  <a:lnTo>
                    <a:pt x="292455" y="0"/>
                  </a:lnTo>
                  <a:cubicBezTo>
                    <a:pt x="302972" y="0"/>
                    <a:pt x="311475" y="8492"/>
                    <a:pt x="311475" y="18996"/>
                  </a:cubicBezTo>
                  <a:lnTo>
                    <a:pt x="311475" y="61756"/>
                  </a:lnTo>
                  <a:lnTo>
                    <a:pt x="285295" y="61905"/>
                  </a:lnTo>
                  <a:lnTo>
                    <a:pt x="285295" y="94981"/>
                  </a:lnTo>
                  <a:cubicBezTo>
                    <a:pt x="272838" y="93193"/>
                    <a:pt x="260158" y="91927"/>
                    <a:pt x="247255" y="91927"/>
                  </a:cubicBezTo>
                  <a:cubicBezTo>
                    <a:pt x="234351" y="91927"/>
                    <a:pt x="221671" y="93193"/>
                    <a:pt x="209215" y="94981"/>
                  </a:cubicBezTo>
                  <a:lnTo>
                    <a:pt x="209215" y="61905"/>
                  </a:lnTo>
                  <a:lnTo>
                    <a:pt x="183258" y="61756"/>
                  </a:lnTo>
                  <a:lnTo>
                    <a:pt x="183258" y="18996"/>
                  </a:lnTo>
                  <a:cubicBezTo>
                    <a:pt x="183258" y="8492"/>
                    <a:pt x="191761" y="0"/>
                    <a:pt x="202278" y="0"/>
                  </a:cubicBezTo>
                  <a:close/>
                </a:path>
              </a:pathLst>
            </a:custGeom>
            <a:solidFill>
              <a:sysClr val="window" lastClr="FFFFFF"/>
            </a:solidFill>
            <a:ln w="28575" cap="flat" cmpd="sng" algn="ctr">
              <a:solidFill>
                <a:srgbClr val="3151B3"/>
              </a:solidFill>
              <a:prstDash val="solid"/>
              <a:miter lim="800000"/>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Arial" panose="020B0604020202020204"/>
                <a:ea typeface="微软雅黑" panose="020B0503020204020204" pitchFamily="34" charset="-122"/>
                <a:cs typeface="+mn-ea"/>
              </a:endParaRPr>
            </a:p>
          </p:txBody>
        </p:sp>
      </p:grpSp>
      <p:sp>
        <p:nvSpPr>
          <p:cNvPr id="26" name="文本框 25"/>
          <p:cNvSpPr txBox="1"/>
          <p:nvPr/>
        </p:nvSpPr>
        <p:spPr>
          <a:xfrm>
            <a:off x="660400" y="2426665"/>
            <a:ext cx="2327260" cy="400110"/>
          </a:xfrm>
          <a:prstGeom prst="rect">
            <a:avLst/>
          </a:prstGeom>
          <a:noFill/>
        </p:spPr>
        <p:txBody>
          <a:bodyPr wrap="square" lIns="0" rtlCol="0">
            <a:spAutoFit/>
          </a:bodyPr>
          <a:lstStyle/>
          <a:p>
            <a:pPr>
              <a:defRPr/>
            </a:pPr>
            <a:r>
              <a:rPr lang="zh-CN" altLang="en-US" sz="2000" b="1" dirty="0">
                <a:solidFill>
                  <a:srgbClr val="023FA1"/>
                </a:solidFill>
                <a:latin typeface="Arial" panose="020B0604020202020204"/>
                <a:ea typeface="微软雅黑" panose="020B0503020204020204" pitchFamily="34" charset="-122"/>
                <a:cs typeface="+mn-ea"/>
              </a:rPr>
              <a:t>请输入你的小标题</a:t>
            </a:r>
          </a:p>
        </p:txBody>
      </p:sp>
      <p:sp>
        <p:nvSpPr>
          <p:cNvPr id="27" name="文本框 26"/>
          <p:cNvSpPr txBox="1"/>
          <p:nvPr/>
        </p:nvSpPr>
        <p:spPr>
          <a:xfrm>
            <a:off x="660400" y="2881995"/>
            <a:ext cx="2327260" cy="777457"/>
          </a:xfrm>
          <a:prstGeom prst="rect">
            <a:avLst/>
          </a:prstGeom>
          <a:noFill/>
        </p:spPr>
        <p:txBody>
          <a:bodyPr wrap="square" lIns="0" rtlCol="0">
            <a:spAutoFit/>
          </a:bodyPr>
          <a:lstStyle/>
          <a:p>
            <a:pPr>
              <a:lnSpc>
                <a:spcPct val="130000"/>
              </a:lnSpc>
              <a:defRPr/>
            </a:pPr>
            <a:r>
              <a:rPr lang="zh-CN" altLang="en-US" dirty="0">
                <a:solidFill>
                  <a:prstClr val="black"/>
                </a:solidFill>
                <a:latin typeface="微软雅黑" panose="020B0503020204020204" pitchFamily="34" charset="-122"/>
                <a:ea typeface="微软雅黑" panose="020B0503020204020204" pitchFamily="34" charset="-122"/>
                <a:cs typeface="+mn-ea"/>
              </a:rPr>
              <a:t>主题和样式也有助于文档保持协调</a:t>
            </a:r>
          </a:p>
        </p:txBody>
      </p:sp>
      <p:grpSp>
        <p:nvGrpSpPr>
          <p:cNvPr id="28" name="组合 27"/>
          <p:cNvGrpSpPr/>
          <p:nvPr/>
        </p:nvGrpSpPr>
        <p:grpSpPr>
          <a:xfrm>
            <a:off x="2987660" y="4365820"/>
            <a:ext cx="820800" cy="820800"/>
            <a:chOff x="10010259" y="3170881"/>
            <a:chExt cx="820800" cy="820800"/>
          </a:xfrm>
        </p:grpSpPr>
        <p:sp>
          <p:nvSpPr>
            <p:cNvPr id="29" name="íṥļîḓê"/>
            <p:cNvSpPr/>
            <p:nvPr/>
          </p:nvSpPr>
          <p:spPr>
            <a:xfrm>
              <a:off x="10010259" y="3170881"/>
              <a:ext cx="820800" cy="820800"/>
            </a:xfrm>
            <a:prstGeom prst="ellipse">
              <a:avLst/>
            </a:prstGeom>
            <a:noFill/>
            <a:ln w="12700" cap="flat" cmpd="sng" algn="ctr">
              <a:solidFill>
                <a:srgbClr val="3151B3"/>
              </a:solidFill>
              <a:prstDash val="solid"/>
              <a:miter lim="800000"/>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Arial" panose="020B0604020202020204"/>
                <a:ea typeface="微软雅黑" panose="020B0503020204020204" pitchFamily="34" charset="-122"/>
                <a:cs typeface="+mn-ea"/>
              </a:endParaRPr>
            </a:p>
          </p:txBody>
        </p:sp>
        <p:sp>
          <p:nvSpPr>
            <p:cNvPr id="30" name="íṥlíḓê"/>
            <p:cNvSpPr/>
            <p:nvPr/>
          </p:nvSpPr>
          <p:spPr>
            <a:xfrm>
              <a:off x="10060288" y="3221030"/>
              <a:ext cx="720743" cy="720740"/>
            </a:xfrm>
            <a:prstGeom prst="ellipse">
              <a:avLst/>
            </a:prstGeom>
            <a:solidFill>
              <a:srgbClr val="023FA1"/>
            </a:solidFill>
            <a:ln w="28575" cap="flat" cmpd="sng" algn="ctr">
              <a:noFill/>
              <a:prstDash val="solid"/>
              <a:miter lim="800000"/>
            </a:ln>
            <a:effectLst/>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Arial" panose="020B0604020202020204"/>
                <a:ea typeface="微软雅黑" panose="020B0503020204020204" pitchFamily="34" charset="-122"/>
                <a:cs typeface="+mn-ea"/>
              </a:endParaRPr>
            </a:p>
          </p:txBody>
        </p:sp>
        <p:sp>
          <p:nvSpPr>
            <p:cNvPr id="31" name="ïśļiḑé"/>
            <p:cNvSpPr/>
            <p:nvPr/>
          </p:nvSpPr>
          <p:spPr>
            <a:xfrm>
              <a:off x="10240310" y="3359753"/>
              <a:ext cx="360698" cy="443294"/>
            </a:xfrm>
            <a:custGeom>
              <a:avLst/>
              <a:gdLst>
                <a:gd name="connsiteX0" fmla="*/ 337979 w 494593"/>
                <a:gd name="connsiteY0" fmla="*/ 279269 h 607851"/>
                <a:gd name="connsiteX1" fmla="*/ 221300 w 494593"/>
                <a:gd name="connsiteY1" fmla="*/ 336550 h 607851"/>
                <a:gd name="connsiteX2" fmla="*/ 229058 w 494593"/>
                <a:gd name="connsiteY2" fmla="*/ 378487 h 607851"/>
                <a:gd name="connsiteX3" fmla="*/ 270165 w 494593"/>
                <a:gd name="connsiteY3" fmla="*/ 390032 h 607851"/>
                <a:gd name="connsiteX4" fmla="*/ 337979 w 494593"/>
                <a:gd name="connsiteY4" fmla="*/ 279269 h 607851"/>
                <a:gd name="connsiteX5" fmla="*/ 247261 w 494593"/>
                <a:gd name="connsiteY5" fmla="*/ 202100 h 607851"/>
                <a:gd name="connsiteX6" fmla="*/ 406316 w 494593"/>
                <a:gd name="connsiteY6" fmla="*/ 360908 h 607851"/>
                <a:gd name="connsiteX7" fmla="*/ 247261 w 494593"/>
                <a:gd name="connsiteY7" fmla="*/ 519715 h 607851"/>
                <a:gd name="connsiteX8" fmla="*/ 88207 w 494593"/>
                <a:gd name="connsiteY8" fmla="*/ 360908 h 607851"/>
                <a:gd name="connsiteX9" fmla="*/ 247261 w 494593"/>
                <a:gd name="connsiteY9" fmla="*/ 202100 h 607851"/>
                <a:gd name="connsiteX10" fmla="*/ 247297 w 494593"/>
                <a:gd name="connsiteY10" fmla="*/ 160521 h 607851"/>
                <a:gd name="connsiteX11" fmla="*/ 46625 w 494593"/>
                <a:gd name="connsiteY11" fmla="*/ 360907 h 607851"/>
                <a:gd name="connsiteX12" fmla="*/ 247297 w 494593"/>
                <a:gd name="connsiteY12" fmla="*/ 561293 h 607851"/>
                <a:gd name="connsiteX13" fmla="*/ 447968 w 494593"/>
                <a:gd name="connsiteY13" fmla="*/ 360907 h 607851"/>
                <a:gd name="connsiteX14" fmla="*/ 247297 w 494593"/>
                <a:gd name="connsiteY14" fmla="*/ 160521 h 607851"/>
                <a:gd name="connsiteX15" fmla="*/ 247297 w 494593"/>
                <a:gd name="connsiteY15" fmla="*/ 113963 h 607851"/>
                <a:gd name="connsiteX16" fmla="*/ 494593 w 494593"/>
                <a:gd name="connsiteY16" fmla="*/ 360907 h 607851"/>
                <a:gd name="connsiteX17" fmla="*/ 247297 w 494593"/>
                <a:gd name="connsiteY17" fmla="*/ 607851 h 607851"/>
                <a:gd name="connsiteX18" fmla="*/ 0 w 494593"/>
                <a:gd name="connsiteY18" fmla="*/ 360907 h 607851"/>
                <a:gd name="connsiteX19" fmla="*/ 247297 w 494593"/>
                <a:gd name="connsiteY19" fmla="*/ 113963 h 607851"/>
                <a:gd name="connsiteX20" fmla="*/ 106836 w 494593"/>
                <a:gd name="connsiteY20" fmla="*/ 58655 h 607851"/>
                <a:gd name="connsiteX21" fmla="*/ 119283 w 494593"/>
                <a:gd name="connsiteY21" fmla="*/ 68229 h 607851"/>
                <a:gd name="connsiteX22" fmla="*/ 139719 w 494593"/>
                <a:gd name="connsiteY22" fmla="*/ 103546 h 607851"/>
                <a:gd name="connsiteX23" fmla="*/ 68863 w 494593"/>
                <a:gd name="connsiteY23" fmla="*/ 144377 h 607851"/>
                <a:gd name="connsiteX24" fmla="*/ 48427 w 494593"/>
                <a:gd name="connsiteY24" fmla="*/ 109060 h 607851"/>
                <a:gd name="connsiteX25" fmla="*/ 55960 w 494593"/>
                <a:gd name="connsiteY25" fmla="*/ 81119 h 607851"/>
                <a:gd name="connsiteX26" fmla="*/ 91313 w 494593"/>
                <a:gd name="connsiteY26" fmla="*/ 60704 h 607851"/>
                <a:gd name="connsiteX27" fmla="*/ 106836 w 494593"/>
                <a:gd name="connsiteY27" fmla="*/ 58655 h 607851"/>
                <a:gd name="connsiteX28" fmla="*/ 385319 w 494593"/>
                <a:gd name="connsiteY28" fmla="*/ 58655 h 607851"/>
                <a:gd name="connsiteX29" fmla="*/ 400805 w 494593"/>
                <a:gd name="connsiteY29" fmla="*/ 60704 h 607851"/>
                <a:gd name="connsiteX30" fmla="*/ 436233 w 494593"/>
                <a:gd name="connsiteY30" fmla="*/ 81119 h 607851"/>
                <a:gd name="connsiteX31" fmla="*/ 443692 w 494593"/>
                <a:gd name="connsiteY31" fmla="*/ 109060 h 607851"/>
                <a:gd name="connsiteX32" fmla="*/ 423255 w 494593"/>
                <a:gd name="connsiteY32" fmla="*/ 144377 h 607851"/>
                <a:gd name="connsiteX33" fmla="*/ 352474 w 494593"/>
                <a:gd name="connsiteY33" fmla="*/ 103546 h 607851"/>
                <a:gd name="connsiteX34" fmla="*/ 372910 w 494593"/>
                <a:gd name="connsiteY34" fmla="*/ 68229 h 607851"/>
                <a:gd name="connsiteX35" fmla="*/ 385319 w 494593"/>
                <a:gd name="connsiteY35" fmla="*/ 58655 h 607851"/>
                <a:gd name="connsiteX36" fmla="*/ 202278 w 494593"/>
                <a:gd name="connsiteY36" fmla="*/ 0 h 607851"/>
                <a:gd name="connsiteX37" fmla="*/ 292455 w 494593"/>
                <a:gd name="connsiteY37" fmla="*/ 0 h 607851"/>
                <a:gd name="connsiteX38" fmla="*/ 311475 w 494593"/>
                <a:gd name="connsiteY38" fmla="*/ 18996 h 607851"/>
                <a:gd name="connsiteX39" fmla="*/ 311475 w 494593"/>
                <a:gd name="connsiteY39" fmla="*/ 61756 h 607851"/>
                <a:gd name="connsiteX40" fmla="*/ 285295 w 494593"/>
                <a:gd name="connsiteY40" fmla="*/ 61905 h 607851"/>
                <a:gd name="connsiteX41" fmla="*/ 285295 w 494593"/>
                <a:gd name="connsiteY41" fmla="*/ 94981 h 607851"/>
                <a:gd name="connsiteX42" fmla="*/ 247255 w 494593"/>
                <a:gd name="connsiteY42" fmla="*/ 91927 h 607851"/>
                <a:gd name="connsiteX43" fmla="*/ 209215 w 494593"/>
                <a:gd name="connsiteY43" fmla="*/ 94981 h 607851"/>
                <a:gd name="connsiteX44" fmla="*/ 209215 w 494593"/>
                <a:gd name="connsiteY44" fmla="*/ 61905 h 607851"/>
                <a:gd name="connsiteX45" fmla="*/ 183258 w 494593"/>
                <a:gd name="connsiteY45" fmla="*/ 61756 h 607851"/>
                <a:gd name="connsiteX46" fmla="*/ 183258 w 494593"/>
                <a:gd name="connsiteY46" fmla="*/ 18996 h 607851"/>
                <a:gd name="connsiteX47" fmla="*/ 202278 w 494593"/>
                <a:gd name="connsiteY47"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94593" h="607851">
                  <a:moveTo>
                    <a:pt x="337979" y="279269"/>
                  </a:moveTo>
                  <a:cubicBezTo>
                    <a:pt x="312838" y="282845"/>
                    <a:pt x="230550" y="328207"/>
                    <a:pt x="221300" y="336550"/>
                  </a:cubicBezTo>
                  <a:cubicBezTo>
                    <a:pt x="212123" y="344967"/>
                    <a:pt x="215555" y="363664"/>
                    <a:pt x="229058" y="378487"/>
                  </a:cubicBezTo>
                  <a:cubicBezTo>
                    <a:pt x="242561" y="393235"/>
                    <a:pt x="260914" y="398375"/>
                    <a:pt x="270165" y="390032"/>
                  </a:cubicBezTo>
                  <a:cubicBezTo>
                    <a:pt x="279341" y="381615"/>
                    <a:pt x="332086" y="303925"/>
                    <a:pt x="337979" y="279269"/>
                  </a:cubicBezTo>
                  <a:close/>
                  <a:moveTo>
                    <a:pt x="247261" y="202100"/>
                  </a:moveTo>
                  <a:cubicBezTo>
                    <a:pt x="335070" y="202100"/>
                    <a:pt x="406316" y="273236"/>
                    <a:pt x="406316" y="360908"/>
                  </a:cubicBezTo>
                  <a:cubicBezTo>
                    <a:pt x="406316" y="448579"/>
                    <a:pt x="335070" y="519715"/>
                    <a:pt x="247261" y="519715"/>
                  </a:cubicBezTo>
                  <a:cubicBezTo>
                    <a:pt x="159453" y="519715"/>
                    <a:pt x="88207" y="448579"/>
                    <a:pt x="88207" y="360908"/>
                  </a:cubicBezTo>
                  <a:cubicBezTo>
                    <a:pt x="88207" y="273236"/>
                    <a:pt x="159453" y="202100"/>
                    <a:pt x="247261" y="202100"/>
                  </a:cubicBezTo>
                  <a:close/>
                  <a:moveTo>
                    <a:pt x="247297" y="160521"/>
                  </a:moveTo>
                  <a:cubicBezTo>
                    <a:pt x="136517" y="160521"/>
                    <a:pt x="46625" y="250211"/>
                    <a:pt x="46625" y="360907"/>
                  </a:cubicBezTo>
                  <a:cubicBezTo>
                    <a:pt x="46625" y="471603"/>
                    <a:pt x="136442" y="561293"/>
                    <a:pt x="247297" y="561293"/>
                  </a:cubicBezTo>
                  <a:cubicBezTo>
                    <a:pt x="358151" y="561293"/>
                    <a:pt x="447968" y="471603"/>
                    <a:pt x="447968" y="360907"/>
                  </a:cubicBezTo>
                  <a:cubicBezTo>
                    <a:pt x="447968" y="250285"/>
                    <a:pt x="358151" y="160521"/>
                    <a:pt x="247297" y="160521"/>
                  </a:cubicBezTo>
                  <a:close/>
                  <a:moveTo>
                    <a:pt x="247297" y="113963"/>
                  </a:moveTo>
                  <a:cubicBezTo>
                    <a:pt x="383888" y="113963"/>
                    <a:pt x="494593" y="224510"/>
                    <a:pt x="494593" y="360907"/>
                  </a:cubicBezTo>
                  <a:cubicBezTo>
                    <a:pt x="494593" y="497304"/>
                    <a:pt x="383888" y="607851"/>
                    <a:pt x="247297" y="607851"/>
                  </a:cubicBezTo>
                  <a:cubicBezTo>
                    <a:pt x="110705" y="607851"/>
                    <a:pt x="0" y="497304"/>
                    <a:pt x="0" y="360907"/>
                  </a:cubicBezTo>
                  <a:cubicBezTo>
                    <a:pt x="0" y="224510"/>
                    <a:pt x="110705" y="113963"/>
                    <a:pt x="247297" y="113963"/>
                  </a:cubicBezTo>
                  <a:close/>
                  <a:moveTo>
                    <a:pt x="106836" y="58655"/>
                  </a:moveTo>
                  <a:cubicBezTo>
                    <a:pt x="111899" y="60015"/>
                    <a:pt x="116449" y="63312"/>
                    <a:pt x="119283" y="68229"/>
                  </a:cubicBezTo>
                  <a:lnTo>
                    <a:pt x="139719" y="103546"/>
                  </a:lnTo>
                  <a:lnTo>
                    <a:pt x="68863" y="144377"/>
                  </a:lnTo>
                  <a:lnTo>
                    <a:pt x="48427" y="109060"/>
                  </a:lnTo>
                  <a:cubicBezTo>
                    <a:pt x="42833" y="99225"/>
                    <a:pt x="46189" y="86782"/>
                    <a:pt x="55960" y="81119"/>
                  </a:cubicBezTo>
                  <a:lnTo>
                    <a:pt x="91313" y="60704"/>
                  </a:lnTo>
                  <a:cubicBezTo>
                    <a:pt x="96199" y="57873"/>
                    <a:pt x="101774" y="57295"/>
                    <a:pt x="106836" y="58655"/>
                  </a:cubicBezTo>
                  <a:close/>
                  <a:moveTo>
                    <a:pt x="385319" y="58655"/>
                  </a:moveTo>
                  <a:cubicBezTo>
                    <a:pt x="390363" y="57295"/>
                    <a:pt x="395920" y="57873"/>
                    <a:pt x="400805" y="60704"/>
                  </a:cubicBezTo>
                  <a:lnTo>
                    <a:pt x="436233" y="81119"/>
                  </a:lnTo>
                  <a:cubicBezTo>
                    <a:pt x="446004" y="86782"/>
                    <a:pt x="449360" y="99225"/>
                    <a:pt x="443692" y="109060"/>
                  </a:cubicBezTo>
                  <a:lnTo>
                    <a:pt x="423255" y="144377"/>
                  </a:lnTo>
                  <a:lnTo>
                    <a:pt x="352474" y="103546"/>
                  </a:lnTo>
                  <a:lnTo>
                    <a:pt x="372910" y="68229"/>
                  </a:lnTo>
                  <a:cubicBezTo>
                    <a:pt x="375744" y="63312"/>
                    <a:pt x="380276" y="60015"/>
                    <a:pt x="385319" y="58655"/>
                  </a:cubicBezTo>
                  <a:close/>
                  <a:moveTo>
                    <a:pt x="202278" y="0"/>
                  </a:moveTo>
                  <a:lnTo>
                    <a:pt x="292455" y="0"/>
                  </a:lnTo>
                  <a:cubicBezTo>
                    <a:pt x="302972" y="0"/>
                    <a:pt x="311475" y="8492"/>
                    <a:pt x="311475" y="18996"/>
                  </a:cubicBezTo>
                  <a:lnTo>
                    <a:pt x="311475" y="61756"/>
                  </a:lnTo>
                  <a:lnTo>
                    <a:pt x="285295" y="61905"/>
                  </a:lnTo>
                  <a:lnTo>
                    <a:pt x="285295" y="94981"/>
                  </a:lnTo>
                  <a:cubicBezTo>
                    <a:pt x="272838" y="93193"/>
                    <a:pt x="260158" y="91927"/>
                    <a:pt x="247255" y="91927"/>
                  </a:cubicBezTo>
                  <a:cubicBezTo>
                    <a:pt x="234351" y="91927"/>
                    <a:pt x="221671" y="93193"/>
                    <a:pt x="209215" y="94981"/>
                  </a:cubicBezTo>
                  <a:lnTo>
                    <a:pt x="209215" y="61905"/>
                  </a:lnTo>
                  <a:lnTo>
                    <a:pt x="183258" y="61756"/>
                  </a:lnTo>
                  <a:lnTo>
                    <a:pt x="183258" y="18996"/>
                  </a:lnTo>
                  <a:cubicBezTo>
                    <a:pt x="183258" y="8492"/>
                    <a:pt x="191761" y="0"/>
                    <a:pt x="202278" y="0"/>
                  </a:cubicBezTo>
                  <a:close/>
                </a:path>
              </a:pathLst>
            </a:custGeom>
            <a:solidFill>
              <a:sysClr val="window" lastClr="FFFFFF"/>
            </a:solidFill>
            <a:ln w="28575" cap="flat" cmpd="sng" algn="ctr">
              <a:noFill/>
              <a:prstDash val="solid"/>
              <a:miter lim="800000"/>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Arial" panose="020B0604020202020204"/>
                <a:ea typeface="微软雅黑" panose="020B0503020204020204" pitchFamily="34" charset="-122"/>
                <a:cs typeface="+mn-ea"/>
              </a:endParaRPr>
            </a:p>
          </p:txBody>
        </p:sp>
      </p:grpSp>
      <p:sp>
        <p:nvSpPr>
          <p:cNvPr id="32" name="文本框 31"/>
          <p:cNvSpPr txBox="1"/>
          <p:nvPr/>
        </p:nvSpPr>
        <p:spPr>
          <a:xfrm>
            <a:off x="660400" y="4206056"/>
            <a:ext cx="2327260" cy="400110"/>
          </a:xfrm>
          <a:prstGeom prst="rect">
            <a:avLst/>
          </a:prstGeom>
          <a:noFill/>
        </p:spPr>
        <p:txBody>
          <a:bodyPr wrap="square" lIns="0" rtlCol="0">
            <a:spAutoFit/>
          </a:bodyPr>
          <a:lstStyle/>
          <a:p>
            <a:pPr>
              <a:defRPr/>
            </a:pPr>
            <a:r>
              <a:rPr lang="zh-CN" altLang="en-US" sz="2000" b="1" dirty="0">
                <a:solidFill>
                  <a:srgbClr val="023FA1"/>
                </a:solidFill>
                <a:latin typeface="Arial" panose="020B0604020202020204"/>
                <a:ea typeface="微软雅黑" panose="020B0503020204020204" pitchFamily="34" charset="-122"/>
                <a:cs typeface="+mn-ea"/>
              </a:rPr>
              <a:t>请输入你的小标题</a:t>
            </a:r>
          </a:p>
        </p:txBody>
      </p:sp>
      <p:sp>
        <p:nvSpPr>
          <p:cNvPr id="33" name="文本框 32"/>
          <p:cNvSpPr txBox="1"/>
          <p:nvPr/>
        </p:nvSpPr>
        <p:spPr>
          <a:xfrm>
            <a:off x="660400" y="4661386"/>
            <a:ext cx="2327260" cy="777457"/>
          </a:xfrm>
          <a:prstGeom prst="rect">
            <a:avLst/>
          </a:prstGeom>
          <a:noFill/>
        </p:spPr>
        <p:txBody>
          <a:bodyPr wrap="square" lIns="0" rtlCol="0">
            <a:spAutoFit/>
          </a:bodyPr>
          <a:lstStyle>
            <a:defPPr>
              <a:defRPr lang="zh-CN"/>
            </a:defPPr>
            <a:lvl1pPr marR="0" lvl="0" indent="0" fontAlgn="auto">
              <a:lnSpc>
                <a:spcPct val="130000"/>
              </a:lnSpc>
              <a:spcBef>
                <a:spcPts val="0"/>
              </a:spcBef>
              <a:spcAft>
                <a:spcPts val="0"/>
              </a:spcAft>
              <a:buClrTx/>
              <a:buSzTx/>
              <a:buFontTx/>
              <a:buNone/>
              <a:defRPr kumimoji="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r>
              <a:rPr lang="zh-CN" altLang="en-US" dirty="0">
                <a:ea typeface="微软雅黑" panose="020B0503020204020204" pitchFamily="34" charset="-122"/>
                <a:cs typeface="+mn-ea"/>
              </a:rPr>
              <a:t>主题和样式也有助于文档保持协调</a:t>
            </a:r>
          </a:p>
        </p:txBody>
      </p:sp>
      <p:grpSp>
        <p:nvGrpSpPr>
          <p:cNvPr id="34" name="组合 33"/>
          <p:cNvGrpSpPr/>
          <p:nvPr/>
        </p:nvGrpSpPr>
        <p:grpSpPr>
          <a:xfrm>
            <a:off x="5685600" y="4365820"/>
            <a:ext cx="820800" cy="820800"/>
            <a:chOff x="10010259" y="3170881"/>
            <a:chExt cx="820800" cy="820800"/>
          </a:xfrm>
        </p:grpSpPr>
        <p:sp>
          <p:nvSpPr>
            <p:cNvPr id="35" name="íṥļîḓê"/>
            <p:cNvSpPr/>
            <p:nvPr/>
          </p:nvSpPr>
          <p:spPr>
            <a:xfrm>
              <a:off x="10010259" y="3170881"/>
              <a:ext cx="820800" cy="820800"/>
            </a:xfrm>
            <a:prstGeom prst="ellipse">
              <a:avLst/>
            </a:prstGeom>
            <a:noFill/>
            <a:ln w="12700" cap="flat" cmpd="sng" algn="ctr">
              <a:solidFill>
                <a:srgbClr val="3151B3"/>
              </a:solidFill>
              <a:prstDash val="solid"/>
              <a:miter lim="800000"/>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Arial" panose="020B0604020202020204"/>
                <a:ea typeface="微软雅黑" panose="020B0503020204020204" pitchFamily="34" charset="-122"/>
                <a:cs typeface="+mn-ea"/>
              </a:endParaRPr>
            </a:p>
          </p:txBody>
        </p:sp>
        <p:sp>
          <p:nvSpPr>
            <p:cNvPr id="36" name="íṥlíḓê"/>
            <p:cNvSpPr/>
            <p:nvPr/>
          </p:nvSpPr>
          <p:spPr>
            <a:xfrm>
              <a:off x="10060288" y="3221030"/>
              <a:ext cx="720743" cy="720740"/>
            </a:xfrm>
            <a:prstGeom prst="ellipse">
              <a:avLst/>
            </a:prstGeom>
            <a:solidFill>
              <a:srgbClr val="023FA1"/>
            </a:solidFill>
            <a:ln w="28575" cap="flat" cmpd="sng" algn="ctr">
              <a:noFill/>
              <a:prstDash val="solid"/>
              <a:miter lim="800000"/>
            </a:ln>
            <a:effectLst/>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Arial" panose="020B0604020202020204"/>
                <a:ea typeface="微软雅黑" panose="020B0503020204020204" pitchFamily="34" charset="-122"/>
                <a:cs typeface="+mn-ea"/>
              </a:endParaRPr>
            </a:p>
          </p:txBody>
        </p:sp>
        <p:sp>
          <p:nvSpPr>
            <p:cNvPr id="37" name="ïśļiḑé"/>
            <p:cNvSpPr/>
            <p:nvPr/>
          </p:nvSpPr>
          <p:spPr>
            <a:xfrm>
              <a:off x="10240310" y="3359753"/>
              <a:ext cx="360698" cy="443294"/>
            </a:xfrm>
            <a:custGeom>
              <a:avLst/>
              <a:gdLst>
                <a:gd name="connsiteX0" fmla="*/ 337979 w 494593"/>
                <a:gd name="connsiteY0" fmla="*/ 279269 h 607851"/>
                <a:gd name="connsiteX1" fmla="*/ 221300 w 494593"/>
                <a:gd name="connsiteY1" fmla="*/ 336550 h 607851"/>
                <a:gd name="connsiteX2" fmla="*/ 229058 w 494593"/>
                <a:gd name="connsiteY2" fmla="*/ 378487 h 607851"/>
                <a:gd name="connsiteX3" fmla="*/ 270165 w 494593"/>
                <a:gd name="connsiteY3" fmla="*/ 390032 h 607851"/>
                <a:gd name="connsiteX4" fmla="*/ 337979 w 494593"/>
                <a:gd name="connsiteY4" fmla="*/ 279269 h 607851"/>
                <a:gd name="connsiteX5" fmla="*/ 247261 w 494593"/>
                <a:gd name="connsiteY5" fmla="*/ 202100 h 607851"/>
                <a:gd name="connsiteX6" fmla="*/ 406316 w 494593"/>
                <a:gd name="connsiteY6" fmla="*/ 360908 h 607851"/>
                <a:gd name="connsiteX7" fmla="*/ 247261 w 494593"/>
                <a:gd name="connsiteY7" fmla="*/ 519715 h 607851"/>
                <a:gd name="connsiteX8" fmla="*/ 88207 w 494593"/>
                <a:gd name="connsiteY8" fmla="*/ 360908 h 607851"/>
                <a:gd name="connsiteX9" fmla="*/ 247261 w 494593"/>
                <a:gd name="connsiteY9" fmla="*/ 202100 h 607851"/>
                <a:gd name="connsiteX10" fmla="*/ 247297 w 494593"/>
                <a:gd name="connsiteY10" fmla="*/ 160521 h 607851"/>
                <a:gd name="connsiteX11" fmla="*/ 46625 w 494593"/>
                <a:gd name="connsiteY11" fmla="*/ 360907 h 607851"/>
                <a:gd name="connsiteX12" fmla="*/ 247297 w 494593"/>
                <a:gd name="connsiteY12" fmla="*/ 561293 h 607851"/>
                <a:gd name="connsiteX13" fmla="*/ 447968 w 494593"/>
                <a:gd name="connsiteY13" fmla="*/ 360907 h 607851"/>
                <a:gd name="connsiteX14" fmla="*/ 247297 w 494593"/>
                <a:gd name="connsiteY14" fmla="*/ 160521 h 607851"/>
                <a:gd name="connsiteX15" fmla="*/ 247297 w 494593"/>
                <a:gd name="connsiteY15" fmla="*/ 113963 h 607851"/>
                <a:gd name="connsiteX16" fmla="*/ 494593 w 494593"/>
                <a:gd name="connsiteY16" fmla="*/ 360907 h 607851"/>
                <a:gd name="connsiteX17" fmla="*/ 247297 w 494593"/>
                <a:gd name="connsiteY17" fmla="*/ 607851 h 607851"/>
                <a:gd name="connsiteX18" fmla="*/ 0 w 494593"/>
                <a:gd name="connsiteY18" fmla="*/ 360907 h 607851"/>
                <a:gd name="connsiteX19" fmla="*/ 247297 w 494593"/>
                <a:gd name="connsiteY19" fmla="*/ 113963 h 607851"/>
                <a:gd name="connsiteX20" fmla="*/ 106836 w 494593"/>
                <a:gd name="connsiteY20" fmla="*/ 58655 h 607851"/>
                <a:gd name="connsiteX21" fmla="*/ 119283 w 494593"/>
                <a:gd name="connsiteY21" fmla="*/ 68229 h 607851"/>
                <a:gd name="connsiteX22" fmla="*/ 139719 w 494593"/>
                <a:gd name="connsiteY22" fmla="*/ 103546 h 607851"/>
                <a:gd name="connsiteX23" fmla="*/ 68863 w 494593"/>
                <a:gd name="connsiteY23" fmla="*/ 144377 h 607851"/>
                <a:gd name="connsiteX24" fmla="*/ 48427 w 494593"/>
                <a:gd name="connsiteY24" fmla="*/ 109060 h 607851"/>
                <a:gd name="connsiteX25" fmla="*/ 55960 w 494593"/>
                <a:gd name="connsiteY25" fmla="*/ 81119 h 607851"/>
                <a:gd name="connsiteX26" fmla="*/ 91313 w 494593"/>
                <a:gd name="connsiteY26" fmla="*/ 60704 h 607851"/>
                <a:gd name="connsiteX27" fmla="*/ 106836 w 494593"/>
                <a:gd name="connsiteY27" fmla="*/ 58655 h 607851"/>
                <a:gd name="connsiteX28" fmla="*/ 385319 w 494593"/>
                <a:gd name="connsiteY28" fmla="*/ 58655 h 607851"/>
                <a:gd name="connsiteX29" fmla="*/ 400805 w 494593"/>
                <a:gd name="connsiteY29" fmla="*/ 60704 h 607851"/>
                <a:gd name="connsiteX30" fmla="*/ 436233 w 494593"/>
                <a:gd name="connsiteY30" fmla="*/ 81119 h 607851"/>
                <a:gd name="connsiteX31" fmla="*/ 443692 w 494593"/>
                <a:gd name="connsiteY31" fmla="*/ 109060 h 607851"/>
                <a:gd name="connsiteX32" fmla="*/ 423255 w 494593"/>
                <a:gd name="connsiteY32" fmla="*/ 144377 h 607851"/>
                <a:gd name="connsiteX33" fmla="*/ 352474 w 494593"/>
                <a:gd name="connsiteY33" fmla="*/ 103546 h 607851"/>
                <a:gd name="connsiteX34" fmla="*/ 372910 w 494593"/>
                <a:gd name="connsiteY34" fmla="*/ 68229 h 607851"/>
                <a:gd name="connsiteX35" fmla="*/ 385319 w 494593"/>
                <a:gd name="connsiteY35" fmla="*/ 58655 h 607851"/>
                <a:gd name="connsiteX36" fmla="*/ 202278 w 494593"/>
                <a:gd name="connsiteY36" fmla="*/ 0 h 607851"/>
                <a:gd name="connsiteX37" fmla="*/ 292455 w 494593"/>
                <a:gd name="connsiteY37" fmla="*/ 0 h 607851"/>
                <a:gd name="connsiteX38" fmla="*/ 311475 w 494593"/>
                <a:gd name="connsiteY38" fmla="*/ 18996 h 607851"/>
                <a:gd name="connsiteX39" fmla="*/ 311475 w 494593"/>
                <a:gd name="connsiteY39" fmla="*/ 61756 h 607851"/>
                <a:gd name="connsiteX40" fmla="*/ 285295 w 494593"/>
                <a:gd name="connsiteY40" fmla="*/ 61905 h 607851"/>
                <a:gd name="connsiteX41" fmla="*/ 285295 w 494593"/>
                <a:gd name="connsiteY41" fmla="*/ 94981 h 607851"/>
                <a:gd name="connsiteX42" fmla="*/ 247255 w 494593"/>
                <a:gd name="connsiteY42" fmla="*/ 91927 h 607851"/>
                <a:gd name="connsiteX43" fmla="*/ 209215 w 494593"/>
                <a:gd name="connsiteY43" fmla="*/ 94981 h 607851"/>
                <a:gd name="connsiteX44" fmla="*/ 209215 w 494593"/>
                <a:gd name="connsiteY44" fmla="*/ 61905 h 607851"/>
                <a:gd name="connsiteX45" fmla="*/ 183258 w 494593"/>
                <a:gd name="connsiteY45" fmla="*/ 61756 h 607851"/>
                <a:gd name="connsiteX46" fmla="*/ 183258 w 494593"/>
                <a:gd name="connsiteY46" fmla="*/ 18996 h 607851"/>
                <a:gd name="connsiteX47" fmla="*/ 202278 w 494593"/>
                <a:gd name="connsiteY47"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94593" h="607851">
                  <a:moveTo>
                    <a:pt x="337979" y="279269"/>
                  </a:moveTo>
                  <a:cubicBezTo>
                    <a:pt x="312838" y="282845"/>
                    <a:pt x="230550" y="328207"/>
                    <a:pt x="221300" y="336550"/>
                  </a:cubicBezTo>
                  <a:cubicBezTo>
                    <a:pt x="212123" y="344967"/>
                    <a:pt x="215555" y="363664"/>
                    <a:pt x="229058" y="378487"/>
                  </a:cubicBezTo>
                  <a:cubicBezTo>
                    <a:pt x="242561" y="393235"/>
                    <a:pt x="260914" y="398375"/>
                    <a:pt x="270165" y="390032"/>
                  </a:cubicBezTo>
                  <a:cubicBezTo>
                    <a:pt x="279341" y="381615"/>
                    <a:pt x="332086" y="303925"/>
                    <a:pt x="337979" y="279269"/>
                  </a:cubicBezTo>
                  <a:close/>
                  <a:moveTo>
                    <a:pt x="247261" y="202100"/>
                  </a:moveTo>
                  <a:cubicBezTo>
                    <a:pt x="335070" y="202100"/>
                    <a:pt x="406316" y="273236"/>
                    <a:pt x="406316" y="360908"/>
                  </a:cubicBezTo>
                  <a:cubicBezTo>
                    <a:pt x="406316" y="448579"/>
                    <a:pt x="335070" y="519715"/>
                    <a:pt x="247261" y="519715"/>
                  </a:cubicBezTo>
                  <a:cubicBezTo>
                    <a:pt x="159453" y="519715"/>
                    <a:pt x="88207" y="448579"/>
                    <a:pt x="88207" y="360908"/>
                  </a:cubicBezTo>
                  <a:cubicBezTo>
                    <a:pt x="88207" y="273236"/>
                    <a:pt x="159453" y="202100"/>
                    <a:pt x="247261" y="202100"/>
                  </a:cubicBezTo>
                  <a:close/>
                  <a:moveTo>
                    <a:pt x="247297" y="160521"/>
                  </a:moveTo>
                  <a:cubicBezTo>
                    <a:pt x="136517" y="160521"/>
                    <a:pt x="46625" y="250211"/>
                    <a:pt x="46625" y="360907"/>
                  </a:cubicBezTo>
                  <a:cubicBezTo>
                    <a:pt x="46625" y="471603"/>
                    <a:pt x="136442" y="561293"/>
                    <a:pt x="247297" y="561293"/>
                  </a:cubicBezTo>
                  <a:cubicBezTo>
                    <a:pt x="358151" y="561293"/>
                    <a:pt x="447968" y="471603"/>
                    <a:pt x="447968" y="360907"/>
                  </a:cubicBezTo>
                  <a:cubicBezTo>
                    <a:pt x="447968" y="250285"/>
                    <a:pt x="358151" y="160521"/>
                    <a:pt x="247297" y="160521"/>
                  </a:cubicBezTo>
                  <a:close/>
                  <a:moveTo>
                    <a:pt x="247297" y="113963"/>
                  </a:moveTo>
                  <a:cubicBezTo>
                    <a:pt x="383888" y="113963"/>
                    <a:pt x="494593" y="224510"/>
                    <a:pt x="494593" y="360907"/>
                  </a:cubicBezTo>
                  <a:cubicBezTo>
                    <a:pt x="494593" y="497304"/>
                    <a:pt x="383888" y="607851"/>
                    <a:pt x="247297" y="607851"/>
                  </a:cubicBezTo>
                  <a:cubicBezTo>
                    <a:pt x="110705" y="607851"/>
                    <a:pt x="0" y="497304"/>
                    <a:pt x="0" y="360907"/>
                  </a:cubicBezTo>
                  <a:cubicBezTo>
                    <a:pt x="0" y="224510"/>
                    <a:pt x="110705" y="113963"/>
                    <a:pt x="247297" y="113963"/>
                  </a:cubicBezTo>
                  <a:close/>
                  <a:moveTo>
                    <a:pt x="106836" y="58655"/>
                  </a:moveTo>
                  <a:cubicBezTo>
                    <a:pt x="111899" y="60015"/>
                    <a:pt x="116449" y="63312"/>
                    <a:pt x="119283" y="68229"/>
                  </a:cubicBezTo>
                  <a:lnTo>
                    <a:pt x="139719" y="103546"/>
                  </a:lnTo>
                  <a:lnTo>
                    <a:pt x="68863" y="144377"/>
                  </a:lnTo>
                  <a:lnTo>
                    <a:pt x="48427" y="109060"/>
                  </a:lnTo>
                  <a:cubicBezTo>
                    <a:pt x="42833" y="99225"/>
                    <a:pt x="46189" y="86782"/>
                    <a:pt x="55960" y="81119"/>
                  </a:cubicBezTo>
                  <a:lnTo>
                    <a:pt x="91313" y="60704"/>
                  </a:lnTo>
                  <a:cubicBezTo>
                    <a:pt x="96199" y="57873"/>
                    <a:pt x="101774" y="57295"/>
                    <a:pt x="106836" y="58655"/>
                  </a:cubicBezTo>
                  <a:close/>
                  <a:moveTo>
                    <a:pt x="385319" y="58655"/>
                  </a:moveTo>
                  <a:cubicBezTo>
                    <a:pt x="390363" y="57295"/>
                    <a:pt x="395920" y="57873"/>
                    <a:pt x="400805" y="60704"/>
                  </a:cubicBezTo>
                  <a:lnTo>
                    <a:pt x="436233" y="81119"/>
                  </a:lnTo>
                  <a:cubicBezTo>
                    <a:pt x="446004" y="86782"/>
                    <a:pt x="449360" y="99225"/>
                    <a:pt x="443692" y="109060"/>
                  </a:cubicBezTo>
                  <a:lnTo>
                    <a:pt x="423255" y="144377"/>
                  </a:lnTo>
                  <a:lnTo>
                    <a:pt x="352474" y="103546"/>
                  </a:lnTo>
                  <a:lnTo>
                    <a:pt x="372910" y="68229"/>
                  </a:lnTo>
                  <a:cubicBezTo>
                    <a:pt x="375744" y="63312"/>
                    <a:pt x="380276" y="60015"/>
                    <a:pt x="385319" y="58655"/>
                  </a:cubicBezTo>
                  <a:close/>
                  <a:moveTo>
                    <a:pt x="202278" y="0"/>
                  </a:moveTo>
                  <a:lnTo>
                    <a:pt x="292455" y="0"/>
                  </a:lnTo>
                  <a:cubicBezTo>
                    <a:pt x="302972" y="0"/>
                    <a:pt x="311475" y="8492"/>
                    <a:pt x="311475" y="18996"/>
                  </a:cubicBezTo>
                  <a:lnTo>
                    <a:pt x="311475" y="61756"/>
                  </a:lnTo>
                  <a:lnTo>
                    <a:pt x="285295" y="61905"/>
                  </a:lnTo>
                  <a:lnTo>
                    <a:pt x="285295" y="94981"/>
                  </a:lnTo>
                  <a:cubicBezTo>
                    <a:pt x="272838" y="93193"/>
                    <a:pt x="260158" y="91927"/>
                    <a:pt x="247255" y="91927"/>
                  </a:cubicBezTo>
                  <a:cubicBezTo>
                    <a:pt x="234351" y="91927"/>
                    <a:pt x="221671" y="93193"/>
                    <a:pt x="209215" y="94981"/>
                  </a:cubicBezTo>
                  <a:lnTo>
                    <a:pt x="209215" y="61905"/>
                  </a:lnTo>
                  <a:lnTo>
                    <a:pt x="183258" y="61756"/>
                  </a:lnTo>
                  <a:lnTo>
                    <a:pt x="183258" y="18996"/>
                  </a:lnTo>
                  <a:cubicBezTo>
                    <a:pt x="183258" y="8492"/>
                    <a:pt x="191761" y="0"/>
                    <a:pt x="202278" y="0"/>
                  </a:cubicBezTo>
                  <a:close/>
                </a:path>
              </a:pathLst>
            </a:custGeom>
            <a:solidFill>
              <a:sysClr val="window" lastClr="FFFFFF"/>
            </a:solidFill>
            <a:ln w="28575" cap="flat" cmpd="sng" algn="ctr">
              <a:noFill/>
              <a:prstDash val="solid"/>
              <a:miter lim="800000"/>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Arial" panose="020B0604020202020204"/>
                <a:ea typeface="微软雅黑" panose="020B0503020204020204" pitchFamily="34" charset="-122"/>
                <a:cs typeface="+mn-ea"/>
              </a:endParaRPr>
            </a:p>
          </p:txBody>
        </p:sp>
      </p:grpSp>
      <p:sp>
        <p:nvSpPr>
          <p:cNvPr id="38" name="文本框 37"/>
          <p:cNvSpPr txBox="1"/>
          <p:nvPr/>
        </p:nvSpPr>
        <p:spPr>
          <a:xfrm>
            <a:off x="4932370" y="5317152"/>
            <a:ext cx="2327260" cy="400110"/>
          </a:xfrm>
          <a:prstGeom prst="rect">
            <a:avLst/>
          </a:prstGeom>
          <a:noFill/>
        </p:spPr>
        <p:txBody>
          <a:bodyPr wrap="square" rtlCol="0">
            <a:spAutoFit/>
          </a:bodyPr>
          <a:lstStyle/>
          <a:p>
            <a:pPr algn="ctr">
              <a:defRPr/>
            </a:pPr>
            <a:r>
              <a:rPr lang="zh-CN" altLang="en-US" sz="2000" b="1" dirty="0">
                <a:solidFill>
                  <a:srgbClr val="023FA1"/>
                </a:solidFill>
                <a:latin typeface="Arial" panose="020B0604020202020204"/>
                <a:ea typeface="微软雅黑" panose="020B0503020204020204" pitchFamily="34" charset="-122"/>
                <a:cs typeface="+mn-ea"/>
              </a:rPr>
              <a:t>请输入你的小标题</a:t>
            </a:r>
          </a:p>
        </p:txBody>
      </p:sp>
      <p:sp>
        <p:nvSpPr>
          <p:cNvPr id="39" name="文本框 38"/>
          <p:cNvSpPr txBox="1"/>
          <p:nvPr/>
        </p:nvSpPr>
        <p:spPr>
          <a:xfrm>
            <a:off x="4252533" y="5717262"/>
            <a:ext cx="3686934" cy="417358"/>
          </a:xfrm>
          <a:prstGeom prst="rect">
            <a:avLst/>
          </a:prstGeom>
          <a:noFill/>
        </p:spPr>
        <p:txBody>
          <a:bodyPr wrap="square" rtlCol="0">
            <a:spAutoFit/>
          </a:bodyPr>
          <a:lstStyle>
            <a:defPPr>
              <a:defRPr lang="zh-CN"/>
            </a:defPPr>
            <a:lvl1pPr marR="0" lvl="0" indent="0" algn="ctr" fontAlgn="auto">
              <a:lnSpc>
                <a:spcPct val="130000"/>
              </a:lnSpc>
              <a:spcBef>
                <a:spcPts val="0"/>
              </a:spcBef>
              <a:spcAft>
                <a:spcPts val="0"/>
              </a:spcAft>
              <a:buClrTx/>
              <a:buSzTx/>
              <a:buFontTx/>
              <a:buNone/>
              <a:defRPr kumimoji="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r>
              <a:rPr lang="zh-CN" altLang="en-US" dirty="0">
                <a:ea typeface="微软雅黑" panose="020B0503020204020204" pitchFamily="34" charset="-122"/>
                <a:cs typeface="+mn-ea"/>
              </a:rPr>
              <a:t>主题和样式也有助于文档保持协调</a:t>
            </a:r>
          </a:p>
        </p:txBody>
      </p:sp>
      <p:grpSp>
        <p:nvGrpSpPr>
          <p:cNvPr id="40" name="组合 39"/>
          <p:cNvGrpSpPr/>
          <p:nvPr/>
        </p:nvGrpSpPr>
        <p:grpSpPr>
          <a:xfrm>
            <a:off x="8383540" y="4365820"/>
            <a:ext cx="820800" cy="820800"/>
            <a:chOff x="10010259" y="3170881"/>
            <a:chExt cx="820800" cy="820800"/>
          </a:xfrm>
        </p:grpSpPr>
        <p:sp>
          <p:nvSpPr>
            <p:cNvPr id="41" name="íṥļîḓê"/>
            <p:cNvSpPr/>
            <p:nvPr/>
          </p:nvSpPr>
          <p:spPr>
            <a:xfrm>
              <a:off x="10010259" y="3170881"/>
              <a:ext cx="820800" cy="820800"/>
            </a:xfrm>
            <a:prstGeom prst="ellipse">
              <a:avLst/>
            </a:prstGeom>
            <a:noFill/>
            <a:ln w="12700" cap="flat" cmpd="sng" algn="ctr">
              <a:solidFill>
                <a:srgbClr val="3151B3"/>
              </a:solidFill>
              <a:prstDash val="solid"/>
              <a:miter lim="800000"/>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Arial" panose="020B0604020202020204"/>
                <a:ea typeface="微软雅黑" panose="020B0503020204020204" pitchFamily="34" charset="-122"/>
                <a:cs typeface="+mn-ea"/>
              </a:endParaRPr>
            </a:p>
          </p:txBody>
        </p:sp>
        <p:sp>
          <p:nvSpPr>
            <p:cNvPr id="42" name="íṥlíḓê"/>
            <p:cNvSpPr/>
            <p:nvPr/>
          </p:nvSpPr>
          <p:spPr>
            <a:xfrm>
              <a:off x="10060288" y="3221030"/>
              <a:ext cx="720743" cy="720740"/>
            </a:xfrm>
            <a:prstGeom prst="ellipse">
              <a:avLst/>
            </a:prstGeom>
            <a:solidFill>
              <a:srgbClr val="023FA1"/>
            </a:solidFill>
            <a:ln w="28575" cap="flat" cmpd="sng" algn="ctr">
              <a:noFill/>
              <a:prstDash val="solid"/>
              <a:miter lim="800000"/>
            </a:ln>
            <a:effectLst/>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Arial" panose="020B0604020202020204"/>
                <a:ea typeface="微软雅黑" panose="020B0503020204020204" pitchFamily="34" charset="-122"/>
                <a:cs typeface="+mn-ea"/>
              </a:endParaRPr>
            </a:p>
          </p:txBody>
        </p:sp>
        <p:sp>
          <p:nvSpPr>
            <p:cNvPr id="43" name="ïśļiḑé"/>
            <p:cNvSpPr/>
            <p:nvPr/>
          </p:nvSpPr>
          <p:spPr>
            <a:xfrm>
              <a:off x="10240310" y="3359753"/>
              <a:ext cx="360698" cy="443294"/>
            </a:xfrm>
            <a:custGeom>
              <a:avLst/>
              <a:gdLst>
                <a:gd name="connsiteX0" fmla="*/ 337979 w 494593"/>
                <a:gd name="connsiteY0" fmla="*/ 279269 h 607851"/>
                <a:gd name="connsiteX1" fmla="*/ 221300 w 494593"/>
                <a:gd name="connsiteY1" fmla="*/ 336550 h 607851"/>
                <a:gd name="connsiteX2" fmla="*/ 229058 w 494593"/>
                <a:gd name="connsiteY2" fmla="*/ 378487 h 607851"/>
                <a:gd name="connsiteX3" fmla="*/ 270165 w 494593"/>
                <a:gd name="connsiteY3" fmla="*/ 390032 h 607851"/>
                <a:gd name="connsiteX4" fmla="*/ 337979 w 494593"/>
                <a:gd name="connsiteY4" fmla="*/ 279269 h 607851"/>
                <a:gd name="connsiteX5" fmla="*/ 247261 w 494593"/>
                <a:gd name="connsiteY5" fmla="*/ 202100 h 607851"/>
                <a:gd name="connsiteX6" fmla="*/ 406316 w 494593"/>
                <a:gd name="connsiteY6" fmla="*/ 360908 h 607851"/>
                <a:gd name="connsiteX7" fmla="*/ 247261 w 494593"/>
                <a:gd name="connsiteY7" fmla="*/ 519715 h 607851"/>
                <a:gd name="connsiteX8" fmla="*/ 88207 w 494593"/>
                <a:gd name="connsiteY8" fmla="*/ 360908 h 607851"/>
                <a:gd name="connsiteX9" fmla="*/ 247261 w 494593"/>
                <a:gd name="connsiteY9" fmla="*/ 202100 h 607851"/>
                <a:gd name="connsiteX10" fmla="*/ 247297 w 494593"/>
                <a:gd name="connsiteY10" fmla="*/ 160521 h 607851"/>
                <a:gd name="connsiteX11" fmla="*/ 46625 w 494593"/>
                <a:gd name="connsiteY11" fmla="*/ 360907 h 607851"/>
                <a:gd name="connsiteX12" fmla="*/ 247297 w 494593"/>
                <a:gd name="connsiteY12" fmla="*/ 561293 h 607851"/>
                <a:gd name="connsiteX13" fmla="*/ 447968 w 494593"/>
                <a:gd name="connsiteY13" fmla="*/ 360907 h 607851"/>
                <a:gd name="connsiteX14" fmla="*/ 247297 w 494593"/>
                <a:gd name="connsiteY14" fmla="*/ 160521 h 607851"/>
                <a:gd name="connsiteX15" fmla="*/ 247297 w 494593"/>
                <a:gd name="connsiteY15" fmla="*/ 113963 h 607851"/>
                <a:gd name="connsiteX16" fmla="*/ 494593 w 494593"/>
                <a:gd name="connsiteY16" fmla="*/ 360907 h 607851"/>
                <a:gd name="connsiteX17" fmla="*/ 247297 w 494593"/>
                <a:gd name="connsiteY17" fmla="*/ 607851 h 607851"/>
                <a:gd name="connsiteX18" fmla="*/ 0 w 494593"/>
                <a:gd name="connsiteY18" fmla="*/ 360907 h 607851"/>
                <a:gd name="connsiteX19" fmla="*/ 247297 w 494593"/>
                <a:gd name="connsiteY19" fmla="*/ 113963 h 607851"/>
                <a:gd name="connsiteX20" fmla="*/ 106836 w 494593"/>
                <a:gd name="connsiteY20" fmla="*/ 58655 h 607851"/>
                <a:gd name="connsiteX21" fmla="*/ 119283 w 494593"/>
                <a:gd name="connsiteY21" fmla="*/ 68229 h 607851"/>
                <a:gd name="connsiteX22" fmla="*/ 139719 w 494593"/>
                <a:gd name="connsiteY22" fmla="*/ 103546 h 607851"/>
                <a:gd name="connsiteX23" fmla="*/ 68863 w 494593"/>
                <a:gd name="connsiteY23" fmla="*/ 144377 h 607851"/>
                <a:gd name="connsiteX24" fmla="*/ 48427 w 494593"/>
                <a:gd name="connsiteY24" fmla="*/ 109060 h 607851"/>
                <a:gd name="connsiteX25" fmla="*/ 55960 w 494593"/>
                <a:gd name="connsiteY25" fmla="*/ 81119 h 607851"/>
                <a:gd name="connsiteX26" fmla="*/ 91313 w 494593"/>
                <a:gd name="connsiteY26" fmla="*/ 60704 h 607851"/>
                <a:gd name="connsiteX27" fmla="*/ 106836 w 494593"/>
                <a:gd name="connsiteY27" fmla="*/ 58655 h 607851"/>
                <a:gd name="connsiteX28" fmla="*/ 385319 w 494593"/>
                <a:gd name="connsiteY28" fmla="*/ 58655 h 607851"/>
                <a:gd name="connsiteX29" fmla="*/ 400805 w 494593"/>
                <a:gd name="connsiteY29" fmla="*/ 60704 h 607851"/>
                <a:gd name="connsiteX30" fmla="*/ 436233 w 494593"/>
                <a:gd name="connsiteY30" fmla="*/ 81119 h 607851"/>
                <a:gd name="connsiteX31" fmla="*/ 443692 w 494593"/>
                <a:gd name="connsiteY31" fmla="*/ 109060 h 607851"/>
                <a:gd name="connsiteX32" fmla="*/ 423255 w 494593"/>
                <a:gd name="connsiteY32" fmla="*/ 144377 h 607851"/>
                <a:gd name="connsiteX33" fmla="*/ 352474 w 494593"/>
                <a:gd name="connsiteY33" fmla="*/ 103546 h 607851"/>
                <a:gd name="connsiteX34" fmla="*/ 372910 w 494593"/>
                <a:gd name="connsiteY34" fmla="*/ 68229 h 607851"/>
                <a:gd name="connsiteX35" fmla="*/ 385319 w 494593"/>
                <a:gd name="connsiteY35" fmla="*/ 58655 h 607851"/>
                <a:gd name="connsiteX36" fmla="*/ 202278 w 494593"/>
                <a:gd name="connsiteY36" fmla="*/ 0 h 607851"/>
                <a:gd name="connsiteX37" fmla="*/ 292455 w 494593"/>
                <a:gd name="connsiteY37" fmla="*/ 0 h 607851"/>
                <a:gd name="connsiteX38" fmla="*/ 311475 w 494593"/>
                <a:gd name="connsiteY38" fmla="*/ 18996 h 607851"/>
                <a:gd name="connsiteX39" fmla="*/ 311475 w 494593"/>
                <a:gd name="connsiteY39" fmla="*/ 61756 h 607851"/>
                <a:gd name="connsiteX40" fmla="*/ 285295 w 494593"/>
                <a:gd name="connsiteY40" fmla="*/ 61905 h 607851"/>
                <a:gd name="connsiteX41" fmla="*/ 285295 w 494593"/>
                <a:gd name="connsiteY41" fmla="*/ 94981 h 607851"/>
                <a:gd name="connsiteX42" fmla="*/ 247255 w 494593"/>
                <a:gd name="connsiteY42" fmla="*/ 91927 h 607851"/>
                <a:gd name="connsiteX43" fmla="*/ 209215 w 494593"/>
                <a:gd name="connsiteY43" fmla="*/ 94981 h 607851"/>
                <a:gd name="connsiteX44" fmla="*/ 209215 w 494593"/>
                <a:gd name="connsiteY44" fmla="*/ 61905 h 607851"/>
                <a:gd name="connsiteX45" fmla="*/ 183258 w 494593"/>
                <a:gd name="connsiteY45" fmla="*/ 61756 h 607851"/>
                <a:gd name="connsiteX46" fmla="*/ 183258 w 494593"/>
                <a:gd name="connsiteY46" fmla="*/ 18996 h 607851"/>
                <a:gd name="connsiteX47" fmla="*/ 202278 w 494593"/>
                <a:gd name="connsiteY47"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94593" h="607851">
                  <a:moveTo>
                    <a:pt x="337979" y="279269"/>
                  </a:moveTo>
                  <a:cubicBezTo>
                    <a:pt x="312838" y="282845"/>
                    <a:pt x="230550" y="328207"/>
                    <a:pt x="221300" y="336550"/>
                  </a:cubicBezTo>
                  <a:cubicBezTo>
                    <a:pt x="212123" y="344967"/>
                    <a:pt x="215555" y="363664"/>
                    <a:pt x="229058" y="378487"/>
                  </a:cubicBezTo>
                  <a:cubicBezTo>
                    <a:pt x="242561" y="393235"/>
                    <a:pt x="260914" y="398375"/>
                    <a:pt x="270165" y="390032"/>
                  </a:cubicBezTo>
                  <a:cubicBezTo>
                    <a:pt x="279341" y="381615"/>
                    <a:pt x="332086" y="303925"/>
                    <a:pt x="337979" y="279269"/>
                  </a:cubicBezTo>
                  <a:close/>
                  <a:moveTo>
                    <a:pt x="247261" y="202100"/>
                  </a:moveTo>
                  <a:cubicBezTo>
                    <a:pt x="335070" y="202100"/>
                    <a:pt x="406316" y="273236"/>
                    <a:pt x="406316" y="360908"/>
                  </a:cubicBezTo>
                  <a:cubicBezTo>
                    <a:pt x="406316" y="448579"/>
                    <a:pt x="335070" y="519715"/>
                    <a:pt x="247261" y="519715"/>
                  </a:cubicBezTo>
                  <a:cubicBezTo>
                    <a:pt x="159453" y="519715"/>
                    <a:pt x="88207" y="448579"/>
                    <a:pt x="88207" y="360908"/>
                  </a:cubicBezTo>
                  <a:cubicBezTo>
                    <a:pt x="88207" y="273236"/>
                    <a:pt x="159453" y="202100"/>
                    <a:pt x="247261" y="202100"/>
                  </a:cubicBezTo>
                  <a:close/>
                  <a:moveTo>
                    <a:pt x="247297" y="160521"/>
                  </a:moveTo>
                  <a:cubicBezTo>
                    <a:pt x="136517" y="160521"/>
                    <a:pt x="46625" y="250211"/>
                    <a:pt x="46625" y="360907"/>
                  </a:cubicBezTo>
                  <a:cubicBezTo>
                    <a:pt x="46625" y="471603"/>
                    <a:pt x="136442" y="561293"/>
                    <a:pt x="247297" y="561293"/>
                  </a:cubicBezTo>
                  <a:cubicBezTo>
                    <a:pt x="358151" y="561293"/>
                    <a:pt x="447968" y="471603"/>
                    <a:pt x="447968" y="360907"/>
                  </a:cubicBezTo>
                  <a:cubicBezTo>
                    <a:pt x="447968" y="250285"/>
                    <a:pt x="358151" y="160521"/>
                    <a:pt x="247297" y="160521"/>
                  </a:cubicBezTo>
                  <a:close/>
                  <a:moveTo>
                    <a:pt x="247297" y="113963"/>
                  </a:moveTo>
                  <a:cubicBezTo>
                    <a:pt x="383888" y="113963"/>
                    <a:pt x="494593" y="224510"/>
                    <a:pt x="494593" y="360907"/>
                  </a:cubicBezTo>
                  <a:cubicBezTo>
                    <a:pt x="494593" y="497304"/>
                    <a:pt x="383888" y="607851"/>
                    <a:pt x="247297" y="607851"/>
                  </a:cubicBezTo>
                  <a:cubicBezTo>
                    <a:pt x="110705" y="607851"/>
                    <a:pt x="0" y="497304"/>
                    <a:pt x="0" y="360907"/>
                  </a:cubicBezTo>
                  <a:cubicBezTo>
                    <a:pt x="0" y="224510"/>
                    <a:pt x="110705" y="113963"/>
                    <a:pt x="247297" y="113963"/>
                  </a:cubicBezTo>
                  <a:close/>
                  <a:moveTo>
                    <a:pt x="106836" y="58655"/>
                  </a:moveTo>
                  <a:cubicBezTo>
                    <a:pt x="111899" y="60015"/>
                    <a:pt x="116449" y="63312"/>
                    <a:pt x="119283" y="68229"/>
                  </a:cubicBezTo>
                  <a:lnTo>
                    <a:pt x="139719" y="103546"/>
                  </a:lnTo>
                  <a:lnTo>
                    <a:pt x="68863" y="144377"/>
                  </a:lnTo>
                  <a:lnTo>
                    <a:pt x="48427" y="109060"/>
                  </a:lnTo>
                  <a:cubicBezTo>
                    <a:pt x="42833" y="99225"/>
                    <a:pt x="46189" y="86782"/>
                    <a:pt x="55960" y="81119"/>
                  </a:cubicBezTo>
                  <a:lnTo>
                    <a:pt x="91313" y="60704"/>
                  </a:lnTo>
                  <a:cubicBezTo>
                    <a:pt x="96199" y="57873"/>
                    <a:pt x="101774" y="57295"/>
                    <a:pt x="106836" y="58655"/>
                  </a:cubicBezTo>
                  <a:close/>
                  <a:moveTo>
                    <a:pt x="385319" y="58655"/>
                  </a:moveTo>
                  <a:cubicBezTo>
                    <a:pt x="390363" y="57295"/>
                    <a:pt x="395920" y="57873"/>
                    <a:pt x="400805" y="60704"/>
                  </a:cubicBezTo>
                  <a:lnTo>
                    <a:pt x="436233" y="81119"/>
                  </a:lnTo>
                  <a:cubicBezTo>
                    <a:pt x="446004" y="86782"/>
                    <a:pt x="449360" y="99225"/>
                    <a:pt x="443692" y="109060"/>
                  </a:cubicBezTo>
                  <a:lnTo>
                    <a:pt x="423255" y="144377"/>
                  </a:lnTo>
                  <a:lnTo>
                    <a:pt x="352474" y="103546"/>
                  </a:lnTo>
                  <a:lnTo>
                    <a:pt x="372910" y="68229"/>
                  </a:lnTo>
                  <a:cubicBezTo>
                    <a:pt x="375744" y="63312"/>
                    <a:pt x="380276" y="60015"/>
                    <a:pt x="385319" y="58655"/>
                  </a:cubicBezTo>
                  <a:close/>
                  <a:moveTo>
                    <a:pt x="202278" y="0"/>
                  </a:moveTo>
                  <a:lnTo>
                    <a:pt x="292455" y="0"/>
                  </a:lnTo>
                  <a:cubicBezTo>
                    <a:pt x="302972" y="0"/>
                    <a:pt x="311475" y="8492"/>
                    <a:pt x="311475" y="18996"/>
                  </a:cubicBezTo>
                  <a:lnTo>
                    <a:pt x="311475" y="61756"/>
                  </a:lnTo>
                  <a:lnTo>
                    <a:pt x="285295" y="61905"/>
                  </a:lnTo>
                  <a:lnTo>
                    <a:pt x="285295" y="94981"/>
                  </a:lnTo>
                  <a:cubicBezTo>
                    <a:pt x="272838" y="93193"/>
                    <a:pt x="260158" y="91927"/>
                    <a:pt x="247255" y="91927"/>
                  </a:cubicBezTo>
                  <a:cubicBezTo>
                    <a:pt x="234351" y="91927"/>
                    <a:pt x="221671" y="93193"/>
                    <a:pt x="209215" y="94981"/>
                  </a:cubicBezTo>
                  <a:lnTo>
                    <a:pt x="209215" y="61905"/>
                  </a:lnTo>
                  <a:lnTo>
                    <a:pt x="183258" y="61756"/>
                  </a:lnTo>
                  <a:lnTo>
                    <a:pt x="183258" y="18996"/>
                  </a:lnTo>
                  <a:cubicBezTo>
                    <a:pt x="183258" y="8492"/>
                    <a:pt x="191761" y="0"/>
                    <a:pt x="202278" y="0"/>
                  </a:cubicBezTo>
                  <a:close/>
                </a:path>
              </a:pathLst>
            </a:custGeom>
            <a:solidFill>
              <a:sysClr val="window" lastClr="FFFFFF"/>
            </a:solidFill>
            <a:ln w="28575" cap="flat" cmpd="sng" algn="ctr">
              <a:noFill/>
              <a:prstDash val="solid"/>
              <a:miter lim="800000"/>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Arial" panose="020B0604020202020204"/>
                <a:ea typeface="微软雅黑" panose="020B0503020204020204" pitchFamily="34" charset="-122"/>
                <a:cs typeface="+mn-ea"/>
              </a:endParaRPr>
            </a:p>
          </p:txBody>
        </p:sp>
      </p:grpSp>
      <p:sp>
        <p:nvSpPr>
          <p:cNvPr id="44" name="文本框 43"/>
          <p:cNvSpPr txBox="1"/>
          <p:nvPr/>
        </p:nvSpPr>
        <p:spPr>
          <a:xfrm>
            <a:off x="9191640" y="4206056"/>
            <a:ext cx="2327260" cy="400110"/>
          </a:xfrm>
          <a:prstGeom prst="rect">
            <a:avLst/>
          </a:prstGeom>
          <a:noFill/>
        </p:spPr>
        <p:txBody>
          <a:bodyPr wrap="square" rIns="0" rtlCol="0">
            <a:spAutoFit/>
          </a:bodyPr>
          <a:lstStyle/>
          <a:p>
            <a:pPr algn="r">
              <a:defRPr/>
            </a:pPr>
            <a:r>
              <a:rPr lang="zh-CN" altLang="en-US" sz="2000" b="1" dirty="0">
                <a:solidFill>
                  <a:srgbClr val="023FA1"/>
                </a:solidFill>
                <a:latin typeface="Arial" panose="020B0604020202020204"/>
                <a:ea typeface="微软雅黑" panose="020B0503020204020204" pitchFamily="34" charset="-122"/>
                <a:cs typeface="+mn-ea"/>
              </a:rPr>
              <a:t>请输入你的小标题</a:t>
            </a:r>
          </a:p>
        </p:txBody>
      </p:sp>
      <p:sp>
        <p:nvSpPr>
          <p:cNvPr id="45" name="文本框 44"/>
          <p:cNvSpPr txBox="1"/>
          <p:nvPr/>
        </p:nvSpPr>
        <p:spPr>
          <a:xfrm>
            <a:off x="9191640" y="4661386"/>
            <a:ext cx="2327260" cy="777457"/>
          </a:xfrm>
          <a:prstGeom prst="rect">
            <a:avLst/>
          </a:prstGeom>
          <a:noFill/>
        </p:spPr>
        <p:txBody>
          <a:bodyPr wrap="square" rIns="0" rtlCol="0">
            <a:spAutoFit/>
          </a:bodyPr>
          <a:lstStyle>
            <a:defPPr>
              <a:defRPr lang="zh-CN"/>
            </a:defPPr>
            <a:lvl1pPr marR="0" lvl="0" indent="0" algn="r" fontAlgn="auto">
              <a:lnSpc>
                <a:spcPct val="130000"/>
              </a:lnSpc>
              <a:spcBef>
                <a:spcPts val="0"/>
              </a:spcBef>
              <a:spcAft>
                <a:spcPts val="0"/>
              </a:spcAft>
              <a:buClrTx/>
              <a:buSzTx/>
              <a:buFontTx/>
              <a:buNone/>
              <a:defRPr kumimoji="0" b="0"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r>
              <a:rPr lang="zh-CN" altLang="en-US" dirty="0">
                <a:ea typeface="微软雅黑" panose="020B0503020204020204" pitchFamily="34" charset="-122"/>
                <a:cs typeface="+mn-ea"/>
              </a:rPr>
              <a:t>主题和样式也有助于文档保持协调</a:t>
            </a:r>
          </a:p>
        </p:txBody>
      </p:sp>
      <p:grpSp>
        <p:nvGrpSpPr>
          <p:cNvPr id="46" name="组合 45"/>
          <p:cNvGrpSpPr/>
          <p:nvPr/>
        </p:nvGrpSpPr>
        <p:grpSpPr>
          <a:xfrm>
            <a:off x="8383540" y="2693123"/>
            <a:ext cx="820800" cy="820800"/>
            <a:chOff x="10010259" y="3170881"/>
            <a:chExt cx="820800" cy="820800"/>
          </a:xfrm>
        </p:grpSpPr>
        <p:sp>
          <p:nvSpPr>
            <p:cNvPr id="47" name="íṥļîḓê"/>
            <p:cNvSpPr/>
            <p:nvPr/>
          </p:nvSpPr>
          <p:spPr>
            <a:xfrm>
              <a:off x="10010259" y="3170881"/>
              <a:ext cx="820800" cy="820800"/>
            </a:xfrm>
            <a:prstGeom prst="ellipse">
              <a:avLst/>
            </a:prstGeom>
            <a:noFill/>
            <a:ln w="12700" cap="flat" cmpd="sng" algn="ctr">
              <a:solidFill>
                <a:srgbClr val="3151B3"/>
              </a:solidFill>
              <a:prstDash val="solid"/>
              <a:miter lim="800000"/>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Arial" panose="020B0604020202020204"/>
                <a:ea typeface="微软雅黑" panose="020B0503020204020204" pitchFamily="34" charset="-122"/>
                <a:cs typeface="+mn-ea"/>
              </a:endParaRPr>
            </a:p>
          </p:txBody>
        </p:sp>
        <p:sp>
          <p:nvSpPr>
            <p:cNvPr id="48" name="íṥlíḓê"/>
            <p:cNvSpPr/>
            <p:nvPr/>
          </p:nvSpPr>
          <p:spPr>
            <a:xfrm>
              <a:off x="10060288" y="3221030"/>
              <a:ext cx="720743" cy="720740"/>
            </a:xfrm>
            <a:prstGeom prst="ellipse">
              <a:avLst/>
            </a:prstGeom>
            <a:solidFill>
              <a:srgbClr val="023FA1"/>
            </a:solidFill>
            <a:ln w="28575" cap="flat" cmpd="sng" algn="ctr">
              <a:noFill/>
              <a:prstDash val="solid"/>
              <a:miter lim="800000"/>
            </a:ln>
            <a:effectLst/>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Arial" panose="020B0604020202020204"/>
                <a:ea typeface="微软雅黑" panose="020B0503020204020204" pitchFamily="34" charset="-122"/>
                <a:cs typeface="+mn-ea"/>
              </a:endParaRPr>
            </a:p>
          </p:txBody>
        </p:sp>
        <p:sp>
          <p:nvSpPr>
            <p:cNvPr id="49" name="ïśļiḑé"/>
            <p:cNvSpPr/>
            <p:nvPr/>
          </p:nvSpPr>
          <p:spPr>
            <a:xfrm>
              <a:off x="10240310" y="3359753"/>
              <a:ext cx="360698" cy="443294"/>
            </a:xfrm>
            <a:custGeom>
              <a:avLst/>
              <a:gdLst>
                <a:gd name="connsiteX0" fmla="*/ 337979 w 494593"/>
                <a:gd name="connsiteY0" fmla="*/ 279269 h 607851"/>
                <a:gd name="connsiteX1" fmla="*/ 221300 w 494593"/>
                <a:gd name="connsiteY1" fmla="*/ 336550 h 607851"/>
                <a:gd name="connsiteX2" fmla="*/ 229058 w 494593"/>
                <a:gd name="connsiteY2" fmla="*/ 378487 h 607851"/>
                <a:gd name="connsiteX3" fmla="*/ 270165 w 494593"/>
                <a:gd name="connsiteY3" fmla="*/ 390032 h 607851"/>
                <a:gd name="connsiteX4" fmla="*/ 337979 w 494593"/>
                <a:gd name="connsiteY4" fmla="*/ 279269 h 607851"/>
                <a:gd name="connsiteX5" fmla="*/ 247261 w 494593"/>
                <a:gd name="connsiteY5" fmla="*/ 202100 h 607851"/>
                <a:gd name="connsiteX6" fmla="*/ 406316 w 494593"/>
                <a:gd name="connsiteY6" fmla="*/ 360908 h 607851"/>
                <a:gd name="connsiteX7" fmla="*/ 247261 w 494593"/>
                <a:gd name="connsiteY7" fmla="*/ 519715 h 607851"/>
                <a:gd name="connsiteX8" fmla="*/ 88207 w 494593"/>
                <a:gd name="connsiteY8" fmla="*/ 360908 h 607851"/>
                <a:gd name="connsiteX9" fmla="*/ 247261 w 494593"/>
                <a:gd name="connsiteY9" fmla="*/ 202100 h 607851"/>
                <a:gd name="connsiteX10" fmla="*/ 247297 w 494593"/>
                <a:gd name="connsiteY10" fmla="*/ 160521 h 607851"/>
                <a:gd name="connsiteX11" fmla="*/ 46625 w 494593"/>
                <a:gd name="connsiteY11" fmla="*/ 360907 h 607851"/>
                <a:gd name="connsiteX12" fmla="*/ 247297 w 494593"/>
                <a:gd name="connsiteY12" fmla="*/ 561293 h 607851"/>
                <a:gd name="connsiteX13" fmla="*/ 447968 w 494593"/>
                <a:gd name="connsiteY13" fmla="*/ 360907 h 607851"/>
                <a:gd name="connsiteX14" fmla="*/ 247297 w 494593"/>
                <a:gd name="connsiteY14" fmla="*/ 160521 h 607851"/>
                <a:gd name="connsiteX15" fmla="*/ 247297 w 494593"/>
                <a:gd name="connsiteY15" fmla="*/ 113963 h 607851"/>
                <a:gd name="connsiteX16" fmla="*/ 494593 w 494593"/>
                <a:gd name="connsiteY16" fmla="*/ 360907 h 607851"/>
                <a:gd name="connsiteX17" fmla="*/ 247297 w 494593"/>
                <a:gd name="connsiteY17" fmla="*/ 607851 h 607851"/>
                <a:gd name="connsiteX18" fmla="*/ 0 w 494593"/>
                <a:gd name="connsiteY18" fmla="*/ 360907 h 607851"/>
                <a:gd name="connsiteX19" fmla="*/ 247297 w 494593"/>
                <a:gd name="connsiteY19" fmla="*/ 113963 h 607851"/>
                <a:gd name="connsiteX20" fmla="*/ 106836 w 494593"/>
                <a:gd name="connsiteY20" fmla="*/ 58655 h 607851"/>
                <a:gd name="connsiteX21" fmla="*/ 119283 w 494593"/>
                <a:gd name="connsiteY21" fmla="*/ 68229 h 607851"/>
                <a:gd name="connsiteX22" fmla="*/ 139719 w 494593"/>
                <a:gd name="connsiteY22" fmla="*/ 103546 h 607851"/>
                <a:gd name="connsiteX23" fmla="*/ 68863 w 494593"/>
                <a:gd name="connsiteY23" fmla="*/ 144377 h 607851"/>
                <a:gd name="connsiteX24" fmla="*/ 48427 w 494593"/>
                <a:gd name="connsiteY24" fmla="*/ 109060 h 607851"/>
                <a:gd name="connsiteX25" fmla="*/ 55960 w 494593"/>
                <a:gd name="connsiteY25" fmla="*/ 81119 h 607851"/>
                <a:gd name="connsiteX26" fmla="*/ 91313 w 494593"/>
                <a:gd name="connsiteY26" fmla="*/ 60704 h 607851"/>
                <a:gd name="connsiteX27" fmla="*/ 106836 w 494593"/>
                <a:gd name="connsiteY27" fmla="*/ 58655 h 607851"/>
                <a:gd name="connsiteX28" fmla="*/ 385319 w 494593"/>
                <a:gd name="connsiteY28" fmla="*/ 58655 h 607851"/>
                <a:gd name="connsiteX29" fmla="*/ 400805 w 494593"/>
                <a:gd name="connsiteY29" fmla="*/ 60704 h 607851"/>
                <a:gd name="connsiteX30" fmla="*/ 436233 w 494593"/>
                <a:gd name="connsiteY30" fmla="*/ 81119 h 607851"/>
                <a:gd name="connsiteX31" fmla="*/ 443692 w 494593"/>
                <a:gd name="connsiteY31" fmla="*/ 109060 h 607851"/>
                <a:gd name="connsiteX32" fmla="*/ 423255 w 494593"/>
                <a:gd name="connsiteY32" fmla="*/ 144377 h 607851"/>
                <a:gd name="connsiteX33" fmla="*/ 352474 w 494593"/>
                <a:gd name="connsiteY33" fmla="*/ 103546 h 607851"/>
                <a:gd name="connsiteX34" fmla="*/ 372910 w 494593"/>
                <a:gd name="connsiteY34" fmla="*/ 68229 h 607851"/>
                <a:gd name="connsiteX35" fmla="*/ 385319 w 494593"/>
                <a:gd name="connsiteY35" fmla="*/ 58655 h 607851"/>
                <a:gd name="connsiteX36" fmla="*/ 202278 w 494593"/>
                <a:gd name="connsiteY36" fmla="*/ 0 h 607851"/>
                <a:gd name="connsiteX37" fmla="*/ 292455 w 494593"/>
                <a:gd name="connsiteY37" fmla="*/ 0 h 607851"/>
                <a:gd name="connsiteX38" fmla="*/ 311475 w 494593"/>
                <a:gd name="connsiteY38" fmla="*/ 18996 h 607851"/>
                <a:gd name="connsiteX39" fmla="*/ 311475 w 494593"/>
                <a:gd name="connsiteY39" fmla="*/ 61756 h 607851"/>
                <a:gd name="connsiteX40" fmla="*/ 285295 w 494593"/>
                <a:gd name="connsiteY40" fmla="*/ 61905 h 607851"/>
                <a:gd name="connsiteX41" fmla="*/ 285295 w 494593"/>
                <a:gd name="connsiteY41" fmla="*/ 94981 h 607851"/>
                <a:gd name="connsiteX42" fmla="*/ 247255 w 494593"/>
                <a:gd name="connsiteY42" fmla="*/ 91927 h 607851"/>
                <a:gd name="connsiteX43" fmla="*/ 209215 w 494593"/>
                <a:gd name="connsiteY43" fmla="*/ 94981 h 607851"/>
                <a:gd name="connsiteX44" fmla="*/ 209215 w 494593"/>
                <a:gd name="connsiteY44" fmla="*/ 61905 h 607851"/>
                <a:gd name="connsiteX45" fmla="*/ 183258 w 494593"/>
                <a:gd name="connsiteY45" fmla="*/ 61756 h 607851"/>
                <a:gd name="connsiteX46" fmla="*/ 183258 w 494593"/>
                <a:gd name="connsiteY46" fmla="*/ 18996 h 607851"/>
                <a:gd name="connsiteX47" fmla="*/ 202278 w 494593"/>
                <a:gd name="connsiteY47"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94593" h="607851">
                  <a:moveTo>
                    <a:pt x="337979" y="279269"/>
                  </a:moveTo>
                  <a:cubicBezTo>
                    <a:pt x="312838" y="282845"/>
                    <a:pt x="230550" y="328207"/>
                    <a:pt x="221300" y="336550"/>
                  </a:cubicBezTo>
                  <a:cubicBezTo>
                    <a:pt x="212123" y="344967"/>
                    <a:pt x="215555" y="363664"/>
                    <a:pt x="229058" y="378487"/>
                  </a:cubicBezTo>
                  <a:cubicBezTo>
                    <a:pt x="242561" y="393235"/>
                    <a:pt x="260914" y="398375"/>
                    <a:pt x="270165" y="390032"/>
                  </a:cubicBezTo>
                  <a:cubicBezTo>
                    <a:pt x="279341" y="381615"/>
                    <a:pt x="332086" y="303925"/>
                    <a:pt x="337979" y="279269"/>
                  </a:cubicBezTo>
                  <a:close/>
                  <a:moveTo>
                    <a:pt x="247261" y="202100"/>
                  </a:moveTo>
                  <a:cubicBezTo>
                    <a:pt x="335070" y="202100"/>
                    <a:pt x="406316" y="273236"/>
                    <a:pt x="406316" y="360908"/>
                  </a:cubicBezTo>
                  <a:cubicBezTo>
                    <a:pt x="406316" y="448579"/>
                    <a:pt x="335070" y="519715"/>
                    <a:pt x="247261" y="519715"/>
                  </a:cubicBezTo>
                  <a:cubicBezTo>
                    <a:pt x="159453" y="519715"/>
                    <a:pt x="88207" y="448579"/>
                    <a:pt x="88207" y="360908"/>
                  </a:cubicBezTo>
                  <a:cubicBezTo>
                    <a:pt x="88207" y="273236"/>
                    <a:pt x="159453" y="202100"/>
                    <a:pt x="247261" y="202100"/>
                  </a:cubicBezTo>
                  <a:close/>
                  <a:moveTo>
                    <a:pt x="247297" y="160521"/>
                  </a:moveTo>
                  <a:cubicBezTo>
                    <a:pt x="136517" y="160521"/>
                    <a:pt x="46625" y="250211"/>
                    <a:pt x="46625" y="360907"/>
                  </a:cubicBezTo>
                  <a:cubicBezTo>
                    <a:pt x="46625" y="471603"/>
                    <a:pt x="136442" y="561293"/>
                    <a:pt x="247297" y="561293"/>
                  </a:cubicBezTo>
                  <a:cubicBezTo>
                    <a:pt x="358151" y="561293"/>
                    <a:pt x="447968" y="471603"/>
                    <a:pt x="447968" y="360907"/>
                  </a:cubicBezTo>
                  <a:cubicBezTo>
                    <a:pt x="447968" y="250285"/>
                    <a:pt x="358151" y="160521"/>
                    <a:pt x="247297" y="160521"/>
                  </a:cubicBezTo>
                  <a:close/>
                  <a:moveTo>
                    <a:pt x="247297" y="113963"/>
                  </a:moveTo>
                  <a:cubicBezTo>
                    <a:pt x="383888" y="113963"/>
                    <a:pt x="494593" y="224510"/>
                    <a:pt x="494593" y="360907"/>
                  </a:cubicBezTo>
                  <a:cubicBezTo>
                    <a:pt x="494593" y="497304"/>
                    <a:pt x="383888" y="607851"/>
                    <a:pt x="247297" y="607851"/>
                  </a:cubicBezTo>
                  <a:cubicBezTo>
                    <a:pt x="110705" y="607851"/>
                    <a:pt x="0" y="497304"/>
                    <a:pt x="0" y="360907"/>
                  </a:cubicBezTo>
                  <a:cubicBezTo>
                    <a:pt x="0" y="224510"/>
                    <a:pt x="110705" y="113963"/>
                    <a:pt x="247297" y="113963"/>
                  </a:cubicBezTo>
                  <a:close/>
                  <a:moveTo>
                    <a:pt x="106836" y="58655"/>
                  </a:moveTo>
                  <a:cubicBezTo>
                    <a:pt x="111899" y="60015"/>
                    <a:pt x="116449" y="63312"/>
                    <a:pt x="119283" y="68229"/>
                  </a:cubicBezTo>
                  <a:lnTo>
                    <a:pt x="139719" y="103546"/>
                  </a:lnTo>
                  <a:lnTo>
                    <a:pt x="68863" y="144377"/>
                  </a:lnTo>
                  <a:lnTo>
                    <a:pt x="48427" y="109060"/>
                  </a:lnTo>
                  <a:cubicBezTo>
                    <a:pt x="42833" y="99225"/>
                    <a:pt x="46189" y="86782"/>
                    <a:pt x="55960" y="81119"/>
                  </a:cubicBezTo>
                  <a:lnTo>
                    <a:pt x="91313" y="60704"/>
                  </a:lnTo>
                  <a:cubicBezTo>
                    <a:pt x="96199" y="57873"/>
                    <a:pt x="101774" y="57295"/>
                    <a:pt x="106836" y="58655"/>
                  </a:cubicBezTo>
                  <a:close/>
                  <a:moveTo>
                    <a:pt x="385319" y="58655"/>
                  </a:moveTo>
                  <a:cubicBezTo>
                    <a:pt x="390363" y="57295"/>
                    <a:pt x="395920" y="57873"/>
                    <a:pt x="400805" y="60704"/>
                  </a:cubicBezTo>
                  <a:lnTo>
                    <a:pt x="436233" y="81119"/>
                  </a:lnTo>
                  <a:cubicBezTo>
                    <a:pt x="446004" y="86782"/>
                    <a:pt x="449360" y="99225"/>
                    <a:pt x="443692" y="109060"/>
                  </a:cubicBezTo>
                  <a:lnTo>
                    <a:pt x="423255" y="144377"/>
                  </a:lnTo>
                  <a:lnTo>
                    <a:pt x="352474" y="103546"/>
                  </a:lnTo>
                  <a:lnTo>
                    <a:pt x="372910" y="68229"/>
                  </a:lnTo>
                  <a:cubicBezTo>
                    <a:pt x="375744" y="63312"/>
                    <a:pt x="380276" y="60015"/>
                    <a:pt x="385319" y="58655"/>
                  </a:cubicBezTo>
                  <a:close/>
                  <a:moveTo>
                    <a:pt x="202278" y="0"/>
                  </a:moveTo>
                  <a:lnTo>
                    <a:pt x="292455" y="0"/>
                  </a:lnTo>
                  <a:cubicBezTo>
                    <a:pt x="302972" y="0"/>
                    <a:pt x="311475" y="8492"/>
                    <a:pt x="311475" y="18996"/>
                  </a:cubicBezTo>
                  <a:lnTo>
                    <a:pt x="311475" y="61756"/>
                  </a:lnTo>
                  <a:lnTo>
                    <a:pt x="285295" y="61905"/>
                  </a:lnTo>
                  <a:lnTo>
                    <a:pt x="285295" y="94981"/>
                  </a:lnTo>
                  <a:cubicBezTo>
                    <a:pt x="272838" y="93193"/>
                    <a:pt x="260158" y="91927"/>
                    <a:pt x="247255" y="91927"/>
                  </a:cubicBezTo>
                  <a:cubicBezTo>
                    <a:pt x="234351" y="91927"/>
                    <a:pt x="221671" y="93193"/>
                    <a:pt x="209215" y="94981"/>
                  </a:cubicBezTo>
                  <a:lnTo>
                    <a:pt x="209215" y="61905"/>
                  </a:lnTo>
                  <a:lnTo>
                    <a:pt x="183258" y="61756"/>
                  </a:lnTo>
                  <a:lnTo>
                    <a:pt x="183258" y="18996"/>
                  </a:lnTo>
                  <a:cubicBezTo>
                    <a:pt x="183258" y="8492"/>
                    <a:pt x="191761" y="0"/>
                    <a:pt x="202278" y="0"/>
                  </a:cubicBezTo>
                  <a:close/>
                </a:path>
              </a:pathLst>
            </a:custGeom>
            <a:solidFill>
              <a:sysClr val="window" lastClr="FFFFFF"/>
            </a:solidFill>
            <a:ln w="28575" cap="flat" cmpd="sng" algn="ctr">
              <a:noFill/>
              <a:prstDash val="solid"/>
              <a:miter lim="800000"/>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Arial" panose="020B0604020202020204"/>
                <a:ea typeface="微软雅黑" panose="020B0503020204020204" pitchFamily="34" charset="-122"/>
                <a:cs typeface="+mn-ea"/>
              </a:endParaRPr>
            </a:p>
          </p:txBody>
        </p:sp>
      </p:grpSp>
      <p:sp>
        <p:nvSpPr>
          <p:cNvPr id="50" name="文本框 49"/>
          <p:cNvSpPr txBox="1"/>
          <p:nvPr/>
        </p:nvSpPr>
        <p:spPr>
          <a:xfrm>
            <a:off x="9191640" y="2426665"/>
            <a:ext cx="2327260" cy="400110"/>
          </a:xfrm>
          <a:prstGeom prst="rect">
            <a:avLst/>
          </a:prstGeom>
          <a:noFill/>
        </p:spPr>
        <p:txBody>
          <a:bodyPr wrap="square" rIns="0" rtlCol="0">
            <a:spAutoFit/>
          </a:bodyPr>
          <a:lstStyle/>
          <a:p>
            <a:pPr algn="r">
              <a:defRPr/>
            </a:pPr>
            <a:r>
              <a:rPr lang="zh-CN" altLang="en-US" sz="2000" b="1" dirty="0">
                <a:solidFill>
                  <a:srgbClr val="023FA1"/>
                </a:solidFill>
                <a:latin typeface="Arial" panose="020B0604020202020204"/>
                <a:ea typeface="微软雅黑" panose="020B0503020204020204" pitchFamily="34" charset="-122"/>
                <a:cs typeface="+mn-ea"/>
              </a:rPr>
              <a:t>请输入你的小标题</a:t>
            </a:r>
          </a:p>
        </p:txBody>
      </p:sp>
      <p:sp>
        <p:nvSpPr>
          <p:cNvPr id="51" name="文本框 50"/>
          <p:cNvSpPr txBox="1"/>
          <p:nvPr/>
        </p:nvSpPr>
        <p:spPr>
          <a:xfrm>
            <a:off x="9191640" y="2881995"/>
            <a:ext cx="2327260" cy="777457"/>
          </a:xfrm>
          <a:prstGeom prst="rect">
            <a:avLst/>
          </a:prstGeom>
          <a:noFill/>
        </p:spPr>
        <p:txBody>
          <a:bodyPr wrap="square" rIns="0" rtlCol="0">
            <a:spAutoFit/>
          </a:bodyPr>
          <a:lstStyle/>
          <a:p>
            <a:pPr algn="r">
              <a:lnSpc>
                <a:spcPct val="130000"/>
              </a:lnSpc>
              <a:defRPr/>
            </a:pPr>
            <a:r>
              <a:rPr lang="zh-CN" altLang="en-US" dirty="0">
                <a:solidFill>
                  <a:prstClr val="black"/>
                </a:solidFill>
                <a:latin typeface="微软雅黑" panose="020B0503020204020204" pitchFamily="34" charset="-122"/>
                <a:ea typeface="微软雅黑" panose="020B0503020204020204" pitchFamily="34" charset="-122"/>
                <a:cs typeface="+mn-ea"/>
              </a:rPr>
              <a:t>主题和样式也有助于文档保持协调</a:t>
            </a:r>
          </a:p>
        </p:txBody>
      </p:sp>
      <p:cxnSp>
        <p:nvCxnSpPr>
          <p:cNvPr id="52" name="直接连接符 51"/>
          <p:cNvCxnSpPr/>
          <p:nvPr/>
        </p:nvCxnSpPr>
        <p:spPr>
          <a:xfrm>
            <a:off x="4043414" y="4776220"/>
            <a:ext cx="1407231" cy="0"/>
          </a:xfrm>
          <a:prstGeom prst="line">
            <a:avLst/>
          </a:prstGeom>
          <a:noFill/>
          <a:ln w="19050" cap="flat" cmpd="sng" algn="ctr">
            <a:solidFill>
              <a:srgbClr val="3151B3"/>
            </a:solidFill>
            <a:prstDash val="solid"/>
            <a:miter lim="800000"/>
            <a:tailEnd type="stealth" w="lg" len="lg"/>
          </a:ln>
          <a:effectLst/>
        </p:spPr>
      </p:cxnSp>
      <p:cxnSp>
        <p:nvCxnSpPr>
          <p:cNvPr id="53" name="直接连接符 52"/>
          <p:cNvCxnSpPr/>
          <p:nvPr/>
        </p:nvCxnSpPr>
        <p:spPr>
          <a:xfrm>
            <a:off x="6741354" y="4776220"/>
            <a:ext cx="1407231" cy="0"/>
          </a:xfrm>
          <a:prstGeom prst="line">
            <a:avLst/>
          </a:prstGeom>
          <a:noFill/>
          <a:ln w="19050" cap="flat" cmpd="sng" algn="ctr">
            <a:solidFill>
              <a:srgbClr val="3151B3"/>
            </a:solidFill>
            <a:prstDash val="solid"/>
            <a:miter lim="800000"/>
            <a:tailEnd type="stealth" w="lg" len="lg"/>
          </a:ln>
          <a:effectLst/>
        </p:spPr>
      </p:cxnSp>
      <p:cxnSp>
        <p:nvCxnSpPr>
          <p:cNvPr id="54" name="直接连接符 53"/>
          <p:cNvCxnSpPr/>
          <p:nvPr/>
        </p:nvCxnSpPr>
        <p:spPr>
          <a:xfrm flipV="1">
            <a:off x="8793940" y="3657517"/>
            <a:ext cx="0" cy="564708"/>
          </a:xfrm>
          <a:prstGeom prst="line">
            <a:avLst/>
          </a:prstGeom>
          <a:noFill/>
          <a:ln w="19050" cap="flat" cmpd="sng" algn="ctr">
            <a:solidFill>
              <a:srgbClr val="3151B3"/>
            </a:solidFill>
            <a:prstDash val="solid"/>
            <a:miter lim="800000"/>
            <a:tailEnd type="stealth" w="lg" len="lg"/>
          </a:ln>
          <a:effectLst/>
        </p:spPr>
      </p:cxnSp>
      <p:cxnSp>
        <p:nvCxnSpPr>
          <p:cNvPr id="55" name="直接连接符 54"/>
          <p:cNvCxnSpPr/>
          <p:nvPr/>
        </p:nvCxnSpPr>
        <p:spPr>
          <a:xfrm>
            <a:off x="3398060" y="3638808"/>
            <a:ext cx="0" cy="564708"/>
          </a:xfrm>
          <a:prstGeom prst="line">
            <a:avLst/>
          </a:prstGeom>
          <a:noFill/>
          <a:ln w="19050" cap="flat" cmpd="sng" algn="ctr">
            <a:solidFill>
              <a:srgbClr val="3151B3"/>
            </a:solidFill>
            <a:prstDash val="solid"/>
            <a:miter lim="800000"/>
            <a:tailEnd type="stealth" w="lg" len="lg"/>
          </a:ln>
          <a:effectLst/>
        </p:spPr>
      </p:cxn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algn="dist">
                  <a:defRPr/>
                </a:pPr>
                <a:r>
                  <a:rPr lang="en-US" altLang="zh-CN" sz="700" kern="0" spc="300" dirty="0">
                    <a:solidFill>
                      <a:prstClr val="black"/>
                    </a:solidFill>
                  </a:rPr>
                  <a:t>ADD YOUR TITLE HERE ADD YOUR TITLE HERE </a:t>
                </a:r>
              </a:p>
              <a:p>
                <a:pPr lvl="0" algn="dist">
                  <a:defRPr/>
                </a:pPr>
                <a:r>
                  <a:rPr lang="en-US" altLang="zh-CN" sz="700" kern="0" spc="300" dirty="0">
                    <a:solidFill>
                      <a:prstClr val="black"/>
                    </a:solidFill>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rPr>
              <a:t>JUNE 12</a:t>
            </a:r>
            <a:r>
              <a:rPr kumimoji="0" lang="en-US" altLang="zh-CN" sz="1800" b="1" i="0" u="none" strike="noStrike" kern="0" cap="none" spc="0" normalizeH="0" baseline="30000" noProof="0" dirty="0">
                <a:ln>
                  <a:noFill/>
                </a:ln>
                <a:solidFill>
                  <a:prstClr val="white">
                    <a:lumMod val="75000"/>
                  </a:prstClr>
                </a:solidFill>
                <a:effectLst/>
                <a:uLnTx/>
                <a:uFillTx/>
              </a:rPr>
              <a:t>th</a:t>
            </a:r>
            <a:endParaRPr kumimoji="0" lang="zh-CN" altLang="en-US" sz="1800" b="1" i="0" u="none" strike="noStrike" kern="0" cap="none" spc="0" normalizeH="0" baseline="30000" noProof="0" dirty="0">
              <a:ln>
                <a:noFill/>
              </a:ln>
              <a:solidFill>
                <a:prstClr val="white">
                  <a:lumMod val="75000"/>
                </a:prstClr>
              </a:solidFill>
              <a:effectLst/>
              <a:uLnTx/>
              <a:uFillTx/>
            </a:endParaRPr>
          </a:p>
        </p:txBody>
      </p:sp>
      <p:pic>
        <p:nvPicPr>
          <p:cNvPr id="12" name="图片 1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grpSp>
        <p:nvGrpSpPr>
          <p:cNvPr id="17" name="组合 16"/>
          <p:cNvGrpSpPr/>
          <p:nvPr/>
        </p:nvGrpSpPr>
        <p:grpSpPr>
          <a:xfrm>
            <a:off x="-25241" y="1232382"/>
            <a:ext cx="12242482" cy="3412247"/>
            <a:chOff x="-24566" y="1307288"/>
            <a:chExt cx="11915298" cy="3321051"/>
          </a:xfrm>
        </p:grpSpPr>
        <p:pic>
          <p:nvPicPr>
            <p:cNvPr id="18" name="图片 17"/>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24566" y="1307288"/>
              <a:ext cx="6602387" cy="3316835"/>
            </a:xfrm>
            <a:prstGeom prst="rect">
              <a:avLst/>
            </a:prstGeom>
          </p:spPr>
        </p:pic>
        <p:pic>
          <p:nvPicPr>
            <p:cNvPr id="19" name="图片 18"/>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a:xfrm>
              <a:off x="6577821" y="1307288"/>
              <a:ext cx="5312911" cy="3321051"/>
            </a:xfrm>
            <a:prstGeom prst="rect">
              <a:avLst/>
            </a:prstGeom>
          </p:spPr>
        </p:pic>
      </p:grpSp>
      <p:sp>
        <p:nvSpPr>
          <p:cNvPr id="20" name="矩形 19"/>
          <p:cNvSpPr/>
          <p:nvPr/>
        </p:nvSpPr>
        <p:spPr>
          <a:xfrm>
            <a:off x="0" y="4708697"/>
            <a:ext cx="12192000" cy="1553964"/>
          </a:xfrm>
          <a:prstGeom prst="rect">
            <a:avLst/>
          </a:prstGeom>
          <a:solidFill>
            <a:srgbClr val="023FA1"/>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等线" panose="02010600030101010101" charset="-122"/>
              <a:ea typeface="等线" panose="02010600030101010101" charset="-122"/>
            </a:endParaRPr>
          </a:p>
        </p:txBody>
      </p:sp>
      <p:sp>
        <p:nvSpPr>
          <p:cNvPr id="21" name="矩形 20"/>
          <p:cNvSpPr/>
          <p:nvPr/>
        </p:nvSpPr>
        <p:spPr>
          <a:xfrm>
            <a:off x="2351313" y="4804814"/>
            <a:ext cx="9492344" cy="1393779"/>
          </a:xfrm>
          <a:prstGeom prst="rect">
            <a:avLst/>
          </a:prstGeom>
        </p:spPr>
        <p:txBody>
          <a:bodyPr wrap="square">
            <a:spAutoFit/>
          </a:bodyPr>
          <a:lstStyle/>
          <a:p>
            <a:pPr>
              <a:lnSpc>
                <a:spcPct val="120000"/>
              </a:lnSpc>
            </a:pPr>
            <a:r>
              <a:rPr lang="zh-CN" altLang="en-US" dirty="0">
                <a:solidFill>
                  <a:prstClr val="white">
                    <a:lumMod val="95000"/>
                  </a:prstClr>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cxnSp>
        <p:nvCxnSpPr>
          <p:cNvPr id="22" name="直接连接符 21"/>
          <p:cNvCxnSpPr/>
          <p:nvPr/>
        </p:nvCxnSpPr>
        <p:spPr>
          <a:xfrm>
            <a:off x="2104571" y="4954988"/>
            <a:ext cx="0" cy="1061381"/>
          </a:xfrm>
          <a:prstGeom prst="line">
            <a:avLst/>
          </a:prstGeom>
          <a:noFill/>
          <a:ln w="6350" cap="flat" cmpd="sng" algn="ctr">
            <a:solidFill>
              <a:sysClr val="window" lastClr="FFFFFF">
                <a:lumMod val="85000"/>
              </a:sysClr>
            </a:solidFill>
            <a:prstDash val="solid"/>
            <a:miter lim="800000"/>
          </a:ln>
          <a:effectLst/>
        </p:spPr>
      </p:cxnSp>
      <p:sp>
        <p:nvSpPr>
          <p:cNvPr id="23" name="文本框 22"/>
          <p:cNvSpPr txBox="1"/>
          <p:nvPr/>
        </p:nvSpPr>
        <p:spPr>
          <a:xfrm>
            <a:off x="272142" y="4933094"/>
            <a:ext cx="1807030" cy="523220"/>
          </a:xfrm>
          <a:prstGeom prst="rect">
            <a:avLst/>
          </a:prstGeom>
          <a:noFill/>
        </p:spPr>
        <p:txBody>
          <a:bodyPr wrap="square" rtlCol="0" anchor="b">
            <a:spAutoFit/>
          </a:bodyPr>
          <a:lstStyle/>
          <a:p>
            <a:r>
              <a:rPr lang="zh-CN" altLang="en-US" sz="2800" b="1" dirty="0">
                <a:solidFill>
                  <a:prstClr val="white">
                    <a:lumMod val="95000"/>
                  </a:prstClr>
                </a:solidFill>
                <a:latin typeface="等线" panose="02010600030101010101" charset="-122"/>
                <a:ea typeface="微软雅黑" panose="020B0503020204020204" pitchFamily="34" charset="-122"/>
                <a:cs typeface="+mn-ea"/>
                <a:sym typeface="+mn-lt"/>
              </a:rPr>
              <a:t>你的标题</a:t>
            </a:r>
          </a:p>
        </p:txBody>
      </p:sp>
      <p:sp>
        <p:nvSpPr>
          <p:cNvPr id="24" name="文本框 23"/>
          <p:cNvSpPr txBox="1"/>
          <p:nvPr/>
        </p:nvSpPr>
        <p:spPr>
          <a:xfrm>
            <a:off x="272142" y="5522387"/>
            <a:ext cx="1807030" cy="523220"/>
          </a:xfrm>
          <a:prstGeom prst="rect">
            <a:avLst/>
          </a:prstGeom>
          <a:noFill/>
        </p:spPr>
        <p:txBody>
          <a:bodyPr wrap="square" rtlCol="0" anchor="b">
            <a:spAutoFit/>
          </a:bodyPr>
          <a:lstStyle/>
          <a:p>
            <a:r>
              <a:rPr lang="zh-CN" altLang="en-US" sz="2800" b="1" dirty="0">
                <a:solidFill>
                  <a:prstClr val="white">
                    <a:lumMod val="95000"/>
                  </a:prstClr>
                </a:solidFill>
                <a:latin typeface="等线" panose="02010600030101010101" charset="-122"/>
                <a:ea typeface="微软雅黑" panose="020B0503020204020204" pitchFamily="34" charset="-122"/>
                <a:cs typeface="+mn-ea"/>
                <a:sym typeface="+mn-lt"/>
              </a:rPr>
              <a:t>你的标题</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algn="dist">
                  <a:defRPr/>
                </a:pPr>
                <a:r>
                  <a:rPr lang="en-US" altLang="zh-CN" sz="700" kern="0" spc="300" dirty="0">
                    <a:solidFill>
                      <a:prstClr val="black"/>
                    </a:solidFill>
                  </a:rPr>
                  <a:t>ADD YOUR TITLE HERE ADD YOUR TITLE HERE </a:t>
                </a:r>
              </a:p>
              <a:p>
                <a:pPr lvl="0" algn="dist">
                  <a:defRPr/>
                </a:pPr>
                <a:r>
                  <a:rPr lang="en-US" altLang="zh-CN" sz="700" kern="0" spc="300" dirty="0">
                    <a:solidFill>
                      <a:prstClr val="black"/>
                    </a:solidFill>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rPr>
              <a:t>JUNE 12</a:t>
            </a:r>
            <a:r>
              <a:rPr kumimoji="0" lang="en-US" altLang="zh-CN" sz="1800" b="1" i="0" u="none" strike="noStrike" kern="0" cap="none" spc="0" normalizeH="0" baseline="30000" noProof="0" dirty="0">
                <a:ln>
                  <a:noFill/>
                </a:ln>
                <a:solidFill>
                  <a:prstClr val="white">
                    <a:lumMod val="75000"/>
                  </a:prstClr>
                </a:solidFill>
                <a:effectLst/>
                <a:uLnTx/>
                <a:uFillTx/>
              </a:rPr>
              <a:t>th</a:t>
            </a:r>
            <a:endParaRPr kumimoji="0" lang="zh-CN" altLang="en-US" sz="1800" b="1" i="0" u="none" strike="noStrike" kern="0" cap="none" spc="0" normalizeH="0" baseline="30000" noProof="0" dirty="0">
              <a:ln>
                <a:noFill/>
              </a:ln>
              <a:solidFill>
                <a:prstClr val="white">
                  <a:lumMod val="75000"/>
                </a:prstClr>
              </a:solidFill>
              <a:effectLst/>
              <a:uLnTx/>
              <a:uFillTx/>
            </a:endParaRPr>
          </a:p>
        </p:txBody>
      </p:sp>
      <p:pic>
        <p:nvPicPr>
          <p:cNvPr id="12" name="图片 1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pic>
        <p:nvPicPr>
          <p:cNvPr id="17" name="图片 16"/>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374755" y="1340768"/>
            <a:ext cx="5936104" cy="3115599"/>
          </a:xfrm>
          <a:prstGeom prst="rect">
            <a:avLst/>
          </a:prstGeom>
        </p:spPr>
      </p:pic>
      <p:sp>
        <p:nvSpPr>
          <p:cNvPr id="18" name="矩形 47"/>
          <p:cNvSpPr>
            <a:spLocks noChangeArrowheads="1"/>
          </p:cNvSpPr>
          <p:nvPr/>
        </p:nvSpPr>
        <p:spPr bwMode="auto">
          <a:xfrm>
            <a:off x="6773409" y="1892424"/>
            <a:ext cx="4651183" cy="843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5" tIns="34277" rIns="68555" bIns="34277">
            <a:spAutoFit/>
          </a:bodyPr>
          <a:lstStyle/>
          <a:p>
            <a:pPr defTabSz="914400">
              <a:lnSpc>
                <a:spcPct val="130000"/>
              </a:lnSpc>
              <a:spcBef>
                <a:spcPct val="0"/>
              </a:spcBef>
            </a:pPr>
            <a:r>
              <a:rPr lang="zh-CN" altLang="en-US" sz="1335" dirty="0">
                <a:solidFill>
                  <a:prstClr val="black">
                    <a:lumMod val="50000"/>
                    <a:lumOff val="50000"/>
                  </a:prstClr>
                </a:solidFill>
                <a:latin typeface="微软雅黑" panose="020B0503020204020204" pitchFamily="34" charset="-122"/>
                <a:ea typeface="微软雅黑" panose="020B0503020204020204" pitchFamily="34" charset="-122"/>
                <a:sym typeface="微软雅黑" panose="020B0503020204020204" pitchFamily="34" charset="-122"/>
              </a:rPr>
              <a:t>右键点击图片选择设置图片格式可直接替换图片，在此录入上述图表的描述说明。您可以点击文字框输入您的描述说明，或者通过复制粘贴。</a:t>
            </a:r>
            <a:endParaRPr lang="en-US" altLang="zh-CN" sz="1335" dirty="0">
              <a:solidFill>
                <a:prstClr val="black">
                  <a:lumMod val="50000"/>
                  <a:lumOff val="50000"/>
                </a:prst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矩形 3"/>
          <p:cNvSpPr>
            <a:spLocks noChangeArrowheads="1"/>
          </p:cNvSpPr>
          <p:nvPr/>
        </p:nvSpPr>
        <p:spPr bwMode="auto">
          <a:xfrm>
            <a:off x="6789929" y="1340768"/>
            <a:ext cx="1164371" cy="3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55" tIns="34277" rIns="68555" bIns="34277">
            <a:spAutoFit/>
          </a:bodyPr>
          <a:lstStyle/>
          <a:p>
            <a:pPr defTabSz="914400">
              <a:spcBef>
                <a:spcPct val="0"/>
              </a:spcBef>
            </a:pPr>
            <a:r>
              <a:rPr lang="zh-CN" altLang="en-US" sz="2000" b="1" dirty="0">
                <a:solidFill>
                  <a:prstClr val="black">
                    <a:lumMod val="65000"/>
                    <a:lumOff val="35000"/>
                  </a:prstClr>
                </a:solidFill>
                <a:latin typeface="微软雅黑" panose="020B0503020204020204" pitchFamily="34" charset="-122"/>
                <a:ea typeface="微软雅黑" panose="020B0503020204020204" pitchFamily="34" charset="-122"/>
                <a:cs typeface="Arial" panose="020B0604020202020204" pitchFamily="34" charset="0"/>
              </a:rPr>
              <a:t>输入标题</a:t>
            </a:r>
          </a:p>
        </p:txBody>
      </p:sp>
      <p:sp>
        <p:nvSpPr>
          <p:cNvPr id="20" name="矩形 19"/>
          <p:cNvSpPr/>
          <p:nvPr/>
        </p:nvSpPr>
        <p:spPr>
          <a:xfrm>
            <a:off x="6849036" y="1801718"/>
            <a:ext cx="599644" cy="40500"/>
          </a:xfrm>
          <a:prstGeom prst="rect">
            <a:avLst/>
          </a:prstGeom>
          <a:solidFill>
            <a:srgbClr val="023FA1"/>
          </a:solidFill>
          <a:ln w="25400" cap="flat" cmpd="sng" algn="ctr">
            <a:solidFill>
              <a:srgbClr val="023FA1"/>
            </a:solidFill>
            <a:prstDash val="solid"/>
          </a:ln>
          <a:effectLst/>
        </p:spPr>
        <p:txBody>
          <a:bodyPr lIns="68557" tIns="34277" rIns="68557" bIns="34277" rtlCol="0" anchor="ctr"/>
          <a:lstStyle/>
          <a:p>
            <a:pPr algn="ctr" defTabSz="914400">
              <a:defRPr/>
            </a:pPr>
            <a:endParaRPr lang="zh-CN" altLang="en-US" sz="1735" kern="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21" name="矩形 20"/>
          <p:cNvSpPr/>
          <p:nvPr/>
        </p:nvSpPr>
        <p:spPr>
          <a:xfrm>
            <a:off x="7463727" y="1801718"/>
            <a:ext cx="1214684" cy="40500"/>
          </a:xfrm>
          <a:prstGeom prst="rect">
            <a:avLst/>
          </a:prstGeom>
          <a:solidFill>
            <a:srgbClr val="7F7F7F"/>
          </a:solidFill>
          <a:ln w="25400" cap="flat" cmpd="sng" algn="ctr">
            <a:noFill/>
            <a:prstDash val="solid"/>
          </a:ln>
          <a:effectLst/>
        </p:spPr>
        <p:txBody>
          <a:bodyPr lIns="68557" tIns="34277" rIns="68557" bIns="34277" rtlCol="0" anchor="ctr"/>
          <a:lstStyle/>
          <a:p>
            <a:pPr algn="ctr" defTabSz="914400">
              <a:defRPr/>
            </a:pPr>
            <a:endParaRPr lang="zh-CN" altLang="en-US" sz="1735" kern="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22" name="矩形 47"/>
          <p:cNvSpPr>
            <a:spLocks noChangeArrowheads="1"/>
          </p:cNvSpPr>
          <p:nvPr/>
        </p:nvSpPr>
        <p:spPr bwMode="auto">
          <a:xfrm>
            <a:off x="6773409" y="3613028"/>
            <a:ext cx="4651183" cy="843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5" tIns="34277" rIns="68555" bIns="34277">
            <a:spAutoFit/>
          </a:bodyPr>
          <a:lstStyle/>
          <a:p>
            <a:pPr defTabSz="914400">
              <a:lnSpc>
                <a:spcPct val="130000"/>
              </a:lnSpc>
              <a:spcBef>
                <a:spcPct val="0"/>
              </a:spcBef>
            </a:pPr>
            <a:r>
              <a:rPr lang="zh-CN" altLang="en-US" sz="1335" dirty="0">
                <a:solidFill>
                  <a:prstClr val="black">
                    <a:lumMod val="50000"/>
                    <a:lumOff val="50000"/>
                  </a:prstClr>
                </a:solidFill>
                <a:latin typeface="微软雅黑" panose="020B0503020204020204" pitchFamily="34" charset="-122"/>
                <a:ea typeface="微软雅黑" panose="020B0503020204020204" pitchFamily="34" charset="-122"/>
                <a:sym typeface="微软雅黑" panose="020B0503020204020204" pitchFamily="34" charset="-122"/>
              </a:rPr>
              <a:t>右键点击图片选择设置图片格式可直接替换图片，在此录入上述图表的描述说明。您可以点击文字框输入您的描述说明，或者通过复制粘贴，在此录入上述图表的综合描述说明。</a:t>
            </a:r>
            <a:endParaRPr lang="en-US" altLang="zh-CN" sz="1335" dirty="0">
              <a:solidFill>
                <a:prstClr val="black">
                  <a:lumMod val="50000"/>
                  <a:lumOff val="50000"/>
                </a:prst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矩形 3"/>
          <p:cNvSpPr>
            <a:spLocks noChangeArrowheads="1"/>
          </p:cNvSpPr>
          <p:nvPr/>
        </p:nvSpPr>
        <p:spPr bwMode="auto">
          <a:xfrm>
            <a:off x="6789929" y="3061372"/>
            <a:ext cx="1164371" cy="3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55" tIns="34277" rIns="68555" bIns="34277">
            <a:spAutoFit/>
          </a:bodyPr>
          <a:lstStyle/>
          <a:p>
            <a:pPr defTabSz="914400">
              <a:spcBef>
                <a:spcPct val="0"/>
              </a:spcBef>
            </a:pPr>
            <a:r>
              <a:rPr lang="zh-CN" altLang="en-US" sz="2000" b="1" dirty="0">
                <a:solidFill>
                  <a:prstClr val="black">
                    <a:lumMod val="65000"/>
                    <a:lumOff val="35000"/>
                  </a:prstClr>
                </a:solidFill>
                <a:latin typeface="微软雅黑" panose="020B0503020204020204" pitchFamily="34" charset="-122"/>
                <a:ea typeface="微软雅黑" panose="020B0503020204020204" pitchFamily="34" charset="-122"/>
                <a:cs typeface="Arial" panose="020B0604020202020204" pitchFamily="34" charset="0"/>
              </a:rPr>
              <a:t>输入标题</a:t>
            </a:r>
          </a:p>
        </p:txBody>
      </p:sp>
      <p:sp>
        <p:nvSpPr>
          <p:cNvPr id="24" name="矩形 23"/>
          <p:cNvSpPr/>
          <p:nvPr/>
        </p:nvSpPr>
        <p:spPr>
          <a:xfrm>
            <a:off x="6849036" y="3522322"/>
            <a:ext cx="599644" cy="40500"/>
          </a:xfrm>
          <a:prstGeom prst="rect">
            <a:avLst/>
          </a:prstGeom>
          <a:solidFill>
            <a:srgbClr val="023FA1"/>
          </a:solidFill>
          <a:ln w="25400" cap="flat" cmpd="sng" algn="ctr">
            <a:solidFill>
              <a:srgbClr val="023FA1"/>
            </a:solidFill>
            <a:prstDash val="solid"/>
          </a:ln>
          <a:effectLst/>
        </p:spPr>
        <p:txBody>
          <a:bodyPr lIns="68557" tIns="34277" rIns="68557" bIns="34277" rtlCol="0" anchor="ctr"/>
          <a:lstStyle/>
          <a:p>
            <a:pPr algn="ctr" defTabSz="914400">
              <a:defRPr/>
            </a:pPr>
            <a:endParaRPr lang="zh-CN" altLang="en-US" sz="1735" kern="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25" name="矩形 24"/>
          <p:cNvSpPr/>
          <p:nvPr/>
        </p:nvSpPr>
        <p:spPr>
          <a:xfrm>
            <a:off x="7463727" y="3522322"/>
            <a:ext cx="1214684" cy="40500"/>
          </a:xfrm>
          <a:prstGeom prst="rect">
            <a:avLst/>
          </a:prstGeom>
          <a:solidFill>
            <a:srgbClr val="7F7F7F"/>
          </a:solidFill>
          <a:ln w="25400" cap="flat" cmpd="sng" algn="ctr">
            <a:noFill/>
            <a:prstDash val="solid"/>
          </a:ln>
          <a:effectLst/>
        </p:spPr>
        <p:txBody>
          <a:bodyPr lIns="68557" tIns="34277" rIns="68557" bIns="34277" rtlCol="0" anchor="ctr"/>
          <a:lstStyle/>
          <a:p>
            <a:pPr algn="ctr" defTabSz="914400">
              <a:defRPr/>
            </a:pPr>
            <a:endParaRPr lang="zh-CN" altLang="en-US" sz="1735" kern="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26" name="Freeform 12"/>
          <p:cNvSpPr/>
          <p:nvPr/>
        </p:nvSpPr>
        <p:spPr bwMode="auto">
          <a:xfrm>
            <a:off x="1536083" y="4786024"/>
            <a:ext cx="528500"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23FA1"/>
          </a:solidFill>
          <a:ln w="25400" cap="flat" cmpd="sng" algn="ctr">
            <a:noFill/>
            <a:prstDash val="solid"/>
          </a:ln>
          <a:effectLst/>
        </p:spPr>
        <p:txBody>
          <a:bodyPr lIns="68562" tIns="34281" rIns="68562" bIns="34281"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00" b="0" i="0" u="none" strike="noStrike" kern="0" cap="none" spc="0" normalizeH="0" baseline="0" noProof="0">
              <a:ln>
                <a:noFill/>
              </a:ln>
              <a:solidFill>
                <a:prstClr val="white"/>
              </a:solidFill>
              <a:effectLst/>
              <a:uLnTx/>
              <a:uFillTx/>
            </a:endParaRPr>
          </a:p>
        </p:txBody>
      </p:sp>
      <p:sp>
        <p:nvSpPr>
          <p:cNvPr id="27" name="Freeform 12"/>
          <p:cNvSpPr/>
          <p:nvPr/>
        </p:nvSpPr>
        <p:spPr bwMode="auto">
          <a:xfrm flipH="1" flipV="1">
            <a:off x="10174794" y="5820305"/>
            <a:ext cx="528500"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23FA1"/>
          </a:solidFill>
          <a:ln w="25400" cap="flat" cmpd="sng" algn="ctr">
            <a:noFill/>
            <a:prstDash val="solid"/>
          </a:ln>
          <a:effectLst/>
        </p:spPr>
        <p:txBody>
          <a:bodyPr lIns="68562" tIns="34281" rIns="68562" bIns="34281"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00" b="0" i="0" u="none" strike="noStrike" kern="0" cap="none" spc="0" normalizeH="0" baseline="0" noProof="0">
              <a:ln>
                <a:noFill/>
              </a:ln>
              <a:solidFill>
                <a:prstClr val="white"/>
              </a:solidFill>
              <a:effectLst/>
              <a:uLnTx/>
              <a:uFillTx/>
            </a:endParaRPr>
          </a:p>
        </p:txBody>
      </p:sp>
      <p:sp>
        <p:nvSpPr>
          <p:cNvPr id="28" name="TextBox 41"/>
          <p:cNvSpPr txBox="1"/>
          <p:nvPr/>
        </p:nvSpPr>
        <p:spPr>
          <a:xfrm>
            <a:off x="1896030" y="5100223"/>
            <a:ext cx="8543015" cy="1021409"/>
          </a:xfrm>
          <a:prstGeom prst="rect">
            <a:avLst/>
          </a:prstGeom>
          <a:noFill/>
        </p:spPr>
        <p:txBody>
          <a:bodyPr wrap="square" lIns="91416" tIns="45708" rIns="91416" bIns="45708" rtlCol="0">
            <a:spAutoFit/>
          </a:bodyPr>
          <a:lstStyle/>
          <a:p>
            <a:pPr defTabSz="914400">
              <a:lnSpc>
                <a:spcPct val="130000"/>
              </a:lnSpc>
              <a:spcBef>
                <a:spcPct val="0"/>
              </a:spcBef>
            </a:pPr>
            <a:r>
              <a:rPr lang="zh-CN" altLang="en-US" sz="1600" dirty="0">
                <a:solidFill>
                  <a:prstClr val="black">
                    <a:lumMod val="50000"/>
                    <a:lumOff val="50000"/>
                  </a:prstClr>
                </a:solidFill>
                <a:latin typeface="微软雅黑" panose="020B0503020204020204" pitchFamily="34" charset="-122"/>
                <a:ea typeface="微软雅黑" panose="020B0503020204020204" pitchFamily="34" charset="-122"/>
                <a:sym typeface="微软雅黑" panose="020B0503020204020204" pitchFamily="34" charset="-122"/>
              </a:rPr>
              <a:t>在此录入上述图表的综合描述说明，在此录入上述图表的上述图表的综合描述说明入。在此录入上述图表的综合描述说明，在此录入上述图表的上述图表的综合描述说明入。在此录入上述图表的综合描述说明，在此录入上述图表的上述图表的综合描述说明入。</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0" y="0"/>
            <a:ext cx="12192000" cy="6912403"/>
          </a:xfrm>
          <a:prstGeom prst="rect">
            <a:avLst/>
          </a:prstGeom>
          <a:gradFill flip="none" rotWithShape="1">
            <a:gsLst>
              <a:gs pos="43000">
                <a:srgbClr val="0B47B3">
                  <a:alpha val="88000"/>
                </a:srgbClr>
              </a:gs>
              <a:gs pos="0">
                <a:srgbClr val="0B47B3">
                  <a:alpha val="95000"/>
                </a:srgbClr>
              </a:gs>
              <a:gs pos="100000">
                <a:srgbClr val="0B47B3"/>
              </a:gs>
            </a:gsLst>
            <a:lin ang="162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5" name="文本框 4"/>
          <p:cNvSpPr txBox="1"/>
          <p:nvPr/>
        </p:nvSpPr>
        <p:spPr>
          <a:xfrm>
            <a:off x="995219" y="1224329"/>
            <a:ext cx="5328592" cy="45089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700" b="0" i="0" u="none" strike="noStrike" kern="1200" cap="none" spc="0" normalizeH="0" baseline="0" noProof="0" dirty="0">
                <a:ln>
                  <a:noFill/>
                </a:ln>
                <a:solidFill>
                  <a:prstClr val="white"/>
                </a:solidFill>
                <a:effectLst/>
                <a:uLnTx/>
                <a:uFillTx/>
                <a:latin typeface="Arial Black" panose="020B0A04020102020204" pitchFamily="34" charset="0"/>
                <a:ea typeface="宋体" panose="02010600030101010101" pitchFamily="2" charset="-122"/>
                <a:cs typeface="+mn-cs"/>
              </a:rPr>
              <a:t>04</a:t>
            </a:r>
            <a:endParaRPr kumimoji="0" lang="zh-CN" altLang="en-US" sz="28700" b="0" i="0" u="none" strike="noStrike" kern="1200" cap="none" spc="0" normalizeH="0" baseline="0" noProof="0" dirty="0">
              <a:ln>
                <a:noFill/>
              </a:ln>
              <a:solidFill>
                <a:prstClr val="white"/>
              </a:solidFill>
              <a:effectLst/>
              <a:uLnTx/>
              <a:uFillTx/>
              <a:latin typeface="Arial Black" panose="020B0A04020102020204" pitchFamily="34" charset="0"/>
              <a:ea typeface="宋体" panose="02010600030101010101" pitchFamily="2" charset="-122"/>
              <a:cs typeface="+mn-cs"/>
            </a:endParaRPr>
          </a:p>
        </p:txBody>
      </p:sp>
      <p:sp>
        <p:nvSpPr>
          <p:cNvPr id="6" name="标题 4"/>
          <p:cNvSpPr txBox="1"/>
          <p:nvPr/>
        </p:nvSpPr>
        <p:spPr>
          <a:xfrm>
            <a:off x="6079784" y="2062596"/>
            <a:ext cx="5328592"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j-cs"/>
              </a:rPr>
              <a:t>请输入你的标题</a:t>
            </a:r>
          </a:p>
        </p:txBody>
      </p:sp>
      <p:cxnSp>
        <p:nvCxnSpPr>
          <p:cNvPr id="7" name="直接连接符 6"/>
          <p:cNvCxnSpPr/>
          <p:nvPr/>
        </p:nvCxnSpPr>
        <p:spPr>
          <a:xfrm>
            <a:off x="6255757" y="3143336"/>
            <a:ext cx="3594498" cy="0"/>
          </a:xfrm>
          <a:prstGeom prst="line">
            <a:avLst/>
          </a:prstGeom>
          <a:noFill/>
          <a:ln w="28575" cap="flat" cmpd="sng" algn="ctr">
            <a:solidFill>
              <a:sysClr val="window" lastClr="FFFFFF"/>
            </a:solidFill>
            <a:prstDash val="solid"/>
            <a:headEnd type="oval" w="med" len="med"/>
            <a:tailEnd type="oval" w="med" len="med"/>
          </a:ln>
          <a:effectLst/>
        </p:spPr>
      </p:cxnSp>
      <p:sp>
        <p:nvSpPr>
          <p:cNvPr id="8" name="标题 4"/>
          <p:cNvSpPr txBox="1"/>
          <p:nvPr/>
        </p:nvSpPr>
        <p:spPr>
          <a:xfrm>
            <a:off x="6225638" y="3862063"/>
            <a:ext cx="4754488"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25000"/>
              </a:lnSpc>
              <a:spcBef>
                <a:spcPct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j-cs"/>
              </a:rPr>
              <a:t>请输入你的副标题或标题说明以简洁为主说明本章的内容关键要点请输入你的副标题或标题说明以简洁为主说明本章的内容关键要点</a:t>
            </a:r>
          </a:p>
          <a:p>
            <a:pPr marL="0" marR="0" lvl="0" indent="0" algn="l" defTabSz="914400" rtl="0" eaLnBrk="1" fontAlgn="auto" latinLnBrk="0" hangingPunct="1">
              <a:lnSpc>
                <a:spcPct val="125000"/>
              </a:lnSpc>
              <a:spcBef>
                <a:spcPct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j-cs"/>
            </a:endParaRPr>
          </a:p>
        </p:txBody>
      </p:sp>
      <p:grpSp>
        <p:nvGrpSpPr>
          <p:cNvPr id="9" name="组合 8"/>
          <p:cNvGrpSpPr/>
          <p:nvPr/>
        </p:nvGrpSpPr>
        <p:grpSpPr>
          <a:xfrm>
            <a:off x="8968955" y="220196"/>
            <a:ext cx="2851680" cy="726950"/>
            <a:chOff x="751446" y="486412"/>
            <a:chExt cx="4918925" cy="1253932"/>
          </a:xfrm>
        </p:grpSpPr>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1446" y="486412"/>
              <a:ext cx="1253932" cy="1253932"/>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1960351" y="558072"/>
              <a:ext cx="3710020" cy="607919"/>
            </a:xfrm>
            <a:prstGeom prst="rect">
              <a:avLst/>
            </a:prstGeom>
          </p:spPr>
        </p:pic>
        <p:sp>
          <p:nvSpPr>
            <p:cNvPr id="12" name="矩形 11"/>
            <p:cNvSpPr/>
            <p:nvPr/>
          </p:nvSpPr>
          <p:spPr>
            <a:xfrm>
              <a:off x="2063872" y="1156394"/>
              <a:ext cx="3606499" cy="530891"/>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BEIHANG UNIVERSITY</a:t>
              </a:r>
              <a:endParaRPr kumimoji="0" lang="zh-CN" altLang="en-US" sz="14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3" name="组合 12"/>
          <p:cNvGrpSpPr/>
          <p:nvPr/>
        </p:nvGrpSpPr>
        <p:grpSpPr>
          <a:xfrm>
            <a:off x="227727" y="5858748"/>
            <a:ext cx="2412444" cy="929311"/>
            <a:chOff x="227727" y="5753818"/>
            <a:chExt cx="2412444" cy="929311"/>
          </a:xfrm>
        </p:grpSpPr>
        <p:pic>
          <p:nvPicPr>
            <p:cNvPr id="14" name="图片 13"/>
            <p:cNvPicPr>
              <a:picLocks noChangeAspect="1"/>
            </p:cNvPicPr>
            <p:nvPr/>
          </p:nvPicPr>
          <p:blipFill rotWithShape="1">
            <a:blip r:embed="rId5" cstate="print">
              <a:extLst>
                <a:ext uri="{28A0092B-C50C-407E-A947-70E740481C1C}">
                  <a14:useLocalDpi xmlns:a14="http://schemas.microsoft.com/office/drawing/2010/main" val="0"/>
                </a:ext>
              </a:extLst>
            </a:blip>
            <a:srcRect r="50000" b="-2912"/>
            <a:stretch>
              <a:fillRect/>
            </a:stretch>
          </p:blipFill>
          <p:spPr>
            <a:xfrm>
              <a:off x="227727" y="5753818"/>
              <a:ext cx="1475785" cy="485334"/>
            </a:xfrm>
            <a:prstGeom prst="rect">
              <a:avLst/>
            </a:prstGeom>
          </p:spPr>
        </p:pic>
        <p:pic>
          <p:nvPicPr>
            <p:cNvPr id="15" name="图片 14"/>
            <p:cNvPicPr>
              <a:picLocks noChangeAspect="1"/>
            </p:cNvPicPr>
            <p:nvPr/>
          </p:nvPicPr>
          <p:blipFill rotWithShape="1">
            <a:blip r:embed="rId5" cstate="print">
              <a:extLst>
                <a:ext uri="{28A0092B-C50C-407E-A947-70E740481C1C}">
                  <a14:useLocalDpi xmlns:a14="http://schemas.microsoft.com/office/drawing/2010/main" val="0"/>
                </a:ext>
              </a:extLst>
            </a:blip>
            <a:srcRect l="50000"/>
            <a:stretch>
              <a:fillRect/>
            </a:stretch>
          </p:blipFill>
          <p:spPr>
            <a:xfrm>
              <a:off x="1164385" y="6211529"/>
              <a:ext cx="1475786" cy="4716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7512"/>
          </a:xfrm>
          <a:prstGeom prst="rect">
            <a:avLst/>
          </a:prstGeom>
        </p:spPr>
      </p:pic>
      <p:sp>
        <p:nvSpPr>
          <p:cNvPr id="6" name="矩形 5"/>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7" name="组合 6"/>
          <p:cNvGrpSpPr/>
          <p:nvPr/>
        </p:nvGrpSpPr>
        <p:grpSpPr>
          <a:xfrm>
            <a:off x="0" y="260648"/>
            <a:ext cx="4367671" cy="1043832"/>
            <a:chOff x="0" y="260648"/>
            <a:chExt cx="4367671" cy="1043832"/>
          </a:xfrm>
        </p:grpSpPr>
        <p:sp>
          <p:nvSpPr>
            <p:cNvPr id="8" name="矩形 7"/>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9" name="组合 8"/>
            <p:cNvGrpSpPr/>
            <p:nvPr/>
          </p:nvGrpSpPr>
          <p:grpSpPr>
            <a:xfrm>
              <a:off x="695400" y="260648"/>
              <a:ext cx="3672271" cy="1043832"/>
              <a:chOff x="623392" y="310880"/>
              <a:chExt cx="3672271" cy="1043832"/>
            </a:xfrm>
          </p:grpSpPr>
          <p:sp>
            <p:nvSpPr>
              <p:cNvPr id="10" name="文本框 9"/>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11" name="直接连接符 10"/>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2" name="文本框 11"/>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3" name="文本框 12"/>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4" name="图片 13"/>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5" name="组合 14"/>
          <p:cNvGrpSpPr/>
          <p:nvPr/>
        </p:nvGrpSpPr>
        <p:grpSpPr>
          <a:xfrm>
            <a:off x="8925185" y="381902"/>
            <a:ext cx="2879308" cy="743473"/>
            <a:chOff x="825667" y="458497"/>
            <a:chExt cx="4856203" cy="1253932"/>
          </a:xfrm>
        </p:grpSpPr>
        <p:pic>
          <p:nvPicPr>
            <p:cNvPr id="16" name="图片 15"/>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7" name="图片 16"/>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8" name="矩形 17"/>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sp>
        <p:nvSpPr>
          <p:cNvPr id="19" name="文本框 18"/>
          <p:cNvSpPr txBox="1"/>
          <p:nvPr/>
        </p:nvSpPr>
        <p:spPr>
          <a:xfrm>
            <a:off x="1188246" y="1704507"/>
            <a:ext cx="1613820" cy="369332"/>
          </a:xfrm>
          <a:prstGeom prst="rect">
            <a:avLst/>
          </a:prstGeom>
          <a:noFill/>
        </p:spPr>
        <p:txBody>
          <a:bodyPr wrap="square" rtlCol="0">
            <a:spAutoFit/>
          </a:bodyPr>
          <a:lstStyle/>
          <a:p>
            <a:r>
              <a:rPr lang="zh-CN" altLang="en-US" b="1"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输入标题</a:t>
            </a:r>
          </a:p>
        </p:txBody>
      </p:sp>
      <p:sp>
        <p:nvSpPr>
          <p:cNvPr id="20" name="文本框 19"/>
          <p:cNvSpPr txBox="1"/>
          <p:nvPr/>
        </p:nvSpPr>
        <p:spPr>
          <a:xfrm>
            <a:off x="1188245" y="2039970"/>
            <a:ext cx="5855137" cy="548548"/>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a:t>
            </a:r>
          </a:p>
        </p:txBody>
      </p:sp>
      <p:grpSp>
        <p:nvGrpSpPr>
          <p:cNvPr id="21" name="组合 20"/>
          <p:cNvGrpSpPr/>
          <p:nvPr/>
        </p:nvGrpSpPr>
        <p:grpSpPr>
          <a:xfrm>
            <a:off x="875490" y="1762296"/>
            <a:ext cx="352611" cy="278538"/>
            <a:chOff x="1318649" y="4242684"/>
            <a:chExt cx="352611" cy="278538"/>
          </a:xfrm>
        </p:grpSpPr>
        <p:sp>
          <p:nvSpPr>
            <p:cNvPr id="22" name="矩形 21"/>
            <p:cNvSpPr/>
            <p:nvPr/>
          </p:nvSpPr>
          <p:spPr>
            <a:xfrm>
              <a:off x="1389761" y="4275577"/>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23" name="文本框 22"/>
            <p:cNvSpPr txBox="1"/>
            <p:nvPr/>
          </p:nvSpPr>
          <p:spPr>
            <a:xfrm>
              <a:off x="1318649" y="4242684"/>
              <a:ext cx="352611" cy="278538"/>
            </a:xfrm>
            <a:prstGeom prst="rect">
              <a:avLst/>
            </a:prstGeom>
            <a:noFill/>
          </p:spPr>
          <p:txBody>
            <a:bodyPr wrap="square" rtlCol="0">
              <a:spAutoFit/>
            </a:bodyPr>
            <a:lstStyle/>
            <a:p>
              <a:pPr marL="0" marR="0" lvl="0" indent="0" algn="ctr" defTabSz="914400" eaLnBrk="1" fontAlgn="auto" latinLnBrk="0" hangingPunct="1">
                <a:lnSpc>
                  <a:spcPct val="110000"/>
                </a:lnSpc>
                <a:spcBef>
                  <a:spcPts val="0"/>
                </a:spcBef>
                <a:spcAft>
                  <a:spcPts val="0"/>
                </a:spcAft>
                <a:buClrTx/>
                <a:buSzTx/>
                <a:buFontTx/>
                <a:buNone/>
                <a:defRPr/>
              </a:pPr>
              <a:r>
                <a:rPr kumimoji="0" lang="en-US" altLang="zh-CN" sz="1100" b="0" i="0" u="none" strike="noStrike" kern="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Arial" panose="020B0604020202020204" pitchFamily="34" charset="0"/>
                </a:rPr>
                <a:t>01</a:t>
              </a:r>
              <a:endParaRPr kumimoji="0" lang="zh-CN" altLang="en-US" sz="1100" b="0" i="0" u="none" strike="noStrike" kern="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Arial" panose="020B0604020202020204" pitchFamily="34" charset="0"/>
              </a:endParaRPr>
            </a:p>
          </p:txBody>
        </p:sp>
      </p:grpSp>
      <p:sp>
        <p:nvSpPr>
          <p:cNvPr id="24" name="文本框 23"/>
          <p:cNvSpPr txBox="1"/>
          <p:nvPr/>
        </p:nvSpPr>
        <p:spPr>
          <a:xfrm>
            <a:off x="1188246" y="2770835"/>
            <a:ext cx="1613820" cy="369332"/>
          </a:xfrm>
          <a:prstGeom prst="rect">
            <a:avLst/>
          </a:prstGeom>
          <a:noFill/>
        </p:spPr>
        <p:txBody>
          <a:bodyPr wrap="square" rtlCol="0">
            <a:spAutoFit/>
          </a:bodyPr>
          <a:lstStyle/>
          <a:p>
            <a:r>
              <a:rPr lang="zh-CN" altLang="en-US" b="1"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输入标题</a:t>
            </a:r>
          </a:p>
        </p:txBody>
      </p:sp>
      <p:sp>
        <p:nvSpPr>
          <p:cNvPr id="25" name="文本框 24"/>
          <p:cNvSpPr txBox="1"/>
          <p:nvPr/>
        </p:nvSpPr>
        <p:spPr>
          <a:xfrm>
            <a:off x="1188246" y="3106298"/>
            <a:ext cx="5790652" cy="549766"/>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a:t>
            </a:r>
          </a:p>
        </p:txBody>
      </p:sp>
      <p:grpSp>
        <p:nvGrpSpPr>
          <p:cNvPr id="26" name="组合 25"/>
          <p:cNvGrpSpPr/>
          <p:nvPr/>
        </p:nvGrpSpPr>
        <p:grpSpPr>
          <a:xfrm>
            <a:off x="875490" y="2828624"/>
            <a:ext cx="352611" cy="278538"/>
            <a:chOff x="1318649" y="4242684"/>
            <a:chExt cx="352611" cy="278538"/>
          </a:xfrm>
        </p:grpSpPr>
        <p:sp>
          <p:nvSpPr>
            <p:cNvPr id="27" name="矩形 26"/>
            <p:cNvSpPr/>
            <p:nvPr/>
          </p:nvSpPr>
          <p:spPr>
            <a:xfrm>
              <a:off x="1389761" y="4275577"/>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28" name="文本框 27"/>
            <p:cNvSpPr txBox="1"/>
            <p:nvPr/>
          </p:nvSpPr>
          <p:spPr>
            <a:xfrm>
              <a:off x="1318649" y="4242684"/>
              <a:ext cx="352611" cy="278538"/>
            </a:xfrm>
            <a:prstGeom prst="rect">
              <a:avLst/>
            </a:prstGeom>
            <a:noFill/>
          </p:spPr>
          <p:txBody>
            <a:bodyPr wrap="square" rtlCol="0">
              <a:spAutoFit/>
            </a:bodyPr>
            <a:lstStyle/>
            <a:p>
              <a:pPr marL="0" marR="0" lvl="0" indent="0" algn="ctr" defTabSz="914400" eaLnBrk="1" fontAlgn="auto" latinLnBrk="0" hangingPunct="1">
                <a:lnSpc>
                  <a:spcPct val="110000"/>
                </a:lnSpc>
                <a:spcBef>
                  <a:spcPts val="0"/>
                </a:spcBef>
                <a:spcAft>
                  <a:spcPts val="0"/>
                </a:spcAft>
                <a:buClrTx/>
                <a:buSzTx/>
                <a:buFontTx/>
                <a:buNone/>
                <a:defRPr/>
              </a:pPr>
              <a:r>
                <a:rPr kumimoji="0" lang="en-US" altLang="zh-CN" sz="1100" b="0" i="0" u="none" strike="noStrike" kern="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Arial" panose="020B0604020202020204" pitchFamily="34" charset="0"/>
                </a:rPr>
                <a:t>02</a:t>
              </a:r>
              <a:endParaRPr kumimoji="0" lang="zh-CN" altLang="en-US" sz="1100" b="0" i="0" u="none" strike="noStrike" kern="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Arial" panose="020B0604020202020204" pitchFamily="34" charset="0"/>
              </a:endParaRPr>
            </a:p>
          </p:txBody>
        </p:sp>
      </p:grpSp>
      <p:sp>
        <p:nvSpPr>
          <p:cNvPr id="29" name="文本框 28"/>
          <p:cNvSpPr txBox="1"/>
          <p:nvPr/>
        </p:nvSpPr>
        <p:spPr>
          <a:xfrm>
            <a:off x="1188246" y="3837163"/>
            <a:ext cx="1613820" cy="369332"/>
          </a:xfrm>
          <a:prstGeom prst="rect">
            <a:avLst/>
          </a:prstGeom>
          <a:noFill/>
        </p:spPr>
        <p:txBody>
          <a:bodyPr wrap="square" rtlCol="0">
            <a:spAutoFit/>
          </a:bodyPr>
          <a:lstStyle/>
          <a:p>
            <a:r>
              <a:rPr lang="zh-CN" altLang="en-US" b="1"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输入标题</a:t>
            </a:r>
          </a:p>
        </p:txBody>
      </p:sp>
      <p:sp>
        <p:nvSpPr>
          <p:cNvPr id="30" name="文本框 29"/>
          <p:cNvSpPr txBox="1"/>
          <p:nvPr/>
        </p:nvSpPr>
        <p:spPr>
          <a:xfrm>
            <a:off x="1188245" y="4172626"/>
            <a:ext cx="5766099" cy="549766"/>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a:t>
            </a:r>
          </a:p>
        </p:txBody>
      </p:sp>
      <p:grpSp>
        <p:nvGrpSpPr>
          <p:cNvPr id="31" name="组合 30"/>
          <p:cNvGrpSpPr/>
          <p:nvPr/>
        </p:nvGrpSpPr>
        <p:grpSpPr>
          <a:xfrm>
            <a:off x="875490" y="3894952"/>
            <a:ext cx="352611" cy="278538"/>
            <a:chOff x="1318649" y="4242684"/>
            <a:chExt cx="352611" cy="278538"/>
          </a:xfrm>
        </p:grpSpPr>
        <p:sp>
          <p:nvSpPr>
            <p:cNvPr id="32" name="矩形 31"/>
            <p:cNvSpPr/>
            <p:nvPr/>
          </p:nvSpPr>
          <p:spPr>
            <a:xfrm>
              <a:off x="1389761" y="4275577"/>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33" name="文本框 32"/>
            <p:cNvSpPr txBox="1"/>
            <p:nvPr/>
          </p:nvSpPr>
          <p:spPr>
            <a:xfrm>
              <a:off x="1318649" y="4242684"/>
              <a:ext cx="352611" cy="278538"/>
            </a:xfrm>
            <a:prstGeom prst="rect">
              <a:avLst/>
            </a:prstGeom>
            <a:noFill/>
          </p:spPr>
          <p:txBody>
            <a:bodyPr wrap="square" rtlCol="0">
              <a:spAutoFit/>
            </a:bodyPr>
            <a:lstStyle/>
            <a:p>
              <a:pPr marL="0" marR="0" lvl="0" indent="0" algn="ctr" defTabSz="914400" eaLnBrk="1" fontAlgn="auto" latinLnBrk="0" hangingPunct="1">
                <a:lnSpc>
                  <a:spcPct val="110000"/>
                </a:lnSpc>
                <a:spcBef>
                  <a:spcPts val="0"/>
                </a:spcBef>
                <a:spcAft>
                  <a:spcPts val="0"/>
                </a:spcAft>
                <a:buClrTx/>
                <a:buSzTx/>
                <a:buFontTx/>
                <a:buNone/>
                <a:defRPr/>
              </a:pPr>
              <a:r>
                <a:rPr kumimoji="0" lang="en-US" altLang="zh-CN" sz="1100" b="0" i="0" u="none" strike="noStrike" kern="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Arial" panose="020B0604020202020204" pitchFamily="34" charset="0"/>
                </a:rPr>
                <a:t>03</a:t>
              </a:r>
              <a:endParaRPr kumimoji="0" lang="zh-CN" altLang="en-US" sz="1100" b="0" i="0" u="none" strike="noStrike" kern="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Arial" panose="020B0604020202020204" pitchFamily="34" charset="0"/>
              </a:endParaRPr>
            </a:p>
          </p:txBody>
        </p:sp>
      </p:grpSp>
      <p:sp>
        <p:nvSpPr>
          <p:cNvPr id="34" name="文本框 33"/>
          <p:cNvSpPr txBox="1"/>
          <p:nvPr/>
        </p:nvSpPr>
        <p:spPr>
          <a:xfrm>
            <a:off x="1188246" y="4903492"/>
            <a:ext cx="1613820" cy="369332"/>
          </a:xfrm>
          <a:prstGeom prst="rect">
            <a:avLst/>
          </a:prstGeom>
          <a:noFill/>
        </p:spPr>
        <p:txBody>
          <a:bodyPr wrap="square" rtlCol="0">
            <a:spAutoFit/>
          </a:bodyPr>
          <a:lstStyle/>
          <a:p>
            <a:r>
              <a:rPr lang="zh-CN" altLang="en-US" b="1"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输入标题</a:t>
            </a:r>
          </a:p>
        </p:txBody>
      </p:sp>
      <p:sp>
        <p:nvSpPr>
          <p:cNvPr id="35" name="文本框 34"/>
          <p:cNvSpPr txBox="1"/>
          <p:nvPr/>
        </p:nvSpPr>
        <p:spPr>
          <a:xfrm>
            <a:off x="1188246" y="5238955"/>
            <a:ext cx="5766098" cy="549766"/>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a:t>
            </a:r>
          </a:p>
        </p:txBody>
      </p:sp>
      <p:grpSp>
        <p:nvGrpSpPr>
          <p:cNvPr id="36" name="组合 35"/>
          <p:cNvGrpSpPr/>
          <p:nvPr/>
        </p:nvGrpSpPr>
        <p:grpSpPr>
          <a:xfrm>
            <a:off x="875490" y="4961281"/>
            <a:ext cx="352611" cy="278538"/>
            <a:chOff x="1318649" y="4242684"/>
            <a:chExt cx="352611" cy="278538"/>
          </a:xfrm>
        </p:grpSpPr>
        <p:sp>
          <p:nvSpPr>
            <p:cNvPr id="37" name="矩形 36"/>
            <p:cNvSpPr/>
            <p:nvPr/>
          </p:nvSpPr>
          <p:spPr>
            <a:xfrm>
              <a:off x="1389761" y="4275577"/>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38" name="文本框 37"/>
            <p:cNvSpPr txBox="1"/>
            <p:nvPr/>
          </p:nvSpPr>
          <p:spPr>
            <a:xfrm>
              <a:off x="1318649" y="4242684"/>
              <a:ext cx="352611" cy="278538"/>
            </a:xfrm>
            <a:prstGeom prst="rect">
              <a:avLst/>
            </a:prstGeom>
            <a:noFill/>
          </p:spPr>
          <p:txBody>
            <a:bodyPr wrap="square" rtlCol="0">
              <a:spAutoFit/>
            </a:bodyPr>
            <a:lstStyle/>
            <a:p>
              <a:pPr marL="0" marR="0" lvl="0" indent="0" algn="ctr" defTabSz="914400" eaLnBrk="1" fontAlgn="auto" latinLnBrk="0" hangingPunct="1">
                <a:lnSpc>
                  <a:spcPct val="110000"/>
                </a:lnSpc>
                <a:spcBef>
                  <a:spcPts val="0"/>
                </a:spcBef>
                <a:spcAft>
                  <a:spcPts val="0"/>
                </a:spcAft>
                <a:buClrTx/>
                <a:buSzTx/>
                <a:buFontTx/>
                <a:buNone/>
                <a:defRPr/>
              </a:pPr>
              <a:r>
                <a:rPr kumimoji="0" lang="en-US" altLang="zh-CN" sz="1100" b="0" i="0" u="none" strike="noStrike" kern="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Arial" panose="020B0604020202020204" pitchFamily="34" charset="0"/>
                </a:rPr>
                <a:t>04</a:t>
              </a:r>
              <a:endParaRPr kumimoji="0" lang="zh-CN" altLang="en-US" sz="1100" b="0" i="0" u="none" strike="noStrike" kern="0" cap="none" spc="0" normalizeH="0" baseline="0" noProof="0" dirty="0">
                <a:ln>
                  <a:noFill/>
                </a:ln>
                <a:solidFill>
                  <a:srgbClr val="FFFFFF"/>
                </a:solidFill>
                <a:effectLst/>
                <a:uLnTx/>
                <a:uFillTx/>
                <a:latin typeface="华文细黑" panose="02010600040101010101" pitchFamily="2" charset="-122"/>
                <a:ea typeface="华文细黑" panose="02010600040101010101" pitchFamily="2" charset="-122"/>
                <a:cs typeface="Arial" panose="020B0604020202020204" pitchFamily="34" charset="0"/>
              </a:endParaRPr>
            </a:p>
          </p:txBody>
        </p:sp>
      </p:grpSp>
      <p:sp>
        <p:nvSpPr>
          <p:cNvPr id="39" name="Freeform 6"/>
          <p:cNvSpPr/>
          <p:nvPr/>
        </p:nvSpPr>
        <p:spPr bwMode="auto">
          <a:xfrm>
            <a:off x="7101229" y="1561639"/>
            <a:ext cx="3747298" cy="3952582"/>
          </a:xfrm>
          <a:custGeom>
            <a:avLst/>
            <a:gdLst>
              <a:gd name="T0" fmla="*/ 151 w 456"/>
              <a:gd name="T1" fmla="*/ 0 h 481"/>
              <a:gd name="T2" fmla="*/ 214 w 456"/>
              <a:gd name="T3" fmla="*/ 58 h 481"/>
              <a:gd name="T4" fmla="*/ 214 w 456"/>
              <a:gd name="T5" fmla="*/ 56 h 481"/>
              <a:gd name="T6" fmla="*/ 294 w 456"/>
              <a:gd name="T7" fmla="*/ 106 h 481"/>
              <a:gd name="T8" fmla="*/ 294 w 456"/>
              <a:gd name="T9" fmla="*/ 106 h 481"/>
              <a:gd name="T10" fmla="*/ 349 w 456"/>
              <a:gd name="T11" fmla="*/ 91 h 481"/>
              <a:gd name="T12" fmla="*/ 456 w 456"/>
              <a:gd name="T13" fmla="*/ 198 h 481"/>
              <a:gd name="T14" fmla="*/ 349 w 456"/>
              <a:gd name="T15" fmla="*/ 305 h 481"/>
              <a:gd name="T16" fmla="*/ 346 w 456"/>
              <a:gd name="T17" fmla="*/ 304 h 481"/>
              <a:gd name="T18" fmla="*/ 349 w 456"/>
              <a:gd name="T19" fmla="*/ 305 h 481"/>
              <a:gd name="T20" fmla="*/ 329 w 456"/>
              <a:gd name="T21" fmla="*/ 388 h 481"/>
              <a:gd name="T22" fmla="*/ 329 w 456"/>
              <a:gd name="T23" fmla="*/ 387 h 481"/>
              <a:gd name="T24" fmla="*/ 344 w 456"/>
              <a:gd name="T25" fmla="*/ 426 h 481"/>
              <a:gd name="T26" fmla="*/ 288 w 456"/>
              <a:gd name="T27" fmla="*/ 481 h 481"/>
              <a:gd name="T28" fmla="*/ 233 w 456"/>
              <a:gd name="T29" fmla="*/ 426 h 481"/>
              <a:gd name="T30" fmla="*/ 269 w 456"/>
              <a:gd name="T31" fmla="*/ 374 h 481"/>
              <a:gd name="T32" fmla="*/ 268 w 456"/>
              <a:gd name="T33" fmla="*/ 374 h 481"/>
              <a:gd name="T34" fmla="*/ 296 w 456"/>
              <a:gd name="T35" fmla="*/ 291 h 481"/>
              <a:gd name="T36" fmla="*/ 285 w 456"/>
              <a:gd name="T37" fmla="*/ 283 h 481"/>
              <a:gd name="T38" fmla="*/ 287 w 456"/>
              <a:gd name="T39" fmla="*/ 284 h 481"/>
              <a:gd name="T40" fmla="*/ 200 w 456"/>
              <a:gd name="T41" fmla="*/ 353 h 481"/>
              <a:gd name="T42" fmla="*/ 200 w 456"/>
              <a:gd name="T43" fmla="*/ 352 h 481"/>
              <a:gd name="T44" fmla="*/ 200 w 456"/>
              <a:gd name="T45" fmla="*/ 359 h 481"/>
              <a:gd name="T46" fmla="*/ 143 w 456"/>
              <a:gd name="T47" fmla="*/ 416 h 481"/>
              <a:gd name="T48" fmla="*/ 86 w 456"/>
              <a:gd name="T49" fmla="*/ 359 h 481"/>
              <a:gd name="T50" fmla="*/ 143 w 456"/>
              <a:gd name="T51" fmla="*/ 302 h 481"/>
              <a:gd name="T52" fmla="*/ 160 w 456"/>
              <a:gd name="T53" fmla="*/ 305 h 481"/>
              <a:gd name="T54" fmla="*/ 160 w 456"/>
              <a:gd name="T55" fmla="*/ 304 h 481"/>
              <a:gd name="T56" fmla="*/ 249 w 456"/>
              <a:gd name="T57" fmla="*/ 236 h 481"/>
              <a:gd name="T58" fmla="*/ 245 w 456"/>
              <a:gd name="T59" fmla="*/ 224 h 481"/>
              <a:gd name="T60" fmla="*/ 246 w 456"/>
              <a:gd name="T61" fmla="*/ 227 h 481"/>
              <a:gd name="T62" fmla="*/ 139 w 456"/>
              <a:gd name="T63" fmla="*/ 240 h 481"/>
              <a:gd name="T64" fmla="*/ 139 w 456"/>
              <a:gd name="T65" fmla="*/ 239 h 481"/>
              <a:gd name="T66" fmla="*/ 75 w 456"/>
              <a:gd name="T67" fmla="*/ 274 h 481"/>
              <a:gd name="T68" fmla="*/ 0 w 456"/>
              <a:gd name="T69" fmla="*/ 199 h 481"/>
              <a:gd name="T70" fmla="*/ 75 w 456"/>
              <a:gd name="T71" fmla="*/ 123 h 481"/>
              <a:gd name="T72" fmla="*/ 141 w 456"/>
              <a:gd name="T73" fmla="*/ 161 h 481"/>
              <a:gd name="T74" fmla="*/ 141 w 456"/>
              <a:gd name="T75" fmla="*/ 161 h 481"/>
              <a:gd name="T76" fmla="*/ 246 w 456"/>
              <a:gd name="T77" fmla="*/ 170 h 481"/>
              <a:gd name="T78" fmla="*/ 157 w 456"/>
              <a:gd name="T79" fmla="*/ 127 h 481"/>
              <a:gd name="T80" fmla="*/ 157 w 456"/>
              <a:gd name="T81" fmla="*/ 127 h 481"/>
              <a:gd name="T82" fmla="*/ 151 w 456"/>
              <a:gd name="T83" fmla="*/ 128 h 481"/>
              <a:gd name="T84" fmla="*/ 87 w 456"/>
              <a:gd name="T85" fmla="*/ 64 h 481"/>
              <a:gd name="T86" fmla="*/ 151 w 456"/>
              <a:gd name="T87" fmla="*/ 0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56" h="481">
                <a:moveTo>
                  <a:pt x="151" y="0"/>
                </a:moveTo>
                <a:cubicBezTo>
                  <a:pt x="184" y="0"/>
                  <a:pt x="211" y="25"/>
                  <a:pt x="214" y="58"/>
                </a:cubicBezTo>
                <a:cubicBezTo>
                  <a:pt x="214" y="57"/>
                  <a:pt x="214" y="57"/>
                  <a:pt x="214" y="56"/>
                </a:cubicBezTo>
                <a:cubicBezTo>
                  <a:pt x="238" y="102"/>
                  <a:pt x="265" y="119"/>
                  <a:pt x="294" y="106"/>
                </a:cubicBezTo>
                <a:cubicBezTo>
                  <a:pt x="294" y="106"/>
                  <a:pt x="294" y="106"/>
                  <a:pt x="294" y="106"/>
                </a:cubicBezTo>
                <a:cubicBezTo>
                  <a:pt x="310" y="96"/>
                  <a:pt x="329" y="91"/>
                  <a:pt x="349" y="91"/>
                </a:cubicBezTo>
                <a:cubicBezTo>
                  <a:pt x="408" y="91"/>
                  <a:pt x="456" y="138"/>
                  <a:pt x="456" y="198"/>
                </a:cubicBezTo>
                <a:cubicBezTo>
                  <a:pt x="456" y="257"/>
                  <a:pt x="408" y="305"/>
                  <a:pt x="349" y="305"/>
                </a:cubicBezTo>
                <a:cubicBezTo>
                  <a:pt x="348" y="305"/>
                  <a:pt x="347" y="305"/>
                  <a:pt x="346" y="304"/>
                </a:cubicBezTo>
                <a:cubicBezTo>
                  <a:pt x="347" y="305"/>
                  <a:pt x="348" y="305"/>
                  <a:pt x="349" y="305"/>
                </a:cubicBezTo>
                <a:cubicBezTo>
                  <a:pt x="327" y="333"/>
                  <a:pt x="320" y="361"/>
                  <a:pt x="329" y="388"/>
                </a:cubicBezTo>
                <a:cubicBezTo>
                  <a:pt x="329" y="387"/>
                  <a:pt x="329" y="387"/>
                  <a:pt x="329" y="387"/>
                </a:cubicBezTo>
                <a:cubicBezTo>
                  <a:pt x="338" y="397"/>
                  <a:pt x="344" y="411"/>
                  <a:pt x="344" y="426"/>
                </a:cubicBezTo>
                <a:cubicBezTo>
                  <a:pt x="344" y="456"/>
                  <a:pt x="319" y="481"/>
                  <a:pt x="288" y="481"/>
                </a:cubicBezTo>
                <a:cubicBezTo>
                  <a:pt x="258" y="481"/>
                  <a:pt x="233" y="456"/>
                  <a:pt x="233" y="426"/>
                </a:cubicBezTo>
                <a:cubicBezTo>
                  <a:pt x="233" y="402"/>
                  <a:pt x="248" y="381"/>
                  <a:pt x="269" y="374"/>
                </a:cubicBezTo>
                <a:cubicBezTo>
                  <a:pt x="269" y="374"/>
                  <a:pt x="269" y="374"/>
                  <a:pt x="268" y="374"/>
                </a:cubicBezTo>
                <a:cubicBezTo>
                  <a:pt x="292" y="351"/>
                  <a:pt x="301" y="323"/>
                  <a:pt x="296" y="291"/>
                </a:cubicBezTo>
                <a:cubicBezTo>
                  <a:pt x="302" y="294"/>
                  <a:pt x="286" y="284"/>
                  <a:pt x="285" y="283"/>
                </a:cubicBezTo>
                <a:cubicBezTo>
                  <a:pt x="286" y="284"/>
                  <a:pt x="286" y="284"/>
                  <a:pt x="287" y="284"/>
                </a:cubicBezTo>
                <a:cubicBezTo>
                  <a:pt x="259" y="282"/>
                  <a:pt x="230" y="305"/>
                  <a:pt x="200" y="353"/>
                </a:cubicBezTo>
                <a:cubicBezTo>
                  <a:pt x="200" y="352"/>
                  <a:pt x="200" y="352"/>
                  <a:pt x="200" y="352"/>
                </a:cubicBezTo>
                <a:cubicBezTo>
                  <a:pt x="200" y="354"/>
                  <a:pt x="200" y="357"/>
                  <a:pt x="200" y="359"/>
                </a:cubicBezTo>
                <a:cubicBezTo>
                  <a:pt x="200" y="391"/>
                  <a:pt x="175" y="416"/>
                  <a:pt x="143" y="416"/>
                </a:cubicBezTo>
                <a:cubicBezTo>
                  <a:pt x="112" y="416"/>
                  <a:pt x="86" y="391"/>
                  <a:pt x="86" y="359"/>
                </a:cubicBezTo>
                <a:cubicBezTo>
                  <a:pt x="86" y="328"/>
                  <a:pt x="112" y="302"/>
                  <a:pt x="143" y="302"/>
                </a:cubicBezTo>
                <a:cubicBezTo>
                  <a:pt x="149" y="302"/>
                  <a:pt x="155" y="303"/>
                  <a:pt x="160" y="305"/>
                </a:cubicBezTo>
                <a:cubicBezTo>
                  <a:pt x="160" y="304"/>
                  <a:pt x="160" y="304"/>
                  <a:pt x="160" y="304"/>
                </a:cubicBezTo>
                <a:cubicBezTo>
                  <a:pt x="209" y="296"/>
                  <a:pt x="239" y="274"/>
                  <a:pt x="249" y="236"/>
                </a:cubicBezTo>
                <a:cubicBezTo>
                  <a:pt x="250" y="237"/>
                  <a:pt x="246" y="227"/>
                  <a:pt x="245" y="224"/>
                </a:cubicBezTo>
                <a:cubicBezTo>
                  <a:pt x="246" y="225"/>
                  <a:pt x="246" y="226"/>
                  <a:pt x="246" y="227"/>
                </a:cubicBezTo>
                <a:cubicBezTo>
                  <a:pt x="207" y="206"/>
                  <a:pt x="171" y="210"/>
                  <a:pt x="139" y="240"/>
                </a:cubicBezTo>
                <a:cubicBezTo>
                  <a:pt x="139" y="239"/>
                  <a:pt x="139" y="239"/>
                  <a:pt x="139" y="239"/>
                </a:cubicBezTo>
                <a:cubicBezTo>
                  <a:pt x="126" y="260"/>
                  <a:pt x="102" y="274"/>
                  <a:pt x="75" y="274"/>
                </a:cubicBezTo>
                <a:cubicBezTo>
                  <a:pt x="34" y="274"/>
                  <a:pt x="0" y="240"/>
                  <a:pt x="0" y="199"/>
                </a:cubicBezTo>
                <a:cubicBezTo>
                  <a:pt x="0" y="157"/>
                  <a:pt x="34" y="123"/>
                  <a:pt x="75" y="123"/>
                </a:cubicBezTo>
                <a:cubicBezTo>
                  <a:pt x="103" y="123"/>
                  <a:pt x="128" y="138"/>
                  <a:pt x="141" y="161"/>
                </a:cubicBezTo>
                <a:cubicBezTo>
                  <a:pt x="141" y="161"/>
                  <a:pt x="141" y="161"/>
                  <a:pt x="141" y="161"/>
                </a:cubicBezTo>
                <a:cubicBezTo>
                  <a:pt x="176" y="187"/>
                  <a:pt x="211" y="190"/>
                  <a:pt x="246" y="170"/>
                </a:cubicBezTo>
                <a:cubicBezTo>
                  <a:pt x="237" y="141"/>
                  <a:pt x="207" y="127"/>
                  <a:pt x="157" y="127"/>
                </a:cubicBezTo>
                <a:cubicBezTo>
                  <a:pt x="157" y="127"/>
                  <a:pt x="157" y="127"/>
                  <a:pt x="157" y="127"/>
                </a:cubicBezTo>
                <a:cubicBezTo>
                  <a:pt x="155" y="128"/>
                  <a:pt x="153" y="128"/>
                  <a:pt x="151" y="128"/>
                </a:cubicBezTo>
                <a:cubicBezTo>
                  <a:pt x="116" y="128"/>
                  <a:pt x="87" y="99"/>
                  <a:pt x="87" y="64"/>
                </a:cubicBezTo>
                <a:cubicBezTo>
                  <a:pt x="87" y="29"/>
                  <a:pt x="116" y="0"/>
                  <a:pt x="151" y="0"/>
                </a:cubicBezTo>
                <a:close/>
              </a:path>
            </a:pathLst>
          </a:custGeom>
          <a:solidFill>
            <a:srgbClr val="333333">
              <a:lumMod val="40000"/>
              <a:lumOff val="60000"/>
            </a:srgbClr>
          </a:solidFill>
          <a:ln>
            <a:noFill/>
          </a:ln>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solidFill>
              <a:effectLst/>
              <a:uLnTx/>
              <a:uFillTx/>
            </a:endParaRPr>
          </a:p>
        </p:txBody>
      </p:sp>
      <p:sp>
        <p:nvSpPr>
          <p:cNvPr id="40" name="椭圆 39"/>
          <p:cNvSpPr/>
          <p:nvPr/>
        </p:nvSpPr>
        <p:spPr>
          <a:xfrm>
            <a:off x="7101782" y="2574127"/>
            <a:ext cx="1241249" cy="1241249"/>
          </a:xfrm>
          <a:prstGeom prst="ellipse">
            <a:avLst/>
          </a:prstGeom>
          <a:gradFill flip="none" rotWithShape="1">
            <a:gsLst>
              <a:gs pos="50000">
                <a:srgbClr val="FFFFFF">
                  <a:lumMod val="65000"/>
                </a:srgbClr>
              </a:gs>
              <a:gs pos="0">
                <a:srgbClr val="FFFFFF">
                  <a:lumMod val="75000"/>
                </a:srgbClr>
              </a:gs>
            </a:gsLst>
            <a:lin ang="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endParaRPr>
          </a:p>
        </p:txBody>
      </p:sp>
      <p:sp>
        <p:nvSpPr>
          <p:cNvPr id="41" name="椭圆 40"/>
          <p:cNvSpPr/>
          <p:nvPr/>
        </p:nvSpPr>
        <p:spPr>
          <a:xfrm>
            <a:off x="9111373" y="2315219"/>
            <a:ext cx="1737155" cy="1737155"/>
          </a:xfrm>
          <a:prstGeom prst="ellipse">
            <a:avLst/>
          </a:prstGeom>
          <a:gradFill flip="none" rotWithShape="1">
            <a:gsLst>
              <a:gs pos="38000">
                <a:srgbClr val="FFFFFF">
                  <a:lumMod val="65000"/>
                </a:srgbClr>
              </a:gs>
              <a:gs pos="0">
                <a:srgbClr val="FFFFFF">
                  <a:lumMod val="75000"/>
                </a:srgbClr>
              </a:gs>
            </a:gsLst>
            <a:lin ang="900000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endParaRPr>
          </a:p>
        </p:txBody>
      </p:sp>
      <p:sp>
        <p:nvSpPr>
          <p:cNvPr id="42" name="椭圆 41"/>
          <p:cNvSpPr/>
          <p:nvPr/>
        </p:nvSpPr>
        <p:spPr>
          <a:xfrm>
            <a:off x="7813491" y="1556792"/>
            <a:ext cx="1058713" cy="1058713"/>
          </a:xfrm>
          <a:prstGeom prst="ellipse">
            <a:avLst/>
          </a:prstGeom>
          <a:gradFill flip="none" rotWithShape="1">
            <a:gsLst>
              <a:gs pos="50000">
                <a:srgbClr val="FFFFFF">
                  <a:lumMod val="65000"/>
                </a:srgbClr>
              </a:gs>
              <a:gs pos="0">
                <a:srgbClr val="FFFFFF">
                  <a:lumMod val="75000"/>
                </a:srgbClr>
              </a:gs>
            </a:gsLst>
            <a:lin ang="270000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endParaRPr>
          </a:p>
        </p:txBody>
      </p:sp>
      <p:cxnSp>
        <p:nvCxnSpPr>
          <p:cNvPr id="43" name="直接连接符 42"/>
          <p:cNvCxnSpPr/>
          <p:nvPr/>
        </p:nvCxnSpPr>
        <p:spPr>
          <a:xfrm rot="180000">
            <a:off x="8655198" y="2315219"/>
            <a:ext cx="782760" cy="497159"/>
          </a:xfrm>
          <a:prstGeom prst="line">
            <a:avLst/>
          </a:prstGeom>
          <a:noFill/>
          <a:ln w="6350" cap="flat" cmpd="sng" algn="ctr">
            <a:solidFill>
              <a:srgbClr val="FFFFFF"/>
            </a:solidFill>
            <a:prstDash val="dash"/>
            <a:miter lim="800000"/>
          </a:ln>
          <a:effectLst/>
        </p:spPr>
      </p:cxnSp>
      <p:cxnSp>
        <p:nvCxnSpPr>
          <p:cNvPr id="44" name="直接连接符 43"/>
          <p:cNvCxnSpPr/>
          <p:nvPr/>
        </p:nvCxnSpPr>
        <p:spPr>
          <a:xfrm flipV="1">
            <a:off x="8098951" y="3166783"/>
            <a:ext cx="1112497" cy="16120"/>
          </a:xfrm>
          <a:prstGeom prst="line">
            <a:avLst/>
          </a:prstGeom>
          <a:noFill/>
          <a:ln w="6350" cap="flat" cmpd="sng" algn="ctr">
            <a:solidFill>
              <a:srgbClr val="FFFFFF"/>
            </a:solidFill>
            <a:prstDash val="dash"/>
            <a:miter lim="800000"/>
          </a:ln>
          <a:effectLst/>
        </p:spPr>
      </p:cxnSp>
      <p:sp>
        <p:nvSpPr>
          <p:cNvPr id="45" name="椭圆 44"/>
          <p:cNvSpPr/>
          <p:nvPr/>
        </p:nvSpPr>
        <p:spPr>
          <a:xfrm>
            <a:off x="7801512" y="4039383"/>
            <a:ext cx="949191" cy="949191"/>
          </a:xfrm>
          <a:prstGeom prst="ellipse">
            <a:avLst/>
          </a:prstGeom>
          <a:gradFill flip="none" rotWithShape="1">
            <a:gsLst>
              <a:gs pos="50000">
                <a:srgbClr val="FFFFFF">
                  <a:lumMod val="65000"/>
                </a:srgbClr>
              </a:gs>
              <a:gs pos="0">
                <a:srgbClr val="FFFFFF">
                  <a:lumMod val="75000"/>
                </a:srgbClr>
              </a:gs>
            </a:gsLst>
            <a:lin ang="2040000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endParaRPr>
          </a:p>
        </p:txBody>
      </p:sp>
      <p:cxnSp>
        <p:nvCxnSpPr>
          <p:cNvPr id="46" name="直接连接符 45"/>
          <p:cNvCxnSpPr/>
          <p:nvPr/>
        </p:nvCxnSpPr>
        <p:spPr>
          <a:xfrm rot="21480000" flipV="1">
            <a:off x="8415640" y="3550848"/>
            <a:ext cx="1080587" cy="864811"/>
          </a:xfrm>
          <a:prstGeom prst="line">
            <a:avLst/>
          </a:prstGeom>
          <a:noFill/>
          <a:ln w="6350" cap="flat" cmpd="sng" algn="ctr">
            <a:solidFill>
              <a:srgbClr val="FFFFFF"/>
            </a:solidFill>
            <a:prstDash val="dash"/>
            <a:miter lim="800000"/>
          </a:ln>
          <a:effectLst/>
        </p:spPr>
      </p:cxnSp>
      <p:sp>
        <p:nvSpPr>
          <p:cNvPr id="47" name="椭圆 46"/>
          <p:cNvSpPr/>
          <p:nvPr/>
        </p:nvSpPr>
        <p:spPr>
          <a:xfrm>
            <a:off x="8999550" y="4579624"/>
            <a:ext cx="949568" cy="949568"/>
          </a:xfrm>
          <a:prstGeom prst="ellipse">
            <a:avLst/>
          </a:prstGeom>
          <a:gradFill flip="none" rotWithShape="1">
            <a:gsLst>
              <a:gs pos="50000">
                <a:srgbClr val="FFFFFF">
                  <a:lumMod val="65000"/>
                </a:srgbClr>
              </a:gs>
              <a:gs pos="0">
                <a:srgbClr val="FFFFFF">
                  <a:lumMod val="65000"/>
                </a:srgbClr>
              </a:gs>
            </a:gsLst>
            <a:lin ang="1800000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endParaRPr>
          </a:p>
        </p:txBody>
      </p:sp>
      <p:cxnSp>
        <p:nvCxnSpPr>
          <p:cNvPr id="48" name="直接连接符 47"/>
          <p:cNvCxnSpPr/>
          <p:nvPr/>
        </p:nvCxnSpPr>
        <p:spPr>
          <a:xfrm rot="19380000" flipV="1">
            <a:off x="9126136" y="3872308"/>
            <a:ext cx="1080587" cy="864811"/>
          </a:xfrm>
          <a:prstGeom prst="line">
            <a:avLst/>
          </a:prstGeom>
          <a:noFill/>
          <a:ln w="6350" cap="flat" cmpd="sng" algn="ctr">
            <a:solidFill>
              <a:srgbClr val="FFFFFF"/>
            </a:solidFill>
            <a:prstDash val="dash"/>
            <a:miter lim="800000"/>
          </a:ln>
          <a:effectLst/>
        </p:spPr>
      </p:cxnSp>
      <p:sp>
        <p:nvSpPr>
          <p:cNvPr id="49" name="椭圆 48"/>
          <p:cNvSpPr/>
          <p:nvPr/>
        </p:nvSpPr>
        <p:spPr>
          <a:xfrm>
            <a:off x="7918485" y="1660172"/>
            <a:ext cx="857922" cy="857922"/>
          </a:xfrm>
          <a:prstGeom prst="ellipse">
            <a:avLst/>
          </a:prstGeom>
          <a:solidFill>
            <a:srgbClr val="023F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endParaRPr>
          </a:p>
        </p:txBody>
      </p:sp>
      <p:sp>
        <p:nvSpPr>
          <p:cNvPr id="50" name="椭圆 49"/>
          <p:cNvSpPr/>
          <p:nvPr/>
        </p:nvSpPr>
        <p:spPr>
          <a:xfrm>
            <a:off x="7209020" y="2677601"/>
            <a:ext cx="1040459" cy="1040459"/>
          </a:xfrm>
          <a:prstGeom prst="ellipse">
            <a:avLst/>
          </a:prstGeom>
          <a:solidFill>
            <a:srgbClr val="023F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endParaRPr>
          </a:p>
        </p:txBody>
      </p:sp>
      <p:sp>
        <p:nvSpPr>
          <p:cNvPr id="51" name="椭圆 50"/>
          <p:cNvSpPr/>
          <p:nvPr/>
        </p:nvSpPr>
        <p:spPr>
          <a:xfrm>
            <a:off x="7888545" y="4134605"/>
            <a:ext cx="766654" cy="766654"/>
          </a:xfrm>
          <a:prstGeom prst="ellipse">
            <a:avLst/>
          </a:prstGeom>
          <a:solidFill>
            <a:srgbClr val="023F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endParaRPr>
          </a:p>
        </p:txBody>
      </p:sp>
      <p:sp>
        <p:nvSpPr>
          <p:cNvPr id="52" name="椭圆 51"/>
          <p:cNvSpPr/>
          <p:nvPr/>
        </p:nvSpPr>
        <p:spPr>
          <a:xfrm>
            <a:off x="9095754" y="4675828"/>
            <a:ext cx="766816" cy="766816"/>
          </a:xfrm>
          <a:prstGeom prst="ellipse">
            <a:avLst/>
          </a:prstGeom>
          <a:solidFill>
            <a:srgbClr val="023F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endParaRPr>
          </a:p>
        </p:txBody>
      </p:sp>
      <p:sp>
        <p:nvSpPr>
          <p:cNvPr id="53" name="椭圆 52"/>
          <p:cNvSpPr/>
          <p:nvPr/>
        </p:nvSpPr>
        <p:spPr>
          <a:xfrm>
            <a:off x="9236045" y="2430230"/>
            <a:ext cx="1496800" cy="1496800"/>
          </a:xfrm>
          <a:prstGeom prst="ellipse">
            <a:avLst/>
          </a:prstGeom>
          <a:solidFill>
            <a:srgbClr val="333333">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endParaRPr>
          </a:p>
        </p:txBody>
      </p:sp>
      <p:sp>
        <p:nvSpPr>
          <p:cNvPr id="54" name="文本框 53"/>
          <p:cNvSpPr txBox="1"/>
          <p:nvPr/>
        </p:nvSpPr>
        <p:spPr>
          <a:xfrm>
            <a:off x="9309823" y="2790422"/>
            <a:ext cx="1368042" cy="830997"/>
          </a:xfrm>
          <a:prstGeom prst="rect">
            <a:avLst/>
          </a:prstGeom>
          <a:noFill/>
        </p:spPr>
        <p:txBody>
          <a:bodyPr wrap="square" rtlCol="0">
            <a:spAutoFit/>
          </a:bodyPr>
          <a:lstStyle/>
          <a:p>
            <a:pPr algn="ctr"/>
            <a:r>
              <a:rPr lang="zh-CN" altLang="en-US" sz="2400"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你的</a:t>
            </a:r>
            <a:endParaRPr lang="en-US" altLang="zh-CN" sz="2400"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a:p>
            <a:pPr algn="ctr"/>
            <a:r>
              <a:rPr lang="zh-CN" altLang="en-US" sz="2400" b="1"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标题</a:t>
            </a:r>
            <a:endParaRPr lang="en-US" altLang="zh-CN" sz="2400" b="1" dirty="0">
              <a:solidFill>
                <a:prstClr val="white"/>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5" name="文本框 54"/>
          <p:cNvSpPr txBox="1"/>
          <p:nvPr/>
        </p:nvSpPr>
        <p:spPr>
          <a:xfrm>
            <a:off x="7826045" y="1729483"/>
            <a:ext cx="1046159" cy="646331"/>
          </a:xfrm>
          <a:prstGeom prst="rect">
            <a:avLst/>
          </a:prstGeom>
          <a:noFill/>
        </p:spPr>
        <p:txBody>
          <a:bodyPr wrap="square" rtlCol="0">
            <a:spAutoFit/>
          </a:bodyPr>
          <a:lstStyle/>
          <a:p>
            <a:pPr algn="ctr"/>
            <a:r>
              <a:rPr lang="en-US" altLang="zh-CN" dirty="0">
                <a:solidFill>
                  <a:srgbClr val="FFFFFF"/>
                </a:solidFill>
                <a:latin typeface="华文细黑" panose="02010600040101010101" pitchFamily="2" charset="-122"/>
                <a:ea typeface="华文细黑" panose="02010600040101010101" pitchFamily="2" charset="-122"/>
                <a:cs typeface="Arial" panose="020B0604020202020204" pitchFamily="34" charset="0"/>
              </a:rPr>
              <a:t>01</a:t>
            </a:r>
          </a:p>
          <a:p>
            <a:pPr algn="ctr"/>
            <a:r>
              <a:rPr lang="en-US" altLang="zh-CN" dirty="0">
                <a:solidFill>
                  <a:srgbClr val="FFFFFF"/>
                </a:solidFill>
                <a:latin typeface="华文细黑" panose="02010600040101010101" pitchFamily="2" charset="-122"/>
                <a:ea typeface="华文细黑" panose="02010600040101010101" pitchFamily="2" charset="-122"/>
                <a:cs typeface="Arial" panose="020B0604020202020204" pitchFamily="34" charset="0"/>
              </a:rPr>
              <a:t>Text</a:t>
            </a:r>
          </a:p>
        </p:txBody>
      </p:sp>
      <p:sp>
        <p:nvSpPr>
          <p:cNvPr id="56" name="文本框 55"/>
          <p:cNvSpPr txBox="1"/>
          <p:nvPr/>
        </p:nvSpPr>
        <p:spPr>
          <a:xfrm>
            <a:off x="7202898" y="2872170"/>
            <a:ext cx="1046159" cy="646331"/>
          </a:xfrm>
          <a:prstGeom prst="rect">
            <a:avLst/>
          </a:prstGeom>
          <a:noFill/>
        </p:spPr>
        <p:txBody>
          <a:bodyPr wrap="square" rtlCol="0">
            <a:spAutoFit/>
          </a:bodyPr>
          <a:lstStyle/>
          <a:p>
            <a:pPr algn="ctr"/>
            <a:r>
              <a:rPr lang="en-US" altLang="zh-CN" dirty="0">
                <a:solidFill>
                  <a:srgbClr val="FFFFFF"/>
                </a:solidFill>
                <a:latin typeface="华文细黑" panose="02010600040101010101" pitchFamily="2" charset="-122"/>
                <a:ea typeface="华文细黑" panose="02010600040101010101" pitchFamily="2" charset="-122"/>
                <a:cs typeface="Arial" panose="020B0604020202020204" pitchFamily="34" charset="0"/>
              </a:rPr>
              <a:t>02</a:t>
            </a:r>
          </a:p>
          <a:p>
            <a:pPr algn="ctr"/>
            <a:r>
              <a:rPr lang="en-US" altLang="zh-CN" dirty="0">
                <a:solidFill>
                  <a:srgbClr val="FFFFFF"/>
                </a:solidFill>
                <a:latin typeface="华文细黑" panose="02010600040101010101" pitchFamily="2" charset="-122"/>
                <a:ea typeface="华文细黑" panose="02010600040101010101" pitchFamily="2" charset="-122"/>
                <a:cs typeface="Arial" panose="020B0604020202020204" pitchFamily="34" charset="0"/>
              </a:rPr>
              <a:t>Text</a:t>
            </a:r>
          </a:p>
        </p:txBody>
      </p:sp>
      <p:sp>
        <p:nvSpPr>
          <p:cNvPr id="57" name="文本框 56"/>
          <p:cNvSpPr txBox="1"/>
          <p:nvPr/>
        </p:nvSpPr>
        <p:spPr>
          <a:xfrm>
            <a:off x="7754721" y="4189245"/>
            <a:ext cx="1046159" cy="646331"/>
          </a:xfrm>
          <a:prstGeom prst="rect">
            <a:avLst/>
          </a:prstGeom>
          <a:noFill/>
        </p:spPr>
        <p:txBody>
          <a:bodyPr wrap="square" rtlCol="0">
            <a:spAutoFit/>
          </a:bodyPr>
          <a:lstStyle/>
          <a:p>
            <a:pPr algn="ctr"/>
            <a:r>
              <a:rPr lang="en-US" altLang="zh-CN" dirty="0">
                <a:solidFill>
                  <a:srgbClr val="FFFFFF"/>
                </a:solidFill>
                <a:latin typeface="华文细黑" panose="02010600040101010101" pitchFamily="2" charset="-122"/>
                <a:ea typeface="华文细黑" panose="02010600040101010101" pitchFamily="2" charset="-122"/>
                <a:cs typeface="Arial" panose="020B0604020202020204" pitchFamily="34" charset="0"/>
              </a:rPr>
              <a:t>03</a:t>
            </a:r>
          </a:p>
          <a:p>
            <a:pPr algn="ctr"/>
            <a:r>
              <a:rPr lang="en-US" altLang="zh-CN" dirty="0">
                <a:solidFill>
                  <a:srgbClr val="FFFFFF"/>
                </a:solidFill>
                <a:latin typeface="华文细黑" panose="02010600040101010101" pitchFamily="2" charset="-122"/>
                <a:ea typeface="华文细黑" panose="02010600040101010101" pitchFamily="2" charset="-122"/>
                <a:cs typeface="Arial" panose="020B0604020202020204" pitchFamily="34" charset="0"/>
              </a:rPr>
              <a:t>Text</a:t>
            </a:r>
          </a:p>
        </p:txBody>
      </p:sp>
      <p:sp>
        <p:nvSpPr>
          <p:cNvPr id="58" name="文本框 57"/>
          <p:cNvSpPr txBox="1"/>
          <p:nvPr/>
        </p:nvSpPr>
        <p:spPr>
          <a:xfrm>
            <a:off x="8962244" y="4736239"/>
            <a:ext cx="1046159" cy="646331"/>
          </a:xfrm>
          <a:prstGeom prst="rect">
            <a:avLst/>
          </a:prstGeom>
          <a:noFill/>
        </p:spPr>
        <p:txBody>
          <a:bodyPr wrap="square" rtlCol="0">
            <a:spAutoFit/>
          </a:bodyPr>
          <a:lstStyle/>
          <a:p>
            <a:pPr algn="ctr"/>
            <a:r>
              <a:rPr lang="en-US" altLang="zh-CN" dirty="0">
                <a:solidFill>
                  <a:srgbClr val="FFFFFF"/>
                </a:solidFill>
                <a:latin typeface="华文细黑" panose="02010600040101010101" pitchFamily="2" charset="-122"/>
                <a:ea typeface="华文细黑" panose="02010600040101010101" pitchFamily="2" charset="-122"/>
                <a:cs typeface="Arial" panose="020B0604020202020204" pitchFamily="34" charset="0"/>
              </a:rPr>
              <a:t>04</a:t>
            </a:r>
          </a:p>
          <a:p>
            <a:pPr algn="ctr"/>
            <a:r>
              <a:rPr lang="en-US" altLang="zh-CN" dirty="0">
                <a:solidFill>
                  <a:srgbClr val="FFFFFF"/>
                </a:solidFill>
                <a:latin typeface="华文细黑" panose="02010600040101010101" pitchFamily="2" charset="-122"/>
                <a:ea typeface="华文细黑" panose="02010600040101010101" pitchFamily="2" charset="-122"/>
                <a:cs typeface="Arial" panose="020B0604020202020204" pitchFamily="34" charset="0"/>
              </a:rPr>
              <a:t>Text</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2" name="图片 1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cxnSp>
        <p:nvCxnSpPr>
          <p:cNvPr id="17" name="直接连接符 16"/>
          <p:cNvCxnSpPr/>
          <p:nvPr/>
        </p:nvCxnSpPr>
        <p:spPr>
          <a:xfrm>
            <a:off x="1972753" y="1515802"/>
            <a:ext cx="8532812" cy="0"/>
          </a:xfrm>
          <a:prstGeom prst="line">
            <a:avLst/>
          </a:prstGeom>
          <a:noFill/>
          <a:ln w="6350" cap="flat" cmpd="sng" algn="ctr">
            <a:solidFill>
              <a:srgbClr val="FFFFFF">
                <a:lumMod val="65000"/>
              </a:srgbClr>
            </a:solidFill>
            <a:prstDash val="dash"/>
            <a:miter lim="800000"/>
          </a:ln>
          <a:effectLst/>
        </p:spPr>
      </p:cxnSp>
      <p:sp>
        <p:nvSpPr>
          <p:cNvPr id="18" name="圆角矩形 50"/>
          <p:cNvSpPr/>
          <p:nvPr/>
        </p:nvSpPr>
        <p:spPr>
          <a:xfrm>
            <a:off x="5446413" y="1342213"/>
            <a:ext cx="1585492" cy="363590"/>
          </a:xfrm>
          <a:prstGeom prst="roundRect">
            <a:avLst>
              <a:gd name="adj" fmla="val 50000"/>
            </a:avLst>
          </a:prstGeom>
          <a:solidFill>
            <a:srgbClr val="023F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9" name="Freeform 4"/>
          <p:cNvSpPr/>
          <p:nvPr/>
        </p:nvSpPr>
        <p:spPr bwMode="auto">
          <a:xfrm>
            <a:off x="3456336" y="2852936"/>
            <a:ext cx="3552025" cy="1854669"/>
          </a:xfrm>
          <a:custGeom>
            <a:avLst/>
            <a:gdLst>
              <a:gd name="T0" fmla="*/ 1558 w 1558"/>
              <a:gd name="T1" fmla="*/ 337 h 814"/>
              <a:gd name="T2" fmla="*/ 1221 w 1558"/>
              <a:gd name="T3" fmla="*/ 0 h 814"/>
              <a:gd name="T4" fmla="*/ 407 w 1558"/>
              <a:gd name="T5" fmla="*/ 814 h 814"/>
              <a:gd name="T6" fmla="*/ 0 w 1558"/>
              <a:gd name="T7" fmla="*/ 407 h 814"/>
              <a:gd name="T8" fmla="*/ 402 w 1558"/>
              <a:gd name="T9" fmla="*/ 5 h 814"/>
              <a:gd name="T10" fmla="*/ 734 w 1558"/>
              <a:gd name="T11" fmla="*/ 337 h 814"/>
            </a:gdLst>
            <a:ahLst/>
            <a:cxnLst>
              <a:cxn ang="0">
                <a:pos x="T0" y="T1"/>
              </a:cxn>
              <a:cxn ang="0">
                <a:pos x="T2" y="T3"/>
              </a:cxn>
              <a:cxn ang="0">
                <a:pos x="T4" y="T5"/>
              </a:cxn>
              <a:cxn ang="0">
                <a:pos x="T6" y="T7"/>
              </a:cxn>
              <a:cxn ang="0">
                <a:pos x="T8" y="T9"/>
              </a:cxn>
              <a:cxn ang="0">
                <a:pos x="T10" y="T11"/>
              </a:cxn>
            </a:cxnLst>
            <a:rect l="0" t="0" r="r" b="b"/>
            <a:pathLst>
              <a:path w="1558" h="814">
                <a:moveTo>
                  <a:pt x="1558" y="337"/>
                </a:moveTo>
                <a:lnTo>
                  <a:pt x="1221" y="0"/>
                </a:lnTo>
                <a:lnTo>
                  <a:pt x="407" y="814"/>
                </a:lnTo>
                <a:lnTo>
                  <a:pt x="0" y="407"/>
                </a:lnTo>
                <a:lnTo>
                  <a:pt x="402" y="5"/>
                </a:lnTo>
                <a:lnTo>
                  <a:pt x="734" y="337"/>
                </a:lnTo>
              </a:path>
            </a:pathLst>
          </a:custGeom>
          <a:noFill/>
          <a:ln w="25400" cap="flat" cmpd="sng">
            <a:solidFill>
              <a:srgbClr val="333333">
                <a:lumMod val="40000"/>
                <a:lumOff val="60000"/>
              </a:srgbClr>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0" name="Freeform 5"/>
          <p:cNvSpPr/>
          <p:nvPr/>
        </p:nvSpPr>
        <p:spPr bwMode="auto">
          <a:xfrm flipH="1" flipV="1">
            <a:off x="5460334" y="2852936"/>
            <a:ext cx="3552025" cy="1854669"/>
          </a:xfrm>
          <a:custGeom>
            <a:avLst/>
            <a:gdLst>
              <a:gd name="T0" fmla="*/ 1558 w 1558"/>
              <a:gd name="T1" fmla="*/ 337 h 814"/>
              <a:gd name="T2" fmla="*/ 1221 w 1558"/>
              <a:gd name="T3" fmla="*/ 0 h 814"/>
              <a:gd name="T4" fmla="*/ 407 w 1558"/>
              <a:gd name="T5" fmla="*/ 814 h 814"/>
              <a:gd name="T6" fmla="*/ 0 w 1558"/>
              <a:gd name="T7" fmla="*/ 407 h 814"/>
              <a:gd name="T8" fmla="*/ 402 w 1558"/>
              <a:gd name="T9" fmla="*/ 5 h 814"/>
              <a:gd name="T10" fmla="*/ 734 w 1558"/>
              <a:gd name="T11" fmla="*/ 337 h 814"/>
            </a:gdLst>
            <a:ahLst/>
            <a:cxnLst>
              <a:cxn ang="0">
                <a:pos x="T0" y="T1"/>
              </a:cxn>
              <a:cxn ang="0">
                <a:pos x="T2" y="T3"/>
              </a:cxn>
              <a:cxn ang="0">
                <a:pos x="T4" y="T5"/>
              </a:cxn>
              <a:cxn ang="0">
                <a:pos x="T6" y="T7"/>
              </a:cxn>
              <a:cxn ang="0">
                <a:pos x="T8" y="T9"/>
              </a:cxn>
              <a:cxn ang="0">
                <a:pos x="T10" y="T11"/>
              </a:cxn>
            </a:cxnLst>
            <a:rect l="0" t="0" r="r" b="b"/>
            <a:pathLst>
              <a:path w="1558" h="814">
                <a:moveTo>
                  <a:pt x="1558" y="337"/>
                </a:moveTo>
                <a:lnTo>
                  <a:pt x="1221" y="0"/>
                </a:lnTo>
                <a:lnTo>
                  <a:pt x="407" y="814"/>
                </a:lnTo>
                <a:lnTo>
                  <a:pt x="0" y="407"/>
                </a:lnTo>
                <a:lnTo>
                  <a:pt x="402" y="5"/>
                </a:lnTo>
                <a:lnTo>
                  <a:pt x="734" y="337"/>
                </a:lnTo>
              </a:path>
            </a:pathLst>
          </a:custGeom>
          <a:noFill/>
          <a:ln w="25400" cap="flat" cmpd="sng">
            <a:solidFill>
              <a:srgbClr val="333333">
                <a:lumMod val="40000"/>
                <a:lumOff val="60000"/>
              </a:srgbClr>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1" name="Rectangle 6"/>
          <p:cNvSpPr>
            <a:spLocks noChangeArrowheads="1"/>
          </p:cNvSpPr>
          <p:nvPr/>
        </p:nvSpPr>
        <p:spPr bwMode="auto">
          <a:xfrm rot="18900000">
            <a:off x="3904702" y="3337225"/>
            <a:ext cx="890082" cy="890081"/>
          </a:xfrm>
          <a:prstGeom prst="rect">
            <a:avLst/>
          </a:prstGeom>
          <a:solidFill>
            <a:srgbClr val="023FA1"/>
          </a:solidFill>
          <a:ln>
            <a:noFill/>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2" name="Rectangle 7"/>
          <p:cNvSpPr>
            <a:spLocks noChangeArrowheads="1"/>
          </p:cNvSpPr>
          <p:nvPr/>
        </p:nvSpPr>
        <p:spPr bwMode="auto">
          <a:xfrm rot="18900000">
            <a:off x="5784650" y="3337225"/>
            <a:ext cx="890081" cy="890081"/>
          </a:xfrm>
          <a:prstGeom prst="rect">
            <a:avLst/>
          </a:prstGeom>
          <a:solidFill>
            <a:srgbClr val="023FA1"/>
          </a:solidFill>
          <a:ln>
            <a:noFill/>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3" name="Rectangle 8"/>
          <p:cNvSpPr>
            <a:spLocks noChangeArrowheads="1"/>
          </p:cNvSpPr>
          <p:nvPr/>
        </p:nvSpPr>
        <p:spPr bwMode="auto">
          <a:xfrm rot="18900000">
            <a:off x="7647302" y="3337225"/>
            <a:ext cx="890081" cy="890081"/>
          </a:xfrm>
          <a:prstGeom prst="rect">
            <a:avLst/>
          </a:prstGeom>
          <a:solidFill>
            <a:srgbClr val="023FA1"/>
          </a:solidFill>
          <a:ln>
            <a:noFill/>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4" name="文本框 23"/>
          <p:cNvSpPr txBox="1"/>
          <p:nvPr/>
        </p:nvSpPr>
        <p:spPr>
          <a:xfrm>
            <a:off x="3740466" y="3472632"/>
            <a:ext cx="1238659" cy="646331"/>
          </a:xfrm>
          <a:prstGeom prst="rect">
            <a:avLst/>
          </a:prstGeom>
          <a:noFill/>
        </p:spPr>
        <p:txBody>
          <a:bodyPr wrap="square" rtlCol="0">
            <a:spAutoFit/>
          </a:bodyPr>
          <a:lstStyle/>
          <a:p>
            <a:pPr algn="ctr"/>
            <a:r>
              <a:rPr lang="en-US" altLang="zh-CN"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01</a:t>
            </a:r>
          </a:p>
          <a:p>
            <a:pPr algn="ctr"/>
            <a:r>
              <a:rPr lang="en-US" altLang="zh-CN"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TEXT</a:t>
            </a:r>
          </a:p>
        </p:txBody>
      </p:sp>
      <p:sp>
        <p:nvSpPr>
          <p:cNvPr id="25" name="文本框 24"/>
          <p:cNvSpPr txBox="1"/>
          <p:nvPr/>
        </p:nvSpPr>
        <p:spPr>
          <a:xfrm>
            <a:off x="5620414" y="3472632"/>
            <a:ext cx="1238659" cy="646331"/>
          </a:xfrm>
          <a:prstGeom prst="rect">
            <a:avLst/>
          </a:prstGeom>
          <a:noFill/>
        </p:spPr>
        <p:txBody>
          <a:bodyPr wrap="square" rtlCol="0">
            <a:spAutoFit/>
          </a:bodyPr>
          <a:lstStyle/>
          <a:p>
            <a:pPr algn="ctr"/>
            <a:r>
              <a:rPr lang="en-US" altLang="zh-CN"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02</a:t>
            </a:r>
          </a:p>
          <a:p>
            <a:pPr algn="ctr"/>
            <a:r>
              <a:rPr lang="en-US" altLang="zh-CN"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TEXT</a:t>
            </a:r>
          </a:p>
        </p:txBody>
      </p:sp>
      <p:sp>
        <p:nvSpPr>
          <p:cNvPr id="26" name="文本框 25"/>
          <p:cNvSpPr txBox="1"/>
          <p:nvPr/>
        </p:nvSpPr>
        <p:spPr>
          <a:xfrm>
            <a:off x="7479289" y="3472632"/>
            <a:ext cx="1238659" cy="646331"/>
          </a:xfrm>
          <a:prstGeom prst="rect">
            <a:avLst/>
          </a:prstGeom>
          <a:noFill/>
        </p:spPr>
        <p:txBody>
          <a:bodyPr wrap="square" rtlCol="0">
            <a:spAutoFit/>
          </a:bodyPr>
          <a:lstStyle/>
          <a:p>
            <a:pPr algn="ctr"/>
            <a:r>
              <a:rPr lang="en-US" altLang="zh-CN"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03</a:t>
            </a:r>
          </a:p>
          <a:p>
            <a:pPr algn="ctr"/>
            <a:r>
              <a:rPr lang="en-US" altLang="zh-CN"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TEXT</a:t>
            </a:r>
          </a:p>
        </p:txBody>
      </p:sp>
      <p:sp>
        <p:nvSpPr>
          <p:cNvPr id="27" name="文本框 26"/>
          <p:cNvSpPr txBox="1"/>
          <p:nvPr/>
        </p:nvSpPr>
        <p:spPr>
          <a:xfrm>
            <a:off x="2240704" y="4869160"/>
            <a:ext cx="1811725" cy="369332"/>
          </a:xfrm>
          <a:prstGeom prst="rect">
            <a:avLst/>
          </a:prstGeom>
          <a:noFill/>
        </p:spPr>
        <p:txBody>
          <a:bodyPr wrap="square" rtlCol="0">
            <a:spAutoFit/>
          </a:bodyPr>
          <a:lstStyle/>
          <a:p>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28" name="组合 27"/>
          <p:cNvGrpSpPr/>
          <p:nvPr/>
        </p:nvGrpSpPr>
        <p:grpSpPr>
          <a:xfrm>
            <a:off x="1999061" y="4959842"/>
            <a:ext cx="196101" cy="196101"/>
            <a:chOff x="1389761" y="2111236"/>
            <a:chExt cx="196101" cy="196101"/>
          </a:xfrm>
        </p:grpSpPr>
        <p:sp>
          <p:nvSpPr>
            <p:cNvPr id="29" name="矩形 28"/>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30"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grpSp>
      <p:sp>
        <p:nvSpPr>
          <p:cNvPr id="31" name="文本框 30"/>
          <p:cNvSpPr txBox="1"/>
          <p:nvPr/>
        </p:nvSpPr>
        <p:spPr>
          <a:xfrm>
            <a:off x="2240705" y="5204623"/>
            <a:ext cx="2029160" cy="1023742"/>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a:t>
            </a:r>
          </a:p>
        </p:txBody>
      </p:sp>
      <p:sp>
        <p:nvSpPr>
          <p:cNvPr id="32" name="文本框 31"/>
          <p:cNvSpPr txBox="1"/>
          <p:nvPr/>
        </p:nvSpPr>
        <p:spPr>
          <a:xfrm>
            <a:off x="5403920" y="4869160"/>
            <a:ext cx="1811725" cy="369332"/>
          </a:xfrm>
          <a:prstGeom prst="rect">
            <a:avLst/>
          </a:prstGeom>
          <a:noFill/>
        </p:spPr>
        <p:txBody>
          <a:bodyPr wrap="square" rtlCol="0">
            <a:spAutoFit/>
          </a:bodyPr>
          <a:lstStyle/>
          <a:p>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33" name="组合 32"/>
          <p:cNvGrpSpPr/>
          <p:nvPr/>
        </p:nvGrpSpPr>
        <p:grpSpPr>
          <a:xfrm>
            <a:off x="5162277" y="4959842"/>
            <a:ext cx="196101" cy="196101"/>
            <a:chOff x="1389761" y="2111236"/>
            <a:chExt cx="196101" cy="196101"/>
          </a:xfrm>
        </p:grpSpPr>
        <p:sp>
          <p:nvSpPr>
            <p:cNvPr id="34" name="矩形 33"/>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35"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grpSp>
      <p:sp>
        <p:nvSpPr>
          <p:cNvPr id="36" name="文本框 35"/>
          <p:cNvSpPr txBox="1"/>
          <p:nvPr/>
        </p:nvSpPr>
        <p:spPr>
          <a:xfrm>
            <a:off x="5403921" y="5204623"/>
            <a:ext cx="2029160" cy="1023742"/>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a:t>
            </a:r>
          </a:p>
        </p:txBody>
      </p:sp>
      <p:sp>
        <p:nvSpPr>
          <p:cNvPr id="37" name="文本框 36"/>
          <p:cNvSpPr txBox="1"/>
          <p:nvPr/>
        </p:nvSpPr>
        <p:spPr>
          <a:xfrm>
            <a:off x="8567136" y="4869160"/>
            <a:ext cx="1811725" cy="369332"/>
          </a:xfrm>
          <a:prstGeom prst="rect">
            <a:avLst/>
          </a:prstGeom>
          <a:noFill/>
        </p:spPr>
        <p:txBody>
          <a:bodyPr wrap="square" rtlCol="0">
            <a:spAutoFit/>
          </a:bodyPr>
          <a:lstStyle/>
          <a:p>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38" name="组合 37"/>
          <p:cNvGrpSpPr/>
          <p:nvPr/>
        </p:nvGrpSpPr>
        <p:grpSpPr>
          <a:xfrm>
            <a:off x="8325493" y="4959842"/>
            <a:ext cx="196101" cy="196101"/>
            <a:chOff x="1389761" y="2111236"/>
            <a:chExt cx="196101" cy="196101"/>
          </a:xfrm>
        </p:grpSpPr>
        <p:sp>
          <p:nvSpPr>
            <p:cNvPr id="39" name="矩形 38"/>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40"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grpSp>
      <p:sp>
        <p:nvSpPr>
          <p:cNvPr id="41" name="文本框 40"/>
          <p:cNvSpPr txBox="1"/>
          <p:nvPr/>
        </p:nvSpPr>
        <p:spPr>
          <a:xfrm>
            <a:off x="8567137" y="5204623"/>
            <a:ext cx="2029160" cy="1023742"/>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a:t>
            </a:r>
          </a:p>
        </p:txBody>
      </p:sp>
      <p:sp>
        <p:nvSpPr>
          <p:cNvPr id="42" name="文本框 41"/>
          <p:cNvSpPr txBox="1"/>
          <p:nvPr/>
        </p:nvSpPr>
        <p:spPr>
          <a:xfrm>
            <a:off x="1895871" y="1833985"/>
            <a:ext cx="8730343" cy="566309"/>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a:t>
            </a:r>
          </a:p>
        </p:txBody>
      </p:sp>
      <p:sp>
        <p:nvSpPr>
          <p:cNvPr id="43" name="文本框 42"/>
          <p:cNvSpPr txBox="1"/>
          <p:nvPr/>
        </p:nvSpPr>
        <p:spPr>
          <a:xfrm>
            <a:off x="5432249" y="1343395"/>
            <a:ext cx="1576112" cy="646331"/>
          </a:xfrm>
          <a:prstGeom prst="rect">
            <a:avLst/>
          </a:prstGeom>
          <a:noFill/>
        </p:spPr>
        <p:txBody>
          <a:bodyPr wrap="square" rtlCol="0">
            <a:spAutoFit/>
          </a:bodyPr>
          <a:lstStyle/>
          <a:p>
            <a:pPr algn="ctr"/>
            <a:r>
              <a:rPr lang="en-US" altLang="zh-CN"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SAMPLE TITLE</a:t>
            </a:r>
          </a:p>
        </p:txBody>
      </p:sp>
      <p:cxnSp>
        <p:nvCxnSpPr>
          <p:cNvPr id="44" name="直接连接符 43"/>
          <p:cNvCxnSpPr/>
          <p:nvPr/>
        </p:nvCxnSpPr>
        <p:spPr>
          <a:xfrm>
            <a:off x="1972753" y="2544502"/>
            <a:ext cx="8532812" cy="0"/>
          </a:xfrm>
          <a:prstGeom prst="line">
            <a:avLst/>
          </a:prstGeom>
          <a:noFill/>
          <a:ln w="6350" cap="flat" cmpd="sng" algn="ctr">
            <a:solidFill>
              <a:srgbClr val="FFFFFF">
                <a:lumMod val="65000"/>
              </a:srgbClr>
            </a:solidFill>
            <a:prstDash val="dash"/>
            <a:miter lim="800000"/>
          </a:ln>
          <a:effectLst/>
        </p:spPr>
      </p:cxnSp>
      <p:sp>
        <p:nvSpPr>
          <p:cNvPr id="45" name="等腰三角形 44"/>
          <p:cNvSpPr/>
          <p:nvPr/>
        </p:nvSpPr>
        <p:spPr>
          <a:xfrm flipV="1">
            <a:off x="6156631" y="2543381"/>
            <a:ext cx="165056" cy="102712"/>
          </a:xfrm>
          <a:prstGeom prst="triangle">
            <a:avLst/>
          </a:prstGeom>
          <a:solidFill>
            <a:srgbClr val="023F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2" name="图片 1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sp>
        <p:nvSpPr>
          <p:cNvPr id="17" name="AutoShape 2"/>
          <p:cNvSpPr>
            <a:spLocks noChangeArrowheads="1"/>
          </p:cNvSpPr>
          <p:nvPr/>
        </p:nvSpPr>
        <p:spPr bwMode="auto">
          <a:xfrm rot="5400000">
            <a:off x="2863951" y="1417182"/>
            <a:ext cx="571500" cy="2747963"/>
          </a:xfrm>
          <a:prstGeom prst="homePlate">
            <a:avLst>
              <a:gd name="adj" fmla="val 26949"/>
            </a:avLst>
          </a:prstGeom>
          <a:solidFill>
            <a:srgbClr val="023FA1"/>
          </a:solidFill>
          <a:ln>
            <a:noFill/>
          </a:ln>
          <a:effectLst/>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8" name="Freeform 3"/>
          <p:cNvSpPr/>
          <p:nvPr/>
        </p:nvSpPr>
        <p:spPr bwMode="auto">
          <a:xfrm>
            <a:off x="1775719" y="3021352"/>
            <a:ext cx="2747963" cy="3187700"/>
          </a:xfrm>
          <a:custGeom>
            <a:avLst/>
            <a:gdLst>
              <a:gd name="T0" fmla="*/ 2551 w 2551"/>
              <a:gd name="T1" fmla="*/ 2008 h 2008"/>
              <a:gd name="T2" fmla="*/ 2551 w 2551"/>
              <a:gd name="T3" fmla="*/ 0 h 2008"/>
              <a:gd name="T4" fmla="*/ 1274 w 2551"/>
              <a:gd name="T5" fmla="*/ 97 h 2008"/>
              <a:gd name="T6" fmla="*/ 0 w 2551"/>
              <a:gd name="T7" fmla="*/ 0 h 2008"/>
              <a:gd name="T8" fmla="*/ 0 w 2551"/>
              <a:gd name="T9" fmla="*/ 2008 h 2008"/>
              <a:gd name="T10" fmla="*/ 2551 w 2551"/>
              <a:gd name="T11" fmla="*/ 2008 h 2008"/>
            </a:gdLst>
            <a:ahLst/>
            <a:cxnLst>
              <a:cxn ang="0">
                <a:pos x="T0" y="T1"/>
              </a:cxn>
              <a:cxn ang="0">
                <a:pos x="T2" y="T3"/>
              </a:cxn>
              <a:cxn ang="0">
                <a:pos x="T4" y="T5"/>
              </a:cxn>
              <a:cxn ang="0">
                <a:pos x="T6" y="T7"/>
              </a:cxn>
              <a:cxn ang="0">
                <a:pos x="T8" y="T9"/>
              </a:cxn>
              <a:cxn ang="0">
                <a:pos x="T10" y="T11"/>
              </a:cxn>
            </a:cxnLst>
            <a:rect l="0" t="0" r="r" b="b"/>
            <a:pathLst>
              <a:path w="2551" h="2008">
                <a:moveTo>
                  <a:pt x="2551" y="2008"/>
                </a:moveTo>
                <a:lnTo>
                  <a:pt x="2551" y="0"/>
                </a:lnTo>
                <a:lnTo>
                  <a:pt x="1274" y="97"/>
                </a:lnTo>
                <a:lnTo>
                  <a:pt x="0" y="0"/>
                </a:lnTo>
                <a:lnTo>
                  <a:pt x="0" y="2008"/>
                </a:lnTo>
                <a:lnTo>
                  <a:pt x="2551" y="2008"/>
                </a:lnTo>
              </a:path>
            </a:pathLst>
          </a:custGeom>
          <a:noFill/>
          <a:ln w="6350" cmpd="sng">
            <a:solidFill>
              <a:sysClr val="windowText" lastClr="000000">
                <a:lumMod val="60000"/>
                <a:lumOff val="40000"/>
              </a:sysClr>
            </a:solidFill>
            <a:prstDash val="solid"/>
            <a:round/>
          </a:ln>
          <a:extLst>
            <a:ext uri="{909E8E84-426E-40DD-AFC4-6F175D3DCCD1}">
              <a14:hiddenFill xmlns:a14="http://schemas.microsoft.com/office/drawing/2010/main">
                <a:solidFill>
                  <a:schemeClr val="bg1"/>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9" name="AutoShape 7"/>
          <p:cNvSpPr>
            <a:spLocks noChangeArrowheads="1"/>
          </p:cNvSpPr>
          <p:nvPr/>
        </p:nvSpPr>
        <p:spPr bwMode="auto">
          <a:xfrm rot="5400000">
            <a:off x="5753201" y="1417182"/>
            <a:ext cx="571500" cy="2747963"/>
          </a:xfrm>
          <a:prstGeom prst="homePlate">
            <a:avLst>
              <a:gd name="adj" fmla="val 26949"/>
            </a:avLst>
          </a:prstGeom>
          <a:solidFill>
            <a:srgbClr val="023FA1"/>
          </a:solidFill>
          <a:ln>
            <a:noFill/>
          </a:ln>
          <a:effectLst/>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0" name="Freeform 8"/>
          <p:cNvSpPr/>
          <p:nvPr/>
        </p:nvSpPr>
        <p:spPr bwMode="auto">
          <a:xfrm>
            <a:off x="4664969" y="3021352"/>
            <a:ext cx="2747963" cy="3187700"/>
          </a:xfrm>
          <a:custGeom>
            <a:avLst/>
            <a:gdLst>
              <a:gd name="T0" fmla="*/ 2551 w 2551"/>
              <a:gd name="T1" fmla="*/ 2008 h 2008"/>
              <a:gd name="T2" fmla="*/ 2551 w 2551"/>
              <a:gd name="T3" fmla="*/ 0 h 2008"/>
              <a:gd name="T4" fmla="*/ 1274 w 2551"/>
              <a:gd name="T5" fmla="*/ 97 h 2008"/>
              <a:gd name="T6" fmla="*/ 0 w 2551"/>
              <a:gd name="T7" fmla="*/ 0 h 2008"/>
              <a:gd name="T8" fmla="*/ 0 w 2551"/>
              <a:gd name="T9" fmla="*/ 2008 h 2008"/>
              <a:gd name="T10" fmla="*/ 2551 w 2551"/>
              <a:gd name="T11" fmla="*/ 2008 h 2008"/>
            </a:gdLst>
            <a:ahLst/>
            <a:cxnLst>
              <a:cxn ang="0">
                <a:pos x="T0" y="T1"/>
              </a:cxn>
              <a:cxn ang="0">
                <a:pos x="T2" y="T3"/>
              </a:cxn>
              <a:cxn ang="0">
                <a:pos x="T4" y="T5"/>
              </a:cxn>
              <a:cxn ang="0">
                <a:pos x="T6" y="T7"/>
              </a:cxn>
              <a:cxn ang="0">
                <a:pos x="T8" y="T9"/>
              </a:cxn>
              <a:cxn ang="0">
                <a:pos x="T10" y="T11"/>
              </a:cxn>
            </a:cxnLst>
            <a:rect l="0" t="0" r="r" b="b"/>
            <a:pathLst>
              <a:path w="2551" h="2008">
                <a:moveTo>
                  <a:pt x="2551" y="2008"/>
                </a:moveTo>
                <a:lnTo>
                  <a:pt x="2551" y="0"/>
                </a:lnTo>
                <a:lnTo>
                  <a:pt x="1274" y="97"/>
                </a:lnTo>
                <a:lnTo>
                  <a:pt x="0" y="0"/>
                </a:lnTo>
                <a:lnTo>
                  <a:pt x="0" y="2008"/>
                </a:lnTo>
                <a:lnTo>
                  <a:pt x="2551" y="2008"/>
                </a:lnTo>
              </a:path>
            </a:pathLst>
          </a:custGeom>
          <a:noFill/>
          <a:ln w="6350" cmpd="sng">
            <a:solidFill>
              <a:sysClr val="windowText" lastClr="000000">
                <a:lumMod val="60000"/>
                <a:lumOff val="40000"/>
              </a:sysClr>
            </a:solidFill>
            <a:prstDash val="solid"/>
            <a:round/>
          </a:ln>
          <a:extLst>
            <a:ext uri="{909E8E84-426E-40DD-AFC4-6F175D3DCCD1}">
              <a14:hiddenFill xmlns:a14="http://schemas.microsoft.com/office/drawing/2010/main">
                <a:solidFill>
                  <a:schemeClr val="bg1"/>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1" name="AutoShape 11"/>
          <p:cNvSpPr>
            <a:spLocks noChangeArrowheads="1"/>
          </p:cNvSpPr>
          <p:nvPr/>
        </p:nvSpPr>
        <p:spPr bwMode="auto">
          <a:xfrm rot="5400000">
            <a:off x="8644038" y="1417183"/>
            <a:ext cx="571500" cy="2747962"/>
          </a:xfrm>
          <a:prstGeom prst="homePlate">
            <a:avLst>
              <a:gd name="adj" fmla="val 26949"/>
            </a:avLst>
          </a:prstGeom>
          <a:solidFill>
            <a:srgbClr val="023FA1"/>
          </a:solidFill>
          <a:ln>
            <a:noFill/>
          </a:ln>
          <a:effectLst/>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2" name="Freeform 12"/>
          <p:cNvSpPr/>
          <p:nvPr/>
        </p:nvSpPr>
        <p:spPr bwMode="auto">
          <a:xfrm>
            <a:off x="7555807" y="3021352"/>
            <a:ext cx="2747962" cy="3187700"/>
          </a:xfrm>
          <a:custGeom>
            <a:avLst/>
            <a:gdLst>
              <a:gd name="T0" fmla="*/ 2551 w 2551"/>
              <a:gd name="T1" fmla="*/ 2008 h 2008"/>
              <a:gd name="T2" fmla="*/ 2551 w 2551"/>
              <a:gd name="T3" fmla="*/ 0 h 2008"/>
              <a:gd name="T4" fmla="*/ 1274 w 2551"/>
              <a:gd name="T5" fmla="*/ 97 h 2008"/>
              <a:gd name="T6" fmla="*/ 0 w 2551"/>
              <a:gd name="T7" fmla="*/ 0 h 2008"/>
              <a:gd name="T8" fmla="*/ 0 w 2551"/>
              <a:gd name="T9" fmla="*/ 2008 h 2008"/>
              <a:gd name="T10" fmla="*/ 2551 w 2551"/>
              <a:gd name="T11" fmla="*/ 2008 h 2008"/>
            </a:gdLst>
            <a:ahLst/>
            <a:cxnLst>
              <a:cxn ang="0">
                <a:pos x="T0" y="T1"/>
              </a:cxn>
              <a:cxn ang="0">
                <a:pos x="T2" y="T3"/>
              </a:cxn>
              <a:cxn ang="0">
                <a:pos x="T4" y="T5"/>
              </a:cxn>
              <a:cxn ang="0">
                <a:pos x="T6" y="T7"/>
              </a:cxn>
              <a:cxn ang="0">
                <a:pos x="T8" y="T9"/>
              </a:cxn>
              <a:cxn ang="0">
                <a:pos x="T10" y="T11"/>
              </a:cxn>
            </a:cxnLst>
            <a:rect l="0" t="0" r="r" b="b"/>
            <a:pathLst>
              <a:path w="2551" h="2008">
                <a:moveTo>
                  <a:pt x="2551" y="2008"/>
                </a:moveTo>
                <a:lnTo>
                  <a:pt x="2551" y="0"/>
                </a:lnTo>
                <a:lnTo>
                  <a:pt x="1274" y="97"/>
                </a:lnTo>
                <a:lnTo>
                  <a:pt x="0" y="0"/>
                </a:lnTo>
                <a:lnTo>
                  <a:pt x="0" y="2008"/>
                </a:lnTo>
                <a:lnTo>
                  <a:pt x="2551" y="2008"/>
                </a:lnTo>
              </a:path>
            </a:pathLst>
          </a:custGeom>
          <a:noFill/>
          <a:ln w="6350" cmpd="sng">
            <a:solidFill>
              <a:sysClr val="windowText" lastClr="000000">
                <a:lumMod val="60000"/>
                <a:lumOff val="40000"/>
              </a:sysClr>
            </a:solidFill>
            <a:prstDash val="solid"/>
            <a:round/>
          </a:ln>
          <a:extLst>
            <a:ext uri="{909E8E84-426E-40DD-AFC4-6F175D3DCCD1}">
              <a14:hiddenFill xmlns:a14="http://schemas.microsoft.com/office/drawing/2010/main">
                <a:solidFill>
                  <a:schemeClr val="bg1"/>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3" name="文本框 22"/>
          <p:cNvSpPr txBox="1"/>
          <p:nvPr/>
        </p:nvSpPr>
        <p:spPr>
          <a:xfrm>
            <a:off x="2287571" y="3716283"/>
            <a:ext cx="1909888" cy="369332"/>
          </a:xfrm>
          <a:prstGeom prst="rect">
            <a:avLst/>
          </a:prstGeom>
          <a:noFill/>
        </p:spPr>
        <p:txBody>
          <a:bodyPr wrap="square" rtlCol="0">
            <a:spAutoFit/>
          </a:bodyPr>
          <a:lstStyle/>
          <a:p>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24" name="组合 23"/>
          <p:cNvGrpSpPr/>
          <p:nvPr/>
        </p:nvGrpSpPr>
        <p:grpSpPr>
          <a:xfrm>
            <a:off x="2045927" y="3806965"/>
            <a:ext cx="196101" cy="196101"/>
            <a:chOff x="1389761" y="2111236"/>
            <a:chExt cx="196101" cy="196101"/>
          </a:xfrm>
        </p:grpSpPr>
        <p:sp>
          <p:nvSpPr>
            <p:cNvPr id="25" name="矩形 24"/>
            <p:cNvSpPr/>
            <p:nvPr/>
          </p:nvSpPr>
          <p:spPr>
            <a:xfrm>
              <a:off x="1389761" y="2111236"/>
              <a:ext cx="196101" cy="196101"/>
            </a:xfrm>
            <a:prstGeom prst="rect">
              <a:avLst/>
            </a:prstGeom>
            <a:solidFill>
              <a:sysClr val="window" lastClr="FFFFFF">
                <a:lumMod val="50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26"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sp>
        <p:nvSpPr>
          <p:cNvPr id="27" name="文本框 26"/>
          <p:cNvSpPr txBox="1"/>
          <p:nvPr/>
        </p:nvSpPr>
        <p:spPr>
          <a:xfrm>
            <a:off x="2287571" y="4051746"/>
            <a:ext cx="2029160" cy="548548"/>
          </a:xfrm>
          <a:prstGeom prst="rect">
            <a:avLst/>
          </a:prstGeom>
          <a:noFill/>
        </p:spPr>
        <p:txBody>
          <a:bodyPr wrap="square" rtlCol="0">
            <a:spAutoFit/>
          </a:bodyPr>
          <a:lstStyle/>
          <a:p>
            <a:pPr algn="just">
              <a:lnSpc>
                <a:spcPct val="110000"/>
              </a:lnSpc>
            </a:pPr>
            <a:r>
              <a:rPr lang="zh-CN" altLang="en-US" sz="1400" dirty="0">
                <a:solidFill>
                  <a:prstClr val="black">
                    <a:lumMod val="60000"/>
                    <a:lumOff val="40000"/>
                  </a:prstClr>
                </a:solidFill>
                <a:latin typeface="华文细黑" panose="02010600040101010101" pitchFamily="2" charset="-122"/>
                <a:ea typeface="华文细黑" panose="02010600040101010101" pitchFamily="2" charset="-122"/>
                <a:cs typeface="Arial" panose="020B0604020202020204" pitchFamily="34" charset="0"/>
              </a:rPr>
              <a:t>右键点击图片选择设置图片格式可直接替换</a:t>
            </a:r>
          </a:p>
        </p:txBody>
      </p:sp>
      <p:sp>
        <p:nvSpPr>
          <p:cNvPr id="28" name="Freeform 9"/>
          <p:cNvSpPr/>
          <p:nvPr/>
        </p:nvSpPr>
        <p:spPr bwMode="auto">
          <a:xfrm>
            <a:off x="3040321" y="2681653"/>
            <a:ext cx="212747" cy="20355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29" name="文本框 28"/>
          <p:cNvSpPr txBox="1"/>
          <p:nvPr/>
        </p:nvSpPr>
        <p:spPr>
          <a:xfrm>
            <a:off x="2287571" y="4766750"/>
            <a:ext cx="1909888" cy="369332"/>
          </a:xfrm>
          <a:prstGeom prst="rect">
            <a:avLst/>
          </a:prstGeom>
          <a:noFill/>
        </p:spPr>
        <p:txBody>
          <a:bodyPr wrap="square" rtlCol="0">
            <a:spAutoFit/>
          </a:bodyPr>
          <a:lstStyle/>
          <a:p>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30" name="组合 29"/>
          <p:cNvGrpSpPr/>
          <p:nvPr/>
        </p:nvGrpSpPr>
        <p:grpSpPr>
          <a:xfrm>
            <a:off x="2045927" y="4857432"/>
            <a:ext cx="196101" cy="196101"/>
            <a:chOff x="1389761" y="2111236"/>
            <a:chExt cx="196101" cy="196101"/>
          </a:xfrm>
        </p:grpSpPr>
        <p:sp>
          <p:nvSpPr>
            <p:cNvPr id="31" name="矩形 30"/>
            <p:cNvSpPr/>
            <p:nvPr/>
          </p:nvSpPr>
          <p:spPr>
            <a:xfrm>
              <a:off x="1389761" y="2111236"/>
              <a:ext cx="196101" cy="196101"/>
            </a:xfrm>
            <a:prstGeom prst="rect">
              <a:avLst/>
            </a:prstGeom>
            <a:solidFill>
              <a:sysClr val="window" lastClr="FFFFFF">
                <a:lumMod val="50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32"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sp>
        <p:nvSpPr>
          <p:cNvPr id="33" name="文本框 32"/>
          <p:cNvSpPr txBox="1"/>
          <p:nvPr/>
        </p:nvSpPr>
        <p:spPr>
          <a:xfrm>
            <a:off x="2287571" y="5102213"/>
            <a:ext cx="2029160" cy="566309"/>
          </a:xfrm>
          <a:prstGeom prst="rect">
            <a:avLst/>
          </a:prstGeom>
          <a:noFill/>
        </p:spPr>
        <p:txBody>
          <a:bodyPr wrap="square" rtlCol="0">
            <a:spAutoFit/>
          </a:bodyPr>
          <a:lstStyle/>
          <a:p>
            <a:pPr algn="just">
              <a:lnSpc>
                <a:spcPct val="110000"/>
              </a:lnSpc>
            </a:pPr>
            <a:r>
              <a:rPr lang="zh-CN" altLang="en-US" sz="1400" dirty="0">
                <a:solidFill>
                  <a:prstClr val="black">
                    <a:lumMod val="60000"/>
                    <a:lumOff val="40000"/>
                  </a:prstClr>
                </a:solidFill>
                <a:latin typeface="华文细黑" panose="02010600040101010101" pitchFamily="2" charset="-122"/>
                <a:ea typeface="华文细黑" panose="02010600040101010101" pitchFamily="2" charset="-122"/>
                <a:cs typeface="Arial" panose="020B0604020202020204" pitchFamily="34" charset="0"/>
              </a:rPr>
              <a:t>右键点击图片选择设置图片格式可直接替换</a:t>
            </a:r>
          </a:p>
        </p:txBody>
      </p:sp>
      <p:sp>
        <p:nvSpPr>
          <p:cNvPr id="34" name="Freeform 9"/>
          <p:cNvSpPr/>
          <p:nvPr/>
        </p:nvSpPr>
        <p:spPr bwMode="auto">
          <a:xfrm>
            <a:off x="2813595" y="2708223"/>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35" name="Freeform 9"/>
          <p:cNvSpPr/>
          <p:nvPr/>
        </p:nvSpPr>
        <p:spPr bwMode="auto">
          <a:xfrm>
            <a:off x="3322589" y="2708223"/>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36" name="文本框 35"/>
          <p:cNvSpPr txBox="1"/>
          <p:nvPr/>
        </p:nvSpPr>
        <p:spPr>
          <a:xfrm>
            <a:off x="5145657" y="3716283"/>
            <a:ext cx="1909888" cy="369332"/>
          </a:xfrm>
          <a:prstGeom prst="rect">
            <a:avLst/>
          </a:prstGeom>
          <a:noFill/>
        </p:spPr>
        <p:txBody>
          <a:bodyPr wrap="square" rtlCol="0">
            <a:spAutoFit/>
          </a:bodyPr>
          <a:lstStyle/>
          <a:p>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37" name="组合 36"/>
          <p:cNvGrpSpPr/>
          <p:nvPr/>
        </p:nvGrpSpPr>
        <p:grpSpPr>
          <a:xfrm>
            <a:off x="4904013" y="3806965"/>
            <a:ext cx="196101" cy="196101"/>
            <a:chOff x="1389761" y="2111236"/>
            <a:chExt cx="196101" cy="196101"/>
          </a:xfrm>
        </p:grpSpPr>
        <p:sp>
          <p:nvSpPr>
            <p:cNvPr id="38" name="矩形 37"/>
            <p:cNvSpPr/>
            <p:nvPr/>
          </p:nvSpPr>
          <p:spPr>
            <a:xfrm>
              <a:off x="1389761" y="2111236"/>
              <a:ext cx="196101" cy="196101"/>
            </a:xfrm>
            <a:prstGeom prst="rect">
              <a:avLst/>
            </a:prstGeom>
            <a:solidFill>
              <a:sysClr val="window" lastClr="FFFFFF">
                <a:lumMod val="50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39"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sp>
        <p:nvSpPr>
          <p:cNvPr id="40" name="文本框 39"/>
          <p:cNvSpPr txBox="1"/>
          <p:nvPr/>
        </p:nvSpPr>
        <p:spPr>
          <a:xfrm>
            <a:off x="5145657" y="4051746"/>
            <a:ext cx="2029160" cy="566309"/>
          </a:xfrm>
          <a:prstGeom prst="rect">
            <a:avLst/>
          </a:prstGeom>
          <a:noFill/>
        </p:spPr>
        <p:txBody>
          <a:bodyPr wrap="square" rtlCol="0">
            <a:spAutoFit/>
          </a:bodyPr>
          <a:lstStyle/>
          <a:p>
            <a:pPr algn="just">
              <a:lnSpc>
                <a:spcPct val="110000"/>
              </a:lnSpc>
            </a:pPr>
            <a:r>
              <a:rPr lang="zh-CN" altLang="en-US" sz="1400" dirty="0">
                <a:solidFill>
                  <a:prstClr val="black">
                    <a:lumMod val="60000"/>
                    <a:lumOff val="40000"/>
                  </a:prstClr>
                </a:solidFill>
                <a:latin typeface="华文细黑" panose="02010600040101010101" pitchFamily="2" charset="-122"/>
                <a:ea typeface="华文细黑" panose="02010600040101010101" pitchFamily="2" charset="-122"/>
                <a:cs typeface="Arial" panose="020B0604020202020204" pitchFamily="34" charset="0"/>
              </a:rPr>
              <a:t>右键点击图片选择设置图片格式可直接替换</a:t>
            </a:r>
          </a:p>
        </p:txBody>
      </p:sp>
      <p:sp>
        <p:nvSpPr>
          <p:cNvPr id="41" name="Freeform 9"/>
          <p:cNvSpPr/>
          <p:nvPr/>
        </p:nvSpPr>
        <p:spPr bwMode="auto">
          <a:xfrm>
            <a:off x="5898407" y="2681653"/>
            <a:ext cx="212747" cy="20355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42" name="文本框 41"/>
          <p:cNvSpPr txBox="1"/>
          <p:nvPr/>
        </p:nvSpPr>
        <p:spPr>
          <a:xfrm>
            <a:off x="5145657" y="4766750"/>
            <a:ext cx="1909888" cy="369332"/>
          </a:xfrm>
          <a:prstGeom prst="rect">
            <a:avLst/>
          </a:prstGeom>
          <a:noFill/>
        </p:spPr>
        <p:txBody>
          <a:bodyPr wrap="square" rtlCol="0">
            <a:spAutoFit/>
          </a:bodyPr>
          <a:lstStyle/>
          <a:p>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43" name="组合 42"/>
          <p:cNvGrpSpPr/>
          <p:nvPr/>
        </p:nvGrpSpPr>
        <p:grpSpPr>
          <a:xfrm>
            <a:off x="4904013" y="4857432"/>
            <a:ext cx="196101" cy="196101"/>
            <a:chOff x="1389761" y="2111236"/>
            <a:chExt cx="196101" cy="196101"/>
          </a:xfrm>
        </p:grpSpPr>
        <p:sp>
          <p:nvSpPr>
            <p:cNvPr id="44" name="矩形 43"/>
            <p:cNvSpPr/>
            <p:nvPr/>
          </p:nvSpPr>
          <p:spPr>
            <a:xfrm>
              <a:off x="1389761" y="2111236"/>
              <a:ext cx="196101" cy="196101"/>
            </a:xfrm>
            <a:prstGeom prst="rect">
              <a:avLst/>
            </a:prstGeom>
            <a:solidFill>
              <a:sysClr val="window" lastClr="FFFFFF">
                <a:lumMod val="50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45"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sp>
        <p:nvSpPr>
          <p:cNvPr id="46" name="文本框 45"/>
          <p:cNvSpPr txBox="1"/>
          <p:nvPr/>
        </p:nvSpPr>
        <p:spPr>
          <a:xfrm>
            <a:off x="5145657" y="5102213"/>
            <a:ext cx="2029160" cy="566309"/>
          </a:xfrm>
          <a:prstGeom prst="rect">
            <a:avLst/>
          </a:prstGeom>
          <a:noFill/>
        </p:spPr>
        <p:txBody>
          <a:bodyPr wrap="square" rtlCol="0">
            <a:spAutoFit/>
          </a:bodyPr>
          <a:lstStyle/>
          <a:p>
            <a:pPr algn="just">
              <a:lnSpc>
                <a:spcPct val="110000"/>
              </a:lnSpc>
            </a:pPr>
            <a:r>
              <a:rPr lang="zh-CN" altLang="en-US" sz="1400" dirty="0">
                <a:solidFill>
                  <a:prstClr val="black">
                    <a:lumMod val="60000"/>
                    <a:lumOff val="40000"/>
                  </a:prstClr>
                </a:solidFill>
                <a:latin typeface="华文细黑" panose="02010600040101010101" pitchFamily="2" charset="-122"/>
                <a:ea typeface="华文细黑" panose="02010600040101010101" pitchFamily="2" charset="-122"/>
                <a:cs typeface="Arial" panose="020B0604020202020204" pitchFamily="34" charset="0"/>
              </a:rPr>
              <a:t>右键点击图片选择设置图片格式可直接替换</a:t>
            </a:r>
          </a:p>
        </p:txBody>
      </p:sp>
      <p:sp>
        <p:nvSpPr>
          <p:cNvPr id="47" name="Freeform 9"/>
          <p:cNvSpPr/>
          <p:nvPr/>
        </p:nvSpPr>
        <p:spPr bwMode="auto">
          <a:xfrm>
            <a:off x="5671681" y="2708223"/>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48" name="Freeform 9"/>
          <p:cNvSpPr/>
          <p:nvPr/>
        </p:nvSpPr>
        <p:spPr bwMode="auto">
          <a:xfrm>
            <a:off x="6180675" y="2708223"/>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49" name="文本框 48"/>
          <p:cNvSpPr txBox="1"/>
          <p:nvPr/>
        </p:nvSpPr>
        <p:spPr>
          <a:xfrm>
            <a:off x="8067119" y="3716283"/>
            <a:ext cx="1909888" cy="369332"/>
          </a:xfrm>
          <a:prstGeom prst="rect">
            <a:avLst/>
          </a:prstGeom>
          <a:noFill/>
        </p:spPr>
        <p:txBody>
          <a:bodyPr wrap="square" rtlCol="0">
            <a:spAutoFit/>
          </a:bodyPr>
          <a:lstStyle/>
          <a:p>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50" name="组合 49"/>
          <p:cNvGrpSpPr/>
          <p:nvPr/>
        </p:nvGrpSpPr>
        <p:grpSpPr>
          <a:xfrm>
            <a:off x="7825475" y="3806965"/>
            <a:ext cx="196101" cy="196101"/>
            <a:chOff x="1389761" y="2111236"/>
            <a:chExt cx="196101" cy="196101"/>
          </a:xfrm>
        </p:grpSpPr>
        <p:sp>
          <p:nvSpPr>
            <p:cNvPr id="51" name="矩形 50"/>
            <p:cNvSpPr/>
            <p:nvPr/>
          </p:nvSpPr>
          <p:spPr>
            <a:xfrm>
              <a:off x="1389761" y="2111236"/>
              <a:ext cx="196101" cy="196101"/>
            </a:xfrm>
            <a:prstGeom prst="rect">
              <a:avLst/>
            </a:prstGeom>
            <a:solidFill>
              <a:sysClr val="window" lastClr="FFFFFF">
                <a:lumMod val="50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52"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sp>
        <p:nvSpPr>
          <p:cNvPr id="53" name="文本框 52"/>
          <p:cNvSpPr txBox="1"/>
          <p:nvPr/>
        </p:nvSpPr>
        <p:spPr>
          <a:xfrm>
            <a:off x="8067119" y="4051746"/>
            <a:ext cx="2029160" cy="548548"/>
          </a:xfrm>
          <a:prstGeom prst="rect">
            <a:avLst/>
          </a:prstGeom>
          <a:noFill/>
        </p:spPr>
        <p:txBody>
          <a:bodyPr wrap="square" rtlCol="0">
            <a:spAutoFit/>
          </a:bodyPr>
          <a:lstStyle/>
          <a:p>
            <a:pPr algn="just">
              <a:lnSpc>
                <a:spcPct val="110000"/>
              </a:lnSpc>
            </a:pPr>
            <a:r>
              <a:rPr lang="zh-CN" altLang="en-US" sz="1400" dirty="0">
                <a:solidFill>
                  <a:prstClr val="black">
                    <a:lumMod val="60000"/>
                    <a:lumOff val="40000"/>
                  </a:prstClr>
                </a:solidFill>
                <a:latin typeface="华文细黑" panose="02010600040101010101" pitchFamily="2" charset="-122"/>
                <a:ea typeface="华文细黑" panose="02010600040101010101" pitchFamily="2" charset="-122"/>
                <a:cs typeface="Arial" panose="020B0604020202020204" pitchFamily="34" charset="0"/>
              </a:rPr>
              <a:t>右键点击图片选择设置图片格式可直接替换</a:t>
            </a:r>
          </a:p>
        </p:txBody>
      </p:sp>
      <p:sp>
        <p:nvSpPr>
          <p:cNvPr id="54" name="Freeform 9"/>
          <p:cNvSpPr/>
          <p:nvPr/>
        </p:nvSpPr>
        <p:spPr bwMode="auto">
          <a:xfrm>
            <a:off x="8819869" y="2681653"/>
            <a:ext cx="212747" cy="20355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55" name="文本框 54"/>
          <p:cNvSpPr txBox="1"/>
          <p:nvPr/>
        </p:nvSpPr>
        <p:spPr>
          <a:xfrm>
            <a:off x="8067119" y="4766750"/>
            <a:ext cx="1909888" cy="369332"/>
          </a:xfrm>
          <a:prstGeom prst="rect">
            <a:avLst/>
          </a:prstGeom>
          <a:noFill/>
        </p:spPr>
        <p:txBody>
          <a:bodyPr wrap="square" rtlCol="0">
            <a:spAutoFit/>
          </a:bodyPr>
          <a:lstStyle/>
          <a:p>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56" name="组合 55"/>
          <p:cNvGrpSpPr/>
          <p:nvPr/>
        </p:nvGrpSpPr>
        <p:grpSpPr>
          <a:xfrm>
            <a:off x="7825475" y="4857432"/>
            <a:ext cx="196101" cy="196101"/>
            <a:chOff x="1389761" y="2111236"/>
            <a:chExt cx="196101" cy="196101"/>
          </a:xfrm>
        </p:grpSpPr>
        <p:sp>
          <p:nvSpPr>
            <p:cNvPr id="57" name="矩形 56"/>
            <p:cNvSpPr/>
            <p:nvPr/>
          </p:nvSpPr>
          <p:spPr>
            <a:xfrm>
              <a:off x="1389761" y="2111236"/>
              <a:ext cx="196101" cy="196101"/>
            </a:xfrm>
            <a:prstGeom prst="rect">
              <a:avLst/>
            </a:prstGeom>
            <a:solidFill>
              <a:sysClr val="window" lastClr="FFFFFF">
                <a:lumMod val="50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58"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sp>
        <p:nvSpPr>
          <p:cNvPr id="59" name="文本框 58"/>
          <p:cNvSpPr txBox="1"/>
          <p:nvPr/>
        </p:nvSpPr>
        <p:spPr>
          <a:xfrm>
            <a:off x="8067119" y="5102213"/>
            <a:ext cx="2029160" cy="566309"/>
          </a:xfrm>
          <a:prstGeom prst="rect">
            <a:avLst/>
          </a:prstGeom>
          <a:noFill/>
        </p:spPr>
        <p:txBody>
          <a:bodyPr wrap="square" rtlCol="0">
            <a:spAutoFit/>
          </a:bodyPr>
          <a:lstStyle/>
          <a:p>
            <a:pPr algn="just">
              <a:lnSpc>
                <a:spcPct val="110000"/>
              </a:lnSpc>
            </a:pPr>
            <a:r>
              <a:rPr lang="zh-CN" altLang="en-US" sz="1400" dirty="0">
                <a:solidFill>
                  <a:prstClr val="black">
                    <a:lumMod val="60000"/>
                    <a:lumOff val="40000"/>
                  </a:prstClr>
                </a:solidFill>
                <a:latin typeface="华文细黑" panose="02010600040101010101" pitchFamily="2" charset="-122"/>
                <a:ea typeface="华文细黑" panose="02010600040101010101" pitchFamily="2" charset="-122"/>
                <a:cs typeface="Arial" panose="020B0604020202020204" pitchFamily="34" charset="0"/>
              </a:rPr>
              <a:t>右键点击图片选择设置图片格式可直接替换</a:t>
            </a:r>
          </a:p>
        </p:txBody>
      </p:sp>
      <p:sp>
        <p:nvSpPr>
          <p:cNvPr id="60" name="Freeform 9"/>
          <p:cNvSpPr/>
          <p:nvPr/>
        </p:nvSpPr>
        <p:spPr bwMode="auto">
          <a:xfrm>
            <a:off x="8593143" y="2708223"/>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61" name="Freeform 9"/>
          <p:cNvSpPr/>
          <p:nvPr/>
        </p:nvSpPr>
        <p:spPr bwMode="auto">
          <a:xfrm>
            <a:off x="9102137" y="2708223"/>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endParaRPr>
          </a:p>
        </p:txBody>
      </p:sp>
      <p:sp>
        <p:nvSpPr>
          <p:cNvPr id="62" name="文本框 61"/>
          <p:cNvSpPr txBox="1"/>
          <p:nvPr/>
        </p:nvSpPr>
        <p:spPr>
          <a:xfrm>
            <a:off x="1686137" y="1675572"/>
            <a:ext cx="8730343" cy="786754"/>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右键点击图片选择设置图片格式可直接替换图片，在此录入上述图表的描述说明。您可以点击文字框输入您的描述说明，或者通过复制粘贴。</a:t>
            </a:r>
          </a:p>
        </p:txBody>
      </p:sp>
      <p:sp>
        <p:nvSpPr>
          <p:cNvPr id="63" name="文本框 62"/>
          <p:cNvSpPr txBox="1"/>
          <p:nvPr/>
        </p:nvSpPr>
        <p:spPr>
          <a:xfrm>
            <a:off x="1686137" y="1268760"/>
            <a:ext cx="1909888" cy="369332"/>
          </a:xfrm>
          <a:prstGeom prst="rect">
            <a:avLst/>
          </a:prstGeom>
          <a:noFill/>
        </p:spPr>
        <p:txBody>
          <a:bodyPr wrap="square" rtlCol="0">
            <a:spAutoFit/>
          </a:bodyPr>
          <a:lstStyle/>
          <a:p>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SAMPLE TITLE</a:t>
            </a:r>
          </a:p>
        </p:txBody>
      </p:sp>
      <p:cxnSp>
        <p:nvCxnSpPr>
          <p:cNvPr id="64" name="直接连接符 63"/>
          <p:cNvCxnSpPr/>
          <p:nvPr/>
        </p:nvCxnSpPr>
        <p:spPr>
          <a:xfrm>
            <a:off x="1763019" y="1608897"/>
            <a:ext cx="8532812" cy="0"/>
          </a:xfrm>
          <a:prstGeom prst="line">
            <a:avLst/>
          </a:prstGeom>
          <a:noFill/>
          <a:ln w="9525" cap="flat" cmpd="sng" algn="ctr">
            <a:solidFill>
              <a:sysClr val="windowText" lastClr="000000">
                <a:lumMod val="60000"/>
                <a:lumOff val="40000"/>
              </a:sysClr>
            </a:solidFill>
            <a:prstDash val="dash"/>
          </a:ln>
          <a:effectLst/>
        </p:spPr>
      </p:cxn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0" y="0"/>
            <a:ext cx="12192000" cy="6912403"/>
          </a:xfrm>
          <a:prstGeom prst="rect">
            <a:avLst/>
          </a:prstGeom>
          <a:gradFill flip="none" rotWithShape="1">
            <a:gsLst>
              <a:gs pos="100000">
                <a:srgbClr val="0B47B3">
                  <a:alpha val="88000"/>
                </a:srgbClr>
              </a:gs>
              <a:gs pos="0">
                <a:srgbClr val="0B47B3">
                  <a:alpha val="95000"/>
                </a:srgbClr>
              </a:gs>
              <a:gs pos="69000">
                <a:srgbClr val="0B47B3"/>
              </a:gs>
            </a:gsLst>
            <a:lin ang="162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5" name="文本框 4"/>
          <p:cNvSpPr txBox="1"/>
          <p:nvPr/>
        </p:nvSpPr>
        <p:spPr>
          <a:xfrm>
            <a:off x="995219" y="1224329"/>
            <a:ext cx="5328592" cy="45089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700" b="0" i="0" u="none" strike="noStrike" kern="1200" cap="none" spc="0" normalizeH="0" baseline="0" noProof="0" dirty="0">
                <a:ln>
                  <a:noFill/>
                </a:ln>
                <a:solidFill>
                  <a:prstClr val="white"/>
                </a:solidFill>
                <a:effectLst/>
                <a:uLnTx/>
                <a:uFillTx/>
                <a:latin typeface="Arial Black" panose="020B0A04020102020204" pitchFamily="34" charset="0"/>
                <a:ea typeface="宋体" panose="02010600030101010101" pitchFamily="2" charset="-122"/>
                <a:cs typeface="+mn-cs"/>
              </a:rPr>
              <a:t>05</a:t>
            </a:r>
            <a:endParaRPr kumimoji="0" lang="zh-CN" altLang="en-US" sz="28700" b="0" i="0" u="none" strike="noStrike" kern="1200" cap="none" spc="0" normalizeH="0" baseline="0" noProof="0" dirty="0">
              <a:ln>
                <a:noFill/>
              </a:ln>
              <a:solidFill>
                <a:prstClr val="white"/>
              </a:solidFill>
              <a:effectLst/>
              <a:uLnTx/>
              <a:uFillTx/>
              <a:latin typeface="Arial Black" panose="020B0A04020102020204" pitchFamily="34" charset="0"/>
              <a:ea typeface="宋体" panose="02010600030101010101" pitchFamily="2" charset="-122"/>
              <a:cs typeface="+mn-cs"/>
            </a:endParaRPr>
          </a:p>
        </p:txBody>
      </p:sp>
      <p:sp>
        <p:nvSpPr>
          <p:cNvPr id="6" name="标题 4"/>
          <p:cNvSpPr txBox="1"/>
          <p:nvPr/>
        </p:nvSpPr>
        <p:spPr>
          <a:xfrm>
            <a:off x="6079784" y="2062596"/>
            <a:ext cx="5328592"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j-cs"/>
              </a:rPr>
              <a:t>请输入你的标题</a:t>
            </a:r>
          </a:p>
        </p:txBody>
      </p:sp>
      <p:cxnSp>
        <p:nvCxnSpPr>
          <p:cNvPr id="7" name="直接连接符 6"/>
          <p:cNvCxnSpPr/>
          <p:nvPr/>
        </p:nvCxnSpPr>
        <p:spPr>
          <a:xfrm>
            <a:off x="6255757" y="3143336"/>
            <a:ext cx="3594498" cy="0"/>
          </a:xfrm>
          <a:prstGeom prst="line">
            <a:avLst/>
          </a:prstGeom>
          <a:noFill/>
          <a:ln w="28575" cap="flat" cmpd="sng" algn="ctr">
            <a:solidFill>
              <a:sysClr val="window" lastClr="FFFFFF"/>
            </a:solidFill>
            <a:prstDash val="solid"/>
            <a:headEnd type="oval" w="med" len="med"/>
            <a:tailEnd type="oval" w="med" len="med"/>
          </a:ln>
          <a:effectLst/>
        </p:spPr>
      </p:cxnSp>
      <p:sp>
        <p:nvSpPr>
          <p:cNvPr id="8" name="标题 4"/>
          <p:cNvSpPr txBox="1"/>
          <p:nvPr/>
        </p:nvSpPr>
        <p:spPr>
          <a:xfrm>
            <a:off x="6225638" y="3862063"/>
            <a:ext cx="4754488"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25000"/>
              </a:lnSpc>
              <a:spcBef>
                <a:spcPct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j-cs"/>
              </a:rPr>
              <a:t>请输入你的副标题或标题说明以简洁为主说明本章的内容关键要点请输入你的副标题或标题说明以简洁为主说明本章的内容关键要点</a:t>
            </a:r>
          </a:p>
          <a:p>
            <a:pPr marL="0" marR="0" lvl="0" indent="0" algn="l" defTabSz="914400" rtl="0" eaLnBrk="1" fontAlgn="auto" latinLnBrk="0" hangingPunct="1">
              <a:lnSpc>
                <a:spcPct val="125000"/>
              </a:lnSpc>
              <a:spcBef>
                <a:spcPct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j-cs"/>
            </a:endParaRPr>
          </a:p>
        </p:txBody>
      </p:sp>
      <p:grpSp>
        <p:nvGrpSpPr>
          <p:cNvPr id="9" name="组合 8"/>
          <p:cNvGrpSpPr/>
          <p:nvPr/>
        </p:nvGrpSpPr>
        <p:grpSpPr>
          <a:xfrm>
            <a:off x="8968955" y="220196"/>
            <a:ext cx="2851680" cy="726950"/>
            <a:chOff x="751446" y="486412"/>
            <a:chExt cx="4918925" cy="1253932"/>
          </a:xfrm>
        </p:grpSpPr>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1446" y="486412"/>
              <a:ext cx="1253932" cy="1253932"/>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1960351" y="558072"/>
              <a:ext cx="3710020" cy="607919"/>
            </a:xfrm>
            <a:prstGeom prst="rect">
              <a:avLst/>
            </a:prstGeom>
          </p:spPr>
        </p:pic>
        <p:sp>
          <p:nvSpPr>
            <p:cNvPr id="12" name="矩形 11"/>
            <p:cNvSpPr/>
            <p:nvPr/>
          </p:nvSpPr>
          <p:spPr>
            <a:xfrm>
              <a:off x="2063872" y="1156394"/>
              <a:ext cx="3606499" cy="530891"/>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BEIHANG UNIVERSITY</a:t>
              </a:r>
              <a:endParaRPr kumimoji="0" lang="zh-CN" altLang="en-US" sz="14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3" name="组合 12"/>
          <p:cNvGrpSpPr/>
          <p:nvPr/>
        </p:nvGrpSpPr>
        <p:grpSpPr>
          <a:xfrm>
            <a:off x="227727" y="5858748"/>
            <a:ext cx="2412444" cy="929311"/>
            <a:chOff x="227727" y="5753818"/>
            <a:chExt cx="2412444" cy="929311"/>
          </a:xfrm>
        </p:grpSpPr>
        <p:pic>
          <p:nvPicPr>
            <p:cNvPr id="14" name="图片 13"/>
            <p:cNvPicPr>
              <a:picLocks noChangeAspect="1"/>
            </p:cNvPicPr>
            <p:nvPr/>
          </p:nvPicPr>
          <p:blipFill rotWithShape="1">
            <a:blip r:embed="rId5" cstate="print">
              <a:extLst>
                <a:ext uri="{28A0092B-C50C-407E-A947-70E740481C1C}">
                  <a14:useLocalDpi xmlns:a14="http://schemas.microsoft.com/office/drawing/2010/main" val="0"/>
                </a:ext>
              </a:extLst>
            </a:blip>
            <a:srcRect r="50000" b="-2912"/>
            <a:stretch>
              <a:fillRect/>
            </a:stretch>
          </p:blipFill>
          <p:spPr>
            <a:xfrm>
              <a:off x="227727" y="5753818"/>
              <a:ext cx="1475785" cy="485334"/>
            </a:xfrm>
            <a:prstGeom prst="rect">
              <a:avLst/>
            </a:prstGeom>
          </p:spPr>
        </p:pic>
        <p:pic>
          <p:nvPicPr>
            <p:cNvPr id="15" name="图片 14"/>
            <p:cNvPicPr>
              <a:picLocks noChangeAspect="1"/>
            </p:cNvPicPr>
            <p:nvPr/>
          </p:nvPicPr>
          <p:blipFill rotWithShape="1">
            <a:blip r:embed="rId5" cstate="print">
              <a:extLst>
                <a:ext uri="{28A0092B-C50C-407E-A947-70E740481C1C}">
                  <a14:useLocalDpi xmlns:a14="http://schemas.microsoft.com/office/drawing/2010/main" val="0"/>
                </a:ext>
              </a:extLst>
            </a:blip>
            <a:srcRect l="50000"/>
            <a:stretch>
              <a:fillRect/>
            </a:stretch>
          </p:blipFill>
          <p:spPr>
            <a:xfrm>
              <a:off x="1164385" y="6211529"/>
              <a:ext cx="1475786" cy="4716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7512"/>
          </a:xfrm>
          <a:prstGeom prst="rect">
            <a:avLst/>
          </a:prstGeom>
        </p:spPr>
      </p:pic>
      <p:sp>
        <p:nvSpPr>
          <p:cNvPr id="6" name="矩形 5"/>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7" name="组合 6"/>
          <p:cNvGrpSpPr/>
          <p:nvPr/>
        </p:nvGrpSpPr>
        <p:grpSpPr>
          <a:xfrm>
            <a:off x="0" y="260648"/>
            <a:ext cx="4367671" cy="1043832"/>
            <a:chOff x="0" y="260648"/>
            <a:chExt cx="4367671" cy="1043832"/>
          </a:xfrm>
        </p:grpSpPr>
        <p:sp>
          <p:nvSpPr>
            <p:cNvPr id="8" name="矩形 7"/>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9" name="组合 8"/>
            <p:cNvGrpSpPr/>
            <p:nvPr/>
          </p:nvGrpSpPr>
          <p:grpSpPr>
            <a:xfrm>
              <a:off x="695400" y="260648"/>
              <a:ext cx="3672271" cy="1043832"/>
              <a:chOff x="623392" y="310880"/>
              <a:chExt cx="3672271" cy="1043832"/>
            </a:xfrm>
          </p:grpSpPr>
          <p:sp>
            <p:nvSpPr>
              <p:cNvPr id="10" name="文本框 9"/>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11" name="直接连接符 10"/>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2" name="文本框 11"/>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3" name="文本框 12"/>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4" name="图片 13"/>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5" name="组合 14"/>
          <p:cNvGrpSpPr/>
          <p:nvPr/>
        </p:nvGrpSpPr>
        <p:grpSpPr>
          <a:xfrm>
            <a:off x="8925185" y="381902"/>
            <a:ext cx="2879308" cy="743473"/>
            <a:chOff x="825667" y="458497"/>
            <a:chExt cx="4856203" cy="1253932"/>
          </a:xfrm>
        </p:grpSpPr>
        <p:pic>
          <p:nvPicPr>
            <p:cNvPr id="16" name="图片 15"/>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7" name="图片 16"/>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8" name="矩形 17"/>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sp>
        <p:nvSpPr>
          <p:cNvPr id="19" name="文本框 18"/>
          <p:cNvSpPr txBox="1"/>
          <p:nvPr/>
        </p:nvSpPr>
        <p:spPr>
          <a:xfrm>
            <a:off x="1513108" y="2229362"/>
            <a:ext cx="1776092" cy="369332"/>
          </a:xfrm>
          <a:prstGeom prst="rect">
            <a:avLst/>
          </a:prstGeom>
          <a:noFill/>
        </p:spPr>
        <p:txBody>
          <a:bodyPr wrap="square" rtlCol="0">
            <a:spAutoFit/>
          </a:bodyPr>
          <a:lstStyle/>
          <a:p>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20" name="组合 19"/>
          <p:cNvGrpSpPr/>
          <p:nvPr/>
        </p:nvGrpSpPr>
        <p:grpSpPr>
          <a:xfrm>
            <a:off x="1271464" y="2320044"/>
            <a:ext cx="196101" cy="196101"/>
            <a:chOff x="1389761" y="2111236"/>
            <a:chExt cx="196101" cy="196101"/>
          </a:xfrm>
        </p:grpSpPr>
        <p:sp>
          <p:nvSpPr>
            <p:cNvPr id="21" name="矩形 20"/>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22"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grpSp>
      <p:sp>
        <p:nvSpPr>
          <p:cNvPr id="23" name="文本框 22"/>
          <p:cNvSpPr txBox="1"/>
          <p:nvPr/>
        </p:nvSpPr>
        <p:spPr>
          <a:xfrm>
            <a:off x="1513108" y="2564825"/>
            <a:ext cx="2029160" cy="3156633"/>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右键点击图片选择设置图片格式可直接替换图片，在此录入上述图表的描述说明。您可以点击文字框输入您的描述说明，或者通过复制粘贴。</a:t>
            </a:r>
          </a:p>
        </p:txBody>
      </p:sp>
      <p:sp>
        <p:nvSpPr>
          <p:cNvPr id="24" name="文本框 23"/>
          <p:cNvSpPr txBox="1"/>
          <p:nvPr/>
        </p:nvSpPr>
        <p:spPr>
          <a:xfrm>
            <a:off x="5159214" y="1415462"/>
            <a:ext cx="1776092" cy="369332"/>
          </a:xfrm>
          <a:prstGeom prst="rect">
            <a:avLst/>
          </a:prstGeom>
          <a:noFill/>
        </p:spPr>
        <p:txBody>
          <a:bodyPr wrap="square" rtlCol="0">
            <a:spAutoFit/>
          </a:bodyPr>
          <a:lstStyle/>
          <a:p>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25" name="组合 24"/>
          <p:cNvGrpSpPr/>
          <p:nvPr/>
        </p:nvGrpSpPr>
        <p:grpSpPr>
          <a:xfrm>
            <a:off x="4917570" y="1506144"/>
            <a:ext cx="196101" cy="196101"/>
            <a:chOff x="1389761" y="2111236"/>
            <a:chExt cx="196101" cy="196101"/>
          </a:xfrm>
        </p:grpSpPr>
        <p:sp>
          <p:nvSpPr>
            <p:cNvPr id="26" name="矩形 25"/>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27"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grpSp>
      <p:sp>
        <p:nvSpPr>
          <p:cNvPr id="28" name="文本框 27"/>
          <p:cNvSpPr txBox="1"/>
          <p:nvPr/>
        </p:nvSpPr>
        <p:spPr>
          <a:xfrm>
            <a:off x="5159214" y="1750925"/>
            <a:ext cx="2654706" cy="549509"/>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a:t>
            </a:r>
            <a:endParaRPr lang="zh-CN" altLang="en-US" sz="1400" dirty="0">
              <a:solidFill>
                <a:srgbClr val="333333">
                  <a:lumMod val="60000"/>
                  <a:lumOff val="40000"/>
                </a:srgb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29" name="文本框 28"/>
          <p:cNvSpPr txBox="1"/>
          <p:nvPr/>
        </p:nvSpPr>
        <p:spPr>
          <a:xfrm>
            <a:off x="8819368" y="2229362"/>
            <a:ext cx="1776092" cy="369332"/>
          </a:xfrm>
          <a:prstGeom prst="rect">
            <a:avLst/>
          </a:prstGeom>
          <a:noFill/>
        </p:spPr>
        <p:txBody>
          <a:bodyPr wrap="square" rtlCol="0">
            <a:spAutoFit/>
          </a:bodyPr>
          <a:lstStyle/>
          <a:p>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30" name="组合 29"/>
          <p:cNvGrpSpPr/>
          <p:nvPr/>
        </p:nvGrpSpPr>
        <p:grpSpPr>
          <a:xfrm>
            <a:off x="8577724" y="2320044"/>
            <a:ext cx="196101" cy="196101"/>
            <a:chOff x="1389761" y="2111236"/>
            <a:chExt cx="196101" cy="196101"/>
          </a:xfrm>
        </p:grpSpPr>
        <p:sp>
          <p:nvSpPr>
            <p:cNvPr id="31" name="矩形 30"/>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32"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grpSp>
      <p:sp>
        <p:nvSpPr>
          <p:cNvPr id="33" name="文本框 32"/>
          <p:cNvSpPr txBox="1"/>
          <p:nvPr/>
        </p:nvSpPr>
        <p:spPr>
          <a:xfrm>
            <a:off x="8819368" y="2564825"/>
            <a:ext cx="2029160" cy="3156633"/>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右键点击图片选择设置图片格式可直接替换图片，在此录入上述图表的描述说明。您可以点击文字框输入您的描述说明，或者通过复制粘贴。</a:t>
            </a:r>
          </a:p>
        </p:txBody>
      </p:sp>
      <p:sp>
        <p:nvSpPr>
          <p:cNvPr id="34" name="Freeform 9"/>
          <p:cNvSpPr/>
          <p:nvPr/>
        </p:nvSpPr>
        <p:spPr bwMode="auto">
          <a:xfrm>
            <a:off x="3900533" y="3230051"/>
            <a:ext cx="1852150" cy="5347298"/>
          </a:xfrm>
          <a:custGeom>
            <a:avLst/>
            <a:gdLst>
              <a:gd name="T0" fmla="*/ 312 w 315"/>
              <a:gd name="T1" fmla="*/ 691 h 909"/>
              <a:gd name="T2" fmla="*/ 302 w 315"/>
              <a:gd name="T3" fmla="*/ 582 h 909"/>
              <a:gd name="T4" fmla="*/ 294 w 315"/>
              <a:gd name="T5" fmla="*/ 528 h 909"/>
              <a:gd name="T6" fmla="*/ 284 w 315"/>
              <a:gd name="T7" fmla="*/ 474 h 909"/>
              <a:gd name="T8" fmla="*/ 271 w 315"/>
              <a:gd name="T9" fmla="*/ 421 h 909"/>
              <a:gd name="T10" fmla="*/ 253 w 315"/>
              <a:gd name="T11" fmla="*/ 368 h 909"/>
              <a:gd name="T12" fmla="*/ 232 w 315"/>
              <a:gd name="T13" fmla="*/ 317 h 909"/>
              <a:gd name="T14" fmla="*/ 210 w 315"/>
              <a:gd name="T15" fmla="*/ 267 h 909"/>
              <a:gd name="T16" fmla="*/ 162 w 315"/>
              <a:gd name="T17" fmla="*/ 168 h 909"/>
              <a:gd name="T18" fmla="*/ 122 w 315"/>
              <a:gd name="T19" fmla="*/ 106 h 909"/>
              <a:gd name="T20" fmla="*/ 117 w 315"/>
              <a:gd name="T21" fmla="*/ 28 h 909"/>
              <a:gd name="T22" fmla="*/ 28 w 315"/>
              <a:gd name="T23" fmla="*/ 23 h 909"/>
              <a:gd name="T24" fmla="*/ 23 w 315"/>
              <a:gd name="T25" fmla="*/ 112 h 909"/>
              <a:gd name="T26" fmla="*/ 91 w 315"/>
              <a:gd name="T27" fmla="*/ 130 h 909"/>
              <a:gd name="T28" fmla="*/ 183 w 315"/>
              <a:gd name="T29" fmla="*/ 280 h 909"/>
              <a:gd name="T30" fmla="*/ 207 w 315"/>
              <a:gd name="T31" fmla="*/ 329 h 909"/>
              <a:gd name="T32" fmla="*/ 229 w 315"/>
              <a:gd name="T33" fmla="*/ 378 h 909"/>
              <a:gd name="T34" fmla="*/ 249 w 315"/>
              <a:gd name="T35" fmla="*/ 428 h 909"/>
              <a:gd name="T36" fmla="*/ 265 w 315"/>
              <a:gd name="T37" fmla="*/ 479 h 909"/>
              <a:gd name="T38" fmla="*/ 277 w 315"/>
              <a:gd name="T39" fmla="*/ 532 h 909"/>
              <a:gd name="T40" fmla="*/ 288 w 315"/>
              <a:gd name="T41" fmla="*/ 585 h 909"/>
              <a:gd name="T42" fmla="*/ 302 w 315"/>
              <a:gd name="T43" fmla="*/ 692 h 909"/>
              <a:gd name="T44" fmla="*/ 302 w 315"/>
              <a:gd name="T45" fmla="*/ 909 h 909"/>
              <a:gd name="T46" fmla="*/ 312 w 315"/>
              <a:gd name="T47" fmla="*/ 691 h 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15" h="909">
                <a:moveTo>
                  <a:pt x="312" y="691"/>
                </a:moveTo>
                <a:cubicBezTo>
                  <a:pt x="310" y="655"/>
                  <a:pt x="307" y="619"/>
                  <a:pt x="302" y="582"/>
                </a:cubicBezTo>
                <a:cubicBezTo>
                  <a:pt x="300" y="564"/>
                  <a:pt x="297" y="546"/>
                  <a:pt x="294" y="528"/>
                </a:cubicBezTo>
                <a:cubicBezTo>
                  <a:pt x="291" y="510"/>
                  <a:pt x="288" y="492"/>
                  <a:pt x="284" y="474"/>
                </a:cubicBezTo>
                <a:cubicBezTo>
                  <a:pt x="280" y="456"/>
                  <a:pt x="276" y="438"/>
                  <a:pt x="271" y="421"/>
                </a:cubicBezTo>
                <a:cubicBezTo>
                  <a:pt x="265" y="403"/>
                  <a:pt x="259" y="385"/>
                  <a:pt x="253" y="368"/>
                </a:cubicBezTo>
                <a:cubicBezTo>
                  <a:pt x="246" y="351"/>
                  <a:pt x="239" y="334"/>
                  <a:pt x="232" y="317"/>
                </a:cubicBezTo>
                <a:cubicBezTo>
                  <a:pt x="225" y="301"/>
                  <a:pt x="218" y="284"/>
                  <a:pt x="210" y="267"/>
                </a:cubicBezTo>
                <a:cubicBezTo>
                  <a:pt x="196" y="234"/>
                  <a:pt x="180" y="200"/>
                  <a:pt x="162" y="168"/>
                </a:cubicBezTo>
                <a:cubicBezTo>
                  <a:pt x="150" y="147"/>
                  <a:pt x="136" y="126"/>
                  <a:pt x="122" y="106"/>
                </a:cubicBezTo>
                <a:cubicBezTo>
                  <a:pt x="138" y="83"/>
                  <a:pt x="137" y="51"/>
                  <a:pt x="117" y="28"/>
                </a:cubicBezTo>
                <a:cubicBezTo>
                  <a:pt x="94" y="2"/>
                  <a:pt x="54" y="0"/>
                  <a:pt x="28" y="23"/>
                </a:cubicBezTo>
                <a:cubicBezTo>
                  <a:pt x="2" y="46"/>
                  <a:pt x="0" y="86"/>
                  <a:pt x="23" y="112"/>
                </a:cubicBezTo>
                <a:cubicBezTo>
                  <a:pt x="41" y="132"/>
                  <a:pt x="68" y="138"/>
                  <a:pt x="91" y="130"/>
                </a:cubicBezTo>
                <a:cubicBezTo>
                  <a:pt x="128" y="175"/>
                  <a:pt x="157" y="227"/>
                  <a:pt x="183" y="280"/>
                </a:cubicBezTo>
                <a:cubicBezTo>
                  <a:pt x="191" y="296"/>
                  <a:pt x="199" y="312"/>
                  <a:pt x="207" y="329"/>
                </a:cubicBezTo>
                <a:cubicBezTo>
                  <a:pt x="215" y="345"/>
                  <a:pt x="222" y="361"/>
                  <a:pt x="229" y="378"/>
                </a:cubicBezTo>
                <a:cubicBezTo>
                  <a:pt x="237" y="394"/>
                  <a:pt x="244" y="411"/>
                  <a:pt x="249" y="428"/>
                </a:cubicBezTo>
                <a:cubicBezTo>
                  <a:pt x="255" y="444"/>
                  <a:pt x="260" y="462"/>
                  <a:pt x="265" y="479"/>
                </a:cubicBezTo>
                <a:cubicBezTo>
                  <a:pt x="269" y="496"/>
                  <a:pt x="273" y="514"/>
                  <a:pt x="277" y="532"/>
                </a:cubicBezTo>
                <a:cubicBezTo>
                  <a:pt x="281" y="549"/>
                  <a:pt x="284" y="567"/>
                  <a:pt x="288" y="585"/>
                </a:cubicBezTo>
                <a:cubicBezTo>
                  <a:pt x="294" y="620"/>
                  <a:pt x="298" y="656"/>
                  <a:pt x="302" y="692"/>
                </a:cubicBezTo>
                <a:cubicBezTo>
                  <a:pt x="308" y="764"/>
                  <a:pt x="308" y="837"/>
                  <a:pt x="302" y="909"/>
                </a:cubicBezTo>
                <a:cubicBezTo>
                  <a:pt x="311" y="837"/>
                  <a:pt x="315" y="764"/>
                  <a:pt x="312" y="691"/>
                </a:cubicBezTo>
                <a:close/>
              </a:path>
            </a:pathLst>
          </a:custGeom>
          <a:solidFill>
            <a:srgbClr val="023FA1"/>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333333"/>
              </a:solidFill>
              <a:effectLst/>
              <a:uLnTx/>
              <a:uFillTx/>
            </a:endParaRPr>
          </a:p>
        </p:txBody>
      </p:sp>
      <p:sp>
        <p:nvSpPr>
          <p:cNvPr id="35" name="Oval 10"/>
          <p:cNvSpPr>
            <a:spLocks noChangeArrowheads="1"/>
          </p:cNvSpPr>
          <p:nvPr/>
        </p:nvSpPr>
        <p:spPr bwMode="auto">
          <a:xfrm>
            <a:off x="4077339" y="3417638"/>
            <a:ext cx="470045" cy="47220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6" name="Freeform 13"/>
          <p:cNvSpPr/>
          <p:nvPr/>
        </p:nvSpPr>
        <p:spPr bwMode="auto">
          <a:xfrm>
            <a:off x="5813054" y="2430113"/>
            <a:ext cx="752504" cy="6147236"/>
          </a:xfrm>
          <a:custGeom>
            <a:avLst/>
            <a:gdLst>
              <a:gd name="T0" fmla="*/ 127 w 128"/>
              <a:gd name="T1" fmla="*/ 62 h 1045"/>
              <a:gd name="T2" fmla="*/ 62 w 128"/>
              <a:gd name="T3" fmla="*/ 1 h 1045"/>
              <a:gd name="T4" fmla="*/ 1 w 128"/>
              <a:gd name="T5" fmla="*/ 66 h 1045"/>
              <a:gd name="T6" fmla="*/ 50 w 128"/>
              <a:gd name="T7" fmla="*/ 126 h 1045"/>
              <a:gd name="T8" fmla="*/ 58 w 128"/>
              <a:gd name="T9" fmla="*/ 1045 h 1045"/>
              <a:gd name="T10" fmla="*/ 75 w 128"/>
              <a:gd name="T11" fmla="*/ 561 h 1045"/>
              <a:gd name="T12" fmla="*/ 88 w 128"/>
              <a:gd name="T13" fmla="*/ 123 h 1045"/>
              <a:gd name="T14" fmla="*/ 127 w 128"/>
              <a:gd name="T15" fmla="*/ 62 h 10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 h="1045">
                <a:moveTo>
                  <a:pt x="127" y="62"/>
                </a:moveTo>
                <a:cubicBezTo>
                  <a:pt x="126" y="28"/>
                  <a:pt x="97" y="0"/>
                  <a:pt x="62" y="1"/>
                </a:cubicBezTo>
                <a:cubicBezTo>
                  <a:pt x="27" y="2"/>
                  <a:pt x="0" y="31"/>
                  <a:pt x="1" y="66"/>
                </a:cubicBezTo>
                <a:cubicBezTo>
                  <a:pt x="2" y="96"/>
                  <a:pt x="22" y="120"/>
                  <a:pt x="50" y="126"/>
                </a:cubicBezTo>
                <a:cubicBezTo>
                  <a:pt x="57" y="432"/>
                  <a:pt x="53" y="739"/>
                  <a:pt x="58" y="1045"/>
                </a:cubicBezTo>
                <a:cubicBezTo>
                  <a:pt x="62" y="884"/>
                  <a:pt x="68" y="722"/>
                  <a:pt x="75" y="561"/>
                </a:cubicBezTo>
                <a:cubicBezTo>
                  <a:pt x="80" y="415"/>
                  <a:pt x="85" y="269"/>
                  <a:pt x="88" y="123"/>
                </a:cubicBezTo>
                <a:cubicBezTo>
                  <a:pt x="111" y="113"/>
                  <a:pt x="128" y="89"/>
                  <a:pt x="127" y="62"/>
                </a:cubicBezTo>
                <a:close/>
              </a:path>
            </a:pathLst>
          </a:custGeom>
          <a:solidFill>
            <a:srgbClr val="023FA1"/>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7" name="Oval 14"/>
          <p:cNvSpPr>
            <a:spLocks noChangeArrowheads="1"/>
          </p:cNvSpPr>
          <p:nvPr/>
        </p:nvSpPr>
        <p:spPr bwMode="auto">
          <a:xfrm>
            <a:off x="5953206" y="2570263"/>
            <a:ext cx="470045" cy="47220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8" name="Freeform 17"/>
          <p:cNvSpPr/>
          <p:nvPr/>
        </p:nvSpPr>
        <p:spPr bwMode="auto">
          <a:xfrm>
            <a:off x="6600056" y="3260237"/>
            <a:ext cx="1929772" cy="5317112"/>
          </a:xfrm>
          <a:custGeom>
            <a:avLst/>
            <a:gdLst>
              <a:gd name="T0" fmla="*/ 296 w 328"/>
              <a:gd name="T1" fmla="*/ 22 h 904"/>
              <a:gd name="T2" fmla="*/ 208 w 328"/>
              <a:gd name="T3" fmla="*/ 32 h 904"/>
              <a:gd name="T4" fmla="*/ 204 w 328"/>
              <a:gd name="T5" fmla="*/ 104 h 904"/>
              <a:gd name="T6" fmla="*/ 110 w 328"/>
              <a:gd name="T7" fmla="*/ 262 h 904"/>
              <a:gd name="T8" fmla="*/ 40 w 328"/>
              <a:gd name="T9" fmla="*/ 471 h 904"/>
              <a:gd name="T10" fmla="*/ 7 w 328"/>
              <a:gd name="T11" fmla="*/ 687 h 904"/>
              <a:gd name="T12" fmla="*/ 2 w 328"/>
              <a:gd name="T13" fmla="*/ 904 h 904"/>
              <a:gd name="T14" fmla="*/ 17 w 328"/>
              <a:gd name="T15" fmla="*/ 688 h 904"/>
              <a:gd name="T16" fmla="*/ 59 w 328"/>
              <a:gd name="T17" fmla="*/ 476 h 904"/>
              <a:gd name="T18" fmla="*/ 137 w 328"/>
              <a:gd name="T19" fmla="*/ 276 h 904"/>
              <a:gd name="T20" fmla="*/ 233 w 328"/>
              <a:gd name="T21" fmla="*/ 129 h 904"/>
              <a:gd name="T22" fmla="*/ 307 w 328"/>
              <a:gd name="T23" fmla="*/ 110 h 904"/>
              <a:gd name="T24" fmla="*/ 296 w 328"/>
              <a:gd name="T25" fmla="*/ 22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904">
                <a:moveTo>
                  <a:pt x="296" y="22"/>
                </a:moveTo>
                <a:cubicBezTo>
                  <a:pt x="269" y="0"/>
                  <a:pt x="229" y="5"/>
                  <a:pt x="208" y="32"/>
                </a:cubicBezTo>
                <a:cubicBezTo>
                  <a:pt x="191" y="53"/>
                  <a:pt x="190" y="82"/>
                  <a:pt x="204" y="104"/>
                </a:cubicBezTo>
                <a:cubicBezTo>
                  <a:pt x="167" y="153"/>
                  <a:pt x="135" y="207"/>
                  <a:pt x="110" y="262"/>
                </a:cubicBezTo>
                <a:cubicBezTo>
                  <a:pt x="79" y="329"/>
                  <a:pt x="56" y="399"/>
                  <a:pt x="40" y="471"/>
                </a:cubicBezTo>
                <a:cubicBezTo>
                  <a:pt x="23" y="542"/>
                  <a:pt x="13" y="614"/>
                  <a:pt x="7" y="687"/>
                </a:cubicBezTo>
                <a:cubicBezTo>
                  <a:pt x="1" y="759"/>
                  <a:pt x="0" y="832"/>
                  <a:pt x="2" y="904"/>
                </a:cubicBezTo>
                <a:cubicBezTo>
                  <a:pt x="3" y="832"/>
                  <a:pt x="8" y="759"/>
                  <a:pt x="17" y="688"/>
                </a:cubicBezTo>
                <a:cubicBezTo>
                  <a:pt x="26" y="616"/>
                  <a:pt x="39" y="545"/>
                  <a:pt x="59" y="476"/>
                </a:cubicBezTo>
                <a:cubicBezTo>
                  <a:pt x="78" y="406"/>
                  <a:pt x="104" y="339"/>
                  <a:pt x="137" y="276"/>
                </a:cubicBezTo>
                <a:cubicBezTo>
                  <a:pt x="164" y="223"/>
                  <a:pt x="196" y="174"/>
                  <a:pt x="233" y="129"/>
                </a:cubicBezTo>
                <a:cubicBezTo>
                  <a:pt x="258" y="140"/>
                  <a:pt x="289" y="133"/>
                  <a:pt x="307" y="110"/>
                </a:cubicBezTo>
                <a:cubicBezTo>
                  <a:pt x="328" y="83"/>
                  <a:pt x="324" y="43"/>
                  <a:pt x="296" y="22"/>
                </a:cubicBezTo>
                <a:close/>
              </a:path>
            </a:pathLst>
          </a:custGeom>
          <a:solidFill>
            <a:srgbClr val="023FA1"/>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9" name="Oval 18"/>
          <p:cNvSpPr>
            <a:spLocks noChangeArrowheads="1"/>
          </p:cNvSpPr>
          <p:nvPr/>
        </p:nvSpPr>
        <p:spPr bwMode="auto">
          <a:xfrm>
            <a:off x="7882976" y="3447825"/>
            <a:ext cx="470045" cy="47004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40" name="文本框 39"/>
          <p:cNvSpPr txBox="1"/>
          <p:nvPr/>
        </p:nvSpPr>
        <p:spPr>
          <a:xfrm>
            <a:off x="4014836" y="3481772"/>
            <a:ext cx="595050" cy="369332"/>
          </a:xfrm>
          <a:prstGeom prst="rect">
            <a:avLst/>
          </a:prstGeom>
          <a:noFill/>
        </p:spPr>
        <p:txBody>
          <a:bodyPr wrap="square" rtlCol="0">
            <a:spAutoFit/>
          </a:bodyPr>
          <a:lstStyle/>
          <a:p>
            <a:pPr algn="ctr"/>
            <a:r>
              <a:rPr lang="en-US" altLang="zh-CN" b="1" dirty="0">
                <a:solidFill>
                  <a:srgbClr val="023FA1"/>
                </a:solidFill>
                <a:latin typeface="华文细黑" panose="02010600040101010101" pitchFamily="2" charset="-122"/>
                <a:ea typeface="华文细黑" panose="02010600040101010101" pitchFamily="2" charset="-122"/>
                <a:cs typeface="Arial" panose="020B0604020202020204" pitchFamily="34" charset="0"/>
              </a:rPr>
              <a:t>01</a:t>
            </a:r>
          </a:p>
        </p:txBody>
      </p:sp>
      <p:sp>
        <p:nvSpPr>
          <p:cNvPr id="41" name="文本框 40"/>
          <p:cNvSpPr txBox="1"/>
          <p:nvPr/>
        </p:nvSpPr>
        <p:spPr>
          <a:xfrm>
            <a:off x="7813919" y="3507172"/>
            <a:ext cx="595050" cy="369332"/>
          </a:xfrm>
          <a:prstGeom prst="rect">
            <a:avLst/>
          </a:prstGeom>
          <a:noFill/>
        </p:spPr>
        <p:txBody>
          <a:bodyPr wrap="square" rtlCol="0">
            <a:spAutoFit/>
          </a:bodyPr>
          <a:lstStyle/>
          <a:p>
            <a:pPr algn="ctr"/>
            <a:r>
              <a:rPr lang="en-US" altLang="zh-CN" b="1" dirty="0">
                <a:solidFill>
                  <a:srgbClr val="023FA1"/>
                </a:solidFill>
                <a:latin typeface="华文细黑" panose="02010600040101010101" pitchFamily="2" charset="-122"/>
                <a:ea typeface="华文细黑" panose="02010600040101010101" pitchFamily="2" charset="-122"/>
                <a:cs typeface="Arial" panose="020B0604020202020204" pitchFamily="34" charset="0"/>
              </a:rPr>
              <a:t>03</a:t>
            </a:r>
          </a:p>
        </p:txBody>
      </p:sp>
      <p:sp>
        <p:nvSpPr>
          <p:cNvPr id="42" name="文本框 41"/>
          <p:cNvSpPr txBox="1"/>
          <p:nvPr/>
        </p:nvSpPr>
        <p:spPr>
          <a:xfrm>
            <a:off x="5906929" y="2621697"/>
            <a:ext cx="595050" cy="369332"/>
          </a:xfrm>
          <a:prstGeom prst="rect">
            <a:avLst/>
          </a:prstGeom>
          <a:noFill/>
        </p:spPr>
        <p:txBody>
          <a:bodyPr wrap="square" rtlCol="0">
            <a:spAutoFit/>
          </a:bodyPr>
          <a:lstStyle/>
          <a:p>
            <a:pPr algn="ctr"/>
            <a:r>
              <a:rPr lang="en-US" altLang="zh-CN" b="1" dirty="0">
                <a:solidFill>
                  <a:srgbClr val="023FA1"/>
                </a:solidFill>
                <a:latin typeface="华文细黑" panose="02010600040101010101" pitchFamily="2" charset="-122"/>
                <a:ea typeface="华文细黑" panose="02010600040101010101" pitchFamily="2" charset="-122"/>
                <a:cs typeface="Arial" panose="020B0604020202020204" pitchFamily="34" charset="0"/>
              </a:rPr>
              <a:t>02</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2" name="图片 1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sp>
        <p:nvSpPr>
          <p:cNvPr id="17" name="矩形 16"/>
          <p:cNvSpPr/>
          <p:nvPr/>
        </p:nvSpPr>
        <p:spPr>
          <a:xfrm>
            <a:off x="6495378" y="1504190"/>
            <a:ext cx="3849094" cy="3194626"/>
          </a:xfrm>
          <a:prstGeom prst="rect">
            <a:avLst/>
          </a:prstGeom>
          <a:solidFill>
            <a:srgbClr val="023F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8" name="矩形 17"/>
          <p:cNvSpPr/>
          <p:nvPr/>
        </p:nvSpPr>
        <p:spPr>
          <a:xfrm>
            <a:off x="1804522" y="1504190"/>
            <a:ext cx="4697412" cy="3165966"/>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9" name="任意多边形 14"/>
          <p:cNvSpPr/>
          <p:nvPr/>
        </p:nvSpPr>
        <p:spPr>
          <a:xfrm rot="5400000">
            <a:off x="1790937" y="3083327"/>
            <a:ext cx="2104338" cy="556188"/>
          </a:xfrm>
          <a:custGeom>
            <a:avLst/>
            <a:gdLst>
              <a:gd name="connsiteX0" fmla="*/ 0 w 3027178"/>
              <a:gd name="connsiteY0" fmla="*/ 800100 h 800100"/>
              <a:gd name="connsiteX1" fmla="*/ 0 w 3027178"/>
              <a:gd name="connsiteY1" fmla="*/ 0 h 800100"/>
              <a:gd name="connsiteX2" fmla="*/ 2690632 w 3027178"/>
              <a:gd name="connsiteY2" fmla="*/ 0 h 800100"/>
              <a:gd name="connsiteX3" fmla="*/ 3027178 w 3027178"/>
              <a:gd name="connsiteY3" fmla="*/ 336546 h 800100"/>
              <a:gd name="connsiteX4" fmla="*/ 3027178 w 3027178"/>
              <a:gd name="connsiteY4" fmla="*/ 463554 h 800100"/>
              <a:gd name="connsiteX5" fmla="*/ 2690632 w 3027178"/>
              <a:gd name="connsiteY5" fmla="*/ 80010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7178" h="800100">
                <a:moveTo>
                  <a:pt x="0" y="800100"/>
                </a:moveTo>
                <a:lnTo>
                  <a:pt x="0" y="0"/>
                </a:lnTo>
                <a:lnTo>
                  <a:pt x="2690632" y="0"/>
                </a:lnTo>
                <a:cubicBezTo>
                  <a:pt x="2876501" y="0"/>
                  <a:pt x="3027178" y="150677"/>
                  <a:pt x="3027178" y="336546"/>
                </a:cubicBezTo>
                <a:lnTo>
                  <a:pt x="3027178" y="463554"/>
                </a:lnTo>
                <a:cubicBezTo>
                  <a:pt x="3027178" y="649423"/>
                  <a:pt x="2876501" y="800100"/>
                  <a:pt x="2690632" y="800100"/>
                </a:cubicBezTo>
                <a:close/>
              </a:path>
            </a:pathLst>
          </a:custGeom>
          <a:gradFill>
            <a:gsLst>
              <a:gs pos="50000">
                <a:srgbClr val="FFFFFF">
                  <a:lumMod val="95000"/>
                </a:srgbClr>
              </a:gs>
              <a:gs pos="0">
                <a:srgbClr val="FFFFFF">
                  <a:lumMod val="75000"/>
                </a:srgbClr>
              </a:gs>
              <a:gs pos="100000">
                <a:srgbClr val="FFFFFF">
                  <a:lumMod val="75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20" name="任意多边形 15"/>
          <p:cNvSpPr/>
          <p:nvPr/>
        </p:nvSpPr>
        <p:spPr>
          <a:xfrm rot="5400000">
            <a:off x="2457803" y="3750193"/>
            <a:ext cx="770606" cy="556188"/>
          </a:xfrm>
          <a:custGeom>
            <a:avLst/>
            <a:gdLst>
              <a:gd name="connsiteX0" fmla="*/ 0 w 770606"/>
              <a:gd name="connsiteY0" fmla="*/ 556188 h 556188"/>
              <a:gd name="connsiteX1" fmla="*/ 0 w 770606"/>
              <a:gd name="connsiteY1" fmla="*/ 0 h 556188"/>
              <a:gd name="connsiteX2" fmla="*/ 536657 w 770606"/>
              <a:gd name="connsiteY2" fmla="*/ 0 h 556188"/>
              <a:gd name="connsiteX3" fmla="*/ 770606 w 770606"/>
              <a:gd name="connsiteY3" fmla="*/ 233949 h 556188"/>
              <a:gd name="connsiteX4" fmla="*/ 770606 w 770606"/>
              <a:gd name="connsiteY4" fmla="*/ 322239 h 556188"/>
              <a:gd name="connsiteX5" fmla="*/ 536657 w 770606"/>
              <a:gd name="connsiteY5" fmla="*/ 556188 h 55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606" h="556188">
                <a:moveTo>
                  <a:pt x="0" y="556188"/>
                </a:moveTo>
                <a:lnTo>
                  <a:pt x="0" y="0"/>
                </a:lnTo>
                <a:lnTo>
                  <a:pt x="536657" y="0"/>
                </a:lnTo>
                <a:cubicBezTo>
                  <a:pt x="665863" y="0"/>
                  <a:pt x="770606" y="104743"/>
                  <a:pt x="770606" y="233949"/>
                </a:cubicBezTo>
                <a:lnTo>
                  <a:pt x="770606" y="322239"/>
                </a:lnTo>
                <a:cubicBezTo>
                  <a:pt x="770606" y="451445"/>
                  <a:pt x="665863" y="556188"/>
                  <a:pt x="536657" y="556188"/>
                </a:cubicBezTo>
                <a:close/>
              </a:path>
            </a:pathLst>
          </a:custGeom>
          <a:solidFill>
            <a:srgbClr val="023F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nvGrpSpPr>
          <p:cNvPr id="21" name="组合 20"/>
          <p:cNvGrpSpPr/>
          <p:nvPr/>
        </p:nvGrpSpPr>
        <p:grpSpPr>
          <a:xfrm>
            <a:off x="2708566" y="2777628"/>
            <a:ext cx="269081" cy="1442257"/>
            <a:chOff x="4410869" y="2965659"/>
            <a:chExt cx="335303" cy="1442257"/>
          </a:xfrm>
        </p:grpSpPr>
        <p:cxnSp>
          <p:nvCxnSpPr>
            <p:cNvPr id="22" name="直接连接符 21"/>
            <p:cNvCxnSpPr/>
            <p:nvPr/>
          </p:nvCxnSpPr>
          <p:spPr>
            <a:xfrm>
              <a:off x="4410869" y="2965659"/>
              <a:ext cx="335303" cy="0"/>
            </a:xfrm>
            <a:prstGeom prst="line">
              <a:avLst/>
            </a:prstGeom>
            <a:noFill/>
            <a:ln w="19050" cap="rnd" cmpd="sng" algn="ctr">
              <a:solidFill>
                <a:srgbClr val="FFFFFF">
                  <a:lumMod val="65000"/>
                </a:srgbClr>
              </a:solidFill>
              <a:prstDash val="solid"/>
              <a:miter lim="800000"/>
            </a:ln>
            <a:effectLst/>
          </p:spPr>
        </p:cxnSp>
        <p:cxnSp>
          <p:nvCxnSpPr>
            <p:cNvPr id="23" name="直接连接符 22"/>
            <p:cNvCxnSpPr/>
            <p:nvPr/>
          </p:nvCxnSpPr>
          <p:spPr>
            <a:xfrm>
              <a:off x="4410869" y="3037772"/>
              <a:ext cx="230981" cy="0"/>
            </a:xfrm>
            <a:prstGeom prst="line">
              <a:avLst/>
            </a:prstGeom>
            <a:noFill/>
            <a:ln w="9525" cap="rnd" cmpd="sng" algn="ctr">
              <a:solidFill>
                <a:srgbClr val="FFFFFF">
                  <a:lumMod val="65000"/>
                </a:srgbClr>
              </a:solidFill>
              <a:prstDash val="solid"/>
              <a:miter lim="800000"/>
            </a:ln>
            <a:effectLst/>
          </p:spPr>
        </p:cxnSp>
        <p:cxnSp>
          <p:nvCxnSpPr>
            <p:cNvPr id="24" name="直接连接符 23"/>
            <p:cNvCxnSpPr/>
            <p:nvPr/>
          </p:nvCxnSpPr>
          <p:spPr>
            <a:xfrm>
              <a:off x="4410869" y="3181998"/>
              <a:ext cx="230981" cy="0"/>
            </a:xfrm>
            <a:prstGeom prst="line">
              <a:avLst/>
            </a:prstGeom>
            <a:noFill/>
            <a:ln w="9525" cap="rnd" cmpd="sng" algn="ctr">
              <a:solidFill>
                <a:srgbClr val="FFFFFF">
                  <a:lumMod val="65000"/>
                </a:srgbClr>
              </a:solidFill>
              <a:prstDash val="solid"/>
              <a:miter lim="800000"/>
            </a:ln>
            <a:effectLst/>
          </p:spPr>
        </p:cxnSp>
        <p:cxnSp>
          <p:nvCxnSpPr>
            <p:cNvPr id="25" name="直接连接符 24"/>
            <p:cNvCxnSpPr/>
            <p:nvPr/>
          </p:nvCxnSpPr>
          <p:spPr>
            <a:xfrm>
              <a:off x="4410869" y="3109885"/>
              <a:ext cx="230981" cy="0"/>
            </a:xfrm>
            <a:prstGeom prst="line">
              <a:avLst/>
            </a:prstGeom>
            <a:noFill/>
            <a:ln w="9525" cap="rnd" cmpd="sng" algn="ctr">
              <a:solidFill>
                <a:srgbClr val="FFFFFF">
                  <a:lumMod val="65000"/>
                </a:srgbClr>
              </a:solidFill>
              <a:prstDash val="solid"/>
              <a:miter lim="800000"/>
            </a:ln>
            <a:effectLst/>
          </p:spPr>
        </p:cxnSp>
        <p:cxnSp>
          <p:nvCxnSpPr>
            <p:cNvPr id="26" name="直接连接符 25"/>
            <p:cNvCxnSpPr/>
            <p:nvPr/>
          </p:nvCxnSpPr>
          <p:spPr>
            <a:xfrm>
              <a:off x="4410869" y="3254111"/>
              <a:ext cx="230981" cy="0"/>
            </a:xfrm>
            <a:prstGeom prst="line">
              <a:avLst/>
            </a:prstGeom>
            <a:noFill/>
            <a:ln w="9525" cap="rnd" cmpd="sng" algn="ctr">
              <a:solidFill>
                <a:srgbClr val="FFFFFF">
                  <a:lumMod val="65000"/>
                </a:srgbClr>
              </a:solidFill>
              <a:prstDash val="solid"/>
              <a:miter lim="800000"/>
            </a:ln>
            <a:effectLst/>
          </p:spPr>
        </p:cxnSp>
        <p:cxnSp>
          <p:nvCxnSpPr>
            <p:cNvPr id="27" name="直接连接符 26"/>
            <p:cNvCxnSpPr/>
            <p:nvPr/>
          </p:nvCxnSpPr>
          <p:spPr>
            <a:xfrm>
              <a:off x="4410869" y="3326224"/>
              <a:ext cx="335303" cy="0"/>
            </a:xfrm>
            <a:prstGeom prst="line">
              <a:avLst/>
            </a:prstGeom>
            <a:noFill/>
            <a:ln w="19050" cap="rnd" cmpd="sng" algn="ctr">
              <a:solidFill>
                <a:srgbClr val="FFFFFF">
                  <a:lumMod val="65000"/>
                </a:srgbClr>
              </a:solidFill>
              <a:prstDash val="solid"/>
              <a:miter lim="800000"/>
            </a:ln>
            <a:effectLst/>
          </p:spPr>
        </p:cxnSp>
        <p:cxnSp>
          <p:nvCxnSpPr>
            <p:cNvPr id="28" name="直接连接符 27"/>
            <p:cNvCxnSpPr/>
            <p:nvPr/>
          </p:nvCxnSpPr>
          <p:spPr>
            <a:xfrm>
              <a:off x="4410869" y="3398337"/>
              <a:ext cx="230981" cy="0"/>
            </a:xfrm>
            <a:prstGeom prst="line">
              <a:avLst/>
            </a:prstGeom>
            <a:noFill/>
            <a:ln w="9525" cap="rnd" cmpd="sng" algn="ctr">
              <a:solidFill>
                <a:srgbClr val="FFFFFF">
                  <a:lumMod val="65000"/>
                </a:srgbClr>
              </a:solidFill>
              <a:prstDash val="solid"/>
              <a:miter lim="800000"/>
            </a:ln>
            <a:effectLst/>
          </p:spPr>
        </p:cxnSp>
        <p:cxnSp>
          <p:nvCxnSpPr>
            <p:cNvPr id="29" name="直接连接符 28"/>
            <p:cNvCxnSpPr/>
            <p:nvPr/>
          </p:nvCxnSpPr>
          <p:spPr>
            <a:xfrm>
              <a:off x="4410869" y="3542563"/>
              <a:ext cx="230981" cy="0"/>
            </a:xfrm>
            <a:prstGeom prst="line">
              <a:avLst/>
            </a:prstGeom>
            <a:noFill/>
            <a:ln w="9525" cap="rnd" cmpd="sng" algn="ctr">
              <a:solidFill>
                <a:srgbClr val="FFFFFF">
                  <a:lumMod val="65000"/>
                </a:srgbClr>
              </a:solidFill>
              <a:prstDash val="solid"/>
              <a:miter lim="800000"/>
            </a:ln>
            <a:effectLst/>
          </p:spPr>
        </p:cxnSp>
        <p:cxnSp>
          <p:nvCxnSpPr>
            <p:cNvPr id="30" name="直接连接符 29"/>
            <p:cNvCxnSpPr/>
            <p:nvPr/>
          </p:nvCxnSpPr>
          <p:spPr>
            <a:xfrm>
              <a:off x="4410869" y="3470450"/>
              <a:ext cx="230981" cy="0"/>
            </a:xfrm>
            <a:prstGeom prst="line">
              <a:avLst/>
            </a:prstGeom>
            <a:noFill/>
            <a:ln w="9525" cap="rnd" cmpd="sng" algn="ctr">
              <a:solidFill>
                <a:srgbClr val="FFFFFF">
                  <a:lumMod val="65000"/>
                </a:srgbClr>
              </a:solidFill>
              <a:prstDash val="solid"/>
              <a:miter lim="800000"/>
            </a:ln>
            <a:effectLst/>
          </p:spPr>
        </p:cxnSp>
        <p:cxnSp>
          <p:nvCxnSpPr>
            <p:cNvPr id="31" name="直接连接符 30"/>
            <p:cNvCxnSpPr/>
            <p:nvPr/>
          </p:nvCxnSpPr>
          <p:spPr>
            <a:xfrm>
              <a:off x="4410869" y="3614676"/>
              <a:ext cx="230981" cy="0"/>
            </a:xfrm>
            <a:prstGeom prst="line">
              <a:avLst/>
            </a:prstGeom>
            <a:noFill/>
            <a:ln w="9525" cap="rnd" cmpd="sng" algn="ctr">
              <a:solidFill>
                <a:srgbClr val="FFFFFF">
                  <a:lumMod val="65000"/>
                </a:srgbClr>
              </a:solidFill>
              <a:prstDash val="solid"/>
              <a:miter lim="800000"/>
            </a:ln>
            <a:effectLst/>
          </p:spPr>
        </p:cxnSp>
        <p:cxnSp>
          <p:nvCxnSpPr>
            <p:cNvPr id="32" name="直接连接符 31"/>
            <p:cNvCxnSpPr/>
            <p:nvPr/>
          </p:nvCxnSpPr>
          <p:spPr>
            <a:xfrm>
              <a:off x="4410869" y="3686789"/>
              <a:ext cx="335303" cy="0"/>
            </a:xfrm>
            <a:prstGeom prst="line">
              <a:avLst/>
            </a:prstGeom>
            <a:noFill/>
            <a:ln w="19050" cap="rnd" cmpd="sng" algn="ctr">
              <a:solidFill>
                <a:srgbClr val="FFFFFF">
                  <a:lumMod val="65000"/>
                </a:srgbClr>
              </a:solidFill>
              <a:prstDash val="solid"/>
              <a:miter lim="800000"/>
            </a:ln>
            <a:effectLst/>
          </p:spPr>
        </p:cxnSp>
        <p:cxnSp>
          <p:nvCxnSpPr>
            <p:cNvPr id="33" name="直接连接符 32"/>
            <p:cNvCxnSpPr/>
            <p:nvPr/>
          </p:nvCxnSpPr>
          <p:spPr>
            <a:xfrm>
              <a:off x="4410869" y="3758902"/>
              <a:ext cx="230981" cy="0"/>
            </a:xfrm>
            <a:prstGeom prst="line">
              <a:avLst/>
            </a:prstGeom>
            <a:noFill/>
            <a:ln w="9525" cap="rnd" cmpd="sng" algn="ctr">
              <a:solidFill>
                <a:srgbClr val="FFFFFF">
                  <a:lumMod val="65000"/>
                </a:srgbClr>
              </a:solidFill>
              <a:prstDash val="solid"/>
              <a:miter lim="800000"/>
            </a:ln>
            <a:effectLst/>
          </p:spPr>
        </p:cxnSp>
        <p:cxnSp>
          <p:nvCxnSpPr>
            <p:cNvPr id="34" name="直接连接符 33"/>
            <p:cNvCxnSpPr/>
            <p:nvPr/>
          </p:nvCxnSpPr>
          <p:spPr>
            <a:xfrm>
              <a:off x="4410869" y="3903128"/>
              <a:ext cx="230981" cy="0"/>
            </a:xfrm>
            <a:prstGeom prst="line">
              <a:avLst/>
            </a:prstGeom>
            <a:noFill/>
            <a:ln w="9525" cap="rnd" cmpd="sng" algn="ctr">
              <a:solidFill>
                <a:srgbClr val="FFFFFF">
                  <a:lumMod val="65000"/>
                </a:srgbClr>
              </a:solidFill>
              <a:prstDash val="solid"/>
              <a:miter lim="800000"/>
            </a:ln>
            <a:effectLst/>
          </p:spPr>
        </p:cxnSp>
        <p:cxnSp>
          <p:nvCxnSpPr>
            <p:cNvPr id="35" name="直接连接符 34"/>
            <p:cNvCxnSpPr/>
            <p:nvPr/>
          </p:nvCxnSpPr>
          <p:spPr>
            <a:xfrm>
              <a:off x="4410869" y="3831015"/>
              <a:ext cx="230981" cy="0"/>
            </a:xfrm>
            <a:prstGeom prst="line">
              <a:avLst/>
            </a:prstGeom>
            <a:noFill/>
            <a:ln w="9525" cap="rnd" cmpd="sng" algn="ctr">
              <a:solidFill>
                <a:srgbClr val="FFFFFF">
                  <a:lumMod val="65000"/>
                </a:srgbClr>
              </a:solidFill>
              <a:prstDash val="solid"/>
              <a:miter lim="800000"/>
            </a:ln>
            <a:effectLst/>
          </p:spPr>
        </p:cxnSp>
        <p:cxnSp>
          <p:nvCxnSpPr>
            <p:cNvPr id="36" name="直接连接符 35"/>
            <p:cNvCxnSpPr/>
            <p:nvPr/>
          </p:nvCxnSpPr>
          <p:spPr>
            <a:xfrm>
              <a:off x="4410869" y="3975241"/>
              <a:ext cx="230981" cy="0"/>
            </a:xfrm>
            <a:prstGeom prst="line">
              <a:avLst/>
            </a:prstGeom>
            <a:noFill/>
            <a:ln w="9525" cap="rnd" cmpd="sng" algn="ctr">
              <a:solidFill>
                <a:srgbClr val="FFFFFF">
                  <a:lumMod val="65000"/>
                </a:srgbClr>
              </a:solidFill>
              <a:prstDash val="solid"/>
              <a:miter lim="800000"/>
            </a:ln>
            <a:effectLst/>
          </p:spPr>
        </p:cxnSp>
        <p:cxnSp>
          <p:nvCxnSpPr>
            <p:cNvPr id="37" name="直接连接符 36"/>
            <p:cNvCxnSpPr/>
            <p:nvPr/>
          </p:nvCxnSpPr>
          <p:spPr>
            <a:xfrm>
              <a:off x="4410869" y="4047354"/>
              <a:ext cx="335303" cy="0"/>
            </a:xfrm>
            <a:prstGeom prst="line">
              <a:avLst/>
            </a:prstGeom>
            <a:noFill/>
            <a:ln w="19050" cap="rnd" cmpd="sng" algn="ctr">
              <a:solidFill>
                <a:srgbClr val="FFFFFF">
                  <a:lumMod val="65000"/>
                </a:srgbClr>
              </a:solidFill>
              <a:prstDash val="solid"/>
              <a:miter lim="800000"/>
            </a:ln>
            <a:effectLst/>
          </p:spPr>
        </p:cxnSp>
        <p:cxnSp>
          <p:nvCxnSpPr>
            <p:cNvPr id="38" name="直接连接符 37"/>
            <p:cNvCxnSpPr/>
            <p:nvPr/>
          </p:nvCxnSpPr>
          <p:spPr>
            <a:xfrm>
              <a:off x="4410869" y="4119467"/>
              <a:ext cx="230981" cy="0"/>
            </a:xfrm>
            <a:prstGeom prst="line">
              <a:avLst/>
            </a:prstGeom>
            <a:noFill/>
            <a:ln w="9525" cap="rnd" cmpd="sng" algn="ctr">
              <a:solidFill>
                <a:srgbClr val="FFFFFF">
                  <a:lumMod val="65000"/>
                </a:srgbClr>
              </a:solidFill>
              <a:prstDash val="solid"/>
              <a:miter lim="800000"/>
            </a:ln>
            <a:effectLst/>
          </p:spPr>
        </p:cxnSp>
        <p:cxnSp>
          <p:nvCxnSpPr>
            <p:cNvPr id="39" name="直接连接符 38"/>
            <p:cNvCxnSpPr/>
            <p:nvPr/>
          </p:nvCxnSpPr>
          <p:spPr>
            <a:xfrm>
              <a:off x="4410869" y="4263693"/>
              <a:ext cx="230981" cy="0"/>
            </a:xfrm>
            <a:prstGeom prst="line">
              <a:avLst/>
            </a:prstGeom>
            <a:noFill/>
            <a:ln w="9525" cap="rnd" cmpd="sng" algn="ctr">
              <a:solidFill>
                <a:srgbClr val="FFFFFF">
                  <a:lumMod val="65000"/>
                </a:srgbClr>
              </a:solidFill>
              <a:prstDash val="solid"/>
              <a:miter lim="800000"/>
            </a:ln>
            <a:effectLst/>
          </p:spPr>
        </p:cxnSp>
        <p:cxnSp>
          <p:nvCxnSpPr>
            <p:cNvPr id="40" name="直接连接符 39"/>
            <p:cNvCxnSpPr/>
            <p:nvPr/>
          </p:nvCxnSpPr>
          <p:spPr>
            <a:xfrm>
              <a:off x="4410869" y="4191580"/>
              <a:ext cx="230981" cy="0"/>
            </a:xfrm>
            <a:prstGeom prst="line">
              <a:avLst/>
            </a:prstGeom>
            <a:noFill/>
            <a:ln w="9525" cap="rnd" cmpd="sng" algn="ctr">
              <a:solidFill>
                <a:srgbClr val="FFFFFF">
                  <a:lumMod val="65000"/>
                </a:srgbClr>
              </a:solidFill>
              <a:prstDash val="solid"/>
              <a:miter lim="800000"/>
            </a:ln>
            <a:effectLst/>
          </p:spPr>
        </p:cxnSp>
        <p:cxnSp>
          <p:nvCxnSpPr>
            <p:cNvPr id="41" name="直接连接符 40"/>
            <p:cNvCxnSpPr/>
            <p:nvPr/>
          </p:nvCxnSpPr>
          <p:spPr>
            <a:xfrm>
              <a:off x="4410869" y="4335806"/>
              <a:ext cx="230981" cy="0"/>
            </a:xfrm>
            <a:prstGeom prst="line">
              <a:avLst/>
            </a:prstGeom>
            <a:noFill/>
            <a:ln w="9525" cap="rnd" cmpd="sng" algn="ctr">
              <a:solidFill>
                <a:srgbClr val="FFFFFF">
                  <a:lumMod val="65000"/>
                </a:srgbClr>
              </a:solidFill>
              <a:prstDash val="solid"/>
              <a:miter lim="800000"/>
            </a:ln>
            <a:effectLst/>
          </p:spPr>
        </p:cxnSp>
        <p:cxnSp>
          <p:nvCxnSpPr>
            <p:cNvPr id="42" name="直接连接符 41"/>
            <p:cNvCxnSpPr/>
            <p:nvPr/>
          </p:nvCxnSpPr>
          <p:spPr>
            <a:xfrm>
              <a:off x="4410869" y="4407916"/>
              <a:ext cx="335303" cy="0"/>
            </a:xfrm>
            <a:prstGeom prst="line">
              <a:avLst/>
            </a:prstGeom>
            <a:noFill/>
            <a:ln w="19050" cap="rnd" cmpd="sng" algn="ctr">
              <a:solidFill>
                <a:srgbClr val="FFFFFF">
                  <a:lumMod val="65000"/>
                </a:srgbClr>
              </a:solidFill>
              <a:prstDash val="solid"/>
              <a:miter lim="800000"/>
            </a:ln>
            <a:effectLst/>
          </p:spPr>
        </p:cxnSp>
      </p:grpSp>
      <p:sp>
        <p:nvSpPr>
          <p:cNvPr id="43" name="任意多边形 41"/>
          <p:cNvSpPr/>
          <p:nvPr/>
        </p:nvSpPr>
        <p:spPr>
          <a:xfrm rot="5400000">
            <a:off x="3101058" y="3083327"/>
            <a:ext cx="2104338" cy="556188"/>
          </a:xfrm>
          <a:custGeom>
            <a:avLst/>
            <a:gdLst>
              <a:gd name="connsiteX0" fmla="*/ 0 w 3027178"/>
              <a:gd name="connsiteY0" fmla="*/ 800100 h 800100"/>
              <a:gd name="connsiteX1" fmla="*/ 0 w 3027178"/>
              <a:gd name="connsiteY1" fmla="*/ 0 h 800100"/>
              <a:gd name="connsiteX2" fmla="*/ 2690632 w 3027178"/>
              <a:gd name="connsiteY2" fmla="*/ 0 h 800100"/>
              <a:gd name="connsiteX3" fmla="*/ 3027178 w 3027178"/>
              <a:gd name="connsiteY3" fmla="*/ 336546 h 800100"/>
              <a:gd name="connsiteX4" fmla="*/ 3027178 w 3027178"/>
              <a:gd name="connsiteY4" fmla="*/ 463554 h 800100"/>
              <a:gd name="connsiteX5" fmla="*/ 2690632 w 3027178"/>
              <a:gd name="connsiteY5" fmla="*/ 80010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7178" h="800100">
                <a:moveTo>
                  <a:pt x="0" y="800100"/>
                </a:moveTo>
                <a:lnTo>
                  <a:pt x="0" y="0"/>
                </a:lnTo>
                <a:lnTo>
                  <a:pt x="2690632" y="0"/>
                </a:lnTo>
                <a:cubicBezTo>
                  <a:pt x="2876501" y="0"/>
                  <a:pt x="3027178" y="150677"/>
                  <a:pt x="3027178" y="336546"/>
                </a:cubicBezTo>
                <a:lnTo>
                  <a:pt x="3027178" y="463554"/>
                </a:lnTo>
                <a:cubicBezTo>
                  <a:pt x="3027178" y="649423"/>
                  <a:pt x="2876501" y="800100"/>
                  <a:pt x="2690632" y="800100"/>
                </a:cubicBezTo>
                <a:close/>
              </a:path>
            </a:pathLst>
          </a:custGeom>
          <a:gradFill>
            <a:gsLst>
              <a:gs pos="50000">
                <a:srgbClr val="FFFFFF">
                  <a:lumMod val="95000"/>
                </a:srgbClr>
              </a:gs>
              <a:gs pos="0">
                <a:srgbClr val="FFFFFF">
                  <a:lumMod val="75000"/>
                </a:srgbClr>
              </a:gs>
              <a:gs pos="100000">
                <a:srgbClr val="FFFFFF">
                  <a:lumMod val="75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44" name="任意多边形 42"/>
          <p:cNvSpPr/>
          <p:nvPr/>
        </p:nvSpPr>
        <p:spPr>
          <a:xfrm rot="5400000">
            <a:off x="3587642" y="3569911"/>
            <a:ext cx="1131171" cy="556188"/>
          </a:xfrm>
          <a:custGeom>
            <a:avLst/>
            <a:gdLst>
              <a:gd name="connsiteX0" fmla="*/ 0 w 1131171"/>
              <a:gd name="connsiteY0" fmla="*/ 556188 h 556188"/>
              <a:gd name="connsiteX1" fmla="*/ 0 w 1131171"/>
              <a:gd name="connsiteY1" fmla="*/ 0 h 556188"/>
              <a:gd name="connsiteX2" fmla="*/ 897222 w 1131171"/>
              <a:gd name="connsiteY2" fmla="*/ 0 h 556188"/>
              <a:gd name="connsiteX3" fmla="*/ 1131171 w 1131171"/>
              <a:gd name="connsiteY3" fmla="*/ 233950 h 556188"/>
              <a:gd name="connsiteX4" fmla="*/ 1131171 w 1131171"/>
              <a:gd name="connsiteY4" fmla="*/ 322239 h 556188"/>
              <a:gd name="connsiteX5" fmla="*/ 897222 w 1131171"/>
              <a:gd name="connsiteY5" fmla="*/ 556188 h 55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1171" h="556188">
                <a:moveTo>
                  <a:pt x="0" y="556188"/>
                </a:moveTo>
                <a:lnTo>
                  <a:pt x="0" y="0"/>
                </a:lnTo>
                <a:lnTo>
                  <a:pt x="897222" y="0"/>
                </a:lnTo>
                <a:cubicBezTo>
                  <a:pt x="1026428" y="0"/>
                  <a:pt x="1131171" y="104743"/>
                  <a:pt x="1131171" y="233950"/>
                </a:cubicBezTo>
                <a:lnTo>
                  <a:pt x="1131171" y="322239"/>
                </a:lnTo>
                <a:cubicBezTo>
                  <a:pt x="1131171" y="451445"/>
                  <a:pt x="1026428" y="556188"/>
                  <a:pt x="897222" y="556188"/>
                </a:cubicBezTo>
                <a:close/>
              </a:path>
            </a:pathLst>
          </a:custGeom>
          <a:solidFill>
            <a:srgbClr val="023F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nvGrpSpPr>
          <p:cNvPr id="45" name="组合 44"/>
          <p:cNvGrpSpPr/>
          <p:nvPr/>
        </p:nvGrpSpPr>
        <p:grpSpPr>
          <a:xfrm>
            <a:off x="4018687" y="2777628"/>
            <a:ext cx="269081" cy="1442257"/>
            <a:chOff x="4410869" y="2965659"/>
            <a:chExt cx="335303" cy="1442257"/>
          </a:xfrm>
        </p:grpSpPr>
        <p:cxnSp>
          <p:nvCxnSpPr>
            <p:cNvPr id="46" name="直接连接符 45"/>
            <p:cNvCxnSpPr/>
            <p:nvPr/>
          </p:nvCxnSpPr>
          <p:spPr>
            <a:xfrm>
              <a:off x="4410869" y="2965659"/>
              <a:ext cx="335303" cy="0"/>
            </a:xfrm>
            <a:prstGeom prst="line">
              <a:avLst/>
            </a:prstGeom>
            <a:noFill/>
            <a:ln w="19050" cap="rnd" cmpd="sng" algn="ctr">
              <a:solidFill>
                <a:srgbClr val="FFFFFF">
                  <a:lumMod val="65000"/>
                </a:srgbClr>
              </a:solidFill>
              <a:prstDash val="solid"/>
              <a:miter lim="800000"/>
            </a:ln>
            <a:effectLst/>
          </p:spPr>
        </p:cxnSp>
        <p:cxnSp>
          <p:nvCxnSpPr>
            <p:cNvPr id="47" name="直接连接符 46"/>
            <p:cNvCxnSpPr/>
            <p:nvPr/>
          </p:nvCxnSpPr>
          <p:spPr>
            <a:xfrm>
              <a:off x="4410869" y="3037772"/>
              <a:ext cx="230981" cy="0"/>
            </a:xfrm>
            <a:prstGeom prst="line">
              <a:avLst/>
            </a:prstGeom>
            <a:noFill/>
            <a:ln w="9525" cap="rnd" cmpd="sng" algn="ctr">
              <a:solidFill>
                <a:srgbClr val="FFFFFF">
                  <a:lumMod val="65000"/>
                </a:srgbClr>
              </a:solidFill>
              <a:prstDash val="solid"/>
              <a:miter lim="800000"/>
            </a:ln>
            <a:effectLst/>
          </p:spPr>
        </p:cxnSp>
        <p:cxnSp>
          <p:nvCxnSpPr>
            <p:cNvPr id="48" name="直接连接符 47"/>
            <p:cNvCxnSpPr/>
            <p:nvPr/>
          </p:nvCxnSpPr>
          <p:spPr>
            <a:xfrm>
              <a:off x="4410869" y="3181998"/>
              <a:ext cx="230981" cy="0"/>
            </a:xfrm>
            <a:prstGeom prst="line">
              <a:avLst/>
            </a:prstGeom>
            <a:noFill/>
            <a:ln w="9525" cap="rnd" cmpd="sng" algn="ctr">
              <a:solidFill>
                <a:srgbClr val="FFFFFF">
                  <a:lumMod val="65000"/>
                </a:srgbClr>
              </a:solidFill>
              <a:prstDash val="solid"/>
              <a:miter lim="800000"/>
            </a:ln>
            <a:effectLst/>
          </p:spPr>
        </p:cxnSp>
        <p:cxnSp>
          <p:nvCxnSpPr>
            <p:cNvPr id="49" name="直接连接符 48"/>
            <p:cNvCxnSpPr/>
            <p:nvPr/>
          </p:nvCxnSpPr>
          <p:spPr>
            <a:xfrm>
              <a:off x="4410869" y="3109885"/>
              <a:ext cx="230981" cy="0"/>
            </a:xfrm>
            <a:prstGeom prst="line">
              <a:avLst/>
            </a:prstGeom>
            <a:noFill/>
            <a:ln w="9525" cap="rnd" cmpd="sng" algn="ctr">
              <a:solidFill>
                <a:srgbClr val="FFFFFF">
                  <a:lumMod val="65000"/>
                </a:srgbClr>
              </a:solidFill>
              <a:prstDash val="solid"/>
              <a:miter lim="800000"/>
            </a:ln>
            <a:effectLst/>
          </p:spPr>
        </p:cxnSp>
        <p:cxnSp>
          <p:nvCxnSpPr>
            <p:cNvPr id="50" name="直接连接符 49"/>
            <p:cNvCxnSpPr/>
            <p:nvPr/>
          </p:nvCxnSpPr>
          <p:spPr>
            <a:xfrm>
              <a:off x="4410869" y="3254111"/>
              <a:ext cx="230981" cy="0"/>
            </a:xfrm>
            <a:prstGeom prst="line">
              <a:avLst/>
            </a:prstGeom>
            <a:noFill/>
            <a:ln w="9525" cap="rnd" cmpd="sng" algn="ctr">
              <a:solidFill>
                <a:srgbClr val="FFFFFF">
                  <a:lumMod val="65000"/>
                </a:srgbClr>
              </a:solidFill>
              <a:prstDash val="solid"/>
              <a:miter lim="800000"/>
            </a:ln>
            <a:effectLst/>
          </p:spPr>
        </p:cxnSp>
        <p:cxnSp>
          <p:nvCxnSpPr>
            <p:cNvPr id="51" name="直接连接符 50"/>
            <p:cNvCxnSpPr/>
            <p:nvPr/>
          </p:nvCxnSpPr>
          <p:spPr>
            <a:xfrm>
              <a:off x="4410869" y="3326224"/>
              <a:ext cx="335303" cy="0"/>
            </a:xfrm>
            <a:prstGeom prst="line">
              <a:avLst/>
            </a:prstGeom>
            <a:noFill/>
            <a:ln w="19050" cap="rnd" cmpd="sng" algn="ctr">
              <a:solidFill>
                <a:srgbClr val="FFFFFF">
                  <a:lumMod val="65000"/>
                </a:srgbClr>
              </a:solidFill>
              <a:prstDash val="solid"/>
              <a:miter lim="800000"/>
            </a:ln>
            <a:effectLst/>
          </p:spPr>
        </p:cxnSp>
        <p:cxnSp>
          <p:nvCxnSpPr>
            <p:cNvPr id="52" name="直接连接符 51"/>
            <p:cNvCxnSpPr/>
            <p:nvPr/>
          </p:nvCxnSpPr>
          <p:spPr>
            <a:xfrm>
              <a:off x="4410869" y="3398337"/>
              <a:ext cx="230981" cy="0"/>
            </a:xfrm>
            <a:prstGeom prst="line">
              <a:avLst/>
            </a:prstGeom>
            <a:noFill/>
            <a:ln w="9525" cap="rnd" cmpd="sng" algn="ctr">
              <a:solidFill>
                <a:srgbClr val="FFFFFF">
                  <a:lumMod val="65000"/>
                </a:srgbClr>
              </a:solidFill>
              <a:prstDash val="solid"/>
              <a:miter lim="800000"/>
            </a:ln>
            <a:effectLst/>
          </p:spPr>
        </p:cxnSp>
        <p:cxnSp>
          <p:nvCxnSpPr>
            <p:cNvPr id="53" name="直接连接符 52"/>
            <p:cNvCxnSpPr/>
            <p:nvPr/>
          </p:nvCxnSpPr>
          <p:spPr>
            <a:xfrm>
              <a:off x="4410869" y="3542563"/>
              <a:ext cx="230981" cy="0"/>
            </a:xfrm>
            <a:prstGeom prst="line">
              <a:avLst/>
            </a:prstGeom>
            <a:noFill/>
            <a:ln w="9525" cap="rnd" cmpd="sng" algn="ctr">
              <a:solidFill>
                <a:srgbClr val="FFFFFF">
                  <a:lumMod val="65000"/>
                </a:srgbClr>
              </a:solidFill>
              <a:prstDash val="solid"/>
              <a:miter lim="800000"/>
            </a:ln>
            <a:effectLst/>
          </p:spPr>
        </p:cxnSp>
        <p:cxnSp>
          <p:nvCxnSpPr>
            <p:cNvPr id="54" name="直接连接符 53"/>
            <p:cNvCxnSpPr/>
            <p:nvPr/>
          </p:nvCxnSpPr>
          <p:spPr>
            <a:xfrm>
              <a:off x="4410869" y="3470450"/>
              <a:ext cx="230981" cy="0"/>
            </a:xfrm>
            <a:prstGeom prst="line">
              <a:avLst/>
            </a:prstGeom>
            <a:noFill/>
            <a:ln w="9525" cap="rnd" cmpd="sng" algn="ctr">
              <a:solidFill>
                <a:srgbClr val="FFFFFF">
                  <a:lumMod val="65000"/>
                </a:srgbClr>
              </a:solidFill>
              <a:prstDash val="solid"/>
              <a:miter lim="800000"/>
            </a:ln>
            <a:effectLst/>
          </p:spPr>
        </p:cxnSp>
        <p:cxnSp>
          <p:nvCxnSpPr>
            <p:cNvPr id="55" name="直接连接符 54"/>
            <p:cNvCxnSpPr/>
            <p:nvPr/>
          </p:nvCxnSpPr>
          <p:spPr>
            <a:xfrm>
              <a:off x="4410869" y="3614676"/>
              <a:ext cx="230981" cy="0"/>
            </a:xfrm>
            <a:prstGeom prst="line">
              <a:avLst/>
            </a:prstGeom>
            <a:noFill/>
            <a:ln w="9525" cap="rnd" cmpd="sng" algn="ctr">
              <a:solidFill>
                <a:srgbClr val="FFFFFF">
                  <a:lumMod val="65000"/>
                </a:srgbClr>
              </a:solidFill>
              <a:prstDash val="solid"/>
              <a:miter lim="800000"/>
            </a:ln>
            <a:effectLst/>
          </p:spPr>
        </p:cxnSp>
        <p:cxnSp>
          <p:nvCxnSpPr>
            <p:cNvPr id="56" name="直接连接符 55"/>
            <p:cNvCxnSpPr/>
            <p:nvPr/>
          </p:nvCxnSpPr>
          <p:spPr>
            <a:xfrm>
              <a:off x="4410869" y="3686789"/>
              <a:ext cx="335303" cy="0"/>
            </a:xfrm>
            <a:prstGeom prst="line">
              <a:avLst/>
            </a:prstGeom>
            <a:noFill/>
            <a:ln w="19050" cap="rnd" cmpd="sng" algn="ctr">
              <a:solidFill>
                <a:srgbClr val="FFFFFF">
                  <a:lumMod val="65000"/>
                </a:srgbClr>
              </a:solidFill>
              <a:prstDash val="solid"/>
              <a:miter lim="800000"/>
            </a:ln>
            <a:effectLst/>
          </p:spPr>
        </p:cxnSp>
        <p:cxnSp>
          <p:nvCxnSpPr>
            <p:cNvPr id="57" name="直接连接符 56"/>
            <p:cNvCxnSpPr/>
            <p:nvPr/>
          </p:nvCxnSpPr>
          <p:spPr>
            <a:xfrm>
              <a:off x="4410869" y="3758902"/>
              <a:ext cx="230981" cy="0"/>
            </a:xfrm>
            <a:prstGeom prst="line">
              <a:avLst/>
            </a:prstGeom>
            <a:noFill/>
            <a:ln w="9525" cap="rnd" cmpd="sng" algn="ctr">
              <a:solidFill>
                <a:srgbClr val="FFFFFF">
                  <a:lumMod val="65000"/>
                </a:srgbClr>
              </a:solidFill>
              <a:prstDash val="solid"/>
              <a:miter lim="800000"/>
            </a:ln>
            <a:effectLst/>
          </p:spPr>
        </p:cxnSp>
        <p:cxnSp>
          <p:nvCxnSpPr>
            <p:cNvPr id="58" name="直接连接符 57"/>
            <p:cNvCxnSpPr/>
            <p:nvPr/>
          </p:nvCxnSpPr>
          <p:spPr>
            <a:xfrm>
              <a:off x="4410869" y="3903128"/>
              <a:ext cx="230981" cy="0"/>
            </a:xfrm>
            <a:prstGeom prst="line">
              <a:avLst/>
            </a:prstGeom>
            <a:noFill/>
            <a:ln w="9525" cap="rnd" cmpd="sng" algn="ctr">
              <a:solidFill>
                <a:srgbClr val="FFFFFF">
                  <a:lumMod val="65000"/>
                </a:srgbClr>
              </a:solidFill>
              <a:prstDash val="solid"/>
              <a:miter lim="800000"/>
            </a:ln>
            <a:effectLst/>
          </p:spPr>
        </p:cxnSp>
        <p:cxnSp>
          <p:nvCxnSpPr>
            <p:cNvPr id="59" name="直接连接符 58"/>
            <p:cNvCxnSpPr/>
            <p:nvPr/>
          </p:nvCxnSpPr>
          <p:spPr>
            <a:xfrm>
              <a:off x="4410869" y="3831015"/>
              <a:ext cx="230981" cy="0"/>
            </a:xfrm>
            <a:prstGeom prst="line">
              <a:avLst/>
            </a:prstGeom>
            <a:noFill/>
            <a:ln w="9525" cap="rnd" cmpd="sng" algn="ctr">
              <a:solidFill>
                <a:srgbClr val="FFFFFF">
                  <a:lumMod val="65000"/>
                </a:srgbClr>
              </a:solidFill>
              <a:prstDash val="solid"/>
              <a:miter lim="800000"/>
            </a:ln>
            <a:effectLst/>
          </p:spPr>
        </p:cxnSp>
        <p:cxnSp>
          <p:nvCxnSpPr>
            <p:cNvPr id="60" name="直接连接符 59"/>
            <p:cNvCxnSpPr/>
            <p:nvPr/>
          </p:nvCxnSpPr>
          <p:spPr>
            <a:xfrm>
              <a:off x="4410869" y="3975241"/>
              <a:ext cx="230981" cy="0"/>
            </a:xfrm>
            <a:prstGeom prst="line">
              <a:avLst/>
            </a:prstGeom>
            <a:noFill/>
            <a:ln w="9525" cap="rnd" cmpd="sng" algn="ctr">
              <a:solidFill>
                <a:srgbClr val="FFFFFF">
                  <a:lumMod val="65000"/>
                </a:srgbClr>
              </a:solidFill>
              <a:prstDash val="solid"/>
              <a:miter lim="800000"/>
            </a:ln>
            <a:effectLst/>
          </p:spPr>
        </p:cxnSp>
        <p:cxnSp>
          <p:nvCxnSpPr>
            <p:cNvPr id="61" name="直接连接符 60"/>
            <p:cNvCxnSpPr/>
            <p:nvPr/>
          </p:nvCxnSpPr>
          <p:spPr>
            <a:xfrm>
              <a:off x="4410869" y="4047354"/>
              <a:ext cx="335303" cy="0"/>
            </a:xfrm>
            <a:prstGeom prst="line">
              <a:avLst/>
            </a:prstGeom>
            <a:noFill/>
            <a:ln w="19050" cap="rnd" cmpd="sng" algn="ctr">
              <a:solidFill>
                <a:srgbClr val="FFFFFF">
                  <a:lumMod val="65000"/>
                </a:srgbClr>
              </a:solidFill>
              <a:prstDash val="solid"/>
              <a:miter lim="800000"/>
            </a:ln>
            <a:effectLst/>
          </p:spPr>
        </p:cxnSp>
        <p:cxnSp>
          <p:nvCxnSpPr>
            <p:cNvPr id="62" name="直接连接符 61"/>
            <p:cNvCxnSpPr/>
            <p:nvPr/>
          </p:nvCxnSpPr>
          <p:spPr>
            <a:xfrm>
              <a:off x="4410869" y="4119467"/>
              <a:ext cx="230981" cy="0"/>
            </a:xfrm>
            <a:prstGeom prst="line">
              <a:avLst/>
            </a:prstGeom>
            <a:noFill/>
            <a:ln w="9525" cap="rnd" cmpd="sng" algn="ctr">
              <a:solidFill>
                <a:srgbClr val="FFFFFF">
                  <a:lumMod val="65000"/>
                </a:srgbClr>
              </a:solidFill>
              <a:prstDash val="solid"/>
              <a:miter lim="800000"/>
            </a:ln>
            <a:effectLst/>
          </p:spPr>
        </p:cxnSp>
        <p:cxnSp>
          <p:nvCxnSpPr>
            <p:cNvPr id="63" name="直接连接符 62"/>
            <p:cNvCxnSpPr/>
            <p:nvPr/>
          </p:nvCxnSpPr>
          <p:spPr>
            <a:xfrm>
              <a:off x="4410869" y="4263693"/>
              <a:ext cx="230981" cy="0"/>
            </a:xfrm>
            <a:prstGeom prst="line">
              <a:avLst/>
            </a:prstGeom>
            <a:noFill/>
            <a:ln w="9525" cap="rnd" cmpd="sng" algn="ctr">
              <a:solidFill>
                <a:srgbClr val="FFFFFF">
                  <a:lumMod val="65000"/>
                </a:srgbClr>
              </a:solidFill>
              <a:prstDash val="solid"/>
              <a:miter lim="800000"/>
            </a:ln>
            <a:effectLst/>
          </p:spPr>
        </p:cxnSp>
        <p:cxnSp>
          <p:nvCxnSpPr>
            <p:cNvPr id="64" name="直接连接符 63"/>
            <p:cNvCxnSpPr/>
            <p:nvPr/>
          </p:nvCxnSpPr>
          <p:spPr>
            <a:xfrm>
              <a:off x="4410869" y="4191580"/>
              <a:ext cx="230981" cy="0"/>
            </a:xfrm>
            <a:prstGeom prst="line">
              <a:avLst/>
            </a:prstGeom>
            <a:noFill/>
            <a:ln w="9525" cap="rnd" cmpd="sng" algn="ctr">
              <a:solidFill>
                <a:srgbClr val="FFFFFF">
                  <a:lumMod val="65000"/>
                </a:srgbClr>
              </a:solidFill>
              <a:prstDash val="solid"/>
              <a:miter lim="800000"/>
            </a:ln>
            <a:effectLst/>
          </p:spPr>
        </p:cxnSp>
        <p:cxnSp>
          <p:nvCxnSpPr>
            <p:cNvPr id="65" name="直接连接符 64"/>
            <p:cNvCxnSpPr/>
            <p:nvPr/>
          </p:nvCxnSpPr>
          <p:spPr>
            <a:xfrm>
              <a:off x="4410869" y="4335806"/>
              <a:ext cx="230981" cy="0"/>
            </a:xfrm>
            <a:prstGeom prst="line">
              <a:avLst/>
            </a:prstGeom>
            <a:noFill/>
            <a:ln w="9525" cap="rnd" cmpd="sng" algn="ctr">
              <a:solidFill>
                <a:srgbClr val="FFFFFF">
                  <a:lumMod val="65000"/>
                </a:srgbClr>
              </a:solidFill>
              <a:prstDash val="solid"/>
              <a:miter lim="800000"/>
            </a:ln>
            <a:effectLst/>
          </p:spPr>
        </p:cxnSp>
        <p:cxnSp>
          <p:nvCxnSpPr>
            <p:cNvPr id="66" name="直接连接符 65"/>
            <p:cNvCxnSpPr/>
            <p:nvPr/>
          </p:nvCxnSpPr>
          <p:spPr>
            <a:xfrm>
              <a:off x="4410869" y="4407916"/>
              <a:ext cx="335303" cy="0"/>
            </a:xfrm>
            <a:prstGeom prst="line">
              <a:avLst/>
            </a:prstGeom>
            <a:noFill/>
            <a:ln w="19050" cap="rnd" cmpd="sng" algn="ctr">
              <a:solidFill>
                <a:srgbClr val="FFFFFF">
                  <a:lumMod val="65000"/>
                </a:srgbClr>
              </a:solidFill>
              <a:prstDash val="solid"/>
              <a:miter lim="800000"/>
            </a:ln>
            <a:effectLst/>
          </p:spPr>
        </p:cxnSp>
      </p:grpSp>
      <p:sp>
        <p:nvSpPr>
          <p:cNvPr id="67" name="任意多边形 71"/>
          <p:cNvSpPr/>
          <p:nvPr/>
        </p:nvSpPr>
        <p:spPr>
          <a:xfrm rot="5400000">
            <a:off x="4411181" y="3083327"/>
            <a:ext cx="2104338" cy="556188"/>
          </a:xfrm>
          <a:custGeom>
            <a:avLst/>
            <a:gdLst>
              <a:gd name="connsiteX0" fmla="*/ 0 w 3027178"/>
              <a:gd name="connsiteY0" fmla="*/ 800100 h 800100"/>
              <a:gd name="connsiteX1" fmla="*/ 0 w 3027178"/>
              <a:gd name="connsiteY1" fmla="*/ 0 h 800100"/>
              <a:gd name="connsiteX2" fmla="*/ 2690632 w 3027178"/>
              <a:gd name="connsiteY2" fmla="*/ 0 h 800100"/>
              <a:gd name="connsiteX3" fmla="*/ 3027178 w 3027178"/>
              <a:gd name="connsiteY3" fmla="*/ 336546 h 800100"/>
              <a:gd name="connsiteX4" fmla="*/ 3027178 w 3027178"/>
              <a:gd name="connsiteY4" fmla="*/ 463554 h 800100"/>
              <a:gd name="connsiteX5" fmla="*/ 2690632 w 3027178"/>
              <a:gd name="connsiteY5" fmla="*/ 80010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7178" h="800100">
                <a:moveTo>
                  <a:pt x="0" y="800100"/>
                </a:moveTo>
                <a:lnTo>
                  <a:pt x="0" y="0"/>
                </a:lnTo>
                <a:lnTo>
                  <a:pt x="2690632" y="0"/>
                </a:lnTo>
                <a:cubicBezTo>
                  <a:pt x="2876501" y="0"/>
                  <a:pt x="3027178" y="150677"/>
                  <a:pt x="3027178" y="336546"/>
                </a:cubicBezTo>
                <a:lnTo>
                  <a:pt x="3027178" y="463554"/>
                </a:lnTo>
                <a:cubicBezTo>
                  <a:pt x="3027178" y="649423"/>
                  <a:pt x="2876501" y="800100"/>
                  <a:pt x="2690632" y="800100"/>
                </a:cubicBezTo>
                <a:close/>
              </a:path>
            </a:pathLst>
          </a:custGeom>
          <a:gradFill>
            <a:gsLst>
              <a:gs pos="50000">
                <a:srgbClr val="FFFFFF">
                  <a:lumMod val="95000"/>
                </a:srgbClr>
              </a:gs>
              <a:gs pos="0">
                <a:srgbClr val="FFFFFF">
                  <a:lumMod val="75000"/>
                </a:srgbClr>
              </a:gs>
              <a:gs pos="100000">
                <a:srgbClr val="FFFFFF">
                  <a:lumMod val="75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68" name="任意多边形 72"/>
          <p:cNvSpPr/>
          <p:nvPr/>
        </p:nvSpPr>
        <p:spPr>
          <a:xfrm rot="5400000">
            <a:off x="4678521" y="3350667"/>
            <a:ext cx="1569658" cy="556188"/>
          </a:xfrm>
          <a:custGeom>
            <a:avLst/>
            <a:gdLst>
              <a:gd name="connsiteX0" fmla="*/ 0 w 1569658"/>
              <a:gd name="connsiteY0" fmla="*/ 556188 h 556188"/>
              <a:gd name="connsiteX1" fmla="*/ 0 w 1569658"/>
              <a:gd name="connsiteY1" fmla="*/ 0 h 556188"/>
              <a:gd name="connsiteX2" fmla="*/ 1335709 w 1569658"/>
              <a:gd name="connsiteY2" fmla="*/ 0 h 556188"/>
              <a:gd name="connsiteX3" fmla="*/ 1569658 w 1569658"/>
              <a:gd name="connsiteY3" fmla="*/ 233950 h 556188"/>
              <a:gd name="connsiteX4" fmla="*/ 1569658 w 1569658"/>
              <a:gd name="connsiteY4" fmla="*/ 322239 h 556188"/>
              <a:gd name="connsiteX5" fmla="*/ 1335709 w 1569658"/>
              <a:gd name="connsiteY5" fmla="*/ 556188 h 55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9658" h="556188">
                <a:moveTo>
                  <a:pt x="0" y="556188"/>
                </a:moveTo>
                <a:lnTo>
                  <a:pt x="0" y="0"/>
                </a:lnTo>
                <a:lnTo>
                  <a:pt x="1335709" y="0"/>
                </a:lnTo>
                <a:cubicBezTo>
                  <a:pt x="1464915" y="0"/>
                  <a:pt x="1569658" y="104743"/>
                  <a:pt x="1569658" y="233950"/>
                </a:cubicBezTo>
                <a:lnTo>
                  <a:pt x="1569658" y="322239"/>
                </a:lnTo>
                <a:cubicBezTo>
                  <a:pt x="1569658" y="451445"/>
                  <a:pt x="1464915" y="556188"/>
                  <a:pt x="1335709" y="556188"/>
                </a:cubicBezTo>
                <a:close/>
              </a:path>
            </a:pathLst>
          </a:custGeom>
          <a:solidFill>
            <a:srgbClr val="023F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nvGrpSpPr>
          <p:cNvPr id="69" name="组合 68"/>
          <p:cNvGrpSpPr/>
          <p:nvPr/>
        </p:nvGrpSpPr>
        <p:grpSpPr>
          <a:xfrm>
            <a:off x="5328810" y="2777628"/>
            <a:ext cx="269081" cy="1442257"/>
            <a:chOff x="4410869" y="2965659"/>
            <a:chExt cx="335303" cy="1442257"/>
          </a:xfrm>
        </p:grpSpPr>
        <p:cxnSp>
          <p:nvCxnSpPr>
            <p:cNvPr id="70" name="直接连接符 69"/>
            <p:cNvCxnSpPr/>
            <p:nvPr/>
          </p:nvCxnSpPr>
          <p:spPr>
            <a:xfrm>
              <a:off x="4410869" y="2965659"/>
              <a:ext cx="335303" cy="0"/>
            </a:xfrm>
            <a:prstGeom prst="line">
              <a:avLst/>
            </a:prstGeom>
            <a:noFill/>
            <a:ln w="19050" cap="rnd" cmpd="sng" algn="ctr">
              <a:solidFill>
                <a:srgbClr val="FFFFFF">
                  <a:lumMod val="65000"/>
                </a:srgbClr>
              </a:solidFill>
              <a:prstDash val="solid"/>
              <a:miter lim="800000"/>
            </a:ln>
            <a:effectLst/>
          </p:spPr>
        </p:cxnSp>
        <p:cxnSp>
          <p:nvCxnSpPr>
            <p:cNvPr id="71" name="直接连接符 70"/>
            <p:cNvCxnSpPr/>
            <p:nvPr/>
          </p:nvCxnSpPr>
          <p:spPr>
            <a:xfrm>
              <a:off x="4410869" y="3037772"/>
              <a:ext cx="230981" cy="0"/>
            </a:xfrm>
            <a:prstGeom prst="line">
              <a:avLst/>
            </a:prstGeom>
            <a:noFill/>
            <a:ln w="9525" cap="rnd" cmpd="sng" algn="ctr">
              <a:solidFill>
                <a:srgbClr val="FFFFFF">
                  <a:lumMod val="65000"/>
                </a:srgbClr>
              </a:solidFill>
              <a:prstDash val="solid"/>
              <a:miter lim="800000"/>
            </a:ln>
            <a:effectLst/>
          </p:spPr>
        </p:cxnSp>
        <p:cxnSp>
          <p:nvCxnSpPr>
            <p:cNvPr id="72" name="直接连接符 71"/>
            <p:cNvCxnSpPr/>
            <p:nvPr/>
          </p:nvCxnSpPr>
          <p:spPr>
            <a:xfrm>
              <a:off x="4410869" y="3181998"/>
              <a:ext cx="230981" cy="0"/>
            </a:xfrm>
            <a:prstGeom prst="line">
              <a:avLst/>
            </a:prstGeom>
            <a:noFill/>
            <a:ln w="9525" cap="rnd" cmpd="sng" algn="ctr">
              <a:solidFill>
                <a:srgbClr val="FFFFFF">
                  <a:lumMod val="65000"/>
                </a:srgbClr>
              </a:solidFill>
              <a:prstDash val="solid"/>
              <a:miter lim="800000"/>
            </a:ln>
            <a:effectLst/>
          </p:spPr>
        </p:cxnSp>
        <p:cxnSp>
          <p:nvCxnSpPr>
            <p:cNvPr id="73" name="直接连接符 72"/>
            <p:cNvCxnSpPr/>
            <p:nvPr/>
          </p:nvCxnSpPr>
          <p:spPr>
            <a:xfrm>
              <a:off x="4410869" y="3109885"/>
              <a:ext cx="230981" cy="0"/>
            </a:xfrm>
            <a:prstGeom prst="line">
              <a:avLst/>
            </a:prstGeom>
            <a:noFill/>
            <a:ln w="9525" cap="rnd" cmpd="sng" algn="ctr">
              <a:solidFill>
                <a:srgbClr val="FFFFFF">
                  <a:lumMod val="65000"/>
                </a:srgbClr>
              </a:solidFill>
              <a:prstDash val="solid"/>
              <a:miter lim="800000"/>
            </a:ln>
            <a:effectLst/>
          </p:spPr>
        </p:cxnSp>
        <p:cxnSp>
          <p:nvCxnSpPr>
            <p:cNvPr id="74" name="直接连接符 73"/>
            <p:cNvCxnSpPr/>
            <p:nvPr/>
          </p:nvCxnSpPr>
          <p:spPr>
            <a:xfrm>
              <a:off x="4410869" y="3254111"/>
              <a:ext cx="230981" cy="0"/>
            </a:xfrm>
            <a:prstGeom prst="line">
              <a:avLst/>
            </a:prstGeom>
            <a:noFill/>
            <a:ln w="9525" cap="rnd" cmpd="sng" algn="ctr">
              <a:solidFill>
                <a:srgbClr val="FFFFFF">
                  <a:lumMod val="65000"/>
                </a:srgbClr>
              </a:solidFill>
              <a:prstDash val="solid"/>
              <a:miter lim="800000"/>
            </a:ln>
            <a:effectLst/>
          </p:spPr>
        </p:cxnSp>
        <p:cxnSp>
          <p:nvCxnSpPr>
            <p:cNvPr id="75" name="直接连接符 74"/>
            <p:cNvCxnSpPr/>
            <p:nvPr/>
          </p:nvCxnSpPr>
          <p:spPr>
            <a:xfrm>
              <a:off x="4410869" y="3326224"/>
              <a:ext cx="335303" cy="0"/>
            </a:xfrm>
            <a:prstGeom prst="line">
              <a:avLst/>
            </a:prstGeom>
            <a:noFill/>
            <a:ln w="19050" cap="rnd" cmpd="sng" algn="ctr">
              <a:solidFill>
                <a:srgbClr val="FFFFFF">
                  <a:lumMod val="65000"/>
                </a:srgbClr>
              </a:solidFill>
              <a:prstDash val="solid"/>
              <a:miter lim="800000"/>
            </a:ln>
            <a:effectLst/>
          </p:spPr>
        </p:cxnSp>
        <p:cxnSp>
          <p:nvCxnSpPr>
            <p:cNvPr id="76" name="直接连接符 75"/>
            <p:cNvCxnSpPr/>
            <p:nvPr/>
          </p:nvCxnSpPr>
          <p:spPr>
            <a:xfrm>
              <a:off x="4410869" y="3398337"/>
              <a:ext cx="230981" cy="0"/>
            </a:xfrm>
            <a:prstGeom prst="line">
              <a:avLst/>
            </a:prstGeom>
            <a:noFill/>
            <a:ln w="9525" cap="rnd" cmpd="sng" algn="ctr">
              <a:solidFill>
                <a:srgbClr val="FFFFFF">
                  <a:lumMod val="65000"/>
                </a:srgbClr>
              </a:solidFill>
              <a:prstDash val="solid"/>
              <a:miter lim="800000"/>
            </a:ln>
            <a:effectLst/>
          </p:spPr>
        </p:cxnSp>
        <p:cxnSp>
          <p:nvCxnSpPr>
            <p:cNvPr id="77" name="直接连接符 76"/>
            <p:cNvCxnSpPr/>
            <p:nvPr/>
          </p:nvCxnSpPr>
          <p:spPr>
            <a:xfrm>
              <a:off x="4410869" y="3542563"/>
              <a:ext cx="230981" cy="0"/>
            </a:xfrm>
            <a:prstGeom prst="line">
              <a:avLst/>
            </a:prstGeom>
            <a:noFill/>
            <a:ln w="9525" cap="rnd" cmpd="sng" algn="ctr">
              <a:solidFill>
                <a:srgbClr val="FFFFFF">
                  <a:lumMod val="65000"/>
                </a:srgbClr>
              </a:solidFill>
              <a:prstDash val="solid"/>
              <a:miter lim="800000"/>
            </a:ln>
            <a:effectLst/>
          </p:spPr>
        </p:cxnSp>
        <p:cxnSp>
          <p:nvCxnSpPr>
            <p:cNvPr id="78" name="直接连接符 77"/>
            <p:cNvCxnSpPr/>
            <p:nvPr/>
          </p:nvCxnSpPr>
          <p:spPr>
            <a:xfrm>
              <a:off x="4410869" y="3470450"/>
              <a:ext cx="230981" cy="0"/>
            </a:xfrm>
            <a:prstGeom prst="line">
              <a:avLst/>
            </a:prstGeom>
            <a:noFill/>
            <a:ln w="9525" cap="rnd" cmpd="sng" algn="ctr">
              <a:solidFill>
                <a:srgbClr val="FFFFFF">
                  <a:lumMod val="65000"/>
                </a:srgbClr>
              </a:solidFill>
              <a:prstDash val="solid"/>
              <a:miter lim="800000"/>
            </a:ln>
            <a:effectLst/>
          </p:spPr>
        </p:cxnSp>
        <p:cxnSp>
          <p:nvCxnSpPr>
            <p:cNvPr id="79" name="直接连接符 78"/>
            <p:cNvCxnSpPr/>
            <p:nvPr/>
          </p:nvCxnSpPr>
          <p:spPr>
            <a:xfrm>
              <a:off x="4410869" y="3614676"/>
              <a:ext cx="230981" cy="0"/>
            </a:xfrm>
            <a:prstGeom prst="line">
              <a:avLst/>
            </a:prstGeom>
            <a:noFill/>
            <a:ln w="9525" cap="rnd" cmpd="sng" algn="ctr">
              <a:solidFill>
                <a:srgbClr val="FFFFFF">
                  <a:lumMod val="65000"/>
                </a:srgbClr>
              </a:solidFill>
              <a:prstDash val="solid"/>
              <a:miter lim="800000"/>
            </a:ln>
            <a:effectLst/>
          </p:spPr>
        </p:cxnSp>
        <p:cxnSp>
          <p:nvCxnSpPr>
            <p:cNvPr id="80" name="直接连接符 79"/>
            <p:cNvCxnSpPr/>
            <p:nvPr/>
          </p:nvCxnSpPr>
          <p:spPr>
            <a:xfrm>
              <a:off x="4410869" y="3686789"/>
              <a:ext cx="335303" cy="0"/>
            </a:xfrm>
            <a:prstGeom prst="line">
              <a:avLst/>
            </a:prstGeom>
            <a:noFill/>
            <a:ln w="19050" cap="rnd" cmpd="sng" algn="ctr">
              <a:solidFill>
                <a:srgbClr val="FFFFFF">
                  <a:lumMod val="65000"/>
                </a:srgbClr>
              </a:solidFill>
              <a:prstDash val="solid"/>
              <a:miter lim="800000"/>
            </a:ln>
            <a:effectLst/>
          </p:spPr>
        </p:cxnSp>
        <p:cxnSp>
          <p:nvCxnSpPr>
            <p:cNvPr id="81" name="直接连接符 80"/>
            <p:cNvCxnSpPr/>
            <p:nvPr/>
          </p:nvCxnSpPr>
          <p:spPr>
            <a:xfrm>
              <a:off x="4410869" y="3758902"/>
              <a:ext cx="230981" cy="0"/>
            </a:xfrm>
            <a:prstGeom prst="line">
              <a:avLst/>
            </a:prstGeom>
            <a:noFill/>
            <a:ln w="9525" cap="rnd" cmpd="sng" algn="ctr">
              <a:solidFill>
                <a:srgbClr val="FFFFFF">
                  <a:lumMod val="65000"/>
                </a:srgbClr>
              </a:solidFill>
              <a:prstDash val="solid"/>
              <a:miter lim="800000"/>
            </a:ln>
            <a:effectLst/>
          </p:spPr>
        </p:cxnSp>
        <p:cxnSp>
          <p:nvCxnSpPr>
            <p:cNvPr id="82" name="直接连接符 81"/>
            <p:cNvCxnSpPr/>
            <p:nvPr/>
          </p:nvCxnSpPr>
          <p:spPr>
            <a:xfrm>
              <a:off x="4410869" y="3903128"/>
              <a:ext cx="230981" cy="0"/>
            </a:xfrm>
            <a:prstGeom prst="line">
              <a:avLst/>
            </a:prstGeom>
            <a:noFill/>
            <a:ln w="9525" cap="rnd" cmpd="sng" algn="ctr">
              <a:solidFill>
                <a:srgbClr val="FFFFFF">
                  <a:lumMod val="65000"/>
                </a:srgbClr>
              </a:solidFill>
              <a:prstDash val="solid"/>
              <a:miter lim="800000"/>
            </a:ln>
            <a:effectLst/>
          </p:spPr>
        </p:cxnSp>
        <p:cxnSp>
          <p:nvCxnSpPr>
            <p:cNvPr id="83" name="直接连接符 82"/>
            <p:cNvCxnSpPr/>
            <p:nvPr/>
          </p:nvCxnSpPr>
          <p:spPr>
            <a:xfrm>
              <a:off x="4410869" y="3831015"/>
              <a:ext cx="230981" cy="0"/>
            </a:xfrm>
            <a:prstGeom prst="line">
              <a:avLst/>
            </a:prstGeom>
            <a:noFill/>
            <a:ln w="9525" cap="rnd" cmpd="sng" algn="ctr">
              <a:solidFill>
                <a:srgbClr val="FFFFFF">
                  <a:lumMod val="65000"/>
                </a:srgbClr>
              </a:solidFill>
              <a:prstDash val="solid"/>
              <a:miter lim="800000"/>
            </a:ln>
            <a:effectLst/>
          </p:spPr>
        </p:cxnSp>
        <p:cxnSp>
          <p:nvCxnSpPr>
            <p:cNvPr id="84" name="直接连接符 83"/>
            <p:cNvCxnSpPr/>
            <p:nvPr/>
          </p:nvCxnSpPr>
          <p:spPr>
            <a:xfrm>
              <a:off x="4410869" y="3975241"/>
              <a:ext cx="230981" cy="0"/>
            </a:xfrm>
            <a:prstGeom prst="line">
              <a:avLst/>
            </a:prstGeom>
            <a:noFill/>
            <a:ln w="9525" cap="rnd" cmpd="sng" algn="ctr">
              <a:solidFill>
                <a:srgbClr val="FFFFFF">
                  <a:lumMod val="65000"/>
                </a:srgbClr>
              </a:solidFill>
              <a:prstDash val="solid"/>
              <a:miter lim="800000"/>
            </a:ln>
            <a:effectLst/>
          </p:spPr>
        </p:cxnSp>
        <p:cxnSp>
          <p:nvCxnSpPr>
            <p:cNvPr id="85" name="直接连接符 84"/>
            <p:cNvCxnSpPr/>
            <p:nvPr/>
          </p:nvCxnSpPr>
          <p:spPr>
            <a:xfrm>
              <a:off x="4410869" y="4047354"/>
              <a:ext cx="335303" cy="0"/>
            </a:xfrm>
            <a:prstGeom prst="line">
              <a:avLst/>
            </a:prstGeom>
            <a:noFill/>
            <a:ln w="19050" cap="rnd" cmpd="sng" algn="ctr">
              <a:solidFill>
                <a:srgbClr val="FFFFFF">
                  <a:lumMod val="65000"/>
                </a:srgbClr>
              </a:solidFill>
              <a:prstDash val="solid"/>
              <a:miter lim="800000"/>
            </a:ln>
            <a:effectLst/>
          </p:spPr>
        </p:cxnSp>
        <p:cxnSp>
          <p:nvCxnSpPr>
            <p:cNvPr id="86" name="直接连接符 85"/>
            <p:cNvCxnSpPr/>
            <p:nvPr/>
          </p:nvCxnSpPr>
          <p:spPr>
            <a:xfrm>
              <a:off x="4410869" y="4119467"/>
              <a:ext cx="230981" cy="0"/>
            </a:xfrm>
            <a:prstGeom prst="line">
              <a:avLst/>
            </a:prstGeom>
            <a:noFill/>
            <a:ln w="9525" cap="rnd" cmpd="sng" algn="ctr">
              <a:solidFill>
                <a:srgbClr val="FFFFFF">
                  <a:lumMod val="65000"/>
                </a:srgbClr>
              </a:solidFill>
              <a:prstDash val="solid"/>
              <a:miter lim="800000"/>
            </a:ln>
            <a:effectLst/>
          </p:spPr>
        </p:cxnSp>
        <p:cxnSp>
          <p:nvCxnSpPr>
            <p:cNvPr id="87" name="直接连接符 86"/>
            <p:cNvCxnSpPr/>
            <p:nvPr/>
          </p:nvCxnSpPr>
          <p:spPr>
            <a:xfrm>
              <a:off x="4410869" y="4263693"/>
              <a:ext cx="230981" cy="0"/>
            </a:xfrm>
            <a:prstGeom prst="line">
              <a:avLst/>
            </a:prstGeom>
            <a:noFill/>
            <a:ln w="9525" cap="rnd" cmpd="sng" algn="ctr">
              <a:solidFill>
                <a:srgbClr val="FFFFFF">
                  <a:lumMod val="65000"/>
                </a:srgbClr>
              </a:solidFill>
              <a:prstDash val="solid"/>
              <a:miter lim="800000"/>
            </a:ln>
            <a:effectLst/>
          </p:spPr>
        </p:cxnSp>
        <p:cxnSp>
          <p:nvCxnSpPr>
            <p:cNvPr id="88" name="直接连接符 87"/>
            <p:cNvCxnSpPr/>
            <p:nvPr/>
          </p:nvCxnSpPr>
          <p:spPr>
            <a:xfrm>
              <a:off x="4410869" y="4191580"/>
              <a:ext cx="230981" cy="0"/>
            </a:xfrm>
            <a:prstGeom prst="line">
              <a:avLst/>
            </a:prstGeom>
            <a:noFill/>
            <a:ln w="9525" cap="rnd" cmpd="sng" algn="ctr">
              <a:solidFill>
                <a:srgbClr val="FFFFFF">
                  <a:lumMod val="65000"/>
                </a:srgbClr>
              </a:solidFill>
              <a:prstDash val="solid"/>
              <a:miter lim="800000"/>
            </a:ln>
            <a:effectLst/>
          </p:spPr>
        </p:cxnSp>
        <p:cxnSp>
          <p:nvCxnSpPr>
            <p:cNvPr id="89" name="直接连接符 88"/>
            <p:cNvCxnSpPr/>
            <p:nvPr/>
          </p:nvCxnSpPr>
          <p:spPr>
            <a:xfrm>
              <a:off x="4410869" y="4335806"/>
              <a:ext cx="230981" cy="0"/>
            </a:xfrm>
            <a:prstGeom prst="line">
              <a:avLst/>
            </a:prstGeom>
            <a:noFill/>
            <a:ln w="9525" cap="rnd" cmpd="sng" algn="ctr">
              <a:solidFill>
                <a:srgbClr val="FFFFFF">
                  <a:lumMod val="65000"/>
                </a:srgbClr>
              </a:solidFill>
              <a:prstDash val="solid"/>
              <a:miter lim="800000"/>
            </a:ln>
            <a:effectLst/>
          </p:spPr>
        </p:cxnSp>
        <p:cxnSp>
          <p:nvCxnSpPr>
            <p:cNvPr id="90" name="直接连接符 89"/>
            <p:cNvCxnSpPr/>
            <p:nvPr/>
          </p:nvCxnSpPr>
          <p:spPr>
            <a:xfrm>
              <a:off x="4410869" y="4407916"/>
              <a:ext cx="335303" cy="0"/>
            </a:xfrm>
            <a:prstGeom prst="line">
              <a:avLst/>
            </a:prstGeom>
            <a:noFill/>
            <a:ln w="19050" cap="rnd" cmpd="sng" algn="ctr">
              <a:solidFill>
                <a:srgbClr val="FFFFFF">
                  <a:lumMod val="65000"/>
                </a:srgbClr>
              </a:solidFill>
              <a:prstDash val="solid"/>
              <a:miter lim="800000"/>
            </a:ln>
            <a:effectLst/>
          </p:spPr>
        </p:cxnSp>
      </p:grpSp>
      <p:sp>
        <p:nvSpPr>
          <p:cNvPr id="91" name="等腰三角形 90"/>
          <p:cNvSpPr/>
          <p:nvPr/>
        </p:nvSpPr>
        <p:spPr>
          <a:xfrm rot="5400000" flipH="1">
            <a:off x="6420320" y="3018598"/>
            <a:ext cx="295275" cy="137150"/>
          </a:xfrm>
          <a:prstGeom prst="triangle">
            <a:avLst/>
          </a:prstGeom>
          <a:solidFill>
            <a:srgbClr val="FFFFFF">
              <a:lumMod val="95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92" name="文本框 91"/>
          <p:cNvSpPr txBox="1"/>
          <p:nvPr/>
        </p:nvSpPr>
        <p:spPr>
          <a:xfrm>
            <a:off x="2424097" y="1751782"/>
            <a:ext cx="838018" cy="369332"/>
          </a:xfrm>
          <a:prstGeom prst="rect">
            <a:avLst/>
          </a:prstGeom>
          <a:noFill/>
        </p:spPr>
        <p:txBody>
          <a:bodyPr wrap="square" rtlCol="0">
            <a:spAutoFit/>
          </a:bodyPr>
          <a:lstStyle/>
          <a:p>
            <a:pPr algn="ctr"/>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A</a:t>
            </a:r>
          </a:p>
        </p:txBody>
      </p:sp>
      <p:sp>
        <p:nvSpPr>
          <p:cNvPr id="93" name="文本框 92"/>
          <p:cNvSpPr txBox="1"/>
          <p:nvPr/>
        </p:nvSpPr>
        <p:spPr>
          <a:xfrm>
            <a:off x="6981346" y="2782925"/>
            <a:ext cx="2877159" cy="786497"/>
          </a:xfrm>
          <a:prstGeom prst="rect">
            <a:avLst/>
          </a:prstGeom>
          <a:noFill/>
        </p:spPr>
        <p:txBody>
          <a:bodyPr wrap="square" rtlCol="0">
            <a:spAutoFit/>
          </a:bodyPr>
          <a:lstStyle/>
          <a:p>
            <a:pPr algn="just">
              <a:lnSpc>
                <a:spcPct val="110000"/>
              </a:lnSpc>
            </a:pPr>
            <a:r>
              <a:rPr lang="zh-CN" altLang="en-US" sz="1400"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a:t>
            </a:r>
            <a:endParaRPr lang="zh-CN" altLang="en-US" sz="1400" dirty="0">
              <a:solidFill>
                <a:prstClr val="white"/>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94" name="文本框 93"/>
          <p:cNvSpPr txBox="1"/>
          <p:nvPr/>
        </p:nvSpPr>
        <p:spPr>
          <a:xfrm>
            <a:off x="3734218" y="1751782"/>
            <a:ext cx="838018" cy="369332"/>
          </a:xfrm>
          <a:prstGeom prst="rect">
            <a:avLst/>
          </a:prstGeom>
          <a:noFill/>
        </p:spPr>
        <p:txBody>
          <a:bodyPr wrap="square" rtlCol="0">
            <a:spAutoFit/>
          </a:bodyPr>
          <a:lstStyle/>
          <a:p>
            <a:pPr algn="ctr"/>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B</a:t>
            </a:r>
          </a:p>
        </p:txBody>
      </p:sp>
      <p:sp>
        <p:nvSpPr>
          <p:cNvPr id="95" name="文本框 94"/>
          <p:cNvSpPr txBox="1"/>
          <p:nvPr/>
        </p:nvSpPr>
        <p:spPr>
          <a:xfrm>
            <a:off x="5057497" y="1751782"/>
            <a:ext cx="838018" cy="369332"/>
          </a:xfrm>
          <a:prstGeom prst="rect">
            <a:avLst/>
          </a:prstGeom>
          <a:noFill/>
        </p:spPr>
        <p:txBody>
          <a:bodyPr wrap="square" rtlCol="0">
            <a:spAutoFit/>
          </a:bodyPr>
          <a:lstStyle/>
          <a:p>
            <a:pPr algn="ctr"/>
            <a:r>
              <a:rPr lang="en-US" altLang="zh-CN" dirty="0">
                <a:solidFill>
                  <a:srgbClr val="023FA1"/>
                </a:solidFill>
                <a:latin typeface="微软雅黑" panose="020B0503020204020204" pitchFamily="34" charset="-122"/>
                <a:ea typeface="微软雅黑" panose="020B0503020204020204" pitchFamily="34" charset="-122"/>
                <a:cs typeface="Arial" panose="020B0604020202020204" pitchFamily="34" charset="0"/>
              </a:rPr>
              <a:t>C</a:t>
            </a:r>
          </a:p>
        </p:txBody>
      </p:sp>
      <p:sp>
        <p:nvSpPr>
          <p:cNvPr id="96" name="文本框 95"/>
          <p:cNvSpPr txBox="1"/>
          <p:nvPr/>
        </p:nvSpPr>
        <p:spPr>
          <a:xfrm>
            <a:off x="7524098" y="2241946"/>
            <a:ext cx="1791655" cy="369332"/>
          </a:xfrm>
          <a:prstGeom prst="rect">
            <a:avLst/>
          </a:prstGeom>
          <a:noFill/>
        </p:spPr>
        <p:txBody>
          <a:bodyPr wrap="square" rtlCol="0">
            <a:spAutoFit/>
          </a:bodyPr>
          <a:lstStyle/>
          <a:p>
            <a:pPr algn="ctr"/>
            <a:r>
              <a:rPr lang="en-US" altLang="zh-CN" dirty="0">
                <a:solidFill>
                  <a:srgbClr val="FFFFFF"/>
                </a:solidFill>
                <a:latin typeface="华文细黑" panose="02010600040101010101" pitchFamily="2" charset="-122"/>
                <a:ea typeface="华文细黑" panose="02010600040101010101" pitchFamily="2" charset="-122"/>
                <a:cs typeface="Arial" panose="020B0604020202020204" pitchFamily="34" charset="0"/>
              </a:rPr>
              <a:t>SIMPLE TITLE</a:t>
            </a:r>
          </a:p>
        </p:txBody>
      </p:sp>
      <p:sp>
        <p:nvSpPr>
          <p:cNvPr id="97" name="文本框 96"/>
          <p:cNvSpPr txBox="1"/>
          <p:nvPr/>
        </p:nvSpPr>
        <p:spPr>
          <a:xfrm>
            <a:off x="6981346" y="3582771"/>
            <a:ext cx="2877159" cy="786497"/>
          </a:xfrm>
          <a:prstGeom prst="rect">
            <a:avLst/>
          </a:prstGeom>
          <a:noFill/>
        </p:spPr>
        <p:txBody>
          <a:bodyPr wrap="square" rtlCol="0">
            <a:spAutoFit/>
          </a:bodyPr>
          <a:lstStyle/>
          <a:p>
            <a:pPr algn="just">
              <a:lnSpc>
                <a:spcPct val="110000"/>
              </a:lnSpc>
            </a:pPr>
            <a:r>
              <a:rPr lang="zh-CN" altLang="en-US" sz="1400"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a:t>
            </a:r>
            <a:endParaRPr lang="zh-CN" altLang="en-US" sz="1400" dirty="0">
              <a:solidFill>
                <a:prstClr val="white"/>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98" name="Freeform 9"/>
          <p:cNvSpPr/>
          <p:nvPr/>
        </p:nvSpPr>
        <p:spPr bwMode="auto">
          <a:xfrm>
            <a:off x="8270539" y="1863858"/>
            <a:ext cx="298773" cy="285857"/>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99" name="矩形 98"/>
          <p:cNvSpPr/>
          <p:nvPr/>
        </p:nvSpPr>
        <p:spPr>
          <a:xfrm>
            <a:off x="1804522" y="4624437"/>
            <a:ext cx="4697412" cy="45719"/>
          </a:xfrm>
          <a:prstGeom prst="rect">
            <a:avLst/>
          </a:prstGeom>
          <a:solidFill>
            <a:srgbClr val="023FA1"/>
          </a:solidFill>
          <a:ln w="12700" cap="flat" cmpd="sng" algn="ctr">
            <a:solidFill>
              <a:srgbClr val="023FA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00" name="等腰三角形 99"/>
          <p:cNvSpPr/>
          <p:nvPr/>
        </p:nvSpPr>
        <p:spPr>
          <a:xfrm flipH="1" flipV="1">
            <a:off x="1804521" y="1504189"/>
            <a:ext cx="242299" cy="208879"/>
          </a:xfrm>
          <a:prstGeom prst="triangle">
            <a:avLst>
              <a:gd name="adj" fmla="val 100000"/>
            </a:avLst>
          </a:prstGeom>
          <a:solidFill>
            <a:srgbClr val="023F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01" name="等腰三角形 100"/>
          <p:cNvSpPr/>
          <p:nvPr/>
        </p:nvSpPr>
        <p:spPr>
          <a:xfrm rot="10800000" flipH="1">
            <a:off x="8272288" y="4670156"/>
            <a:ext cx="295275" cy="137150"/>
          </a:xfrm>
          <a:prstGeom prst="triangle">
            <a:avLst/>
          </a:prstGeom>
          <a:solidFill>
            <a:srgbClr val="023FA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02" name="文本框 101"/>
          <p:cNvSpPr txBox="1"/>
          <p:nvPr/>
        </p:nvSpPr>
        <p:spPr>
          <a:xfrm>
            <a:off x="1804522" y="5454979"/>
            <a:ext cx="8471376" cy="786754"/>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右键点击图片选择设置图片格式可直接替换图片，在此录入上述图表的描述说明。您可以点击文字框输入您的描述说明，或者通过复制粘贴。</a:t>
            </a:r>
          </a:p>
        </p:txBody>
      </p:sp>
      <p:sp>
        <p:nvSpPr>
          <p:cNvPr id="103" name="文本框 102"/>
          <p:cNvSpPr txBox="1"/>
          <p:nvPr/>
        </p:nvSpPr>
        <p:spPr>
          <a:xfrm>
            <a:off x="6636533" y="5091389"/>
            <a:ext cx="3639365" cy="369332"/>
          </a:xfrm>
          <a:prstGeom prst="rect">
            <a:avLst/>
          </a:prstGeom>
          <a:noFill/>
        </p:spPr>
        <p:txBody>
          <a:bodyPr wrap="square" rtlCol="0">
            <a:spAutoFit/>
          </a:bodyPr>
          <a:lstStyle/>
          <a:p>
            <a:pPr algn="r"/>
            <a:r>
              <a:rPr lang="zh-CN" altLang="en-US" dirty="0">
                <a:solidFill>
                  <a:srgbClr val="333333"/>
                </a:solidFill>
                <a:latin typeface="微软雅黑" panose="020B0503020204020204" pitchFamily="34" charset="-122"/>
                <a:ea typeface="微软雅黑" panose="020B0503020204020204" pitchFamily="34" charset="-122"/>
                <a:cs typeface="Arial" panose="020B0604020202020204" pitchFamily="34" charset="0"/>
              </a:rPr>
              <a:t>对比分析结论 </a:t>
            </a:r>
            <a:r>
              <a:rPr lang="en-US" altLang="zh-CN" dirty="0">
                <a:solidFill>
                  <a:srgbClr val="333333"/>
                </a:solidFill>
                <a:latin typeface="华文细黑" panose="02010600040101010101" pitchFamily="2" charset="-122"/>
                <a:ea typeface="华文细黑" panose="02010600040101010101" pitchFamily="2" charset="-122"/>
                <a:cs typeface="Arial" panose="020B0604020202020204" pitchFamily="34" charset="0"/>
              </a:rPr>
              <a:t>SAMPLE TITLE</a:t>
            </a:r>
          </a:p>
        </p:txBody>
      </p:sp>
      <p:cxnSp>
        <p:nvCxnSpPr>
          <p:cNvPr id="104" name="直接连接符 103"/>
          <p:cNvCxnSpPr/>
          <p:nvPr/>
        </p:nvCxnSpPr>
        <p:spPr>
          <a:xfrm>
            <a:off x="10344472" y="5153354"/>
            <a:ext cx="0" cy="794180"/>
          </a:xfrm>
          <a:prstGeom prst="line">
            <a:avLst/>
          </a:prstGeom>
          <a:noFill/>
          <a:ln w="28575" cap="flat" cmpd="sng" algn="ctr">
            <a:solidFill>
              <a:srgbClr val="023FA1"/>
            </a:solidFill>
            <a:prstDash val="solid"/>
            <a:miter lim="800000"/>
          </a:ln>
          <a:effectLst/>
        </p:spPr>
      </p:cxn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2" name="图片 1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grpSp>
        <p:nvGrpSpPr>
          <p:cNvPr id="17" name="组合 16"/>
          <p:cNvGrpSpPr/>
          <p:nvPr/>
        </p:nvGrpSpPr>
        <p:grpSpPr>
          <a:xfrm>
            <a:off x="1167728" y="1351939"/>
            <a:ext cx="4454596" cy="3686931"/>
            <a:chOff x="2370080" y="1661419"/>
            <a:chExt cx="5263226" cy="4356209"/>
          </a:xfrm>
        </p:grpSpPr>
        <p:sp>
          <p:nvSpPr>
            <p:cNvPr id="18" name="Freeform 7"/>
            <p:cNvSpPr/>
            <p:nvPr/>
          </p:nvSpPr>
          <p:spPr bwMode="auto">
            <a:xfrm>
              <a:off x="5640393" y="5784034"/>
              <a:ext cx="279892" cy="233594"/>
            </a:xfrm>
            <a:custGeom>
              <a:avLst/>
              <a:gdLst>
                <a:gd name="T0" fmla="*/ 88 w 266"/>
                <a:gd name="T1" fmla="*/ 222 h 222"/>
                <a:gd name="T2" fmla="*/ 88 w 266"/>
                <a:gd name="T3" fmla="*/ 222 h 222"/>
                <a:gd name="T4" fmla="*/ 62 w 266"/>
                <a:gd name="T5" fmla="*/ 212 h 222"/>
                <a:gd name="T6" fmla="*/ 40 w 266"/>
                <a:gd name="T7" fmla="*/ 206 h 222"/>
                <a:gd name="T8" fmla="*/ 20 w 266"/>
                <a:gd name="T9" fmla="*/ 196 h 222"/>
                <a:gd name="T10" fmla="*/ 12 w 266"/>
                <a:gd name="T11" fmla="*/ 190 h 222"/>
                <a:gd name="T12" fmla="*/ 6 w 266"/>
                <a:gd name="T13" fmla="*/ 184 h 222"/>
                <a:gd name="T14" fmla="*/ 6 w 266"/>
                <a:gd name="T15" fmla="*/ 184 h 222"/>
                <a:gd name="T16" fmla="*/ 2 w 266"/>
                <a:gd name="T17" fmla="*/ 160 h 222"/>
                <a:gd name="T18" fmla="*/ 0 w 266"/>
                <a:gd name="T19" fmla="*/ 132 h 222"/>
                <a:gd name="T20" fmla="*/ 2 w 266"/>
                <a:gd name="T21" fmla="*/ 108 h 222"/>
                <a:gd name="T22" fmla="*/ 4 w 266"/>
                <a:gd name="T23" fmla="*/ 98 h 222"/>
                <a:gd name="T24" fmla="*/ 8 w 266"/>
                <a:gd name="T25" fmla="*/ 88 h 222"/>
                <a:gd name="T26" fmla="*/ 8 w 266"/>
                <a:gd name="T27" fmla="*/ 88 h 222"/>
                <a:gd name="T28" fmla="*/ 26 w 266"/>
                <a:gd name="T29" fmla="*/ 82 h 222"/>
                <a:gd name="T30" fmla="*/ 36 w 266"/>
                <a:gd name="T31" fmla="*/ 78 h 222"/>
                <a:gd name="T32" fmla="*/ 44 w 266"/>
                <a:gd name="T33" fmla="*/ 74 h 222"/>
                <a:gd name="T34" fmla="*/ 44 w 266"/>
                <a:gd name="T35" fmla="*/ 74 h 222"/>
                <a:gd name="T36" fmla="*/ 46 w 266"/>
                <a:gd name="T37" fmla="*/ 36 h 222"/>
                <a:gd name="T38" fmla="*/ 46 w 266"/>
                <a:gd name="T39" fmla="*/ 36 h 222"/>
                <a:gd name="T40" fmla="*/ 52 w 266"/>
                <a:gd name="T41" fmla="*/ 32 h 222"/>
                <a:gd name="T42" fmla="*/ 56 w 266"/>
                <a:gd name="T43" fmla="*/ 30 h 222"/>
                <a:gd name="T44" fmla="*/ 66 w 266"/>
                <a:gd name="T45" fmla="*/ 32 h 222"/>
                <a:gd name="T46" fmla="*/ 76 w 266"/>
                <a:gd name="T47" fmla="*/ 34 h 222"/>
                <a:gd name="T48" fmla="*/ 84 w 266"/>
                <a:gd name="T49" fmla="*/ 34 h 222"/>
                <a:gd name="T50" fmla="*/ 90 w 266"/>
                <a:gd name="T51" fmla="*/ 34 h 222"/>
                <a:gd name="T52" fmla="*/ 90 w 266"/>
                <a:gd name="T53" fmla="*/ 34 h 222"/>
                <a:gd name="T54" fmla="*/ 142 w 266"/>
                <a:gd name="T55" fmla="*/ 6 h 222"/>
                <a:gd name="T56" fmla="*/ 142 w 266"/>
                <a:gd name="T57" fmla="*/ 6 h 222"/>
                <a:gd name="T58" fmla="*/ 234 w 266"/>
                <a:gd name="T59" fmla="*/ 0 h 222"/>
                <a:gd name="T60" fmla="*/ 234 w 266"/>
                <a:gd name="T61" fmla="*/ 0 h 222"/>
                <a:gd name="T62" fmla="*/ 242 w 266"/>
                <a:gd name="T63" fmla="*/ 4 h 222"/>
                <a:gd name="T64" fmla="*/ 250 w 266"/>
                <a:gd name="T65" fmla="*/ 10 h 222"/>
                <a:gd name="T66" fmla="*/ 258 w 266"/>
                <a:gd name="T67" fmla="*/ 20 h 222"/>
                <a:gd name="T68" fmla="*/ 266 w 266"/>
                <a:gd name="T69" fmla="*/ 32 h 222"/>
                <a:gd name="T70" fmla="*/ 266 w 266"/>
                <a:gd name="T71" fmla="*/ 32 h 222"/>
                <a:gd name="T72" fmla="*/ 266 w 266"/>
                <a:gd name="T73" fmla="*/ 52 h 222"/>
                <a:gd name="T74" fmla="*/ 266 w 266"/>
                <a:gd name="T75" fmla="*/ 52 h 222"/>
                <a:gd name="T76" fmla="*/ 262 w 266"/>
                <a:gd name="T77" fmla="*/ 60 h 222"/>
                <a:gd name="T78" fmla="*/ 258 w 266"/>
                <a:gd name="T79" fmla="*/ 68 h 222"/>
                <a:gd name="T80" fmla="*/ 258 w 266"/>
                <a:gd name="T81" fmla="*/ 68 h 222"/>
                <a:gd name="T82" fmla="*/ 236 w 266"/>
                <a:gd name="T83" fmla="*/ 100 h 222"/>
                <a:gd name="T84" fmla="*/ 226 w 266"/>
                <a:gd name="T85" fmla="*/ 116 h 222"/>
                <a:gd name="T86" fmla="*/ 218 w 266"/>
                <a:gd name="T87" fmla="*/ 134 h 222"/>
                <a:gd name="T88" fmla="*/ 218 w 266"/>
                <a:gd name="T89" fmla="*/ 134 h 222"/>
                <a:gd name="T90" fmla="*/ 212 w 266"/>
                <a:gd name="T91" fmla="*/ 148 h 222"/>
                <a:gd name="T92" fmla="*/ 208 w 266"/>
                <a:gd name="T93" fmla="*/ 158 h 222"/>
                <a:gd name="T94" fmla="*/ 202 w 266"/>
                <a:gd name="T95" fmla="*/ 166 h 222"/>
                <a:gd name="T96" fmla="*/ 202 w 266"/>
                <a:gd name="T97" fmla="*/ 166 h 222"/>
                <a:gd name="T98" fmla="*/ 178 w 266"/>
                <a:gd name="T99" fmla="*/ 178 h 222"/>
                <a:gd name="T100" fmla="*/ 156 w 266"/>
                <a:gd name="T101" fmla="*/ 192 h 222"/>
                <a:gd name="T102" fmla="*/ 116 w 266"/>
                <a:gd name="T103" fmla="*/ 218 h 222"/>
                <a:gd name="T104" fmla="*/ 116 w 266"/>
                <a:gd name="T105" fmla="*/ 218 h 222"/>
                <a:gd name="T106" fmla="*/ 88 w 266"/>
                <a:gd name="T107" fmla="*/ 222 h 222"/>
                <a:gd name="T108" fmla="*/ 88 w 266"/>
                <a:gd name="T109" fmla="*/ 222 h 2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66" h="222">
                  <a:moveTo>
                    <a:pt x="88" y="222"/>
                  </a:moveTo>
                  <a:lnTo>
                    <a:pt x="88" y="222"/>
                  </a:lnTo>
                  <a:lnTo>
                    <a:pt x="62" y="212"/>
                  </a:lnTo>
                  <a:lnTo>
                    <a:pt x="40" y="206"/>
                  </a:lnTo>
                  <a:lnTo>
                    <a:pt x="20" y="196"/>
                  </a:lnTo>
                  <a:lnTo>
                    <a:pt x="12" y="190"/>
                  </a:lnTo>
                  <a:lnTo>
                    <a:pt x="6" y="184"/>
                  </a:lnTo>
                  <a:lnTo>
                    <a:pt x="2" y="160"/>
                  </a:lnTo>
                  <a:lnTo>
                    <a:pt x="0" y="132"/>
                  </a:lnTo>
                  <a:lnTo>
                    <a:pt x="2" y="108"/>
                  </a:lnTo>
                  <a:lnTo>
                    <a:pt x="4" y="98"/>
                  </a:lnTo>
                  <a:lnTo>
                    <a:pt x="8" y="88"/>
                  </a:lnTo>
                  <a:lnTo>
                    <a:pt x="26" y="82"/>
                  </a:lnTo>
                  <a:lnTo>
                    <a:pt x="36" y="78"/>
                  </a:lnTo>
                  <a:lnTo>
                    <a:pt x="44" y="74"/>
                  </a:lnTo>
                  <a:lnTo>
                    <a:pt x="46" y="36"/>
                  </a:lnTo>
                  <a:lnTo>
                    <a:pt x="52" y="32"/>
                  </a:lnTo>
                  <a:lnTo>
                    <a:pt x="56" y="30"/>
                  </a:lnTo>
                  <a:lnTo>
                    <a:pt x="66" y="32"/>
                  </a:lnTo>
                  <a:lnTo>
                    <a:pt x="76" y="34"/>
                  </a:lnTo>
                  <a:lnTo>
                    <a:pt x="84" y="34"/>
                  </a:lnTo>
                  <a:lnTo>
                    <a:pt x="90" y="34"/>
                  </a:lnTo>
                  <a:lnTo>
                    <a:pt x="142" y="6"/>
                  </a:lnTo>
                  <a:lnTo>
                    <a:pt x="234" y="0"/>
                  </a:lnTo>
                  <a:lnTo>
                    <a:pt x="242" y="4"/>
                  </a:lnTo>
                  <a:lnTo>
                    <a:pt x="250" y="10"/>
                  </a:lnTo>
                  <a:lnTo>
                    <a:pt x="258" y="20"/>
                  </a:lnTo>
                  <a:lnTo>
                    <a:pt x="266" y="32"/>
                  </a:lnTo>
                  <a:lnTo>
                    <a:pt x="266" y="52"/>
                  </a:lnTo>
                  <a:lnTo>
                    <a:pt x="262" y="60"/>
                  </a:lnTo>
                  <a:lnTo>
                    <a:pt x="258" y="68"/>
                  </a:lnTo>
                  <a:lnTo>
                    <a:pt x="236" y="100"/>
                  </a:lnTo>
                  <a:lnTo>
                    <a:pt x="226" y="116"/>
                  </a:lnTo>
                  <a:lnTo>
                    <a:pt x="218" y="134"/>
                  </a:lnTo>
                  <a:lnTo>
                    <a:pt x="212" y="148"/>
                  </a:lnTo>
                  <a:lnTo>
                    <a:pt x="208" y="158"/>
                  </a:lnTo>
                  <a:lnTo>
                    <a:pt x="202" y="166"/>
                  </a:lnTo>
                  <a:lnTo>
                    <a:pt x="178" y="178"/>
                  </a:lnTo>
                  <a:lnTo>
                    <a:pt x="156" y="192"/>
                  </a:lnTo>
                  <a:lnTo>
                    <a:pt x="116" y="218"/>
                  </a:lnTo>
                  <a:lnTo>
                    <a:pt x="88" y="222"/>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19" name="Freeform 8"/>
            <p:cNvSpPr/>
            <p:nvPr/>
          </p:nvSpPr>
          <p:spPr bwMode="auto">
            <a:xfrm>
              <a:off x="5653020" y="5794556"/>
              <a:ext cx="256743" cy="212549"/>
            </a:xfrm>
            <a:custGeom>
              <a:avLst/>
              <a:gdLst>
                <a:gd name="T0" fmla="*/ 82 w 244"/>
                <a:gd name="T1" fmla="*/ 202 h 202"/>
                <a:gd name="T2" fmla="*/ 82 w 244"/>
                <a:gd name="T3" fmla="*/ 202 h 202"/>
                <a:gd name="T4" fmla="*/ 22 w 244"/>
                <a:gd name="T5" fmla="*/ 182 h 202"/>
                <a:gd name="T6" fmla="*/ 22 w 244"/>
                <a:gd name="T7" fmla="*/ 182 h 202"/>
                <a:gd name="T8" fmla="*/ 12 w 244"/>
                <a:gd name="T9" fmla="*/ 174 h 202"/>
                <a:gd name="T10" fmla="*/ 6 w 244"/>
                <a:gd name="T11" fmla="*/ 166 h 202"/>
                <a:gd name="T12" fmla="*/ 0 w 244"/>
                <a:gd name="T13" fmla="*/ 158 h 202"/>
                <a:gd name="T14" fmla="*/ 0 w 244"/>
                <a:gd name="T15" fmla="*/ 150 h 202"/>
                <a:gd name="T16" fmla="*/ 0 w 244"/>
                <a:gd name="T17" fmla="*/ 132 h 202"/>
                <a:gd name="T18" fmla="*/ 0 w 244"/>
                <a:gd name="T19" fmla="*/ 114 h 202"/>
                <a:gd name="T20" fmla="*/ 0 w 244"/>
                <a:gd name="T21" fmla="*/ 114 h 202"/>
                <a:gd name="T22" fmla="*/ 2 w 244"/>
                <a:gd name="T23" fmla="*/ 94 h 202"/>
                <a:gd name="T24" fmla="*/ 4 w 244"/>
                <a:gd name="T25" fmla="*/ 90 h 202"/>
                <a:gd name="T26" fmla="*/ 6 w 244"/>
                <a:gd name="T27" fmla="*/ 86 h 202"/>
                <a:gd name="T28" fmla="*/ 8 w 244"/>
                <a:gd name="T29" fmla="*/ 84 h 202"/>
                <a:gd name="T30" fmla="*/ 14 w 244"/>
                <a:gd name="T31" fmla="*/ 82 h 202"/>
                <a:gd name="T32" fmla="*/ 30 w 244"/>
                <a:gd name="T33" fmla="*/ 78 h 202"/>
                <a:gd name="T34" fmla="*/ 30 w 244"/>
                <a:gd name="T35" fmla="*/ 78 h 202"/>
                <a:gd name="T36" fmla="*/ 42 w 244"/>
                <a:gd name="T37" fmla="*/ 68 h 202"/>
                <a:gd name="T38" fmla="*/ 42 w 244"/>
                <a:gd name="T39" fmla="*/ 68 h 202"/>
                <a:gd name="T40" fmla="*/ 44 w 244"/>
                <a:gd name="T41" fmla="*/ 32 h 202"/>
                <a:gd name="T42" fmla="*/ 44 w 244"/>
                <a:gd name="T43" fmla="*/ 32 h 202"/>
                <a:gd name="T44" fmla="*/ 48 w 244"/>
                <a:gd name="T45" fmla="*/ 30 h 202"/>
                <a:gd name="T46" fmla="*/ 48 w 244"/>
                <a:gd name="T47" fmla="*/ 30 h 202"/>
                <a:gd name="T48" fmla="*/ 64 w 244"/>
                <a:gd name="T49" fmla="*/ 34 h 202"/>
                <a:gd name="T50" fmla="*/ 74 w 244"/>
                <a:gd name="T51" fmla="*/ 34 h 202"/>
                <a:gd name="T52" fmla="*/ 84 w 244"/>
                <a:gd name="T53" fmla="*/ 34 h 202"/>
                <a:gd name="T54" fmla="*/ 84 w 244"/>
                <a:gd name="T55" fmla="*/ 34 h 202"/>
                <a:gd name="T56" fmla="*/ 134 w 244"/>
                <a:gd name="T57" fmla="*/ 6 h 202"/>
                <a:gd name="T58" fmla="*/ 134 w 244"/>
                <a:gd name="T59" fmla="*/ 6 h 202"/>
                <a:gd name="T60" fmla="*/ 218 w 244"/>
                <a:gd name="T61" fmla="*/ 0 h 202"/>
                <a:gd name="T62" fmla="*/ 218 w 244"/>
                <a:gd name="T63" fmla="*/ 0 h 202"/>
                <a:gd name="T64" fmla="*/ 224 w 244"/>
                <a:gd name="T65" fmla="*/ 4 h 202"/>
                <a:gd name="T66" fmla="*/ 234 w 244"/>
                <a:gd name="T67" fmla="*/ 12 h 202"/>
                <a:gd name="T68" fmla="*/ 238 w 244"/>
                <a:gd name="T69" fmla="*/ 16 h 202"/>
                <a:gd name="T70" fmla="*/ 240 w 244"/>
                <a:gd name="T71" fmla="*/ 22 h 202"/>
                <a:gd name="T72" fmla="*/ 244 w 244"/>
                <a:gd name="T73" fmla="*/ 28 h 202"/>
                <a:gd name="T74" fmla="*/ 244 w 244"/>
                <a:gd name="T75" fmla="*/ 36 h 202"/>
                <a:gd name="T76" fmla="*/ 244 w 244"/>
                <a:gd name="T77" fmla="*/ 36 h 202"/>
                <a:gd name="T78" fmla="*/ 232 w 244"/>
                <a:gd name="T79" fmla="*/ 56 h 202"/>
                <a:gd name="T80" fmla="*/ 224 w 244"/>
                <a:gd name="T81" fmla="*/ 66 h 202"/>
                <a:gd name="T82" fmla="*/ 216 w 244"/>
                <a:gd name="T83" fmla="*/ 74 h 202"/>
                <a:gd name="T84" fmla="*/ 216 w 244"/>
                <a:gd name="T85" fmla="*/ 74 h 202"/>
                <a:gd name="T86" fmla="*/ 210 w 244"/>
                <a:gd name="T87" fmla="*/ 90 h 202"/>
                <a:gd name="T88" fmla="*/ 202 w 244"/>
                <a:gd name="T89" fmla="*/ 106 h 202"/>
                <a:gd name="T90" fmla="*/ 194 w 244"/>
                <a:gd name="T91" fmla="*/ 122 h 202"/>
                <a:gd name="T92" fmla="*/ 188 w 244"/>
                <a:gd name="T93" fmla="*/ 142 h 202"/>
                <a:gd name="T94" fmla="*/ 188 w 244"/>
                <a:gd name="T95" fmla="*/ 142 h 202"/>
                <a:gd name="T96" fmla="*/ 98 w 244"/>
                <a:gd name="T97" fmla="*/ 198 h 202"/>
                <a:gd name="T98" fmla="*/ 98 w 244"/>
                <a:gd name="T99" fmla="*/ 198 h 202"/>
                <a:gd name="T100" fmla="*/ 90 w 244"/>
                <a:gd name="T101" fmla="*/ 200 h 202"/>
                <a:gd name="T102" fmla="*/ 82 w 244"/>
                <a:gd name="T103" fmla="*/ 202 h 202"/>
                <a:gd name="T104" fmla="*/ 82 w 244"/>
                <a:gd name="T105" fmla="*/ 202 h 2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4" h="202">
                  <a:moveTo>
                    <a:pt x="82" y="202"/>
                  </a:moveTo>
                  <a:lnTo>
                    <a:pt x="82" y="202"/>
                  </a:lnTo>
                  <a:lnTo>
                    <a:pt x="22" y="182"/>
                  </a:lnTo>
                  <a:lnTo>
                    <a:pt x="12" y="174"/>
                  </a:lnTo>
                  <a:lnTo>
                    <a:pt x="6" y="166"/>
                  </a:lnTo>
                  <a:lnTo>
                    <a:pt x="0" y="158"/>
                  </a:lnTo>
                  <a:lnTo>
                    <a:pt x="0" y="150"/>
                  </a:lnTo>
                  <a:lnTo>
                    <a:pt x="0" y="132"/>
                  </a:lnTo>
                  <a:lnTo>
                    <a:pt x="0" y="114"/>
                  </a:lnTo>
                  <a:lnTo>
                    <a:pt x="2" y="94"/>
                  </a:lnTo>
                  <a:lnTo>
                    <a:pt x="4" y="90"/>
                  </a:lnTo>
                  <a:lnTo>
                    <a:pt x="6" y="86"/>
                  </a:lnTo>
                  <a:lnTo>
                    <a:pt x="8" y="84"/>
                  </a:lnTo>
                  <a:lnTo>
                    <a:pt x="14" y="82"/>
                  </a:lnTo>
                  <a:lnTo>
                    <a:pt x="30" y="78"/>
                  </a:lnTo>
                  <a:lnTo>
                    <a:pt x="42" y="68"/>
                  </a:lnTo>
                  <a:lnTo>
                    <a:pt x="44" y="32"/>
                  </a:lnTo>
                  <a:lnTo>
                    <a:pt x="48" y="30"/>
                  </a:lnTo>
                  <a:lnTo>
                    <a:pt x="64" y="34"/>
                  </a:lnTo>
                  <a:lnTo>
                    <a:pt x="74" y="34"/>
                  </a:lnTo>
                  <a:lnTo>
                    <a:pt x="84" y="34"/>
                  </a:lnTo>
                  <a:lnTo>
                    <a:pt x="134" y="6"/>
                  </a:lnTo>
                  <a:lnTo>
                    <a:pt x="218" y="0"/>
                  </a:lnTo>
                  <a:lnTo>
                    <a:pt x="224" y="4"/>
                  </a:lnTo>
                  <a:lnTo>
                    <a:pt x="234" y="12"/>
                  </a:lnTo>
                  <a:lnTo>
                    <a:pt x="238" y="16"/>
                  </a:lnTo>
                  <a:lnTo>
                    <a:pt x="240" y="22"/>
                  </a:lnTo>
                  <a:lnTo>
                    <a:pt x="244" y="28"/>
                  </a:lnTo>
                  <a:lnTo>
                    <a:pt x="244" y="36"/>
                  </a:lnTo>
                  <a:lnTo>
                    <a:pt x="232" y="56"/>
                  </a:lnTo>
                  <a:lnTo>
                    <a:pt x="224" y="66"/>
                  </a:lnTo>
                  <a:lnTo>
                    <a:pt x="216" y="74"/>
                  </a:lnTo>
                  <a:lnTo>
                    <a:pt x="210" y="90"/>
                  </a:lnTo>
                  <a:lnTo>
                    <a:pt x="202" y="106"/>
                  </a:lnTo>
                  <a:lnTo>
                    <a:pt x="194" y="122"/>
                  </a:lnTo>
                  <a:lnTo>
                    <a:pt x="188" y="142"/>
                  </a:lnTo>
                  <a:lnTo>
                    <a:pt x="98" y="198"/>
                  </a:lnTo>
                  <a:lnTo>
                    <a:pt x="90" y="200"/>
                  </a:lnTo>
                  <a:lnTo>
                    <a:pt x="82" y="202"/>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0" name="Freeform 10"/>
            <p:cNvSpPr/>
            <p:nvPr/>
          </p:nvSpPr>
          <p:spPr bwMode="auto">
            <a:xfrm>
              <a:off x="5754034" y="5125342"/>
              <a:ext cx="824944" cy="633439"/>
            </a:xfrm>
            <a:custGeom>
              <a:avLst/>
              <a:gdLst>
                <a:gd name="T0" fmla="*/ 40 w 784"/>
                <a:gd name="T1" fmla="*/ 590 h 602"/>
                <a:gd name="T2" fmla="*/ 0 w 784"/>
                <a:gd name="T3" fmla="*/ 520 h 602"/>
                <a:gd name="T4" fmla="*/ 8 w 784"/>
                <a:gd name="T5" fmla="*/ 486 h 602"/>
                <a:gd name="T6" fmla="*/ 26 w 784"/>
                <a:gd name="T7" fmla="*/ 440 h 602"/>
                <a:gd name="T8" fmla="*/ 66 w 784"/>
                <a:gd name="T9" fmla="*/ 396 h 602"/>
                <a:gd name="T10" fmla="*/ 124 w 784"/>
                <a:gd name="T11" fmla="*/ 342 h 602"/>
                <a:gd name="T12" fmla="*/ 184 w 784"/>
                <a:gd name="T13" fmla="*/ 276 h 602"/>
                <a:gd name="T14" fmla="*/ 214 w 784"/>
                <a:gd name="T15" fmla="*/ 230 h 602"/>
                <a:gd name="T16" fmla="*/ 218 w 784"/>
                <a:gd name="T17" fmla="*/ 196 h 602"/>
                <a:gd name="T18" fmla="*/ 248 w 784"/>
                <a:gd name="T19" fmla="*/ 164 h 602"/>
                <a:gd name="T20" fmla="*/ 254 w 784"/>
                <a:gd name="T21" fmla="*/ 96 h 602"/>
                <a:gd name="T22" fmla="*/ 264 w 784"/>
                <a:gd name="T23" fmla="*/ 60 h 602"/>
                <a:gd name="T24" fmla="*/ 298 w 784"/>
                <a:gd name="T25" fmla="*/ 36 h 602"/>
                <a:gd name="T26" fmla="*/ 352 w 784"/>
                <a:gd name="T27" fmla="*/ 68 h 602"/>
                <a:gd name="T28" fmla="*/ 360 w 784"/>
                <a:gd name="T29" fmla="*/ 32 h 602"/>
                <a:gd name="T30" fmla="*/ 346 w 784"/>
                <a:gd name="T31" fmla="*/ 8 h 602"/>
                <a:gd name="T32" fmla="*/ 454 w 784"/>
                <a:gd name="T33" fmla="*/ 10 h 602"/>
                <a:gd name="T34" fmla="*/ 506 w 784"/>
                <a:gd name="T35" fmla="*/ 0 h 602"/>
                <a:gd name="T36" fmla="*/ 518 w 784"/>
                <a:gd name="T37" fmla="*/ 20 h 602"/>
                <a:gd name="T38" fmla="*/ 478 w 784"/>
                <a:gd name="T39" fmla="*/ 82 h 602"/>
                <a:gd name="T40" fmla="*/ 500 w 784"/>
                <a:gd name="T41" fmla="*/ 96 h 602"/>
                <a:gd name="T42" fmla="*/ 580 w 784"/>
                <a:gd name="T43" fmla="*/ 72 h 602"/>
                <a:gd name="T44" fmla="*/ 612 w 784"/>
                <a:gd name="T45" fmla="*/ 84 h 602"/>
                <a:gd name="T46" fmla="*/ 668 w 784"/>
                <a:gd name="T47" fmla="*/ 58 h 602"/>
                <a:gd name="T48" fmla="*/ 710 w 784"/>
                <a:gd name="T49" fmla="*/ 56 h 602"/>
                <a:gd name="T50" fmla="*/ 784 w 784"/>
                <a:gd name="T51" fmla="*/ 152 h 602"/>
                <a:gd name="T52" fmla="*/ 752 w 784"/>
                <a:gd name="T53" fmla="*/ 174 h 602"/>
                <a:gd name="T54" fmla="*/ 728 w 784"/>
                <a:gd name="T55" fmla="*/ 196 h 602"/>
                <a:gd name="T56" fmla="*/ 728 w 784"/>
                <a:gd name="T57" fmla="*/ 224 h 602"/>
                <a:gd name="T58" fmla="*/ 704 w 784"/>
                <a:gd name="T59" fmla="*/ 242 h 602"/>
                <a:gd name="T60" fmla="*/ 634 w 784"/>
                <a:gd name="T61" fmla="*/ 282 h 602"/>
                <a:gd name="T62" fmla="*/ 606 w 784"/>
                <a:gd name="T63" fmla="*/ 296 h 602"/>
                <a:gd name="T64" fmla="*/ 582 w 784"/>
                <a:gd name="T65" fmla="*/ 288 h 602"/>
                <a:gd name="T66" fmla="*/ 556 w 784"/>
                <a:gd name="T67" fmla="*/ 304 h 602"/>
                <a:gd name="T68" fmla="*/ 544 w 784"/>
                <a:gd name="T69" fmla="*/ 292 h 602"/>
                <a:gd name="T70" fmla="*/ 526 w 784"/>
                <a:gd name="T71" fmla="*/ 294 h 602"/>
                <a:gd name="T72" fmla="*/ 516 w 784"/>
                <a:gd name="T73" fmla="*/ 326 h 602"/>
                <a:gd name="T74" fmla="*/ 498 w 784"/>
                <a:gd name="T75" fmla="*/ 338 h 602"/>
                <a:gd name="T76" fmla="*/ 478 w 784"/>
                <a:gd name="T77" fmla="*/ 342 h 602"/>
                <a:gd name="T78" fmla="*/ 468 w 784"/>
                <a:gd name="T79" fmla="*/ 326 h 602"/>
                <a:gd name="T80" fmla="*/ 436 w 784"/>
                <a:gd name="T81" fmla="*/ 302 h 602"/>
                <a:gd name="T82" fmla="*/ 408 w 784"/>
                <a:gd name="T83" fmla="*/ 330 h 602"/>
                <a:gd name="T84" fmla="*/ 374 w 784"/>
                <a:gd name="T85" fmla="*/ 368 h 602"/>
                <a:gd name="T86" fmla="*/ 350 w 784"/>
                <a:gd name="T87" fmla="*/ 394 h 602"/>
                <a:gd name="T88" fmla="*/ 306 w 784"/>
                <a:gd name="T89" fmla="*/ 418 h 602"/>
                <a:gd name="T90" fmla="*/ 270 w 784"/>
                <a:gd name="T91" fmla="*/ 422 h 602"/>
                <a:gd name="T92" fmla="*/ 256 w 784"/>
                <a:gd name="T93" fmla="*/ 438 h 602"/>
                <a:gd name="T94" fmla="*/ 218 w 784"/>
                <a:gd name="T95" fmla="*/ 432 h 602"/>
                <a:gd name="T96" fmla="*/ 140 w 784"/>
                <a:gd name="T97" fmla="*/ 462 h 602"/>
                <a:gd name="T98" fmla="*/ 92 w 784"/>
                <a:gd name="T99" fmla="*/ 474 h 602"/>
                <a:gd name="T100" fmla="*/ 76 w 784"/>
                <a:gd name="T101" fmla="*/ 510 h 602"/>
                <a:gd name="T102" fmla="*/ 52 w 784"/>
                <a:gd name="T103" fmla="*/ 542 h 602"/>
                <a:gd name="T104" fmla="*/ 78 w 784"/>
                <a:gd name="T105" fmla="*/ 566 h 602"/>
                <a:gd name="T106" fmla="*/ 86 w 784"/>
                <a:gd name="T107" fmla="*/ 590 h 602"/>
                <a:gd name="T108" fmla="*/ 54 w 784"/>
                <a:gd name="T109" fmla="*/ 602 h 6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84" h="602">
                  <a:moveTo>
                    <a:pt x="54" y="602"/>
                  </a:moveTo>
                  <a:lnTo>
                    <a:pt x="54" y="602"/>
                  </a:lnTo>
                  <a:lnTo>
                    <a:pt x="46" y="596"/>
                  </a:lnTo>
                  <a:lnTo>
                    <a:pt x="40" y="590"/>
                  </a:lnTo>
                  <a:lnTo>
                    <a:pt x="34" y="580"/>
                  </a:lnTo>
                  <a:lnTo>
                    <a:pt x="28" y="558"/>
                  </a:lnTo>
                  <a:lnTo>
                    <a:pt x="0" y="520"/>
                  </a:lnTo>
                  <a:lnTo>
                    <a:pt x="0" y="502"/>
                  </a:lnTo>
                  <a:lnTo>
                    <a:pt x="2" y="492"/>
                  </a:lnTo>
                  <a:lnTo>
                    <a:pt x="8" y="486"/>
                  </a:lnTo>
                  <a:lnTo>
                    <a:pt x="18" y="478"/>
                  </a:lnTo>
                  <a:lnTo>
                    <a:pt x="22" y="450"/>
                  </a:lnTo>
                  <a:lnTo>
                    <a:pt x="26" y="440"/>
                  </a:lnTo>
                  <a:lnTo>
                    <a:pt x="30" y="430"/>
                  </a:lnTo>
                  <a:lnTo>
                    <a:pt x="36" y="422"/>
                  </a:lnTo>
                  <a:lnTo>
                    <a:pt x="44" y="414"/>
                  </a:lnTo>
                  <a:lnTo>
                    <a:pt x="66" y="396"/>
                  </a:lnTo>
                  <a:lnTo>
                    <a:pt x="94" y="366"/>
                  </a:lnTo>
                  <a:lnTo>
                    <a:pt x="108" y="354"/>
                  </a:lnTo>
                  <a:lnTo>
                    <a:pt x="124" y="342"/>
                  </a:lnTo>
                  <a:lnTo>
                    <a:pt x="154" y="306"/>
                  </a:lnTo>
                  <a:lnTo>
                    <a:pt x="184" y="276"/>
                  </a:lnTo>
                  <a:lnTo>
                    <a:pt x="196" y="266"/>
                  </a:lnTo>
                  <a:lnTo>
                    <a:pt x="204" y="256"/>
                  </a:lnTo>
                  <a:lnTo>
                    <a:pt x="210" y="244"/>
                  </a:lnTo>
                  <a:lnTo>
                    <a:pt x="214" y="230"/>
                  </a:lnTo>
                  <a:lnTo>
                    <a:pt x="214" y="214"/>
                  </a:lnTo>
                  <a:lnTo>
                    <a:pt x="216" y="204"/>
                  </a:lnTo>
                  <a:lnTo>
                    <a:pt x="218" y="196"/>
                  </a:lnTo>
                  <a:lnTo>
                    <a:pt x="222" y="190"/>
                  </a:lnTo>
                  <a:lnTo>
                    <a:pt x="232" y="180"/>
                  </a:lnTo>
                  <a:lnTo>
                    <a:pt x="240" y="174"/>
                  </a:lnTo>
                  <a:lnTo>
                    <a:pt x="248" y="164"/>
                  </a:lnTo>
                  <a:lnTo>
                    <a:pt x="244" y="106"/>
                  </a:lnTo>
                  <a:lnTo>
                    <a:pt x="254" y="96"/>
                  </a:lnTo>
                  <a:lnTo>
                    <a:pt x="260" y="84"/>
                  </a:lnTo>
                  <a:lnTo>
                    <a:pt x="262" y="72"/>
                  </a:lnTo>
                  <a:lnTo>
                    <a:pt x="264" y="60"/>
                  </a:lnTo>
                  <a:lnTo>
                    <a:pt x="278" y="36"/>
                  </a:lnTo>
                  <a:lnTo>
                    <a:pt x="298" y="36"/>
                  </a:lnTo>
                  <a:lnTo>
                    <a:pt x="332" y="68"/>
                  </a:lnTo>
                  <a:lnTo>
                    <a:pt x="352" y="68"/>
                  </a:lnTo>
                  <a:lnTo>
                    <a:pt x="354" y="64"/>
                  </a:lnTo>
                  <a:lnTo>
                    <a:pt x="356" y="60"/>
                  </a:lnTo>
                  <a:lnTo>
                    <a:pt x="358" y="48"/>
                  </a:lnTo>
                  <a:lnTo>
                    <a:pt x="360" y="32"/>
                  </a:lnTo>
                  <a:lnTo>
                    <a:pt x="340" y="10"/>
                  </a:lnTo>
                  <a:lnTo>
                    <a:pt x="346" y="8"/>
                  </a:lnTo>
                  <a:lnTo>
                    <a:pt x="442" y="8"/>
                  </a:lnTo>
                  <a:lnTo>
                    <a:pt x="454" y="10"/>
                  </a:lnTo>
                  <a:lnTo>
                    <a:pt x="472" y="10"/>
                  </a:lnTo>
                  <a:lnTo>
                    <a:pt x="490" y="8"/>
                  </a:lnTo>
                  <a:lnTo>
                    <a:pt x="500" y="4"/>
                  </a:lnTo>
                  <a:lnTo>
                    <a:pt x="506" y="0"/>
                  </a:lnTo>
                  <a:lnTo>
                    <a:pt x="518" y="0"/>
                  </a:lnTo>
                  <a:lnTo>
                    <a:pt x="518" y="20"/>
                  </a:lnTo>
                  <a:lnTo>
                    <a:pt x="476" y="68"/>
                  </a:lnTo>
                  <a:lnTo>
                    <a:pt x="478" y="82"/>
                  </a:lnTo>
                  <a:lnTo>
                    <a:pt x="482" y="88"/>
                  </a:lnTo>
                  <a:lnTo>
                    <a:pt x="486" y="92"/>
                  </a:lnTo>
                  <a:lnTo>
                    <a:pt x="492" y="94"/>
                  </a:lnTo>
                  <a:lnTo>
                    <a:pt x="500" y="96"/>
                  </a:lnTo>
                  <a:lnTo>
                    <a:pt x="524" y="98"/>
                  </a:lnTo>
                  <a:lnTo>
                    <a:pt x="580" y="72"/>
                  </a:lnTo>
                  <a:lnTo>
                    <a:pt x="600" y="72"/>
                  </a:lnTo>
                  <a:lnTo>
                    <a:pt x="612" y="84"/>
                  </a:lnTo>
                  <a:lnTo>
                    <a:pt x="624" y="82"/>
                  </a:lnTo>
                  <a:lnTo>
                    <a:pt x="634" y="78"/>
                  </a:lnTo>
                  <a:lnTo>
                    <a:pt x="656" y="64"/>
                  </a:lnTo>
                  <a:lnTo>
                    <a:pt x="668" y="58"/>
                  </a:lnTo>
                  <a:lnTo>
                    <a:pt x="680" y="54"/>
                  </a:lnTo>
                  <a:lnTo>
                    <a:pt x="694" y="52"/>
                  </a:lnTo>
                  <a:lnTo>
                    <a:pt x="710" y="56"/>
                  </a:lnTo>
                  <a:lnTo>
                    <a:pt x="740" y="92"/>
                  </a:lnTo>
                  <a:lnTo>
                    <a:pt x="784" y="152"/>
                  </a:lnTo>
                  <a:lnTo>
                    <a:pt x="784" y="168"/>
                  </a:lnTo>
                  <a:lnTo>
                    <a:pt x="764" y="170"/>
                  </a:lnTo>
                  <a:lnTo>
                    <a:pt x="752" y="174"/>
                  </a:lnTo>
                  <a:lnTo>
                    <a:pt x="746" y="180"/>
                  </a:lnTo>
                  <a:lnTo>
                    <a:pt x="740" y="186"/>
                  </a:lnTo>
                  <a:lnTo>
                    <a:pt x="728" y="196"/>
                  </a:lnTo>
                  <a:lnTo>
                    <a:pt x="724" y="200"/>
                  </a:lnTo>
                  <a:lnTo>
                    <a:pt x="722" y="208"/>
                  </a:lnTo>
                  <a:lnTo>
                    <a:pt x="722" y="214"/>
                  </a:lnTo>
                  <a:lnTo>
                    <a:pt x="728" y="224"/>
                  </a:lnTo>
                  <a:lnTo>
                    <a:pt x="728" y="230"/>
                  </a:lnTo>
                  <a:lnTo>
                    <a:pt x="704" y="242"/>
                  </a:lnTo>
                  <a:lnTo>
                    <a:pt x="680" y="256"/>
                  </a:lnTo>
                  <a:lnTo>
                    <a:pt x="656" y="270"/>
                  </a:lnTo>
                  <a:lnTo>
                    <a:pt x="634" y="282"/>
                  </a:lnTo>
                  <a:lnTo>
                    <a:pt x="618" y="298"/>
                  </a:lnTo>
                  <a:lnTo>
                    <a:pt x="612" y="298"/>
                  </a:lnTo>
                  <a:lnTo>
                    <a:pt x="606" y="296"/>
                  </a:lnTo>
                  <a:lnTo>
                    <a:pt x="602" y="292"/>
                  </a:lnTo>
                  <a:lnTo>
                    <a:pt x="600" y="288"/>
                  </a:lnTo>
                  <a:lnTo>
                    <a:pt x="582" y="288"/>
                  </a:lnTo>
                  <a:lnTo>
                    <a:pt x="570" y="304"/>
                  </a:lnTo>
                  <a:lnTo>
                    <a:pt x="556" y="304"/>
                  </a:lnTo>
                  <a:lnTo>
                    <a:pt x="552" y="298"/>
                  </a:lnTo>
                  <a:lnTo>
                    <a:pt x="548" y="294"/>
                  </a:lnTo>
                  <a:lnTo>
                    <a:pt x="544" y="292"/>
                  </a:lnTo>
                  <a:lnTo>
                    <a:pt x="540" y="292"/>
                  </a:lnTo>
                  <a:lnTo>
                    <a:pt x="534" y="292"/>
                  </a:lnTo>
                  <a:lnTo>
                    <a:pt x="526" y="294"/>
                  </a:lnTo>
                  <a:lnTo>
                    <a:pt x="526" y="318"/>
                  </a:lnTo>
                  <a:lnTo>
                    <a:pt x="520" y="322"/>
                  </a:lnTo>
                  <a:lnTo>
                    <a:pt x="516" y="326"/>
                  </a:lnTo>
                  <a:lnTo>
                    <a:pt x="508" y="328"/>
                  </a:lnTo>
                  <a:lnTo>
                    <a:pt x="504" y="328"/>
                  </a:lnTo>
                  <a:lnTo>
                    <a:pt x="500" y="332"/>
                  </a:lnTo>
                  <a:lnTo>
                    <a:pt x="498" y="338"/>
                  </a:lnTo>
                  <a:lnTo>
                    <a:pt x="494" y="346"/>
                  </a:lnTo>
                  <a:lnTo>
                    <a:pt x="482" y="344"/>
                  </a:lnTo>
                  <a:lnTo>
                    <a:pt x="478" y="342"/>
                  </a:lnTo>
                  <a:lnTo>
                    <a:pt x="476" y="340"/>
                  </a:lnTo>
                  <a:lnTo>
                    <a:pt x="472" y="334"/>
                  </a:lnTo>
                  <a:lnTo>
                    <a:pt x="468" y="326"/>
                  </a:lnTo>
                  <a:lnTo>
                    <a:pt x="462" y="326"/>
                  </a:lnTo>
                  <a:lnTo>
                    <a:pt x="436" y="302"/>
                  </a:lnTo>
                  <a:lnTo>
                    <a:pt x="420" y="302"/>
                  </a:lnTo>
                  <a:lnTo>
                    <a:pt x="414" y="314"/>
                  </a:lnTo>
                  <a:lnTo>
                    <a:pt x="408" y="330"/>
                  </a:lnTo>
                  <a:lnTo>
                    <a:pt x="388" y="362"/>
                  </a:lnTo>
                  <a:lnTo>
                    <a:pt x="374" y="368"/>
                  </a:lnTo>
                  <a:lnTo>
                    <a:pt x="366" y="374"/>
                  </a:lnTo>
                  <a:lnTo>
                    <a:pt x="358" y="382"/>
                  </a:lnTo>
                  <a:lnTo>
                    <a:pt x="350" y="394"/>
                  </a:lnTo>
                  <a:lnTo>
                    <a:pt x="338" y="396"/>
                  </a:lnTo>
                  <a:lnTo>
                    <a:pt x="328" y="398"/>
                  </a:lnTo>
                  <a:lnTo>
                    <a:pt x="306" y="418"/>
                  </a:lnTo>
                  <a:lnTo>
                    <a:pt x="290" y="418"/>
                  </a:lnTo>
                  <a:lnTo>
                    <a:pt x="278" y="420"/>
                  </a:lnTo>
                  <a:lnTo>
                    <a:pt x="270" y="422"/>
                  </a:lnTo>
                  <a:lnTo>
                    <a:pt x="262" y="426"/>
                  </a:lnTo>
                  <a:lnTo>
                    <a:pt x="256" y="438"/>
                  </a:lnTo>
                  <a:lnTo>
                    <a:pt x="244" y="438"/>
                  </a:lnTo>
                  <a:lnTo>
                    <a:pt x="228" y="432"/>
                  </a:lnTo>
                  <a:lnTo>
                    <a:pt x="218" y="432"/>
                  </a:lnTo>
                  <a:lnTo>
                    <a:pt x="210" y="436"/>
                  </a:lnTo>
                  <a:lnTo>
                    <a:pt x="198" y="440"/>
                  </a:lnTo>
                  <a:lnTo>
                    <a:pt x="140" y="462"/>
                  </a:lnTo>
                  <a:lnTo>
                    <a:pt x="120" y="464"/>
                  </a:lnTo>
                  <a:lnTo>
                    <a:pt x="104" y="466"/>
                  </a:lnTo>
                  <a:lnTo>
                    <a:pt x="92" y="474"/>
                  </a:lnTo>
                  <a:lnTo>
                    <a:pt x="78" y="486"/>
                  </a:lnTo>
                  <a:lnTo>
                    <a:pt x="76" y="510"/>
                  </a:lnTo>
                  <a:lnTo>
                    <a:pt x="64" y="514"/>
                  </a:lnTo>
                  <a:lnTo>
                    <a:pt x="56" y="520"/>
                  </a:lnTo>
                  <a:lnTo>
                    <a:pt x="52" y="528"/>
                  </a:lnTo>
                  <a:lnTo>
                    <a:pt x="52" y="542"/>
                  </a:lnTo>
                  <a:lnTo>
                    <a:pt x="60" y="548"/>
                  </a:lnTo>
                  <a:lnTo>
                    <a:pt x="72" y="558"/>
                  </a:lnTo>
                  <a:lnTo>
                    <a:pt x="78" y="566"/>
                  </a:lnTo>
                  <a:lnTo>
                    <a:pt x="82" y="572"/>
                  </a:lnTo>
                  <a:lnTo>
                    <a:pt x="86" y="580"/>
                  </a:lnTo>
                  <a:lnTo>
                    <a:pt x="86" y="590"/>
                  </a:lnTo>
                  <a:lnTo>
                    <a:pt x="78" y="594"/>
                  </a:lnTo>
                  <a:lnTo>
                    <a:pt x="68" y="598"/>
                  </a:lnTo>
                  <a:lnTo>
                    <a:pt x="54" y="602"/>
                  </a:lnTo>
                  <a:close/>
                </a:path>
              </a:pathLst>
            </a:custGeom>
            <a:solidFill>
              <a:srgbClr val="023FA1"/>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1" name="Freeform 11"/>
            <p:cNvSpPr/>
            <p:nvPr/>
          </p:nvSpPr>
          <p:spPr bwMode="auto">
            <a:xfrm>
              <a:off x="4436649" y="4689721"/>
              <a:ext cx="928062" cy="980673"/>
            </a:xfrm>
            <a:custGeom>
              <a:avLst/>
              <a:gdLst>
                <a:gd name="T0" fmla="*/ 356 w 882"/>
                <a:gd name="T1" fmla="*/ 898 h 932"/>
                <a:gd name="T2" fmla="*/ 352 w 882"/>
                <a:gd name="T3" fmla="*/ 844 h 932"/>
                <a:gd name="T4" fmla="*/ 310 w 882"/>
                <a:gd name="T5" fmla="*/ 844 h 932"/>
                <a:gd name="T6" fmla="*/ 246 w 882"/>
                <a:gd name="T7" fmla="*/ 840 h 932"/>
                <a:gd name="T8" fmla="*/ 208 w 882"/>
                <a:gd name="T9" fmla="*/ 800 h 932"/>
                <a:gd name="T10" fmla="*/ 164 w 882"/>
                <a:gd name="T11" fmla="*/ 782 h 932"/>
                <a:gd name="T12" fmla="*/ 166 w 882"/>
                <a:gd name="T13" fmla="*/ 724 h 932"/>
                <a:gd name="T14" fmla="*/ 138 w 882"/>
                <a:gd name="T15" fmla="*/ 676 h 932"/>
                <a:gd name="T16" fmla="*/ 114 w 882"/>
                <a:gd name="T17" fmla="*/ 616 h 932"/>
                <a:gd name="T18" fmla="*/ 88 w 882"/>
                <a:gd name="T19" fmla="*/ 564 h 932"/>
                <a:gd name="T20" fmla="*/ 16 w 882"/>
                <a:gd name="T21" fmla="*/ 578 h 932"/>
                <a:gd name="T22" fmla="*/ 0 w 882"/>
                <a:gd name="T23" fmla="*/ 490 h 932"/>
                <a:gd name="T24" fmla="*/ 84 w 882"/>
                <a:gd name="T25" fmla="*/ 392 h 932"/>
                <a:gd name="T26" fmla="*/ 120 w 882"/>
                <a:gd name="T27" fmla="*/ 310 h 932"/>
                <a:gd name="T28" fmla="*/ 130 w 882"/>
                <a:gd name="T29" fmla="*/ 236 h 932"/>
                <a:gd name="T30" fmla="*/ 126 w 882"/>
                <a:gd name="T31" fmla="*/ 178 h 932"/>
                <a:gd name="T32" fmla="*/ 104 w 882"/>
                <a:gd name="T33" fmla="*/ 108 h 932"/>
                <a:gd name="T34" fmla="*/ 126 w 882"/>
                <a:gd name="T35" fmla="*/ 52 h 932"/>
                <a:gd name="T36" fmla="*/ 134 w 882"/>
                <a:gd name="T37" fmla="*/ 0 h 932"/>
                <a:gd name="T38" fmla="*/ 170 w 882"/>
                <a:gd name="T39" fmla="*/ 44 h 932"/>
                <a:gd name="T40" fmla="*/ 208 w 882"/>
                <a:gd name="T41" fmla="*/ 100 h 932"/>
                <a:gd name="T42" fmla="*/ 218 w 882"/>
                <a:gd name="T43" fmla="*/ 44 h 932"/>
                <a:gd name="T44" fmla="*/ 252 w 882"/>
                <a:gd name="T45" fmla="*/ 88 h 932"/>
                <a:gd name="T46" fmla="*/ 332 w 882"/>
                <a:gd name="T47" fmla="*/ 148 h 932"/>
                <a:gd name="T48" fmla="*/ 406 w 882"/>
                <a:gd name="T49" fmla="*/ 280 h 932"/>
                <a:gd name="T50" fmla="*/ 400 w 882"/>
                <a:gd name="T51" fmla="*/ 336 h 932"/>
                <a:gd name="T52" fmla="*/ 452 w 882"/>
                <a:gd name="T53" fmla="*/ 370 h 932"/>
                <a:gd name="T54" fmla="*/ 574 w 882"/>
                <a:gd name="T55" fmla="*/ 346 h 932"/>
                <a:gd name="T56" fmla="*/ 586 w 882"/>
                <a:gd name="T57" fmla="*/ 290 h 932"/>
                <a:gd name="T58" fmla="*/ 558 w 882"/>
                <a:gd name="T59" fmla="*/ 230 h 932"/>
                <a:gd name="T60" fmla="*/ 620 w 882"/>
                <a:gd name="T61" fmla="*/ 178 h 932"/>
                <a:gd name="T62" fmla="*/ 606 w 882"/>
                <a:gd name="T63" fmla="*/ 122 h 932"/>
                <a:gd name="T64" fmla="*/ 614 w 882"/>
                <a:gd name="T65" fmla="*/ 104 h 932"/>
                <a:gd name="T66" fmla="*/ 654 w 882"/>
                <a:gd name="T67" fmla="*/ 64 h 932"/>
                <a:gd name="T68" fmla="*/ 712 w 882"/>
                <a:gd name="T69" fmla="*/ 144 h 932"/>
                <a:gd name="T70" fmla="*/ 790 w 882"/>
                <a:gd name="T71" fmla="*/ 128 h 932"/>
                <a:gd name="T72" fmla="*/ 790 w 882"/>
                <a:gd name="T73" fmla="*/ 188 h 932"/>
                <a:gd name="T74" fmla="*/ 752 w 882"/>
                <a:gd name="T75" fmla="*/ 208 h 932"/>
                <a:gd name="T76" fmla="*/ 660 w 882"/>
                <a:gd name="T77" fmla="*/ 204 h 932"/>
                <a:gd name="T78" fmla="*/ 630 w 882"/>
                <a:gd name="T79" fmla="*/ 266 h 932"/>
                <a:gd name="T80" fmla="*/ 652 w 882"/>
                <a:gd name="T81" fmla="*/ 308 h 932"/>
                <a:gd name="T82" fmla="*/ 698 w 882"/>
                <a:gd name="T83" fmla="*/ 300 h 932"/>
                <a:gd name="T84" fmla="*/ 718 w 882"/>
                <a:gd name="T85" fmla="*/ 330 h 932"/>
                <a:gd name="T86" fmla="*/ 692 w 882"/>
                <a:gd name="T87" fmla="*/ 418 h 932"/>
                <a:gd name="T88" fmla="*/ 732 w 882"/>
                <a:gd name="T89" fmla="*/ 472 h 932"/>
                <a:gd name="T90" fmla="*/ 726 w 882"/>
                <a:gd name="T91" fmla="*/ 528 h 932"/>
                <a:gd name="T92" fmla="*/ 828 w 882"/>
                <a:gd name="T93" fmla="*/ 590 h 932"/>
                <a:gd name="T94" fmla="*/ 876 w 882"/>
                <a:gd name="T95" fmla="*/ 606 h 932"/>
                <a:gd name="T96" fmla="*/ 850 w 882"/>
                <a:gd name="T97" fmla="*/ 658 h 932"/>
                <a:gd name="T98" fmla="*/ 784 w 882"/>
                <a:gd name="T99" fmla="*/ 676 h 932"/>
                <a:gd name="T100" fmla="*/ 720 w 882"/>
                <a:gd name="T101" fmla="*/ 734 h 932"/>
                <a:gd name="T102" fmla="*/ 650 w 882"/>
                <a:gd name="T103" fmla="*/ 764 h 932"/>
                <a:gd name="T104" fmla="*/ 612 w 882"/>
                <a:gd name="T105" fmla="*/ 742 h 932"/>
                <a:gd name="T106" fmla="*/ 564 w 882"/>
                <a:gd name="T107" fmla="*/ 760 h 932"/>
                <a:gd name="T108" fmla="*/ 526 w 882"/>
                <a:gd name="T109" fmla="*/ 740 h 932"/>
                <a:gd name="T110" fmla="*/ 482 w 882"/>
                <a:gd name="T111" fmla="*/ 750 h 932"/>
                <a:gd name="T112" fmla="*/ 448 w 882"/>
                <a:gd name="T113" fmla="*/ 768 h 932"/>
                <a:gd name="T114" fmla="*/ 404 w 882"/>
                <a:gd name="T115" fmla="*/ 766 h 932"/>
                <a:gd name="T116" fmla="*/ 410 w 882"/>
                <a:gd name="T117" fmla="*/ 826 h 932"/>
                <a:gd name="T118" fmla="*/ 410 w 882"/>
                <a:gd name="T119" fmla="*/ 872 h 932"/>
                <a:gd name="T120" fmla="*/ 406 w 882"/>
                <a:gd name="T121" fmla="*/ 932 h 93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82" h="932">
                  <a:moveTo>
                    <a:pt x="406" y="932"/>
                  </a:moveTo>
                  <a:lnTo>
                    <a:pt x="406" y="932"/>
                  </a:lnTo>
                  <a:lnTo>
                    <a:pt x="392" y="920"/>
                  </a:lnTo>
                  <a:lnTo>
                    <a:pt x="380" y="910"/>
                  </a:lnTo>
                  <a:lnTo>
                    <a:pt x="368" y="904"/>
                  </a:lnTo>
                  <a:lnTo>
                    <a:pt x="356" y="898"/>
                  </a:lnTo>
                  <a:lnTo>
                    <a:pt x="358" y="880"/>
                  </a:lnTo>
                  <a:lnTo>
                    <a:pt x="358" y="866"/>
                  </a:lnTo>
                  <a:lnTo>
                    <a:pt x="356" y="854"/>
                  </a:lnTo>
                  <a:lnTo>
                    <a:pt x="352" y="844"/>
                  </a:lnTo>
                  <a:lnTo>
                    <a:pt x="342" y="836"/>
                  </a:lnTo>
                  <a:lnTo>
                    <a:pt x="332" y="836"/>
                  </a:lnTo>
                  <a:lnTo>
                    <a:pt x="324" y="838"/>
                  </a:lnTo>
                  <a:lnTo>
                    <a:pt x="316" y="840"/>
                  </a:lnTo>
                  <a:lnTo>
                    <a:pt x="310" y="844"/>
                  </a:lnTo>
                  <a:lnTo>
                    <a:pt x="298" y="854"/>
                  </a:lnTo>
                  <a:lnTo>
                    <a:pt x="288" y="866"/>
                  </a:lnTo>
                  <a:lnTo>
                    <a:pt x="260" y="860"/>
                  </a:lnTo>
                  <a:lnTo>
                    <a:pt x="246" y="840"/>
                  </a:lnTo>
                  <a:lnTo>
                    <a:pt x="240" y="832"/>
                  </a:lnTo>
                  <a:lnTo>
                    <a:pt x="234" y="828"/>
                  </a:lnTo>
                  <a:lnTo>
                    <a:pt x="218" y="808"/>
                  </a:lnTo>
                  <a:lnTo>
                    <a:pt x="212" y="802"/>
                  </a:lnTo>
                  <a:lnTo>
                    <a:pt x="208" y="800"/>
                  </a:lnTo>
                  <a:lnTo>
                    <a:pt x="202" y="798"/>
                  </a:lnTo>
                  <a:lnTo>
                    <a:pt x="194" y="798"/>
                  </a:lnTo>
                  <a:lnTo>
                    <a:pt x="172" y="798"/>
                  </a:lnTo>
                  <a:lnTo>
                    <a:pt x="168" y="790"/>
                  </a:lnTo>
                  <a:lnTo>
                    <a:pt x="164" y="782"/>
                  </a:lnTo>
                  <a:lnTo>
                    <a:pt x="162" y="774"/>
                  </a:lnTo>
                  <a:lnTo>
                    <a:pt x="160" y="766"/>
                  </a:lnTo>
                  <a:lnTo>
                    <a:pt x="160" y="752"/>
                  </a:lnTo>
                  <a:lnTo>
                    <a:pt x="160" y="740"/>
                  </a:lnTo>
                  <a:lnTo>
                    <a:pt x="166" y="724"/>
                  </a:lnTo>
                  <a:lnTo>
                    <a:pt x="168" y="708"/>
                  </a:lnTo>
                  <a:lnTo>
                    <a:pt x="166" y="694"/>
                  </a:lnTo>
                  <a:lnTo>
                    <a:pt x="164" y="688"/>
                  </a:lnTo>
                  <a:lnTo>
                    <a:pt x="162" y="682"/>
                  </a:lnTo>
                  <a:lnTo>
                    <a:pt x="138" y="676"/>
                  </a:lnTo>
                  <a:lnTo>
                    <a:pt x="126" y="670"/>
                  </a:lnTo>
                  <a:lnTo>
                    <a:pt x="124" y="668"/>
                  </a:lnTo>
                  <a:lnTo>
                    <a:pt x="124" y="664"/>
                  </a:lnTo>
                  <a:lnTo>
                    <a:pt x="124" y="650"/>
                  </a:lnTo>
                  <a:lnTo>
                    <a:pt x="114" y="616"/>
                  </a:lnTo>
                  <a:lnTo>
                    <a:pt x="102" y="598"/>
                  </a:lnTo>
                  <a:lnTo>
                    <a:pt x="96" y="576"/>
                  </a:lnTo>
                  <a:lnTo>
                    <a:pt x="92" y="568"/>
                  </a:lnTo>
                  <a:lnTo>
                    <a:pt x="88" y="564"/>
                  </a:lnTo>
                  <a:lnTo>
                    <a:pt x="82" y="560"/>
                  </a:lnTo>
                  <a:lnTo>
                    <a:pt x="76" y="558"/>
                  </a:lnTo>
                  <a:lnTo>
                    <a:pt x="58" y="556"/>
                  </a:lnTo>
                  <a:lnTo>
                    <a:pt x="30" y="572"/>
                  </a:lnTo>
                  <a:lnTo>
                    <a:pt x="16" y="578"/>
                  </a:lnTo>
                  <a:lnTo>
                    <a:pt x="4" y="580"/>
                  </a:lnTo>
                  <a:lnTo>
                    <a:pt x="2" y="576"/>
                  </a:lnTo>
                  <a:lnTo>
                    <a:pt x="0" y="490"/>
                  </a:lnTo>
                  <a:lnTo>
                    <a:pt x="16" y="454"/>
                  </a:lnTo>
                  <a:lnTo>
                    <a:pt x="32" y="436"/>
                  </a:lnTo>
                  <a:lnTo>
                    <a:pt x="46" y="422"/>
                  </a:lnTo>
                  <a:lnTo>
                    <a:pt x="62" y="408"/>
                  </a:lnTo>
                  <a:lnTo>
                    <a:pt x="84" y="392"/>
                  </a:lnTo>
                  <a:lnTo>
                    <a:pt x="108" y="370"/>
                  </a:lnTo>
                  <a:lnTo>
                    <a:pt x="110" y="328"/>
                  </a:lnTo>
                  <a:lnTo>
                    <a:pt x="120" y="310"/>
                  </a:lnTo>
                  <a:lnTo>
                    <a:pt x="120" y="288"/>
                  </a:lnTo>
                  <a:lnTo>
                    <a:pt x="120" y="266"/>
                  </a:lnTo>
                  <a:lnTo>
                    <a:pt x="124" y="248"/>
                  </a:lnTo>
                  <a:lnTo>
                    <a:pt x="126" y="240"/>
                  </a:lnTo>
                  <a:lnTo>
                    <a:pt x="130" y="236"/>
                  </a:lnTo>
                  <a:lnTo>
                    <a:pt x="132" y="218"/>
                  </a:lnTo>
                  <a:lnTo>
                    <a:pt x="134" y="204"/>
                  </a:lnTo>
                  <a:lnTo>
                    <a:pt x="132" y="190"/>
                  </a:lnTo>
                  <a:lnTo>
                    <a:pt x="126" y="178"/>
                  </a:lnTo>
                  <a:lnTo>
                    <a:pt x="84" y="142"/>
                  </a:lnTo>
                  <a:lnTo>
                    <a:pt x="84" y="110"/>
                  </a:lnTo>
                  <a:lnTo>
                    <a:pt x="94" y="110"/>
                  </a:lnTo>
                  <a:lnTo>
                    <a:pt x="104" y="108"/>
                  </a:lnTo>
                  <a:lnTo>
                    <a:pt x="126" y="100"/>
                  </a:lnTo>
                  <a:lnTo>
                    <a:pt x="128" y="88"/>
                  </a:lnTo>
                  <a:lnTo>
                    <a:pt x="128" y="76"/>
                  </a:lnTo>
                  <a:lnTo>
                    <a:pt x="128" y="64"/>
                  </a:lnTo>
                  <a:lnTo>
                    <a:pt x="126" y="52"/>
                  </a:lnTo>
                  <a:lnTo>
                    <a:pt x="120" y="32"/>
                  </a:lnTo>
                  <a:lnTo>
                    <a:pt x="120" y="22"/>
                  </a:lnTo>
                  <a:lnTo>
                    <a:pt x="118" y="12"/>
                  </a:lnTo>
                  <a:lnTo>
                    <a:pt x="126" y="6"/>
                  </a:lnTo>
                  <a:lnTo>
                    <a:pt x="134" y="0"/>
                  </a:lnTo>
                  <a:lnTo>
                    <a:pt x="138" y="0"/>
                  </a:lnTo>
                  <a:lnTo>
                    <a:pt x="142" y="0"/>
                  </a:lnTo>
                  <a:lnTo>
                    <a:pt x="148" y="4"/>
                  </a:lnTo>
                  <a:lnTo>
                    <a:pt x="154" y="8"/>
                  </a:lnTo>
                  <a:lnTo>
                    <a:pt x="170" y="44"/>
                  </a:lnTo>
                  <a:lnTo>
                    <a:pt x="178" y="66"/>
                  </a:lnTo>
                  <a:lnTo>
                    <a:pt x="184" y="90"/>
                  </a:lnTo>
                  <a:lnTo>
                    <a:pt x="188" y="96"/>
                  </a:lnTo>
                  <a:lnTo>
                    <a:pt x="192" y="98"/>
                  </a:lnTo>
                  <a:lnTo>
                    <a:pt x="208" y="100"/>
                  </a:lnTo>
                  <a:lnTo>
                    <a:pt x="212" y="92"/>
                  </a:lnTo>
                  <a:lnTo>
                    <a:pt x="216" y="86"/>
                  </a:lnTo>
                  <a:lnTo>
                    <a:pt x="218" y="70"/>
                  </a:lnTo>
                  <a:lnTo>
                    <a:pt x="218" y="44"/>
                  </a:lnTo>
                  <a:lnTo>
                    <a:pt x="230" y="34"/>
                  </a:lnTo>
                  <a:lnTo>
                    <a:pt x="236" y="44"/>
                  </a:lnTo>
                  <a:lnTo>
                    <a:pt x="242" y="56"/>
                  </a:lnTo>
                  <a:lnTo>
                    <a:pt x="252" y="88"/>
                  </a:lnTo>
                  <a:lnTo>
                    <a:pt x="268" y="112"/>
                  </a:lnTo>
                  <a:lnTo>
                    <a:pt x="278" y="126"/>
                  </a:lnTo>
                  <a:lnTo>
                    <a:pt x="292" y="142"/>
                  </a:lnTo>
                  <a:lnTo>
                    <a:pt x="332" y="148"/>
                  </a:lnTo>
                  <a:lnTo>
                    <a:pt x="368" y="216"/>
                  </a:lnTo>
                  <a:lnTo>
                    <a:pt x="404" y="264"/>
                  </a:lnTo>
                  <a:lnTo>
                    <a:pt x="406" y="280"/>
                  </a:lnTo>
                  <a:lnTo>
                    <a:pt x="398" y="290"/>
                  </a:lnTo>
                  <a:lnTo>
                    <a:pt x="392" y="298"/>
                  </a:lnTo>
                  <a:lnTo>
                    <a:pt x="390" y="306"/>
                  </a:lnTo>
                  <a:lnTo>
                    <a:pt x="390" y="324"/>
                  </a:lnTo>
                  <a:lnTo>
                    <a:pt x="400" y="336"/>
                  </a:lnTo>
                  <a:lnTo>
                    <a:pt x="408" y="346"/>
                  </a:lnTo>
                  <a:lnTo>
                    <a:pt x="422" y="356"/>
                  </a:lnTo>
                  <a:lnTo>
                    <a:pt x="430" y="358"/>
                  </a:lnTo>
                  <a:lnTo>
                    <a:pt x="440" y="362"/>
                  </a:lnTo>
                  <a:lnTo>
                    <a:pt x="452" y="370"/>
                  </a:lnTo>
                  <a:lnTo>
                    <a:pt x="460" y="376"/>
                  </a:lnTo>
                  <a:lnTo>
                    <a:pt x="472" y="380"/>
                  </a:lnTo>
                  <a:lnTo>
                    <a:pt x="500" y="378"/>
                  </a:lnTo>
                  <a:lnTo>
                    <a:pt x="574" y="346"/>
                  </a:lnTo>
                  <a:lnTo>
                    <a:pt x="580" y="330"/>
                  </a:lnTo>
                  <a:lnTo>
                    <a:pt x="584" y="318"/>
                  </a:lnTo>
                  <a:lnTo>
                    <a:pt x="586" y="304"/>
                  </a:lnTo>
                  <a:lnTo>
                    <a:pt x="586" y="290"/>
                  </a:lnTo>
                  <a:lnTo>
                    <a:pt x="578" y="278"/>
                  </a:lnTo>
                  <a:lnTo>
                    <a:pt x="572" y="272"/>
                  </a:lnTo>
                  <a:lnTo>
                    <a:pt x="558" y="262"/>
                  </a:lnTo>
                  <a:lnTo>
                    <a:pt x="558" y="238"/>
                  </a:lnTo>
                  <a:lnTo>
                    <a:pt x="558" y="230"/>
                  </a:lnTo>
                  <a:lnTo>
                    <a:pt x="564" y="222"/>
                  </a:lnTo>
                  <a:lnTo>
                    <a:pt x="578" y="214"/>
                  </a:lnTo>
                  <a:lnTo>
                    <a:pt x="594" y="204"/>
                  </a:lnTo>
                  <a:lnTo>
                    <a:pt x="608" y="192"/>
                  </a:lnTo>
                  <a:lnTo>
                    <a:pt x="620" y="178"/>
                  </a:lnTo>
                  <a:lnTo>
                    <a:pt x="620" y="152"/>
                  </a:lnTo>
                  <a:lnTo>
                    <a:pt x="616" y="138"/>
                  </a:lnTo>
                  <a:lnTo>
                    <a:pt x="610" y="128"/>
                  </a:lnTo>
                  <a:lnTo>
                    <a:pt x="606" y="122"/>
                  </a:lnTo>
                  <a:lnTo>
                    <a:pt x="600" y="116"/>
                  </a:lnTo>
                  <a:lnTo>
                    <a:pt x="598" y="108"/>
                  </a:lnTo>
                  <a:lnTo>
                    <a:pt x="614" y="104"/>
                  </a:lnTo>
                  <a:lnTo>
                    <a:pt x="622" y="94"/>
                  </a:lnTo>
                  <a:lnTo>
                    <a:pt x="628" y="84"/>
                  </a:lnTo>
                  <a:lnTo>
                    <a:pt x="632" y="72"/>
                  </a:lnTo>
                  <a:lnTo>
                    <a:pt x="636" y="66"/>
                  </a:lnTo>
                  <a:lnTo>
                    <a:pt x="642" y="64"/>
                  </a:lnTo>
                  <a:lnTo>
                    <a:pt x="654" y="64"/>
                  </a:lnTo>
                  <a:lnTo>
                    <a:pt x="672" y="66"/>
                  </a:lnTo>
                  <a:lnTo>
                    <a:pt x="694" y="124"/>
                  </a:lnTo>
                  <a:lnTo>
                    <a:pt x="704" y="136"/>
                  </a:lnTo>
                  <a:lnTo>
                    <a:pt x="712" y="144"/>
                  </a:lnTo>
                  <a:lnTo>
                    <a:pt x="722" y="152"/>
                  </a:lnTo>
                  <a:lnTo>
                    <a:pt x="758" y="152"/>
                  </a:lnTo>
                  <a:lnTo>
                    <a:pt x="774" y="140"/>
                  </a:lnTo>
                  <a:lnTo>
                    <a:pt x="790" y="128"/>
                  </a:lnTo>
                  <a:lnTo>
                    <a:pt x="796" y="138"/>
                  </a:lnTo>
                  <a:lnTo>
                    <a:pt x="796" y="152"/>
                  </a:lnTo>
                  <a:lnTo>
                    <a:pt x="794" y="170"/>
                  </a:lnTo>
                  <a:lnTo>
                    <a:pt x="790" y="188"/>
                  </a:lnTo>
                  <a:lnTo>
                    <a:pt x="786" y="196"/>
                  </a:lnTo>
                  <a:lnTo>
                    <a:pt x="780" y="204"/>
                  </a:lnTo>
                  <a:lnTo>
                    <a:pt x="766" y="208"/>
                  </a:lnTo>
                  <a:lnTo>
                    <a:pt x="752" y="208"/>
                  </a:lnTo>
                  <a:lnTo>
                    <a:pt x="720" y="192"/>
                  </a:lnTo>
                  <a:lnTo>
                    <a:pt x="694" y="192"/>
                  </a:lnTo>
                  <a:lnTo>
                    <a:pt x="676" y="196"/>
                  </a:lnTo>
                  <a:lnTo>
                    <a:pt x="668" y="198"/>
                  </a:lnTo>
                  <a:lnTo>
                    <a:pt x="660" y="204"/>
                  </a:lnTo>
                  <a:lnTo>
                    <a:pt x="642" y="218"/>
                  </a:lnTo>
                  <a:lnTo>
                    <a:pt x="630" y="236"/>
                  </a:lnTo>
                  <a:lnTo>
                    <a:pt x="630" y="256"/>
                  </a:lnTo>
                  <a:lnTo>
                    <a:pt x="630" y="266"/>
                  </a:lnTo>
                  <a:lnTo>
                    <a:pt x="636" y="280"/>
                  </a:lnTo>
                  <a:lnTo>
                    <a:pt x="638" y="290"/>
                  </a:lnTo>
                  <a:lnTo>
                    <a:pt x="642" y="296"/>
                  </a:lnTo>
                  <a:lnTo>
                    <a:pt x="646" y="302"/>
                  </a:lnTo>
                  <a:lnTo>
                    <a:pt x="652" y="308"/>
                  </a:lnTo>
                  <a:lnTo>
                    <a:pt x="658" y="310"/>
                  </a:lnTo>
                  <a:lnTo>
                    <a:pt x="666" y="308"/>
                  </a:lnTo>
                  <a:lnTo>
                    <a:pt x="676" y="304"/>
                  </a:lnTo>
                  <a:lnTo>
                    <a:pt x="692" y="302"/>
                  </a:lnTo>
                  <a:lnTo>
                    <a:pt x="698" y="300"/>
                  </a:lnTo>
                  <a:lnTo>
                    <a:pt x="706" y="300"/>
                  </a:lnTo>
                  <a:lnTo>
                    <a:pt x="710" y="304"/>
                  </a:lnTo>
                  <a:lnTo>
                    <a:pt x="714" y="308"/>
                  </a:lnTo>
                  <a:lnTo>
                    <a:pt x="716" y="318"/>
                  </a:lnTo>
                  <a:lnTo>
                    <a:pt x="718" y="330"/>
                  </a:lnTo>
                  <a:lnTo>
                    <a:pt x="704" y="378"/>
                  </a:lnTo>
                  <a:lnTo>
                    <a:pt x="696" y="390"/>
                  </a:lnTo>
                  <a:lnTo>
                    <a:pt x="690" y="400"/>
                  </a:lnTo>
                  <a:lnTo>
                    <a:pt x="690" y="410"/>
                  </a:lnTo>
                  <a:lnTo>
                    <a:pt x="692" y="418"/>
                  </a:lnTo>
                  <a:lnTo>
                    <a:pt x="698" y="426"/>
                  </a:lnTo>
                  <a:lnTo>
                    <a:pt x="706" y="432"/>
                  </a:lnTo>
                  <a:lnTo>
                    <a:pt x="718" y="438"/>
                  </a:lnTo>
                  <a:lnTo>
                    <a:pt x="734" y="444"/>
                  </a:lnTo>
                  <a:lnTo>
                    <a:pt x="732" y="472"/>
                  </a:lnTo>
                  <a:lnTo>
                    <a:pt x="730" y="486"/>
                  </a:lnTo>
                  <a:lnTo>
                    <a:pt x="724" y="502"/>
                  </a:lnTo>
                  <a:lnTo>
                    <a:pt x="724" y="510"/>
                  </a:lnTo>
                  <a:lnTo>
                    <a:pt x="724" y="520"/>
                  </a:lnTo>
                  <a:lnTo>
                    <a:pt x="726" y="528"/>
                  </a:lnTo>
                  <a:lnTo>
                    <a:pt x="730" y="536"/>
                  </a:lnTo>
                  <a:lnTo>
                    <a:pt x="760" y="572"/>
                  </a:lnTo>
                  <a:lnTo>
                    <a:pt x="828" y="590"/>
                  </a:lnTo>
                  <a:lnTo>
                    <a:pt x="836" y="596"/>
                  </a:lnTo>
                  <a:lnTo>
                    <a:pt x="842" y="600"/>
                  </a:lnTo>
                  <a:lnTo>
                    <a:pt x="850" y="604"/>
                  </a:lnTo>
                  <a:lnTo>
                    <a:pt x="876" y="606"/>
                  </a:lnTo>
                  <a:lnTo>
                    <a:pt x="882" y="628"/>
                  </a:lnTo>
                  <a:lnTo>
                    <a:pt x="876" y="636"/>
                  </a:lnTo>
                  <a:lnTo>
                    <a:pt x="872" y="644"/>
                  </a:lnTo>
                  <a:lnTo>
                    <a:pt x="850" y="658"/>
                  </a:lnTo>
                  <a:lnTo>
                    <a:pt x="832" y="666"/>
                  </a:lnTo>
                  <a:lnTo>
                    <a:pt x="818" y="666"/>
                  </a:lnTo>
                  <a:lnTo>
                    <a:pt x="806" y="668"/>
                  </a:lnTo>
                  <a:lnTo>
                    <a:pt x="794" y="672"/>
                  </a:lnTo>
                  <a:lnTo>
                    <a:pt x="784" y="676"/>
                  </a:lnTo>
                  <a:lnTo>
                    <a:pt x="764" y="686"/>
                  </a:lnTo>
                  <a:lnTo>
                    <a:pt x="744" y="700"/>
                  </a:lnTo>
                  <a:lnTo>
                    <a:pt x="736" y="716"/>
                  </a:lnTo>
                  <a:lnTo>
                    <a:pt x="728" y="726"/>
                  </a:lnTo>
                  <a:lnTo>
                    <a:pt x="720" y="734"/>
                  </a:lnTo>
                  <a:lnTo>
                    <a:pt x="682" y="734"/>
                  </a:lnTo>
                  <a:lnTo>
                    <a:pt x="662" y="756"/>
                  </a:lnTo>
                  <a:lnTo>
                    <a:pt x="656" y="760"/>
                  </a:lnTo>
                  <a:lnTo>
                    <a:pt x="650" y="764"/>
                  </a:lnTo>
                  <a:lnTo>
                    <a:pt x="642" y="766"/>
                  </a:lnTo>
                  <a:lnTo>
                    <a:pt x="636" y="766"/>
                  </a:lnTo>
                  <a:lnTo>
                    <a:pt x="628" y="754"/>
                  </a:lnTo>
                  <a:lnTo>
                    <a:pt x="620" y="746"/>
                  </a:lnTo>
                  <a:lnTo>
                    <a:pt x="612" y="742"/>
                  </a:lnTo>
                  <a:lnTo>
                    <a:pt x="604" y="742"/>
                  </a:lnTo>
                  <a:lnTo>
                    <a:pt x="596" y="744"/>
                  </a:lnTo>
                  <a:lnTo>
                    <a:pt x="588" y="748"/>
                  </a:lnTo>
                  <a:lnTo>
                    <a:pt x="574" y="758"/>
                  </a:lnTo>
                  <a:lnTo>
                    <a:pt x="564" y="760"/>
                  </a:lnTo>
                  <a:lnTo>
                    <a:pt x="556" y="760"/>
                  </a:lnTo>
                  <a:lnTo>
                    <a:pt x="548" y="758"/>
                  </a:lnTo>
                  <a:lnTo>
                    <a:pt x="544" y="756"/>
                  </a:lnTo>
                  <a:lnTo>
                    <a:pt x="534" y="748"/>
                  </a:lnTo>
                  <a:lnTo>
                    <a:pt x="526" y="740"/>
                  </a:lnTo>
                  <a:lnTo>
                    <a:pt x="514" y="738"/>
                  </a:lnTo>
                  <a:lnTo>
                    <a:pt x="506" y="738"/>
                  </a:lnTo>
                  <a:lnTo>
                    <a:pt x="498" y="738"/>
                  </a:lnTo>
                  <a:lnTo>
                    <a:pt x="492" y="742"/>
                  </a:lnTo>
                  <a:lnTo>
                    <a:pt x="486" y="746"/>
                  </a:lnTo>
                  <a:lnTo>
                    <a:pt x="482" y="750"/>
                  </a:lnTo>
                  <a:lnTo>
                    <a:pt x="474" y="764"/>
                  </a:lnTo>
                  <a:lnTo>
                    <a:pt x="468" y="768"/>
                  </a:lnTo>
                  <a:lnTo>
                    <a:pt x="462" y="770"/>
                  </a:lnTo>
                  <a:lnTo>
                    <a:pt x="454" y="770"/>
                  </a:lnTo>
                  <a:lnTo>
                    <a:pt x="448" y="768"/>
                  </a:lnTo>
                  <a:lnTo>
                    <a:pt x="436" y="762"/>
                  </a:lnTo>
                  <a:lnTo>
                    <a:pt x="430" y="756"/>
                  </a:lnTo>
                  <a:lnTo>
                    <a:pt x="414" y="756"/>
                  </a:lnTo>
                  <a:lnTo>
                    <a:pt x="404" y="766"/>
                  </a:lnTo>
                  <a:lnTo>
                    <a:pt x="398" y="774"/>
                  </a:lnTo>
                  <a:lnTo>
                    <a:pt x="396" y="784"/>
                  </a:lnTo>
                  <a:lnTo>
                    <a:pt x="394" y="802"/>
                  </a:lnTo>
                  <a:lnTo>
                    <a:pt x="402" y="814"/>
                  </a:lnTo>
                  <a:lnTo>
                    <a:pt x="410" y="826"/>
                  </a:lnTo>
                  <a:lnTo>
                    <a:pt x="412" y="832"/>
                  </a:lnTo>
                  <a:lnTo>
                    <a:pt x="412" y="840"/>
                  </a:lnTo>
                  <a:lnTo>
                    <a:pt x="412" y="850"/>
                  </a:lnTo>
                  <a:lnTo>
                    <a:pt x="410" y="860"/>
                  </a:lnTo>
                  <a:lnTo>
                    <a:pt x="410" y="872"/>
                  </a:lnTo>
                  <a:lnTo>
                    <a:pt x="414" y="886"/>
                  </a:lnTo>
                  <a:lnTo>
                    <a:pt x="416" y="902"/>
                  </a:lnTo>
                  <a:lnTo>
                    <a:pt x="420" y="922"/>
                  </a:lnTo>
                  <a:lnTo>
                    <a:pt x="412" y="928"/>
                  </a:lnTo>
                  <a:lnTo>
                    <a:pt x="406" y="932"/>
                  </a:lnTo>
                  <a:close/>
                </a:path>
              </a:pathLst>
            </a:custGeom>
            <a:solidFill>
              <a:srgbClr val="023FA1"/>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2" name="Freeform 12"/>
            <p:cNvSpPr/>
            <p:nvPr/>
          </p:nvSpPr>
          <p:spPr bwMode="auto">
            <a:xfrm>
              <a:off x="5217399" y="5041164"/>
              <a:ext cx="787064" cy="587141"/>
            </a:xfrm>
            <a:custGeom>
              <a:avLst/>
              <a:gdLst>
                <a:gd name="T0" fmla="*/ 450 w 748"/>
                <a:gd name="T1" fmla="*/ 540 h 558"/>
                <a:gd name="T2" fmla="*/ 440 w 748"/>
                <a:gd name="T3" fmla="*/ 532 h 558"/>
                <a:gd name="T4" fmla="*/ 422 w 748"/>
                <a:gd name="T5" fmla="*/ 516 h 558"/>
                <a:gd name="T6" fmla="*/ 406 w 748"/>
                <a:gd name="T7" fmla="*/ 508 h 558"/>
                <a:gd name="T8" fmla="*/ 390 w 748"/>
                <a:gd name="T9" fmla="*/ 536 h 558"/>
                <a:gd name="T10" fmla="*/ 280 w 748"/>
                <a:gd name="T11" fmla="*/ 532 h 558"/>
                <a:gd name="T12" fmla="*/ 218 w 748"/>
                <a:gd name="T13" fmla="*/ 498 h 558"/>
                <a:gd name="T14" fmla="*/ 204 w 748"/>
                <a:gd name="T15" fmla="*/ 478 h 558"/>
                <a:gd name="T16" fmla="*/ 212 w 748"/>
                <a:gd name="T17" fmla="*/ 432 h 558"/>
                <a:gd name="T18" fmla="*/ 188 w 748"/>
                <a:gd name="T19" fmla="*/ 390 h 558"/>
                <a:gd name="T20" fmla="*/ 142 w 748"/>
                <a:gd name="T21" fmla="*/ 382 h 558"/>
                <a:gd name="T22" fmla="*/ 82 w 748"/>
                <a:gd name="T23" fmla="*/ 368 h 558"/>
                <a:gd name="T24" fmla="*/ 104 w 748"/>
                <a:gd name="T25" fmla="*/ 342 h 558"/>
                <a:gd name="T26" fmla="*/ 140 w 748"/>
                <a:gd name="T27" fmla="*/ 316 h 558"/>
                <a:gd name="T28" fmla="*/ 142 w 748"/>
                <a:gd name="T29" fmla="*/ 262 h 558"/>
                <a:gd name="T30" fmla="*/ 102 w 748"/>
                <a:gd name="T31" fmla="*/ 252 h 558"/>
                <a:gd name="T32" fmla="*/ 20 w 748"/>
                <a:gd name="T33" fmla="*/ 222 h 558"/>
                <a:gd name="T34" fmla="*/ 0 w 748"/>
                <a:gd name="T35" fmla="*/ 192 h 558"/>
                <a:gd name="T36" fmla="*/ 22 w 748"/>
                <a:gd name="T37" fmla="*/ 162 h 558"/>
                <a:gd name="T38" fmla="*/ 62 w 748"/>
                <a:gd name="T39" fmla="*/ 154 h 558"/>
                <a:gd name="T40" fmla="*/ 120 w 748"/>
                <a:gd name="T41" fmla="*/ 190 h 558"/>
                <a:gd name="T42" fmla="*/ 156 w 748"/>
                <a:gd name="T43" fmla="*/ 192 h 558"/>
                <a:gd name="T44" fmla="*/ 206 w 748"/>
                <a:gd name="T45" fmla="*/ 156 h 558"/>
                <a:gd name="T46" fmla="*/ 240 w 748"/>
                <a:gd name="T47" fmla="*/ 98 h 558"/>
                <a:gd name="T48" fmla="*/ 274 w 748"/>
                <a:gd name="T49" fmla="*/ 110 h 558"/>
                <a:gd name="T50" fmla="*/ 308 w 748"/>
                <a:gd name="T51" fmla="*/ 128 h 558"/>
                <a:gd name="T52" fmla="*/ 342 w 748"/>
                <a:gd name="T53" fmla="*/ 134 h 558"/>
                <a:gd name="T54" fmla="*/ 410 w 748"/>
                <a:gd name="T55" fmla="*/ 100 h 558"/>
                <a:gd name="T56" fmla="*/ 442 w 748"/>
                <a:gd name="T57" fmla="*/ 78 h 558"/>
                <a:gd name="T58" fmla="*/ 470 w 748"/>
                <a:gd name="T59" fmla="*/ 52 h 558"/>
                <a:gd name="T60" fmla="*/ 514 w 748"/>
                <a:gd name="T61" fmla="*/ 38 h 558"/>
                <a:gd name="T62" fmla="*/ 588 w 748"/>
                <a:gd name="T63" fmla="*/ 10 h 558"/>
                <a:gd name="T64" fmla="*/ 632 w 748"/>
                <a:gd name="T65" fmla="*/ 0 h 558"/>
                <a:gd name="T66" fmla="*/ 672 w 748"/>
                <a:gd name="T67" fmla="*/ 54 h 558"/>
                <a:gd name="T68" fmla="*/ 640 w 748"/>
                <a:gd name="T69" fmla="*/ 112 h 558"/>
                <a:gd name="T70" fmla="*/ 642 w 748"/>
                <a:gd name="T71" fmla="*/ 142 h 558"/>
                <a:gd name="T72" fmla="*/ 682 w 748"/>
                <a:gd name="T73" fmla="*/ 172 h 558"/>
                <a:gd name="T74" fmla="*/ 734 w 748"/>
                <a:gd name="T75" fmla="*/ 180 h 558"/>
                <a:gd name="T76" fmla="*/ 748 w 748"/>
                <a:gd name="T77" fmla="*/ 220 h 558"/>
                <a:gd name="T78" fmla="*/ 734 w 748"/>
                <a:gd name="T79" fmla="*/ 254 h 558"/>
                <a:gd name="T80" fmla="*/ 722 w 748"/>
                <a:gd name="T81" fmla="*/ 264 h 558"/>
                <a:gd name="T82" fmla="*/ 712 w 748"/>
                <a:gd name="T83" fmla="*/ 312 h 558"/>
                <a:gd name="T84" fmla="*/ 688 w 748"/>
                <a:gd name="T85" fmla="*/ 346 h 558"/>
                <a:gd name="T86" fmla="*/ 672 w 748"/>
                <a:gd name="T87" fmla="*/ 360 h 558"/>
                <a:gd name="T88" fmla="*/ 634 w 748"/>
                <a:gd name="T89" fmla="*/ 406 h 558"/>
                <a:gd name="T90" fmla="*/ 614 w 748"/>
                <a:gd name="T91" fmla="*/ 424 h 558"/>
                <a:gd name="T92" fmla="*/ 586 w 748"/>
                <a:gd name="T93" fmla="*/ 448 h 558"/>
                <a:gd name="T94" fmla="*/ 570 w 748"/>
                <a:gd name="T95" fmla="*/ 468 h 558"/>
                <a:gd name="T96" fmla="*/ 566 w 748"/>
                <a:gd name="T97" fmla="*/ 474 h 558"/>
                <a:gd name="T98" fmla="*/ 546 w 748"/>
                <a:gd name="T99" fmla="*/ 484 h 558"/>
                <a:gd name="T100" fmla="*/ 518 w 748"/>
                <a:gd name="T101" fmla="*/ 534 h 558"/>
                <a:gd name="T102" fmla="*/ 466 w 748"/>
                <a:gd name="T103" fmla="*/ 558 h 55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748" h="558">
                  <a:moveTo>
                    <a:pt x="450" y="558"/>
                  </a:moveTo>
                  <a:lnTo>
                    <a:pt x="450" y="558"/>
                  </a:lnTo>
                  <a:lnTo>
                    <a:pt x="450" y="540"/>
                  </a:lnTo>
                  <a:lnTo>
                    <a:pt x="446" y="540"/>
                  </a:lnTo>
                  <a:lnTo>
                    <a:pt x="444" y="538"/>
                  </a:lnTo>
                  <a:lnTo>
                    <a:pt x="440" y="532"/>
                  </a:lnTo>
                  <a:lnTo>
                    <a:pt x="428" y="530"/>
                  </a:lnTo>
                  <a:lnTo>
                    <a:pt x="426" y="522"/>
                  </a:lnTo>
                  <a:lnTo>
                    <a:pt x="422" y="516"/>
                  </a:lnTo>
                  <a:lnTo>
                    <a:pt x="418" y="510"/>
                  </a:lnTo>
                  <a:lnTo>
                    <a:pt x="414" y="508"/>
                  </a:lnTo>
                  <a:lnTo>
                    <a:pt x="410" y="508"/>
                  </a:lnTo>
                  <a:lnTo>
                    <a:pt x="406" y="508"/>
                  </a:lnTo>
                  <a:lnTo>
                    <a:pt x="396" y="510"/>
                  </a:lnTo>
                  <a:lnTo>
                    <a:pt x="390" y="536"/>
                  </a:lnTo>
                  <a:lnTo>
                    <a:pt x="322" y="540"/>
                  </a:lnTo>
                  <a:lnTo>
                    <a:pt x="280" y="532"/>
                  </a:lnTo>
                  <a:lnTo>
                    <a:pt x="246" y="528"/>
                  </a:lnTo>
                  <a:lnTo>
                    <a:pt x="218" y="498"/>
                  </a:lnTo>
                  <a:lnTo>
                    <a:pt x="208" y="478"/>
                  </a:lnTo>
                  <a:lnTo>
                    <a:pt x="204" y="478"/>
                  </a:lnTo>
                  <a:lnTo>
                    <a:pt x="200" y="464"/>
                  </a:lnTo>
                  <a:lnTo>
                    <a:pt x="202" y="452"/>
                  </a:lnTo>
                  <a:lnTo>
                    <a:pt x="206" y="442"/>
                  </a:lnTo>
                  <a:lnTo>
                    <a:pt x="212" y="432"/>
                  </a:lnTo>
                  <a:lnTo>
                    <a:pt x="212" y="406"/>
                  </a:lnTo>
                  <a:lnTo>
                    <a:pt x="188" y="390"/>
                  </a:lnTo>
                  <a:lnTo>
                    <a:pt x="188" y="384"/>
                  </a:lnTo>
                  <a:lnTo>
                    <a:pt x="142" y="382"/>
                  </a:lnTo>
                  <a:lnTo>
                    <a:pt x="104" y="378"/>
                  </a:lnTo>
                  <a:lnTo>
                    <a:pt x="82" y="368"/>
                  </a:lnTo>
                  <a:lnTo>
                    <a:pt x="72" y="344"/>
                  </a:lnTo>
                  <a:lnTo>
                    <a:pt x="104" y="342"/>
                  </a:lnTo>
                  <a:lnTo>
                    <a:pt x="112" y="338"/>
                  </a:lnTo>
                  <a:lnTo>
                    <a:pt x="122" y="332"/>
                  </a:lnTo>
                  <a:lnTo>
                    <a:pt x="140" y="316"/>
                  </a:lnTo>
                  <a:lnTo>
                    <a:pt x="148" y="300"/>
                  </a:lnTo>
                  <a:lnTo>
                    <a:pt x="150" y="286"/>
                  </a:lnTo>
                  <a:lnTo>
                    <a:pt x="148" y="274"/>
                  </a:lnTo>
                  <a:lnTo>
                    <a:pt x="142" y="262"/>
                  </a:lnTo>
                  <a:lnTo>
                    <a:pt x="114" y="260"/>
                  </a:lnTo>
                  <a:lnTo>
                    <a:pt x="102" y="252"/>
                  </a:lnTo>
                  <a:lnTo>
                    <a:pt x="88" y="246"/>
                  </a:lnTo>
                  <a:lnTo>
                    <a:pt x="64" y="238"/>
                  </a:lnTo>
                  <a:lnTo>
                    <a:pt x="40" y="230"/>
                  </a:lnTo>
                  <a:lnTo>
                    <a:pt x="20" y="222"/>
                  </a:lnTo>
                  <a:lnTo>
                    <a:pt x="6" y="204"/>
                  </a:lnTo>
                  <a:lnTo>
                    <a:pt x="2" y="196"/>
                  </a:lnTo>
                  <a:lnTo>
                    <a:pt x="0" y="192"/>
                  </a:lnTo>
                  <a:lnTo>
                    <a:pt x="12" y="174"/>
                  </a:lnTo>
                  <a:lnTo>
                    <a:pt x="18" y="166"/>
                  </a:lnTo>
                  <a:lnTo>
                    <a:pt x="22" y="162"/>
                  </a:lnTo>
                  <a:lnTo>
                    <a:pt x="30" y="158"/>
                  </a:lnTo>
                  <a:lnTo>
                    <a:pt x="36" y="156"/>
                  </a:lnTo>
                  <a:lnTo>
                    <a:pt x="48" y="154"/>
                  </a:lnTo>
                  <a:lnTo>
                    <a:pt x="62" y="154"/>
                  </a:lnTo>
                  <a:lnTo>
                    <a:pt x="90" y="164"/>
                  </a:lnTo>
                  <a:lnTo>
                    <a:pt x="120" y="190"/>
                  </a:lnTo>
                  <a:lnTo>
                    <a:pt x="130" y="192"/>
                  </a:lnTo>
                  <a:lnTo>
                    <a:pt x="142" y="192"/>
                  </a:lnTo>
                  <a:lnTo>
                    <a:pt x="156" y="192"/>
                  </a:lnTo>
                  <a:lnTo>
                    <a:pt x="172" y="190"/>
                  </a:lnTo>
                  <a:lnTo>
                    <a:pt x="188" y="174"/>
                  </a:lnTo>
                  <a:lnTo>
                    <a:pt x="206" y="156"/>
                  </a:lnTo>
                  <a:lnTo>
                    <a:pt x="222" y="136"/>
                  </a:lnTo>
                  <a:lnTo>
                    <a:pt x="238" y="120"/>
                  </a:lnTo>
                  <a:lnTo>
                    <a:pt x="240" y="98"/>
                  </a:lnTo>
                  <a:lnTo>
                    <a:pt x="264" y="96"/>
                  </a:lnTo>
                  <a:lnTo>
                    <a:pt x="274" y="110"/>
                  </a:lnTo>
                  <a:lnTo>
                    <a:pt x="284" y="114"/>
                  </a:lnTo>
                  <a:lnTo>
                    <a:pt x="294" y="120"/>
                  </a:lnTo>
                  <a:lnTo>
                    <a:pt x="308" y="128"/>
                  </a:lnTo>
                  <a:lnTo>
                    <a:pt x="324" y="134"/>
                  </a:lnTo>
                  <a:lnTo>
                    <a:pt x="342" y="134"/>
                  </a:lnTo>
                  <a:lnTo>
                    <a:pt x="384" y="120"/>
                  </a:lnTo>
                  <a:lnTo>
                    <a:pt x="398" y="108"/>
                  </a:lnTo>
                  <a:lnTo>
                    <a:pt x="410" y="100"/>
                  </a:lnTo>
                  <a:lnTo>
                    <a:pt x="422" y="92"/>
                  </a:lnTo>
                  <a:lnTo>
                    <a:pt x="438" y="84"/>
                  </a:lnTo>
                  <a:lnTo>
                    <a:pt x="442" y="78"/>
                  </a:lnTo>
                  <a:lnTo>
                    <a:pt x="450" y="72"/>
                  </a:lnTo>
                  <a:lnTo>
                    <a:pt x="462" y="56"/>
                  </a:lnTo>
                  <a:lnTo>
                    <a:pt x="470" y="52"/>
                  </a:lnTo>
                  <a:lnTo>
                    <a:pt x="476" y="46"/>
                  </a:lnTo>
                  <a:lnTo>
                    <a:pt x="494" y="40"/>
                  </a:lnTo>
                  <a:lnTo>
                    <a:pt x="514" y="38"/>
                  </a:lnTo>
                  <a:lnTo>
                    <a:pt x="550" y="36"/>
                  </a:lnTo>
                  <a:lnTo>
                    <a:pt x="570" y="22"/>
                  </a:lnTo>
                  <a:lnTo>
                    <a:pt x="588" y="10"/>
                  </a:lnTo>
                  <a:lnTo>
                    <a:pt x="596" y="6"/>
                  </a:lnTo>
                  <a:lnTo>
                    <a:pt x="606" y="2"/>
                  </a:lnTo>
                  <a:lnTo>
                    <a:pt x="618" y="0"/>
                  </a:lnTo>
                  <a:lnTo>
                    <a:pt x="632" y="0"/>
                  </a:lnTo>
                  <a:lnTo>
                    <a:pt x="654" y="36"/>
                  </a:lnTo>
                  <a:lnTo>
                    <a:pt x="672" y="54"/>
                  </a:lnTo>
                  <a:lnTo>
                    <a:pt x="656" y="82"/>
                  </a:lnTo>
                  <a:lnTo>
                    <a:pt x="646" y="96"/>
                  </a:lnTo>
                  <a:lnTo>
                    <a:pt x="640" y="112"/>
                  </a:lnTo>
                  <a:lnTo>
                    <a:pt x="638" y="140"/>
                  </a:lnTo>
                  <a:lnTo>
                    <a:pt x="642" y="142"/>
                  </a:lnTo>
                  <a:lnTo>
                    <a:pt x="650" y="142"/>
                  </a:lnTo>
                  <a:lnTo>
                    <a:pt x="672" y="142"/>
                  </a:lnTo>
                  <a:lnTo>
                    <a:pt x="682" y="172"/>
                  </a:lnTo>
                  <a:lnTo>
                    <a:pt x="690" y="184"/>
                  </a:lnTo>
                  <a:lnTo>
                    <a:pt x="734" y="180"/>
                  </a:lnTo>
                  <a:lnTo>
                    <a:pt x="740" y="190"/>
                  </a:lnTo>
                  <a:lnTo>
                    <a:pt x="744" y="204"/>
                  </a:lnTo>
                  <a:lnTo>
                    <a:pt x="748" y="220"/>
                  </a:lnTo>
                  <a:lnTo>
                    <a:pt x="748" y="238"/>
                  </a:lnTo>
                  <a:lnTo>
                    <a:pt x="740" y="248"/>
                  </a:lnTo>
                  <a:lnTo>
                    <a:pt x="734" y="254"/>
                  </a:lnTo>
                  <a:lnTo>
                    <a:pt x="726" y="258"/>
                  </a:lnTo>
                  <a:lnTo>
                    <a:pt x="724" y="262"/>
                  </a:lnTo>
                  <a:lnTo>
                    <a:pt x="722" y="264"/>
                  </a:lnTo>
                  <a:lnTo>
                    <a:pt x="718" y="266"/>
                  </a:lnTo>
                  <a:lnTo>
                    <a:pt x="712" y="312"/>
                  </a:lnTo>
                  <a:lnTo>
                    <a:pt x="706" y="324"/>
                  </a:lnTo>
                  <a:lnTo>
                    <a:pt x="700" y="338"/>
                  </a:lnTo>
                  <a:lnTo>
                    <a:pt x="688" y="346"/>
                  </a:lnTo>
                  <a:lnTo>
                    <a:pt x="682" y="350"/>
                  </a:lnTo>
                  <a:lnTo>
                    <a:pt x="682" y="356"/>
                  </a:lnTo>
                  <a:lnTo>
                    <a:pt x="672" y="360"/>
                  </a:lnTo>
                  <a:lnTo>
                    <a:pt x="664" y="366"/>
                  </a:lnTo>
                  <a:lnTo>
                    <a:pt x="656" y="376"/>
                  </a:lnTo>
                  <a:lnTo>
                    <a:pt x="648" y="386"/>
                  </a:lnTo>
                  <a:lnTo>
                    <a:pt x="634" y="406"/>
                  </a:lnTo>
                  <a:lnTo>
                    <a:pt x="626" y="414"/>
                  </a:lnTo>
                  <a:lnTo>
                    <a:pt x="616" y="420"/>
                  </a:lnTo>
                  <a:lnTo>
                    <a:pt x="614" y="424"/>
                  </a:lnTo>
                  <a:lnTo>
                    <a:pt x="610" y="428"/>
                  </a:lnTo>
                  <a:lnTo>
                    <a:pt x="600" y="434"/>
                  </a:lnTo>
                  <a:lnTo>
                    <a:pt x="586" y="448"/>
                  </a:lnTo>
                  <a:lnTo>
                    <a:pt x="572" y="464"/>
                  </a:lnTo>
                  <a:lnTo>
                    <a:pt x="570" y="466"/>
                  </a:lnTo>
                  <a:lnTo>
                    <a:pt x="570" y="468"/>
                  </a:lnTo>
                  <a:lnTo>
                    <a:pt x="566" y="468"/>
                  </a:lnTo>
                  <a:lnTo>
                    <a:pt x="566" y="474"/>
                  </a:lnTo>
                  <a:lnTo>
                    <a:pt x="560" y="474"/>
                  </a:lnTo>
                  <a:lnTo>
                    <a:pt x="556" y="476"/>
                  </a:lnTo>
                  <a:lnTo>
                    <a:pt x="546" y="484"/>
                  </a:lnTo>
                  <a:lnTo>
                    <a:pt x="532" y="500"/>
                  </a:lnTo>
                  <a:lnTo>
                    <a:pt x="518" y="534"/>
                  </a:lnTo>
                  <a:lnTo>
                    <a:pt x="502" y="538"/>
                  </a:lnTo>
                  <a:lnTo>
                    <a:pt x="488" y="544"/>
                  </a:lnTo>
                  <a:lnTo>
                    <a:pt x="478" y="550"/>
                  </a:lnTo>
                  <a:lnTo>
                    <a:pt x="466" y="558"/>
                  </a:lnTo>
                  <a:lnTo>
                    <a:pt x="450" y="558"/>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3" name="Freeform 13"/>
            <p:cNvSpPr/>
            <p:nvPr/>
          </p:nvSpPr>
          <p:spPr bwMode="auto">
            <a:xfrm>
              <a:off x="6894645" y="5043268"/>
              <a:ext cx="187296" cy="433516"/>
            </a:xfrm>
            <a:custGeom>
              <a:avLst/>
              <a:gdLst>
                <a:gd name="T0" fmla="*/ 82 w 178"/>
                <a:gd name="T1" fmla="*/ 412 h 412"/>
                <a:gd name="T2" fmla="*/ 82 w 178"/>
                <a:gd name="T3" fmla="*/ 412 h 412"/>
                <a:gd name="T4" fmla="*/ 50 w 178"/>
                <a:gd name="T5" fmla="*/ 364 h 412"/>
                <a:gd name="T6" fmla="*/ 50 w 178"/>
                <a:gd name="T7" fmla="*/ 364 h 412"/>
                <a:gd name="T8" fmla="*/ 40 w 178"/>
                <a:gd name="T9" fmla="*/ 360 h 412"/>
                <a:gd name="T10" fmla="*/ 34 w 178"/>
                <a:gd name="T11" fmla="*/ 356 h 412"/>
                <a:gd name="T12" fmla="*/ 28 w 178"/>
                <a:gd name="T13" fmla="*/ 350 h 412"/>
                <a:gd name="T14" fmla="*/ 26 w 178"/>
                <a:gd name="T15" fmla="*/ 346 h 412"/>
                <a:gd name="T16" fmla="*/ 20 w 178"/>
                <a:gd name="T17" fmla="*/ 336 h 412"/>
                <a:gd name="T18" fmla="*/ 16 w 178"/>
                <a:gd name="T19" fmla="*/ 324 h 412"/>
                <a:gd name="T20" fmla="*/ 16 w 178"/>
                <a:gd name="T21" fmla="*/ 324 h 412"/>
                <a:gd name="T22" fmla="*/ 0 w 178"/>
                <a:gd name="T23" fmla="*/ 304 h 412"/>
                <a:gd name="T24" fmla="*/ 0 w 178"/>
                <a:gd name="T25" fmla="*/ 304 h 412"/>
                <a:gd name="T26" fmla="*/ 2 w 178"/>
                <a:gd name="T27" fmla="*/ 280 h 412"/>
                <a:gd name="T28" fmla="*/ 6 w 178"/>
                <a:gd name="T29" fmla="*/ 258 h 412"/>
                <a:gd name="T30" fmla="*/ 8 w 178"/>
                <a:gd name="T31" fmla="*/ 238 h 412"/>
                <a:gd name="T32" fmla="*/ 8 w 178"/>
                <a:gd name="T33" fmla="*/ 228 h 412"/>
                <a:gd name="T34" fmla="*/ 6 w 178"/>
                <a:gd name="T35" fmla="*/ 220 h 412"/>
                <a:gd name="T36" fmla="*/ 6 w 178"/>
                <a:gd name="T37" fmla="*/ 220 h 412"/>
                <a:gd name="T38" fmla="*/ 6 w 178"/>
                <a:gd name="T39" fmla="*/ 196 h 412"/>
                <a:gd name="T40" fmla="*/ 10 w 178"/>
                <a:gd name="T41" fmla="*/ 180 h 412"/>
                <a:gd name="T42" fmla="*/ 16 w 178"/>
                <a:gd name="T43" fmla="*/ 166 h 412"/>
                <a:gd name="T44" fmla="*/ 30 w 178"/>
                <a:gd name="T45" fmla="*/ 150 h 412"/>
                <a:gd name="T46" fmla="*/ 30 w 178"/>
                <a:gd name="T47" fmla="*/ 150 h 412"/>
                <a:gd name="T48" fmla="*/ 38 w 178"/>
                <a:gd name="T49" fmla="*/ 112 h 412"/>
                <a:gd name="T50" fmla="*/ 38 w 178"/>
                <a:gd name="T51" fmla="*/ 112 h 412"/>
                <a:gd name="T52" fmla="*/ 60 w 178"/>
                <a:gd name="T53" fmla="*/ 64 h 412"/>
                <a:gd name="T54" fmla="*/ 60 w 178"/>
                <a:gd name="T55" fmla="*/ 64 h 412"/>
                <a:gd name="T56" fmla="*/ 76 w 178"/>
                <a:gd name="T57" fmla="*/ 44 h 412"/>
                <a:gd name="T58" fmla="*/ 90 w 178"/>
                <a:gd name="T59" fmla="*/ 28 h 412"/>
                <a:gd name="T60" fmla="*/ 104 w 178"/>
                <a:gd name="T61" fmla="*/ 14 h 412"/>
                <a:gd name="T62" fmla="*/ 122 w 178"/>
                <a:gd name="T63" fmla="*/ 0 h 412"/>
                <a:gd name="T64" fmla="*/ 122 w 178"/>
                <a:gd name="T65" fmla="*/ 0 h 412"/>
                <a:gd name="T66" fmla="*/ 164 w 178"/>
                <a:gd name="T67" fmla="*/ 2 h 412"/>
                <a:gd name="T68" fmla="*/ 164 w 178"/>
                <a:gd name="T69" fmla="*/ 2 h 412"/>
                <a:gd name="T70" fmla="*/ 170 w 178"/>
                <a:gd name="T71" fmla="*/ 6 h 412"/>
                <a:gd name="T72" fmla="*/ 170 w 178"/>
                <a:gd name="T73" fmla="*/ 6 h 412"/>
                <a:gd name="T74" fmla="*/ 176 w 178"/>
                <a:gd name="T75" fmla="*/ 30 h 412"/>
                <a:gd name="T76" fmla="*/ 178 w 178"/>
                <a:gd name="T77" fmla="*/ 44 h 412"/>
                <a:gd name="T78" fmla="*/ 178 w 178"/>
                <a:gd name="T79" fmla="*/ 58 h 412"/>
                <a:gd name="T80" fmla="*/ 178 w 178"/>
                <a:gd name="T81" fmla="*/ 58 h 412"/>
                <a:gd name="T82" fmla="*/ 172 w 178"/>
                <a:gd name="T83" fmla="*/ 72 h 412"/>
                <a:gd name="T84" fmla="*/ 168 w 178"/>
                <a:gd name="T85" fmla="*/ 86 h 412"/>
                <a:gd name="T86" fmla="*/ 166 w 178"/>
                <a:gd name="T87" fmla="*/ 102 h 412"/>
                <a:gd name="T88" fmla="*/ 166 w 178"/>
                <a:gd name="T89" fmla="*/ 118 h 412"/>
                <a:gd name="T90" fmla="*/ 168 w 178"/>
                <a:gd name="T91" fmla="*/ 154 h 412"/>
                <a:gd name="T92" fmla="*/ 170 w 178"/>
                <a:gd name="T93" fmla="*/ 188 h 412"/>
                <a:gd name="T94" fmla="*/ 170 w 178"/>
                <a:gd name="T95" fmla="*/ 188 h 412"/>
                <a:gd name="T96" fmla="*/ 164 w 178"/>
                <a:gd name="T97" fmla="*/ 202 h 412"/>
                <a:gd name="T98" fmla="*/ 158 w 178"/>
                <a:gd name="T99" fmla="*/ 218 h 412"/>
                <a:gd name="T100" fmla="*/ 158 w 178"/>
                <a:gd name="T101" fmla="*/ 218 h 412"/>
                <a:gd name="T102" fmla="*/ 118 w 178"/>
                <a:gd name="T103" fmla="*/ 304 h 412"/>
                <a:gd name="T104" fmla="*/ 118 w 178"/>
                <a:gd name="T105" fmla="*/ 304 h 412"/>
                <a:gd name="T106" fmla="*/ 108 w 178"/>
                <a:gd name="T107" fmla="*/ 398 h 412"/>
                <a:gd name="T108" fmla="*/ 108 w 178"/>
                <a:gd name="T109" fmla="*/ 398 h 412"/>
                <a:gd name="T110" fmla="*/ 98 w 178"/>
                <a:gd name="T111" fmla="*/ 408 h 412"/>
                <a:gd name="T112" fmla="*/ 98 w 178"/>
                <a:gd name="T113" fmla="*/ 408 h 412"/>
                <a:gd name="T114" fmla="*/ 90 w 178"/>
                <a:gd name="T115" fmla="*/ 410 h 412"/>
                <a:gd name="T116" fmla="*/ 82 w 178"/>
                <a:gd name="T117" fmla="*/ 412 h 412"/>
                <a:gd name="T118" fmla="*/ 82 w 178"/>
                <a:gd name="T119" fmla="*/ 412 h 41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78" h="412">
                  <a:moveTo>
                    <a:pt x="82" y="412"/>
                  </a:moveTo>
                  <a:lnTo>
                    <a:pt x="82" y="412"/>
                  </a:lnTo>
                  <a:lnTo>
                    <a:pt x="50" y="364"/>
                  </a:lnTo>
                  <a:lnTo>
                    <a:pt x="40" y="360"/>
                  </a:lnTo>
                  <a:lnTo>
                    <a:pt x="34" y="356"/>
                  </a:lnTo>
                  <a:lnTo>
                    <a:pt x="28" y="350"/>
                  </a:lnTo>
                  <a:lnTo>
                    <a:pt x="26" y="346"/>
                  </a:lnTo>
                  <a:lnTo>
                    <a:pt x="20" y="336"/>
                  </a:lnTo>
                  <a:lnTo>
                    <a:pt x="16" y="324"/>
                  </a:lnTo>
                  <a:lnTo>
                    <a:pt x="0" y="304"/>
                  </a:lnTo>
                  <a:lnTo>
                    <a:pt x="2" y="280"/>
                  </a:lnTo>
                  <a:lnTo>
                    <a:pt x="6" y="258"/>
                  </a:lnTo>
                  <a:lnTo>
                    <a:pt x="8" y="238"/>
                  </a:lnTo>
                  <a:lnTo>
                    <a:pt x="8" y="228"/>
                  </a:lnTo>
                  <a:lnTo>
                    <a:pt x="6" y="220"/>
                  </a:lnTo>
                  <a:lnTo>
                    <a:pt x="6" y="196"/>
                  </a:lnTo>
                  <a:lnTo>
                    <a:pt x="10" y="180"/>
                  </a:lnTo>
                  <a:lnTo>
                    <a:pt x="16" y="166"/>
                  </a:lnTo>
                  <a:lnTo>
                    <a:pt x="30" y="150"/>
                  </a:lnTo>
                  <a:lnTo>
                    <a:pt x="38" y="112"/>
                  </a:lnTo>
                  <a:lnTo>
                    <a:pt x="60" y="64"/>
                  </a:lnTo>
                  <a:lnTo>
                    <a:pt x="76" y="44"/>
                  </a:lnTo>
                  <a:lnTo>
                    <a:pt x="90" y="28"/>
                  </a:lnTo>
                  <a:lnTo>
                    <a:pt x="104" y="14"/>
                  </a:lnTo>
                  <a:lnTo>
                    <a:pt x="122" y="0"/>
                  </a:lnTo>
                  <a:lnTo>
                    <a:pt x="164" y="2"/>
                  </a:lnTo>
                  <a:lnTo>
                    <a:pt x="170" y="6"/>
                  </a:lnTo>
                  <a:lnTo>
                    <a:pt x="176" y="30"/>
                  </a:lnTo>
                  <a:lnTo>
                    <a:pt x="178" y="44"/>
                  </a:lnTo>
                  <a:lnTo>
                    <a:pt x="178" y="58"/>
                  </a:lnTo>
                  <a:lnTo>
                    <a:pt x="172" y="72"/>
                  </a:lnTo>
                  <a:lnTo>
                    <a:pt x="168" y="86"/>
                  </a:lnTo>
                  <a:lnTo>
                    <a:pt x="166" y="102"/>
                  </a:lnTo>
                  <a:lnTo>
                    <a:pt x="166" y="118"/>
                  </a:lnTo>
                  <a:lnTo>
                    <a:pt x="168" y="154"/>
                  </a:lnTo>
                  <a:lnTo>
                    <a:pt x="170" y="188"/>
                  </a:lnTo>
                  <a:lnTo>
                    <a:pt x="164" y="202"/>
                  </a:lnTo>
                  <a:lnTo>
                    <a:pt x="158" y="218"/>
                  </a:lnTo>
                  <a:lnTo>
                    <a:pt x="118" y="304"/>
                  </a:lnTo>
                  <a:lnTo>
                    <a:pt x="108" y="398"/>
                  </a:lnTo>
                  <a:lnTo>
                    <a:pt x="98" y="408"/>
                  </a:lnTo>
                  <a:lnTo>
                    <a:pt x="90" y="410"/>
                  </a:lnTo>
                  <a:lnTo>
                    <a:pt x="82" y="412"/>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4" name="Freeform 14"/>
            <p:cNvSpPr/>
            <p:nvPr/>
          </p:nvSpPr>
          <p:spPr bwMode="auto">
            <a:xfrm>
              <a:off x="6907272" y="5053791"/>
              <a:ext cx="164147" cy="410367"/>
            </a:xfrm>
            <a:custGeom>
              <a:avLst/>
              <a:gdLst>
                <a:gd name="T0" fmla="*/ 76 w 156"/>
                <a:gd name="T1" fmla="*/ 390 h 390"/>
                <a:gd name="T2" fmla="*/ 76 w 156"/>
                <a:gd name="T3" fmla="*/ 390 h 390"/>
                <a:gd name="T4" fmla="*/ 46 w 156"/>
                <a:gd name="T5" fmla="*/ 344 h 390"/>
                <a:gd name="T6" fmla="*/ 46 w 156"/>
                <a:gd name="T7" fmla="*/ 344 h 390"/>
                <a:gd name="T8" fmla="*/ 26 w 156"/>
                <a:gd name="T9" fmla="*/ 338 h 390"/>
                <a:gd name="T10" fmla="*/ 26 w 156"/>
                <a:gd name="T11" fmla="*/ 338 h 390"/>
                <a:gd name="T12" fmla="*/ 22 w 156"/>
                <a:gd name="T13" fmla="*/ 324 h 390"/>
                <a:gd name="T14" fmla="*/ 14 w 156"/>
                <a:gd name="T15" fmla="*/ 310 h 390"/>
                <a:gd name="T16" fmla="*/ 6 w 156"/>
                <a:gd name="T17" fmla="*/ 300 h 390"/>
                <a:gd name="T18" fmla="*/ 0 w 156"/>
                <a:gd name="T19" fmla="*/ 294 h 390"/>
                <a:gd name="T20" fmla="*/ 0 w 156"/>
                <a:gd name="T21" fmla="*/ 294 h 390"/>
                <a:gd name="T22" fmla="*/ 0 w 156"/>
                <a:gd name="T23" fmla="*/ 272 h 390"/>
                <a:gd name="T24" fmla="*/ 0 w 156"/>
                <a:gd name="T25" fmla="*/ 272 h 390"/>
                <a:gd name="T26" fmla="*/ 4 w 156"/>
                <a:gd name="T27" fmla="*/ 242 h 390"/>
                <a:gd name="T28" fmla="*/ 6 w 156"/>
                <a:gd name="T29" fmla="*/ 230 h 390"/>
                <a:gd name="T30" fmla="*/ 8 w 156"/>
                <a:gd name="T31" fmla="*/ 216 h 390"/>
                <a:gd name="T32" fmla="*/ 8 w 156"/>
                <a:gd name="T33" fmla="*/ 216 h 390"/>
                <a:gd name="T34" fmla="*/ 4 w 156"/>
                <a:gd name="T35" fmla="*/ 202 h 390"/>
                <a:gd name="T36" fmla="*/ 4 w 156"/>
                <a:gd name="T37" fmla="*/ 192 h 390"/>
                <a:gd name="T38" fmla="*/ 4 w 156"/>
                <a:gd name="T39" fmla="*/ 182 h 390"/>
                <a:gd name="T40" fmla="*/ 8 w 156"/>
                <a:gd name="T41" fmla="*/ 174 h 390"/>
                <a:gd name="T42" fmla="*/ 18 w 156"/>
                <a:gd name="T43" fmla="*/ 158 h 390"/>
                <a:gd name="T44" fmla="*/ 30 w 156"/>
                <a:gd name="T45" fmla="*/ 142 h 390"/>
                <a:gd name="T46" fmla="*/ 30 w 156"/>
                <a:gd name="T47" fmla="*/ 142 h 390"/>
                <a:gd name="T48" fmla="*/ 38 w 156"/>
                <a:gd name="T49" fmla="*/ 108 h 390"/>
                <a:gd name="T50" fmla="*/ 38 w 156"/>
                <a:gd name="T51" fmla="*/ 108 h 390"/>
                <a:gd name="T52" fmla="*/ 48 w 156"/>
                <a:gd name="T53" fmla="*/ 84 h 390"/>
                <a:gd name="T54" fmla="*/ 56 w 156"/>
                <a:gd name="T55" fmla="*/ 64 h 390"/>
                <a:gd name="T56" fmla="*/ 68 w 156"/>
                <a:gd name="T57" fmla="*/ 46 h 390"/>
                <a:gd name="T58" fmla="*/ 84 w 156"/>
                <a:gd name="T59" fmla="*/ 28 h 390"/>
                <a:gd name="T60" fmla="*/ 84 w 156"/>
                <a:gd name="T61" fmla="*/ 28 h 390"/>
                <a:gd name="T62" fmla="*/ 116 w 156"/>
                <a:gd name="T63" fmla="*/ 2 h 390"/>
                <a:gd name="T64" fmla="*/ 116 w 156"/>
                <a:gd name="T65" fmla="*/ 2 h 390"/>
                <a:gd name="T66" fmla="*/ 150 w 156"/>
                <a:gd name="T67" fmla="*/ 0 h 390"/>
                <a:gd name="T68" fmla="*/ 150 w 156"/>
                <a:gd name="T69" fmla="*/ 0 h 390"/>
                <a:gd name="T70" fmla="*/ 154 w 156"/>
                <a:gd name="T71" fmla="*/ 18 h 390"/>
                <a:gd name="T72" fmla="*/ 156 w 156"/>
                <a:gd name="T73" fmla="*/ 32 h 390"/>
                <a:gd name="T74" fmla="*/ 156 w 156"/>
                <a:gd name="T75" fmla="*/ 44 h 390"/>
                <a:gd name="T76" fmla="*/ 156 w 156"/>
                <a:gd name="T77" fmla="*/ 44 h 390"/>
                <a:gd name="T78" fmla="*/ 150 w 156"/>
                <a:gd name="T79" fmla="*/ 56 h 390"/>
                <a:gd name="T80" fmla="*/ 146 w 156"/>
                <a:gd name="T81" fmla="*/ 70 h 390"/>
                <a:gd name="T82" fmla="*/ 144 w 156"/>
                <a:gd name="T83" fmla="*/ 86 h 390"/>
                <a:gd name="T84" fmla="*/ 142 w 156"/>
                <a:gd name="T85" fmla="*/ 102 h 390"/>
                <a:gd name="T86" fmla="*/ 144 w 156"/>
                <a:gd name="T87" fmla="*/ 138 h 390"/>
                <a:gd name="T88" fmla="*/ 146 w 156"/>
                <a:gd name="T89" fmla="*/ 174 h 390"/>
                <a:gd name="T90" fmla="*/ 146 w 156"/>
                <a:gd name="T91" fmla="*/ 174 h 390"/>
                <a:gd name="T92" fmla="*/ 138 w 156"/>
                <a:gd name="T93" fmla="*/ 196 h 390"/>
                <a:gd name="T94" fmla="*/ 126 w 156"/>
                <a:gd name="T95" fmla="*/ 222 h 390"/>
                <a:gd name="T96" fmla="*/ 102 w 156"/>
                <a:gd name="T97" fmla="*/ 270 h 390"/>
                <a:gd name="T98" fmla="*/ 102 w 156"/>
                <a:gd name="T99" fmla="*/ 270 h 390"/>
                <a:gd name="T100" fmla="*/ 96 w 156"/>
                <a:gd name="T101" fmla="*/ 290 h 390"/>
                <a:gd name="T102" fmla="*/ 96 w 156"/>
                <a:gd name="T103" fmla="*/ 290 h 390"/>
                <a:gd name="T104" fmla="*/ 84 w 156"/>
                <a:gd name="T105" fmla="*/ 382 h 390"/>
                <a:gd name="T106" fmla="*/ 84 w 156"/>
                <a:gd name="T107" fmla="*/ 382 h 390"/>
                <a:gd name="T108" fmla="*/ 80 w 156"/>
                <a:gd name="T109" fmla="*/ 386 h 390"/>
                <a:gd name="T110" fmla="*/ 76 w 156"/>
                <a:gd name="T111" fmla="*/ 390 h 390"/>
                <a:gd name="T112" fmla="*/ 76 w 156"/>
                <a:gd name="T113" fmla="*/ 390 h 39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6" h="390">
                  <a:moveTo>
                    <a:pt x="76" y="390"/>
                  </a:moveTo>
                  <a:lnTo>
                    <a:pt x="76" y="390"/>
                  </a:lnTo>
                  <a:lnTo>
                    <a:pt x="46" y="344"/>
                  </a:lnTo>
                  <a:lnTo>
                    <a:pt x="26" y="338"/>
                  </a:lnTo>
                  <a:lnTo>
                    <a:pt x="22" y="324"/>
                  </a:lnTo>
                  <a:lnTo>
                    <a:pt x="14" y="310"/>
                  </a:lnTo>
                  <a:lnTo>
                    <a:pt x="6" y="300"/>
                  </a:lnTo>
                  <a:lnTo>
                    <a:pt x="0" y="294"/>
                  </a:lnTo>
                  <a:lnTo>
                    <a:pt x="0" y="272"/>
                  </a:lnTo>
                  <a:lnTo>
                    <a:pt x="4" y="242"/>
                  </a:lnTo>
                  <a:lnTo>
                    <a:pt x="6" y="230"/>
                  </a:lnTo>
                  <a:lnTo>
                    <a:pt x="8" y="216"/>
                  </a:lnTo>
                  <a:lnTo>
                    <a:pt x="4" y="202"/>
                  </a:lnTo>
                  <a:lnTo>
                    <a:pt x="4" y="192"/>
                  </a:lnTo>
                  <a:lnTo>
                    <a:pt x="4" y="182"/>
                  </a:lnTo>
                  <a:lnTo>
                    <a:pt x="8" y="174"/>
                  </a:lnTo>
                  <a:lnTo>
                    <a:pt x="18" y="158"/>
                  </a:lnTo>
                  <a:lnTo>
                    <a:pt x="30" y="142"/>
                  </a:lnTo>
                  <a:lnTo>
                    <a:pt x="38" y="108"/>
                  </a:lnTo>
                  <a:lnTo>
                    <a:pt x="48" y="84"/>
                  </a:lnTo>
                  <a:lnTo>
                    <a:pt x="56" y="64"/>
                  </a:lnTo>
                  <a:lnTo>
                    <a:pt x="68" y="46"/>
                  </a:lnTo>
                  <a:lnTo>
                    <a:pt x="84" y="28"/>
                  </a:lnTo>
                  <a:lnTo>
                    <a:pt x="116" y="2"/>
                  </a:lnTo>
                  <a:lnTo>
                    <a:pt x="150" y="0"/>
                  </a:lnTo>
                  <a:lnTo>
                    <a:pt x="154" y="18"/>
                  </a:lnTo>
                  <a:lnTo>
                    <a:pt x="156" y="32"/>
                  </a:lnTo>
                  <a:lnTo>
                    <a:pt x="156" y="44"/>
                  </a:lnTo>
                  <a:lnTo>
                    <a:pt x="150" y="56"/>
                  </a:lnTo>
                  <a:lnTo>
                    <a:pt x="146" y="70"/>
                  </a:lnTo>
                  <a:lnTo>
                    <a:pt x="144" y="86"/>
                  </a:lnTo>
                  <a:lnTo>
                    <a:pt x="142" y="102"/>
                  </a:lnTo>
                  <a:lnTo>
                    <a:pt x="144" y="138"/>
                  </a:lnTo>
                  <a:lnTo>
                    <a:pt x="146" y="174"/>
                  </a:lnTo>
                  <a:lnTo>
                    <a:pt x="138" y="196"/>
                  </a:lnTo>
                  <a:lnTo>
                    <a:pt x="126" y="222"/>
                  </a:lnTo>
                  <a:lnTo>
                    <a:pt x="102" y="270"/>
                  </a:lnTo>
                  <a:lnTo>
                    <a:pt x="96" y="290"/>
                  </a:lnTo>
                  <a:lnTo>
                    <a:pt x="84" y="382"/>
                  </a:lnTo>
                  <a:lnTo>
                    <a:pt x="80" y="386"/>
                  </a:lnTo>
                  <a:lnTo>
                    <a:pt x="76" y="390"/>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5" name="Freeform 15"/>
            <p:cNvSpPr/>
            <p:nvPr/>
          </p:nvSpPr>
          <p:spPr bwMode="auto">
            <a:xfrm>
              <a:off x="6448502" y="4727601"/>
              <a:ext cx="435621" cy="566097"/>
            </a:xfrm>
            <a:custGeom>
              <a:avLst/>
              <a:gdLst>
                <a:gd name="T0" fmla="*/ 136 w 414"/>
                <a:gd name="T1" fmla="*/ 532 h 538"/>
                <a:gd name="T2" fmla="*/ 122 w 414"/>
                <a:gd name="T3" fmla="*/ 508 h 538"/>
                <a:gd name="T4" fmla="*/ 116 w 414"/>
                <a:gd name="T5" fmla="*/ 498 h 538"/>
                <a:gd name="T6" fmla="*/ 58 w 414"/>
                <a:gd name="T7" fmla="*/ 426 h 538"/>
                <a:gd name="T8" fmla="*/ 12 w 414"/>
                <a:gd name="T9" fmla="*/ 420 h 538"/>
                <a:gd name="T10" fmla="*/ 0 w 414"/>
                <a:gd name="T11" fmla="*/ 402 h 538"/>
                <a:gd name="T12" fmla="*/ 6 w 414"/>
                <a:gd name="T13" fmla="*/ 360 h 538"/>
                <a:gd name="T14" fmla="*/ 10 w 414"/>
                <a:gd name="T15" fmla="*/ 332 h 538"/>
                <a:gd name="T16" fmla="*/ 8 w 414"/>
                <a:gd name="T17" fmla="*/ 306 h 538"/>
                <a:gd name="T18" fmla="*/ 44 w 414"/>
                <a:gd name="T19" fmla="*/ 246 h 538"/>
                <a:gd name="T20" fmla="*/ 42 w 414"/>
                <a:gd name="T21" fmla="*/ 200 h 538"/>
                <a:gd name="T22" fmla="*/ 46 w 414"/>
                <a:gd name="T23" fmla="*/ 190 h 538"/>
                <a:gd name="T24" fmla="*/ 74 w 414"/>
                <a:gd name="T25" fmla="*/ 174 h 538"/>
                <a:gd name="T26" fmla="*/ 102 w 414"/>
                <a:gd name="T27" fmla="*/ 134 h 538"/>
                <a:gd name="T28" fmla="*/ 102 w 414"/>
                <a:gd name="T29" fmla="*/ 116 h 538"/>
                <a:gd name="T30" fmla="*/ 92 w 414"/>
                <a:gd name="T31" fmla="*/ 88 h 538"/>
                <a:gd name="T32" fmla="*/ 104 w 414"/>
                <a:gd name="T33" fmla="*/ 72 h 538"/>
                <a:gd name="T34" fmla="*/ 132 w 414"/>
                <a:gd name="T35" fmla="*/ 58 h 538"/>
                <a:gd name="T36" fmla="*/ 172 w 414"/>
                <a:gd name="T37" fmla="*/ 48 h 538"/>
                <a:gd name="T38" fmla="*/ 190 w 414"/>
                <a:gd name="T39" fmla="*/ 28 h 538"/>
                <a:gd name="T40" fmla="*/ 204 w 414"/>
                <a:gd name="T41" fmla="*/ 2 h 538"/>
                <a:gd name="T42" fmla="*/ 224 w 414"/>
                <a:gd name="T43" fmla="*/ 2 h 538"/>
                <a:gd name="T44" fmla="*/ 236 w 414"/>
                <a:gd name="T45" fmla="*/ 16 h 538"/>
                <a:gd name="T46" fmla="*/ 250 w 414"/>
                <a:gd name="T47" fmla="*/ 64 h 538"/>
                <a:gd name="T48" fmla="*/ 280 w 414"/>
                <a:gd name="T49" fmla="*/ 96 h 538"/>
                <a:gd name="T50" fmla="*/ 336 w 414"/>
                <a:gd name="T51" fmla="*/ 100 h 538"/>
                <a:gd name="T52" fmla="*/ 366 w 414"/>
                <a:gd name="T53" fmla="*/ 86 h 538"/>
                <a:gd name="T54" fmla="*/ 404 w 414"/>
                <a:gd name="T55" fmla="*/ 84 h 538"/>
                <a:gd name="T56" fmla="*/ 398 w 414"/>
                <a:gd name="T57" fmla="*/ 104 h 538"/>
                <a:gd name="T58" fmla="*/ 384 w 414"/>
                <a:gd name="T59" fmla="*/ 124 h 538"/>
                <a:gd name="T60" fmla="*/ 362 w 414"/>
                <a:gd name="T61" fmla="*/ 154 h 538"/>
                <a:gd name="T62" fmla="*/ 330 w 414"/>
                <a:gd name="T63" fmla="*/ 162 h 538"/>
                <a:gd name="T64" fmla="*/ 328 w 414"/>
                <a:gd name="T65" fmla="*/ 180 h 538"/>
                <a:gd name="T66" fmla="*/ 348 w 414"/>
                <a:gd name="T67" fmla="*/ 198 h 538"/>
                <a:gd name="T68" fmla="*/ 350 w 414"/>
                <a:gd name="T69" fmla="*/ 222 h 538"/>
                <a:gd name="T70" fmla="*/ 348 w 414"/>
                <a:gd name="T71" fmla="*/ 240 h 538"/>
                <a:gd name="T72" fmla="*/ 340 w 414"/>
                <a:gd name="T73" fmla="*/ 278 h 538"/>
                <a:gd name="T74" fmla="*/ 346 w 414"/>
                <a:gd name="T75" fmla="*/ 296 h 538"/>
                <a:gd name="T76" fmla="*/ 356 w 414"/>
                <a:gd name="T77" fmla="*/ 308 h 538"/>
                <a:gd name="T78" fmla="*/ 350 w 414"/>
                <a:gd name="T79" fmla="*/ 306 h 538"/>
                <a:gd name="T80" fmla="*/ 318 w 414"/>
                <a:gd name="T81" fmla="*/ 312 h 538"/>
                <a:gd name="T82" fmla="*/ 318 w 414"/>
                <a:gd name="T83" fmla="*/ 336 h 538"/>
                <a:gd name="T84" fmla="*/ 296 w 414"/>
                <a:gd name="T85" fmla="*/ 354 h 538"/>
                <a:gd name="T86" fmla="*/ 288 w 414"/>
                <a:gd name="T87" fmla="*/ 384 h 538"/>
                <a:gd name="T88" fmla="*/ 268 w 414"/>
                <a:gd name="T89" fmla="*/ 408 h 538"/>
                <a:gd name="T90" fmla="*/ 228 w 414"/>
                <a:gd name="T91" fmla="*/ 416 h 538"/>
                <a:gd name="T92" fmla="*/ 240 w 414"/>
                <a:gd name="T93" fmla="*/ 440 h 538"/>
                <a:gd name="T94" fmla="*/ 218 w 414"/>
                <a:gd name="T95" fmla="*/ 450 h 538"/>
                <a:gd name="T96" fmla="*/ 184 w 414"/>
                <a:gd name="T97" fmla="*/ 480 h 538"/>
                <a:gd name="T98" fmla="*/ 166 w 414"/>
                <a:gd name="T99" fmla="*/ 514 h 538"/>
                <a:gd name="T100" fmla="*/ 150 w 414"/>
                <a:gd name="T101" fmla="*/ 528 h 53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14" h="538">
                  <a:moveTo>
                    <a:pt x="136" y="538"/>
                  </a:moveTo>
                  <a:lnTo>
                    <a:pt x="136" y="538"/>
                  </a:lnTo>
                  <a:lnTo>
                    <a:pt x="136" y="532"/>
                  </a:lnTo>
                  <a:lnTo>
                    <a:pt x="134" y="526"/>
                  </a:lnTo>
                  <a:lnTo>
                    <a:pt x="128" y="516"/>
                  </a:lnTo>
                  <a:lnTo>
                    <a:pt x="122" y="508"/>
                  </a:lnTo>
                  <a:lnTo>
                    <a:pt x="116" y="504"/>
                  </a:lnTo>
                  <a:lnTo>
                    <a:pt x="116" y="498"/>
                  </a:lnTo>
                  <a:lnTo>
                    <a:pt x="58" y="426"/>
                  </a:lnTo>
                  <a:lnTo>
                    <a:pt x="40" y="422"/>
                  </a:lnTo>
                  <a:lnTo>
                    <a:pt x="26" y="420"/>
                  </a:lnTo>
                  <a:lnTo>
                    <a:pt x="12" y="420"/>
                  </a:lnTo>
                  <a:lnTo>
                    <a:pt x="2" y="418"/>
                  </a:lnTo>
                  <a:lnTo>
                    <a:pt x="0" y="402"/>
                  </a:lnTo>
                  <a:lnTo>
                    <a:pt x="0" y="386"/>
                  </a:lnTo>
                  <a:lnTo>
                    <a:pt x="6" y="360"/>
                  </a:lnTo>
                  <a:lnTo>
                    <a:pt x="8" y="352"/>
                  </a:lnTo>
                  <a:lnTo>
                    <a:pt x="10" y="346"/>
                  </a:lnTo>
                  <a:lnTo>
                    <a:pt x="10" y="332"/>
                  </a:lnTo>
                  <a:lnTo>
                    <a:pt x="10" y="318"/>
                  </a:lnTo>
                  <a:lnTo>
                    <a:pt x="8" y="306"/>
                  </a:lnTo>
                  <a:lnTo>
                    <a:pt x="40" y="270"/>
                  </a:lnTo>
                  <a:lnTo>
                    <a:pt x="44" y="246"/>
                  </a:lnTo>
                  <a:lnTo>
                    <a:pt x="42" y="214"/>
                  </a:lnTo>
                  <a:lnTo>
                    <a:pt x="42" y="200"/>
                  </a:lnTo>
                  <a:lnTo>
                    <a:pt x="44" y="194"/>
                  </a:lnTo>
                  <a:lnTo>
                    <a:pt x="46" y="190"/>
                  </a:lnTo>
                  <a:lnTo>
                    <a:pt x="60" y="182"/>
                  </a:lnTo>
                  <a:lnTo>
                    <a:pt x="74" y="174"/>
                  </a:lnTo>
                  <a:lnTo>
                    <a:pt x="94" y="152"/>
                  </a:lnTo>
                  <a:lnTo>
                    <a:pt x="102" y="134"/>
                  </a:lnTo>
                  <a:lnTo>
                    <a:pt x="102" y="116"/>
                  </a:lnTo>
                  <a:lnTo>
                    <a:pt x="96" y="104"/>
                  </a:lnTo>
                  <a:lnTo>
                    <a:pt x="94" y="94"/>
                  </a:lnTo>
                  <a:lnTo>
                    <a:pt x="92" y="88"/>
                  </a:lnTo>
                  <a:lnTo>
                    <a:pt x="94" y="82"/>
                  </a:lnTo>
                  <a:lnTo>
                    <a:pt x="98" y="76"/>
                  </a:lnTo>
                  <a:lnTo>
                    <a:pt x="104" y="72"/>
                  </a:lnTo>
                  <a:lnTo>
                    <a:pt x="120" y="60"/>
                  </a:lnTo>
                  <a:lnTo>
                    <a:pt x="132" y="58"/>
                  </a:lnTo>
                  <a:lnTo>
                    <a:pt x="144" y="56"/>
                  </a:lnTo>
                  <a:lnTo>
                    <a:pt x="158" y="54"/>
                  </a:lnTo>
                  <a:lnTo>
                    <a:pt x="172" y="48"/>
                  </a:lnTo>
                  <a:lnTo>
                    <a:pt x="182" y="40"/>
                  </a:lnTo>
                  <a:lnTo>
                    <a:pt x="190" y="28"/>
                  </a:lnTo>
                  <a:lnTo>
                    <a:pt x="198" y="14"/>
                  </a:lnTo>
                  <a:lnTo>
                    <a:pt x="204" y="2"/>
                  </a:lnTo>
                  <a:lnTo>
                    <a:pt x="210" y="0"/>
                  </a:lnTo>
                  <a:lnTo>
                    <a:pt x="216" y="0"/>
                  </a:lnTo>
                  <a:lnTo>
                    <a:pt x="224" y="2"/>
                  </a:lnTo>
                  <a:lnTo>
                    <a:pt x="232" y="6"/>
                  </a:lnTo>
                  <a:lnTo>
                    <a:pt x="236" y="16"/>
                  </a:lnTo>
                  <a:lnTo>
                    <a:pt x="238" y="28"/>
                  </a:lnTo>
                  <a:lnTo>
                    <a:pt x="246" y="52"/>
                  </a:lnTo>
                  <a:lnTo>
                    <a:pt x="250" y="64"/>
                  </a:lnTo>
                  <a:lnTo>
                    <a:pt x="258" y="76"/>
                  </a:lnTo>
                  <a:lnTo>
                    <a:pt x="266" y="86"/>
                  </a:lnTo>
                  <a:lnTo>
                    <a:pt x="280" y="96"/>
                  </a:lnTo>
                  <a:lnTo>
                    <a:pt x="336" y="100"/>
                  </a:lnTo>
                  <a:lnTo>
                    <a:pt x="342" y="94"/>
                  </a:lnTo>
                  <a:lnTo>
                    <a:pt x="350" y="92"/>
                  </a:lnTo>
                  <a:lnTo>
                    <a:pt x="366" y="86"/>
                  </a:lnTo>
                  <a:lnTo>
                    <a:pt x="386" y="86"/>
                  </a:lnTo>
                  <a:lnTo>
                    <a:pt x="404" y="84"/>
                  </a:lnTo>
                  <a:lnTo>
                    <a:pt x="414" y="90"/>
                  </a:lnTo>
                  <a:lnTo>
                    <a:pt x="398" y="104"/>
                  </a:lnTo>
                  <a:lnTo>
                    <a:pt x="392" y="112"/>
                  </a:lnTo>
                  <a:lnTo>
                    <a:pt x="384" y="124"/>
                  </a:lnTo>
                  <a:lnTo>
                    <a:pt x="382" y="156"/>
                  </a:lnTo>
                  <a:lnTo>
                    <a:pt x="362" y="154"/>
                  </a:lnTo>
                  <a:lnTo>
                    <a:pt x="342" y="154"/>
                  </a:lnTo>
                  <a:lnTo>
                    <a:pt x="336" y="158"/>
                  </a:lnTo>
                  <a:lnTo>
                    <a:pt x="330" y="162"/>
                  </a:lnTo>
                  <a:lnTo>
                    <a:pt x="326" y="168"/>
                  </a:lnTo>
                  <a:lnTo>
                    <a:pt x="328" y="180"/>
                  </a:lnTo>
                  <a:lnTo>
                    <a:pt x="338" y="186"/>
                  </a:lnTo>
                  <a:lnTo>
                    <a:pt x="348" y="198"/>
                  </a:lnTo>
                  <a:lnTo>
                    <a:pt x="364" y="208"/>
                  </a:lnTo>
                  <a:lnTo>
                    <a:pt x="350" y="222"/>
                  </a:lnTo>
                  <a:lnTo>
                    <a:pt x="350" y="230"/>
                  </a:lnTo>
                  <a:lnTo>
                    <a:pt x="348" y="240"/>
                  </a:lnTo>
                  <a:lnTo>
                    <a:pt x="342" y="258"/>
                  </a:lnTo>
                  <a:lnTo>
                    <a:pt x="342" y="268"/>
                  </a:lnTo>
                  <a:lnTo>
                    <a:pt x="340" y="278"/>
                  </a:lnTo>
                  <a:lnTo>
                    <a:pt x="342" y="286"/>
                  </a:lnTo>
                  <a:lnTo>
                    <a:pt x="346" y="296"/>
                  </a:lnTo>
                  <a:lnTo>
                    <a:pt x="356" y="304"/>
                  </a:lnTo>
                  <a:lnTo>
                    <a:pt x="356" y="308"/>
                  </a:lnTo>
                  <a:lnTo>
                    <a:pt x="350" y="306"/>
                  </a:lnTo>
                  <a:lnTo>
                    <a:pt x="322" y="306"/>
                  </a:lnTo>
                  <a:lnTo>
                    <a:pt x="318" y="312"/>
                  </a:lnTo>
                  <a:lnTo>
                    <a:pt x="318" y="318"/>
                  </a:lnTo>
                  <a:lnTo>
                    <a:pt x="320" y="324"/>
                  </a:lnTo>
                  <a:lnTo>
                    <a:pt x="318" y="336"/>
                  </a:lnTo>
                  <a:lnTo>
                    <a:pt x="304" y="346"/>
                  </a:lnTo>
                  <a:lnTo>
                    <a:pt x="296" y="354"/>
                  </a:lnTo>
                  <a:lnTo>
                    <a:pt x="292" y="364"/>
                  </a:lnTo>
                  <a:lnTo>
                    <a:pt x="288" y="384"/>
                  </a:lnTo>
                  <a:lnTo>
                    <a:pt x="278" y="396"/>
                  </a:lnTo>
                  <a:lnTo>
                    <a:pt x="268" y="408"/>
                  </a:lnTo>
                  <a:lnTo>
                    <a:pt x="232" y="410"/>
                  </a:lnTo>
                  <a:lnTo>
                    <a:pt x="228" y="416"/>
                  </a:lnTo>
                  <a:lnTo>
                    <a:pt x="228" y="422"/>
                  </a:lnTo>
                  <a:lnTo>
                    <a:pt x="230" y="430"/>
                  </a:lnTo>
                  <a:lnTo>
                    <a:pt x="240" y="440"/>
                  </a:lnTo>
                  <a:lnTo>
                    <a:pt x="228" y="444"/>
                  </a:lnTo>
                  <a:lnTo>
                    <a:pt x="218" y="450"/>
                  </a:lnTo>
                  <a:lnTo>
                    <a:pt x="208" y="456"/>
                  </a:lnTo>
                  <a:lnTo>
                    <a:pt x="200" y="464"/>
                  </a:lnTo>
                  <a:lnTo>
                    <a:pt x="184" y="480"/>
                  </a:lnTo>
                  <a:lnTo>
                    <a:pt x="168" y="500"/>
                  </a:lnTo>
                  <a:lnTo>
                    <a:pt x="166" y="514"/>
                  </a:lnTo>
                  <a:lnTo>
                    <a:pt x="158" y="522"/>
                  </a:lnTo>
                  <a:lnTo>
                    <a:pt x="150" y="528"/>
                  </a:lnTo>
                  <a:lnTo>
                    <a:pt x="136" y="538"/>
                  </a:lnTo>
                  <a:close/>
                </a:path>
              </a:pathLst>
            </a:custGeom>
            <a:solidFill>
              <a:srgbClr val="023FA1"/>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6" name="Freeform 16"/>
            <p:cNvSpPr/>
            <p:nvPr/>
          </p:nvSpPr>
          <p:spPr bwMode="auto">
            <a:xfrm>
              <a:off x="5110072" y="4672885"/>
              <a:ext cx="637648" cy="559783"/>
            </a:xfrm>
            <a:custGeom>
              <a:avLst/>
              <a:gdLst>
                <a:gd name="T0" fmla="*/ 210 w 606"/>
                <a:gd name="T1" fmla="*/ 516 h 532"/>
                <a:gd name="T2" fmla="*/ 172 w 606"/>
                <a:gd name="T3" fmla="*/ 494 h 532"/>
                <a:gd name="T4" fmla="*/ 126 w 606"/>
                <a:gd name="T5" fmla="*/ 498 h 532"/>
                <a:gd name="T6" fmla="*/ 96 w 606"/>
                <a:gd name="T7" fmla="*/ 530 h 532"/>
                <a:gd name="T8" fmla="*/ 104 w 606"/>
                <a:gd name="T9" fmla="*/ 494 h 532"/>
                <a:gd name="T10" fmla="*/ 62 w 606"/>
                <a:gd name="T11" fmla="*/ 432 h 532"/>
                <a:gd name="T12" fmla="*/ 84 w 606"/>
                <a:gd name="T13" fmla="*/ 356 h 532"/>
                <a:gd name="T14" fmla="*/ 88 w 606"/>
                <a:gd name="T15" fmla="*/ 336 h 532"/>
                <a:gd name="T16" fmla="*/ 70 w 606"/>
                <a:gd name="T17" fmla="*/ 304 h 532"/>
                <a:gd name="T18" fmla="*/ 20 w 606"/>
                <a:gd name="T19" fmla="*/ 314 h 532"/>
                <a:gd name="T20" fmla="*/ 6 w 606"/>
                <a:gd name="T21" fmla="*/ 302 h 532"/>
                <a:gd name="T22" fmla="*/ 0 w 606"/>
                <a:gd name="T23" fmla="*/ 278 h 532"/>
                <a:gd name="T24" fmla="*/ 10 w 606"/>
                <a:gd name="T25" fmla="*/ 240 h 532"/>
                <a:gd name="T26" fmla="*/ 60 w 606"/>
                <a:gd name="T27" fmla="*/ 218 h 532"/>
                <a:gd name="T28" fmla="*/ 90 w 606"/>
                <a:gd name="T29" fmla="*/ 226 h 532"/>
                <a:gd name="T30" fmla="*/ 134 w 606"/>
                <a:gd name="T31" fmla="*/ 234 h 532"/>
                <a:gd name="T32" fmla="*/ 158 w 606"/>
                <a:gd name="T33" fmla="*/ 214 h 532"/>
                <a:gd name="T34" fmla="*/ 174 w 606"/>
                <a:gd name="T35" fmla="*/ 194 h 532"/>
                <a:gd name="T36" fmla="*/ 252 w 606"/>
                <a:gd name="T37" fmla="*/ 204 h 532"/>
                <a:gd name="T38" fmla="*/ 264 w 606"/>
                <a:gd name="T39" fmla="*/ 182 h 532"/>
                <a:gd name="T40" fmla="*/ 266 w 606"/>
                <a:gd name="T41" fmla="*/ 146 h 532"/>
                <a:gd name="T42" fmla="*/ 196 w 606"/>
                <a:gd name="T43" fmla="*/ 108 h 532"/>
                <a:gd name="T44" fmla="*/ 192 w 606"/>
                <a:gd name="T45" fmla="*/ 88 h 532"/>
                <a:gd name="T46" fmla="*/ 216 w 606"/>
                <a:gd name="T47" fmla="*/ 78 h 532"/>
                <a:gd name="T48" fmla="*/ 278 w 606"/>
                <a:gd name="T49" fmla="*/ 102 h 532"/>
                <a:gd name="T50" fmla="*/ 326 w 606"/>
                <a:gd name="T51" fmla="*/ 88 h 532"/>
                <a:gd name="T52" fmla="*/ 378 w 606"/>
                <a:gd name="T53" fmla="*/ 44 h 532"/>
                <a:gd name="T54" fmla="*/ 390 w 606"/>
                <a:gd name="T55" fmla="*/ 14 h 532"/>
                <a:gd name="T56" fmla="*/ 414 w 606"/>
                <a:gd name="T57" fmla="*/ 0 h 532"/>
                <a:gd name="T58" fmla="*/ 444 w 606"/>
                <a:gd name="T59" fmla="*/ 10 h 532"/>
                <a:gd name="T60" fmla="*/ 468 w 606"/>
                <a:gd name="T61" fmla="*/ 66 h 532"/>
                <a:gd name="T62" fmla="*/ 526 w 606"/>
                <a:gd name="T63" fmla="*/ 130 h 532"/>
                <a:gd name="T64" fmla="*/ 562 w 606"/>
                <a:gd name="T65" fmla="*/ 154 h 532"/>
                <a:gd name="T66" fmla="*/ 564 w 606"/>
                <a:gd name="T67" fmla="*/ 196 h 532"/>
                <a:gd name="T68" fmla="*/ 534 w 606"/>
                <a:gd name="T69" fmla="*/ 216 h 532"/>
                <a:gd name="T70" fmla="*/ 506 w 606"/>
                <a:gd name="T71" fmla="*/ 246 h 532"/>
                <a:gd name="T72" fmla="*/ 532 w 606"/>
                <a:gd name="T73" fmla="*/ 258 h 532"/>
                <a:gd name="T74" fmla="*/ 568 w 606"/>
                <a:gd name="T75" fmla="*/ 326 h 532"/>
                <a:gd name="T76" fmla="*/ 592 w 606"/>
                <a:gd name="T77" fmla="*/ 356 h 532"/>
                <a:gd name="T78" fmla="*/ 590 w 606"/>
                <a:gd name="T79" fmla="*/ 380 h 532"/>
                <a:gd name="T80" fmla="*/ 546 w 606"/>
                <a:gd name="T81" fmla="*/ 408 h 532"/>
                <a:gd name="T82" fmla="*/ 482 w 606"/>
                <a:gd name="T83" fmla="*/ 460 h 532"/>
                <a:gd name="T84" fmla="*/ 434 w 606"/>
                <a:gd name="T85" fmla="*/ 472 h 532"/>
                <a:gd name="T86" fmla="*/ 392 w 606"/>
                <a:gd name="T87" fmla="*/ 456 h 532"/>
                <a:gd name="T88" fmla="*/ 358 w 606"/>
                <a:gd name="T89" fmla="*/ 436 h 532"/>
                <a:gd name="T90" fmla="*/ 332 w 606"/>
                <a:gd name="T91" fmla="*/ 442 h 532"/>
                <a:gd name="T92" fmla="*/ 302 w 606"/>
                <a:gd name="T93" fmla="*/ 492 h 532"/>
                <a:gd name="T94" fmla="*/ 266 w 606"/>
                <a:gd name="T95" fmla="*/ 528 h 53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06" h="532">
                  <a:moveTo>
                    <a:pt x="240" y="532"/>
                  </a:moveTo>
                  <a:lnTo>
                    <a:pt x="240" y="532"/>
                  </a:lnTo>
                  <a:lnTo>
                    <a:pt x="222" y="524"/>
                  </a:lnTo>
                  <a:lnTo>
                    <a:pt x="210" y="516"/>
                  </a:lnTo>
                  <a:lnTo>
                    <a:pt x="202" y="508"/>
                  </a:lnTo>
                  <a:lnTo>
                    <a:pt x="194" y="502"/>
                  </a:lnTo>
                  <a:lnTo>
                    <a:pt x="172" y="494"/>
                  </a:lnTo>
                  <a:lnTo>
                    <a:pt x="152" y="494"/>
                  </a:lnTo>
                  <a:lnTo>
                    <a:pt x="138" y="494"/>
                  </a:lnTo>
                  <a:lnTo>
                    <a:pt x="126" y="498"/>
                  </a:lnTo>
                  <a:lnTo>
                    <a:pt x="112" y="508"/>
                  </a:lnTo>
                  <a:lnTo>
                    <a:pt x="96" y="530"/>
                  </a:lnTo>
                  <a:lnTo>
                    <a:pt x="96" y="518"/>
                  </a:lnTo>
                  <a:lnTo>
                    <a:pt x="98" y="508"/>
                  </a:lnTo>
                  <a:lnTo>
                    <a:pt x="104" y="494"/>
                  </a:lnTo>
                  <a:lnTo>
                    <a:pt x="106" y="452"/>
                  </a:lnTo>
                  <a:lnTo>
                    <a:pt x="62" y="432"/>
                  </a:lnTo>
                  <a:lnTo>
                    <a:pt x="64" y="420"/>
                  </a:lnTo>
                  <a:lnTo>
                    <a:pt x="68" y="410"/>
                  </a:lnTo>
                  <a:lnTo>
                    <a:pt x="84" y="356"/>
                  </a:lnTo>
                  <a:lnTo>
                    <a:pt x="88" y="352"/>
                  </a:lnTo>
                  <a:lnTo>
                    <a:pt x="88" y="346"/>
                  </a:lnTo>
                  <a:lnTo>
                    <a:pt x="88" y="336"/>
                  </a:lnTo>
                  <a:lnTo>
                    <a:pt x="84" y="320"/>
                  </a:lnTo>
                  <a:lnTo>
                    <a:pt x="70" y="304"/>
                  </a:lnTo>
                  <a:lnTo>
                    <a:pt x="58" y="306"/>
                  </a:lnTo>
                  <a:lnTo>
                    <a:pt x="46" y="308"/>
                  </a:lnTo>
                  <a:lnTo>
                    <a:pt x="20" y="314"/>
                  </a:lnTo>
                  <a:lnTo>
                    <a:pt x="14" y="314"/>
                  </a:lnTo>
                  <a:lnTo>
                    <a:pt x="10" y="310"/>
                  </a:lnTo>
                  <a:lnTo>
                    <a:pt x="8" y="308"/>
                  </a:lnTo>
                  <a:lnTo>
                    <a:pt x="6" y="302"/>
                  </a:lnTo>
                  <a:lnTo>
                    <a:pt x="6" y="294"/>
                  </a:lnTo>
                  <a:lnTo>
                    <a:pt x="6" y="290"/>
                  </a:lnTo>
                  <a:lnTo>
                    <a:pt x="0" y="278"/>
                  </a:lnTo>
                  <a:lnTo>
                    <a:pt x="2" y="262"/>
                  </a:lnTo>
                  <a:lnTo>
                    <a:pt x="4" y="250"/>
                  </a:lnTo>
                  <a:lnTo>
                    <a:pt x="10" y="240"/>
                  </a:lnTo>
                  <a:lnTo>
                    <a:pt x="16" y="234"/>
                  </a:lnTo>
                  <a:lnTo>
                    <a:pt x="24" y="228"/>
                  </a:lnTo>
                  <a:lnTo>
                    <a:pt x="34" y="224"/>
                  </a:lnTo>
                  <a:lnTo>
                    <a:pt x="60" y="218"/>
                  </a:lnTo>
                  <a:lnTo>
                    <a:pt x="74" y="218"/>
                  </a:lnTo>
                  <a:lnTo>
                    <a:pt x="90" y="226"/>
                  </a:lnTo>
                  <a:lnTo>
                    <a:pt x="106" y="232"/>
                  </a:lnTo>
                  <a:lnTo>
                    <a:pt x="114" y="234"/>
                  </a:lnTo>
                  <a:lnTo>
                    <a:pt x="124" y="236"/>
                  </a:lnTo>
                  <a:lnTo>
                    <a:pt x="134" y="234"/>
                  </a:lnTo>
                  <a:lnTo>
                    <a:pt x="144" y="230"/>
                  </a:lnTo>
                  <a:lnTo>
                    <a:pt x="158" y="214"/>
                  </a:lnTo>
                  <a:lnTo>
                    <a:pt x="164" y="196"/>
                  </a:lnTo>
                  <a:lnTo>
                    <a:pt x="174" y="194"/>
                  </a:lnTo>
                  <a:lnTo>
                    <a:pt x="178" y="198"/>
                  </a:lnTo>
                  <a:lnTo>
                    <a:pt x="186" y="200"/>
                  </a:lnTo>
                  <a:lnTo>
                    <a:pt x="206" y="202"/>
                  </a:lnTo>
                  <a:lnTo>
                    <a:pt x="252" y="204"/>
                  </a:lnTo>
                  <a:lnTo>
                    <a:pt x="258" y="196"/>
                  </a:lnTo>
                  <a:lnTo>
                    <a:pt x="262" y="190"/>
                  </a:lnTo>
                  <a:lnTo>
                    <a:pt x="264" y="182"/>
                  </a:lnTo>
                  <a:lnTo>
                    <a:pt x="266" y="174"/>
                  </a:lnTo>
                  <a:lnTo>
                    <a:pt x="266" y="160"/>
                  </a:lnTo>
                  <a:lnTo>
                    <a:pt x="266" y="146"/>
                  </a:lnTo>
                  <a:lnTo>
                    <a:pt x="256" y="136"/>
                  </a:lnTo>
                  <a:lnTo>
                    <a:pt x="248" y="130"/>
                  </a:lnTo>
                  <a:lnTo>
                    <a:pt x="230" y="120"/>
                  </a:lnTo>
                  <a:lnTo>
                    <a:pt x="196" y="108"/>
                  </a:lnTo>
                  <a:lnTo>
                    <a:pt x="194" y="100"/>
                  </a:lnTo>
                  <a:lnTo>
                    <a:pt x="192" y="94"/>
                  </a:lnTo>
                  <a:lnTo>
                    <a:pt x="192" y="88"/>
                  </a:lnTo>
                  <a:lnTo>
                    <a:pt x="194" y="84"/>
                  </a:lnTo>
                  <a:lnTo>
                    <a:pt x="198" y="82"/>
                  </a:lnTo>
                  <a:lnTo>
                    <a:pt x="202" y="80"/>
                  </a:lnTo>
                  <a:lnTo>
                    <a:pt x="216" y="78"/>
                  </a:lnTo>
                  <a:lnTo>
                    <a:pt x="238" y="94"/>
                  </a:lnTo>
                  <a:lnTo>
                    <a:pt x="278" y="102"/>
                  </a:lnTo>
                  <a:lnTo>
                    <a:pt x="294" y="100"/>
                  </a:lnTo>
                  <a:lnTo>
                    <a:pt x="310" y="96"/>
                  </a:lnTo>
                  <a:lnTo>
                    <a:pt x="326" y="88"/>
                  </a:lnTo>
                  <a:lnTo>
                    <a:pt x="342" y="80"/>
                  </a:lnTo>
                  <a:lnTo>
                    <a:pt x="356" y="68"/>
                  </a:lnTo>
                  <a:lnTo>
                    <a:pt x="368" y="56"/>
                  </a:lnTo>
                  <a:lnTo>
                    <a:pt x="378" y="44"/>
                  </a:lnTo>
                  <a:lnTo>
                    <a:pt x="386" y="30"/>
                  </a:lnTo>
                  <a:lnTo>
                    <a:pt x="388" y="22"/>
                  </a:lnTo>
                  <a:lnTo>
                    <a:pt x="390" y="14"/>
                  </a:lnTo>
                  <a:lnTo>
                    <a:pt x="394" y="8"/>
                  </a:lnTo>
                  <a:lnTo>
                    <a:pt x="400" y="4"/>
                  </a:lnTo>
                  <a:lnTo>
                    <a:pt x="406" y="2"/>
                  </a:lnTo>
                  <a:lnTo>
                    <a:pt x="414" y="0"/>
                  </a:lnTo>
                  <a:lnTo>
                    <a:pt x="432" y="0"/>
                  </a:lnTo>
                  <a:lnTo>
                    <a:pt x="438" y="4"/>
                  </a:lnTo>
                  <a:lnTo>
                    <a:pt x="444" y="10"/>
                  </a:lnTo>
                  <a:lnTo>
                    <a:pt x="450" y="16"/>
                  </a:lnTo>
                  <a:lnTo>
                    <a:pt x="456" y="24"/>
                  </a:lnTo>
                  <a:lnTo>
                    <a:pt x="464" y="44"/>
                  </a:lnTo>
                  <a:lnTo>
                    <a:pt x="468" y="66"/>
                  </a:lnTo>
                  <a:lnTo>
                    <a:pt x="494" y="98"/>
                  </a:lnTo>
                  <a:lnTo>
                    <a:pt x="508" y="114"/>
                  </a:lnTo>
                  <a:lnTo>
                    <a:pt x="526" y="130"/>
                  </a:lnTo>
                  <a:lnTo>
                    <a:pt x="558" y="142"/>
                  </a:lnTo>
                  <a:lnTo>
                    <a:pt x="562" y="154"/>
                  </a:lnTo>
                  <a:lnTo>
                    <a:pt x="566" y="170"/>
                  </a:lnTo>
                  <a:lnTo>
                    <a:pt x="566" y="178"/>
                  </a:lnTo>
                  <a:lnTo>
                    <a:pt x="566" y="188"/>
                  </a:lnTo>
                  <a:lnTo>
                    <a:pt x="564" y="196"/>
                  </a:lnTo>
                  <a:lnTo>
                    <a:pt x="558" y="204"/>
                  </a:lnTo>
                  <a:lnTo>
                    <a:pt x="546" y="210"/>
                  </a:lnTo>
                  <a:lnTo>
                    <a:pt x="534" y="216"/>
                  </a:lnTo>
                  <a:lnTo>
                    <a:pt x="516" y="222"/>
                  </a:lnTo>
                  <a:lnTo>
                    <a:pt x="510" y="228"/>
                  </a:lnTo>
                  <a:lnTo>
                    <a:pt x="506" y="234"/>
                  </a:lnTo>
                  <a:lnTo>
                    <a:pt x="506" y="246"/>
                  </a:lnTo>
                  <a:lnTo>
                    <a:pt x="506" y="262"/>
                  </a:lnTo>
                  <a:lnTo>
                    <a:pt x="518" y="262"/>
                  </a:lnTo>
                  <a:lnTo>
                    <a:pt x="532" y="258"/>
                  </a:lnTo>
                  <a:lnTo>
                    <a:pt x="572" y="256"/>
                  </a:lnTo>
                  <a:lnTo>
                    <a:pt x="568" y="326"/>
                  </a:lnTo>
                  <a:lnTo>
                    <a:pt x="572" y="334"/>
                  </a:lnTo>
                  <a:lnTo>
                    <a:pt x="576" y="340"/>
                  </a:lnTo>
                  <a:lnTo>
                    <a:pt x="592" y="356"/>
                  </a:lnTo>
                  <a:lnTo>
                    <a:pt x="606" y="378"/>
                  </a:lnTo>
                  <a:lnTo>
                    <a:pt x="590" y="380"/>
                  </a:lnTo>
                  <a:lnTo>
                    <a:pt x="576" y="384"/>
                  </a:lnTo>
                  <a:lnTo>
                    <a:pt x="554" y="398"/>
                  </a:lnTo>
                  <a:lnTo>
                    <a:pt x="546" y="408"/>
                  </a:lnTo>
                  <a:lnTo>
                    <a:pt x="538" y="416"/>
                  </a:lnTo>
                  <a:lnTo>
                    <a:pt x="520" y="430"/>
                  </a:lnTo>
                  <a:lnTo>
                    <a:pt x="500" y="444"/>
                  </a:lnTo>
                  <a:lnTo>
                    <a:pt x="482" y="460"/>
                  </a:lnTo>
                  <a:lnTo>
                    <a:pt x="466" y="464"/>
                  </a:lnTo>
                  <a:lnTo>
                    <a:pt x="450" y="470"/>
                  </a:lnTo>
                  <a:lnTo>
                    <a:pt x="434" y="472"/>
                  </a:lnTo>
                  <a:lnTo>
                    <a:pt x="420" y="472"/>
                  </a:lnTo>
                  <a:lnTo>
                    <a:pt x="392" y="456"/>
                  </a:lnTo>
                  <a:lnTo>
                    <a:pt x="376" y="440"/>
                  </a:lnTo>
                  <a:lnTo>
                    <a:pt x="372" y="438"/>
                  </a:lnTo>
                  <a:lnTo>
                    <a:pt x="368" y="436"/>
                  </a:lnTo>
                  <a:lnTo>
                    <a:pt x="358" y="436"/>
                  </a:lnTo>
                  <a:lnTo>
                    <a:pt x="342" y="436"/>
                  </a:lnTo>
                  <a:lnTo>
                    <a:pt x="336" y="438"/>
                  </a:lnTo>
                  <a:lnTo>
                    <a:pt x="332" y="442"/>
                  </a:lnTo>
                  <a:lnTo>
                    <a:pt x="330" y="464"/>
                  </a:lnTo>
                  <a:lnTo>
                    <a:pt x="302" y="492"/>
                  </a:lnTo>
                  <a:lnTo>
                    <a:pt x="290" y="506"/>
                  </a:lnTo>
                  <a:lnTo>
                    <a:pt x="278" y="522"/>
                  </a:lnTo>
                  <a:lnTo>
                    <a:pt x="266" y="528"/>
                  </a:lnTo>
                  <a:lnTo>
                    <a:pt x="256" y="530"/>
                  </a:lnTo>
                  <a:lnTo>
                    <a:pt x="240" y="532"/>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7" name="Freeform 17"/>
            <p:cNvSpPr/>
            <p:nvPr/>
          </p:nvSpPr>
          <p:spPr bwMode="auto">
            <a:xfrm>
              <a:off x="5653020" y="4557141"/>
              <a:ext cx="566097" cy="671319"/>
            </a:xfrm>
            <a:custGeom>
              <a:avLst/>
              <a:gdLst>
                <a:gd name="T0" fmla="*/ 324 w 538"/>
                <a:gd name="T1" fmla="*/ 632 h 638"/>
                <a:gd name="T2" fmla="*/ 306 w 538"/>
                <a:gd name="T3" fmla="*/ 628 h 638"/>
                <a:gd name="T4" fmla="*/ 282 w 538"/>
                <a:gd name="T5" fmla="*/ 636 h 638"/>
                <a:gd name="T6" fmla="*/ 272 w 538"/>
                <a:gd name="T7" fmla="*/ 608 h 638"/>
                <a:gd name="T8" fmla="*/ 258 w 538"/>
                <a:gd name="T9" fmla="*/ 594 h 638"/>
                <a:gd name="T10" fmla="*/ 234 w 538"/>
                <a:gd name="T11" fmla="*/ 594 h 638"/>
                <a:gd name="T12" fmla="*/ 234 w 538"/>
                <a:gd name="T13" fmla="*/ 580 h 638"/>
                <a:gd name="T14" fmla="*/ 268 w 538"/>
                <a:gd name="T15" fmla="*/ 508 h 638"/>
                <a:gd name="T16" fmla="*/ 240 w 538"/>
                <a:gd name="T17" fmla="*/ 472 h 638"/>
                <a:gd name="T18" fmla="*/ 226 w 538"/>
                <a:gd name="T19" fmla="*/ 452 h 638"/>
                <a:gd name="T20" fmla="*/ 204 w 538"/>
                <a:gd name="T21" fmla="*/ 448 h 638"/>
                <a:gd name="T22" fmla="*/ 172 w 538"/>
                <a:gd name="T23" fmla="*/ 456 h 638"/>
                <a:gd name="T24" fmla="*/ 132 w 538"/>
                <a:gd name="T25" fmla="*/ 486 h 638"/>
                <a:gd name="T26" fmla="*/ 98 w 538"/>
                <a:gd name="T27" fmla="*/ 488 h 638"/>
                <a:gd name="T28" fmla="*/ 86 w 538"/>
                <a:gd name="T29" fmla="*/ 458 h 638"/>
                <a:gd name="T30" fmla="*/ 68 w 538"/>
                <a:gd name="T31" fmla="*/ 442 h 638"/>
                <a:gd name="T32" fmla="*/ 64 w 538"/>
                <a:gd name="T33" fmla="*/ 354 h 638"/>
                <a:gd name="T34" fmla="*/ 14 w 538"/>
                <a:gd name="T35" fmla="*/ 358 h 638"/>
                <a:gd name="T36" fmla="*/ 0 w 538"/>
                <a:gd name="T37" fmla="*/ 352 h 638"/>
                <a:gd name="T38" fmla="*/ 8 w 538"/>
                <a:gd name="T39" fmla="*/ 340 h 638"/>
                <a:gd name="T40" fmla="*/ 32 w 538"/>
                <a:gd name="T41" fmla="*/ 334 h 638"/>
                <a:gd name="T42" fmla="*/ 54 w 538"/>
                <a:gd name="T43" fmla="*/ 312 h 638"/>
                <a:gd name="T44" fmla="*/ 62 w 538"/>
                <a:gd name="T45" fmla="*/ 284 h 638"/>
                <a:gd name="T46" fmla="*/ 46 w 538"/>
                <a:gd name="T47" fmla="*/ 154 h 638"/>
                <a:gd name="T48" fmla="*/ 40 w 538"/>
                <a:gd name="T49" fmla="*/ 130 h 638"/>
                <a:gd name="T50" fmla="*/ 64 w 538"/>
                <a:gd name="T51" fmla="*/ 108 h 638"/>
                <a:gd name="T52" fmla="*/ 80 w 538"/>
                <a:gd name="T53" fmla="*/ 78 h 638"/>
                <a:gd name="T54" fmla="*/ 114 w 538"/>
                <a:gd name="T55" fmla="*/ 56 h 638"/>
                <a:gd name="T56" fmla="*/ 142 w 538"/>
                <a:gd name="T57" fmla="*/ 58 h 638"/>
                <a:gd name="T58" fmla="*/ 158 w 538"/>
                <a:gd name="T59" fmla="*/ 54 h 638"/>
                <a:gd name="T60" fmla="*/ 168 w 538"/>
                <a:gd name="T61" fmla="*/ 42 h 638"/>
                <a:gd name="T62" fmla="*/ 158 w 538"/>
                <a:gd name="T63" fmla="*/ 14 h 638"/>
                <a:gd name="T64" fmla="*/ 156 w 538"/>
                <a:gd name="T65" fmla="*/ 4 h 638"/>
                <a:gd name="T66" fmla="*/ 174 w 538"/>
                <a:gd name="T67" fmla="*/ 2 h 638"/>
                <a:gd name="T68" fmla="*/ 210 w 538"/>
                <a:gd name="T69" fmla="*/ 12 h 638"/>
                <a:gd name="T70" fmla="*/ 274 w 538"/>
                <a:gd name="T71" fmla="*/ 34 h 638"/>
                <a:gd name="T72" fmla="*/ 312 w 538"/>
                <a:gd name="T73" fmla="*/ 56 h 638"/>
                <a:gd name="T74" fmla="*/ 372 w 538"/>
                <a:gd name="T75" fmla="*/ 68 h 638"/>
                <a:gd name="T76" fmla="*/ 392 w 538"/>
                <a:gd name="T77" fmla="*/ 44 h 638"/>
                <a:gd name="T78" fmla="*/ 420 w 538"/>
                <a:gd name="T79" fmla="*/ 60 h 638"/>
                <a:gd name="T80" fmla="*/ 450 w 538"/>
                <a:gd name="T81" fmla="*/ 82 h 638"/>
                <a:gd name="T82" fmla="*/ 482 w 538"/>
                <a:gd name="T83" fmla="*/ 100 h 638"/>
                <a:gd name="T84" fmla="*/ 514 w 538"/>
                <a:gd name="T85" fmla="*/ 134 h 638"/>
                <a:gd name="T86" fmla="*/ 522 w 538"/>
                <a:gd name="T87" fmla="*/ 180 h 638"/>
                <a:gd name="T88" fmla="*/ 516 w 538"/>
                <a:gd name="T89" fmla="*/ 214 h 638"/>
                <a:gd name="T90" fmla="*/ 486 w 538"/>
                <a:gd name="T91" fmla="*/ 248 h 638"/>
                <a:gd name="T92" fmla="*/ 480 w 538"/>
                <a:gd name="T93" fmla="*/ 286 h 638"/>
                <a:gd name="T94" fmla="*/ 494 w 538"/>
                <a:gd name="T95" fmla="*/ 320 h 638"/>
                <a:gd name="T96" fmla="*/ 502 w 538"/>
                <a:gd name="T97" fmla="*/ 344 h 638"/>
                <a:gd name="T98" fmla="*/ 522 w 538"/>
                <a:gd name="T99" fmla="*/ 414 h 638"/>
                <a:gd name="T100" fmla="*/ 532 w 538"/>
                <a:gd name="T101" fmla="*/ 440 h 638"/>
                <a:gd name="T102" fmla="*/ 528 w 538"/>
                <a:gd name="T103" fmla="*/ 472 h 638"/>
                <a:gd name="T104" fmla="*/ 538 w 538"/>
                <a:gd name="T105" fmla="*/ 536 h 638"/>
                <a:gd name="T106" fmla="*/ 426 w 538"/>
                <a:gd name="T107" fmla="*/ 540 h 638"/>
                <a:gd name="T108" fmla="*/ 428 w 538"/>
                <a:gd name="T109" fmla="*/ 558 h 638"/>
                <a:gd name="T110" fmla="*/ 446 w 538"/>
                <a:gd name="T111" fmla="*/ 580 h 638"/>
                <a:gd name="T112" fmla="*/ 436 w 538"/>
                <a:gd name="T113" fmla="*/ 598 h 638"/>
                <a:gd name="T114" fmla="*/ 402 w 538"/>
                <a:gd name="T115" fmla="*/ 568 h 638"/>
                <a:gd name="T116" fmla="*/ 368 w 538"/>
                <a:gd name="T117" fmla="*/ 566 h 638"/>
                <a:gd name="T118" fmla="*/ 348 w 538"/>
                <a:gd name="T119" fmla="*/ 604 h 638"/>
                <a:gd name="T120" fmla="*/ 336 w 538"/>
                <a:gd name="T121" fmla="*/ 634 h 6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38" h="638">
                  <a:moveTo>
                    <a:pt x="332" y="638"/>
                  </a:moveTo>
                  <a:lnTo>
                    <a:pt x="332" y="638"/>
                  </a:lnTo>
                  <a:lnTo>
                    <a:pt x="324" y="632"/>
                  </a:lnTo>
                  <a:lnTo>
                    <a:pt x="318" y="630"/>
                  </a:lnTo>
                  <a:lnTo>
                    <a:pt x="312" y="628"/>
                  </a:lnTo>
                  <a:lnTo>
                    <a:pt x="306" y="628"/>
                  </a:lnTo>
                  <a:lnTo>
                    <a:pt x="294" y="632"/>
                  </a:lnTo>
                  <a:lnTo>
                    <a:pt x="282" y="636"/>
                  </a:lnTo>
                  <a:lnTo>
                    <a:pt x="274" y="620"/>
                  </a:lnTo>
                  <a:lnTo>
                    <a:pt x="272" y="608"/>
                  </a:lnTo>
                  <a:lnTo>
                    <a:pt x="270" y="600"/>
                  </a:lnTo>
                  <a:lnTo>
                    <a:pt x="264" y="596"/>
                  </a:lnTo>
                  <a:lnTo>
                    <a:pt x="258" y="594"/>
                  </a:lnTo>
                  <a:lnTo>
                    <a:pt x="252" y="592"/>
                  </a:lnTo>
                  <a:lnTo>
                    <a:pt x="246" y="592"/>
                  </a:lnTo>
                  <a:lnTo>
                    <a:pt x="234" y="594"/>
                  </a:lnTo>
                  <a:lnTo>
                    <a:pt x="234" y="580"/>
                  </a:lnTo>
                  <a:lnTo>
                    <a:pt x="254" y="542"/>
                  </a:lnTo>
                  <a:lnTo>
                    <a:pt x="264" y="524"/>
                  </a:lnTo>
                  <a:lnTo>
                    <a:pt x="268" y="508"/>
                  </a:lnTo>
                  <a:lnTo>
                    <a:pt x="246" y="484"/>
                  </a:lnTo>
                  <a:lnTo>
                    <a:pt x="240" y="472"/>
                  </a:lnTo>
                  <a:lnTo>
                    <a:pt x="236" y="462"/>
                  </a:lnTo>
                  <a:lnTo>
                    <a:pt x="226" y="452"/>
                  </a:lnTo>
                  <a:lnTo>
                    <a:pt x="218" y="448"/>
                  </a:lnTo>
                  <a:lnTo>
                    <a:pt x="212" y="448"/>
                  </a:lnTo>
                  <a:lnTo>
                    <a:pt x="204" y="448"/>
                  </a:lnTo>
                  <a:lnTo>
                    <a:pt x="172" y="456"/>
                  </a:lnTo>
                  <a:lnTo>
                    <a:pt x="162" y="466"/>
                  </a:lnTo>
                  <a:lnTo>
                    <a:pt x="152" y="472"/>
                  </a:lnTo>
                  <a:lnTo>
                    <a:pt x="132" y="486"/>
                  </a:lnTo>
                  <a:lnTo>
                    <a:pt x="98" y="488"/>
                  </a:lnTo>
                  <a:lnTo>
                    <a:pt x="96" y="478"/>
                  </a:lnTo>
                  <a:lnTo>
                    <a:pt x="94" y="470"/>
                  </a:lnTo>
                  <a:lnTo>
                    <a:pt x="86" y="458"/>
                  </a:lnTo>
                  <a:lnTo>
                    <a:pt x="76" y="448"/>
                  </a:lnTo>
                  <a:lnTo>
                    <a:pt x="68" y="442"/>
                  </a:lnTo>
                  <a:lnTo>
                    <a:pt x="64" y="432"/>
                  </a:lnTo>
                  <a:lnTo>
                    <a:pt x="64" y="354"/>
                  </a:lnTo>
                  <a:lnTo>
                    <a:pt x="28" y="356"/>
                  </a:lnTo>
                  <a:lnTo>
                    <a:pt x="14" y="358"/>
                  </a:lnTo>
                  <a:lnTo>
                    <a:pt x="0" y="362"/>
                  </a:lnTo>
                  <a:lnTo>
                    <a:pt x="0" y="352"/>
                  </a:lnTo>
                  <a:lnTo>
                    <a:pt x="2" y="346"/>
                  </a:lnTo>
                  <a:lnTo>
                    <a:pt x="4" y="344"/>
                  </a:lnTo>
                  <a:lnTo>
                    <a:pt x="8" y="340"/>
                  </a:lnTo>
                  <a:lnTo>
                    <a:pt x="18" y="338"/>
                  </a:lnTo>
                  <a:lnTo>
                    <a:pt x="32" y="334"/>
                  </a:lnTo>
                  <a:lnTo>
                    <a:pt x="38" y="330"/>
                  </a:lnTo>
                  <a:lnTo>
                    <a:pt x="44" y="326"/>
                  </a:lnTo>
                  <a:lnTo>
                    <a:pt x="54" y="312"/>
                  </a:lnTo>
                  <a:lnTo>
                    <a:pt x="60" y="298"/>
                  </a:lnTo>
                  <a:lnTo>
                    <a:pt x="62" y="284"/>
                  </a:lnTo>
                  <a:lnTo>
                    <a:pt x="48" y="224"/>
                  </a:lnTo>
                  <a:lnTo>
                    <a:pt x="46" y="154"/>
                  </a:lnTo>
                  <a:lnTo>
                    <a:pt x="40" y="130"/>
                  </a:lnTo>
                  <a:lnTo>
                    <a:pt x="46" y="126"/>
                  </a:lnTo>
                  <a:lnTo>
                    <a:pt x="54" y="120"/>
                  </a:lnTo>
                  <a:lnTo>
                    <a:pt x="64" y="108"/>
                  </a:lnTo>
                  <a:lnTo>
                    <a:pt x="72" y="94"/>
                  </a:lnTo>
                  <a:lnTo>
                    <a:pt x="80" y="78"/>
                  </a:lnTo>
                  <a:lnTo>
                    <a:pt x="94" y="68"/>
                  </a:lnTo>
                  <a:lnTo>
                    <a:pt x="108" y="60"/>
                  </a:lnTo>
                  <a:lnTo>
                    <a:pt x="114" y="56"/>
                  </a:lnTo>
                  <a:lnTo>
                    <a:pt x="122" y="56"/>
                  </a:lnTo>
                  <a:lnTo>
                    <a:pt x="132" y="56"/>
                  </a:lnTo>
                  <a:lnTo>
                    <a:pt x="142" y="58"/>
                  </a:lnTo>
                  <a:lnTo>
                    <a:pt x="150" y="58"/>
                  </a:lnTo>
                  <a:lnTo>
                    <a:pt x="158" y="54"/>
                  </a:lnTo>
                  <a:lnTo>
                    <a:pt x="164" y="50"/>
                  </a:lnTo>
                  <a:lnTo>
                    <a:pt x="168" y="42"/>
                  </a:lnTo>
                  <a:lnTo>
                    <a:pt x="166" y="30"/>
                  </a:lnTo>
                  <a:lnTo>
                    <a:pt x="164" y="20"/>
                  </a:lnTo>
                  <a:lnTo>
                    <a:pt x="158" y="14"/>
                  </a:lnTo>
                  <a:lnTo>
                    <a:pt x="152" y="10"/>
                  </a:lnTo>
                  <a:lnTo>
                    <a:pt x="156" y="4"/>
                  </a:lnTo>
                  <a:lnTo>
                    <a:pt x="160" y="2"/>
                  </a:lnTo>
                  <a:lnTo>
                    <a:pt x="166" y="0"/>
                  </a:lnTo>
                  <a:lnTo>
                    <a:pt x="174" y="2"/>
                  </a:lnTo>
                  <a:lnTo>
                    <a:pt x="192" y="6"/>
                  </a:lnTo>
                  <a:lnTo>
                    <a:pt x="210" y="12"/>
                  </a:lnTo>
                  <a:lnTo>
                    <a:pt x="238" y="16"/>
                  </a:lnTo>
                  <a:lnTo>
                    <a:pt x="274" y="34"/>
                  </a:lnTo>
                  <a:lnTo>
                    <a:pt x="292" y="44"/>
                  </a:lnTo>
                  <a:lnTo>
                    <a:pt x="312" y="56"/>
                  </a:lnTo>
                  <a:lnTo>
                    <a:pt x="342" y="68"/>
                  </a:lnTo>
                  <a:lnTo>
                    <a:pt x="372" y="68"/>
                  </a:lnTo>
                  <a:lnTo>
                    <a:pt x="392" y="44"/>
                  </a:lnTo>
                  <a:lnTo>
                    <a:pt x="400" y="46"/>
                  </a:lnTo>
                  <a:lnTo>
                    <a:pt x="410" y="52"/>
                  </a:lnTo>
                  <a:lnTo>
                    <a:pt x="420" y="60"/>
                  </a:lnTo>
                  <a:lnTo>
                    <a:pt x="430" y="72"/>
                  </a:lnTo>
                  <a:lnTo>
                    <a:pt x="450" y="82"/>
                  </a:lnTo>
                  <a:lnTo>
                    <a:pt x="466" y="90"/>
                  </a:lnTo>
                  <a:lnTo>
                    <a:pt x="482" y="100"/>
                  </a:lnTo>
                  <a:lnTo>
                    <a:pt x="500" y="116"/>
                  </a:lnTo>
                  <a:lnTo>
                    <a:pt x="514" y="134"/>
                  </a:lnTo>
                  <a:lnTo>
                    <a:pt x="520" y="152"/>
                  </a:lnTo>
                  <a:lnTo>
                    <a:pt x="522" y="170"/>
                  </a:lnTo>
                  <a:lnTo>
                    <a:pt x="522" y="180"/>
                  </a:lnTo>
                  <a:lnTo>
                    <a:pt x="522" y="190"/>
                  </a:lnTo>
                  <a:lnTo>
                    <a:pt x="520" y="202"/>
                  </a:lnTo>
                  <a:lnTo>
                    <a:pt x="516" y="214"/>
                  </a:lnTo>
                  <a:lnTo>
                    <a:pt x="494" y="238"/>
                  </a:lnTo>
                  <a:lnTo>
                    <a:pt x="486" y="248"/>
                  </a:lnTo>
                  <a:lnTo>
                    <a:pt x="482" y="260"/>
                  </a:lnTo>
                  <a:lnTo>
                    <a:pt x="480" y="272"/>
                  </a:lnTo>
                  <a:lnTo>
                    <a:pt x="480" y="286"/>
                  </a:lnTo>
                  <a:lnTo>
                    <a:pt x="486" y="302"/>
                  </a:lnTo>
                  <a:lnTo>
                    <a:pt x="494" y="320"/>
                  </a:lnTo>
                  <a:lnTo>
                    <a:pt x="500" y="340"/>
                  </a:lnTo>
                  <a:lnTo>
                    <a:pt x="502" y="344"/>
                  </a:lnTo>
                  <a:lnTo>
                    <a:pt x="506" y="352"/>
                  </a:lnTo>
                  <a:lnTo>
                    <a:pt x="512" y="372"/>
                  </a:lnTo>
                  <a:lnTo>
                    <a:pt x="522" y="414"/>
                  </a:lnTo>
                  <a:lnTo>
                    <a:pt x="530" y="428"/>
                  </a:lnTo>
                  <a:lnTo>
                    <a:pt x="532" y="440"/>
                  </a:lnTo>
                  <a:lnTo>
                    <a:pt x="532" y="454"/>
                  </a:lnTo>
                  <a:lnTo>
                    <a:pt x="528" y="472"/>
                  </a:lnTo>
                  <a:lnTo>
                    <a:pt x="528" y="500"/>
                  </a:lnTo>
                  <a:lnTo>
                    <a:pt x="532" y="518"/>
                  </a:lnTo>
                  <a:lnTo>
                    <a:pt x="538" y="536"/>
                  </a:lnTo>
                  <a:lnTo>
                    <a:pt x="426" y="540"/>
                  </a:lnTo>
                  <a:lnTo>
                    <a:pt x="424" y="544"/>
                  </a:lnTo>
                  <a:lnTo>
                    <a:pt x="424" y="548"/>
                  </a:lnTo>
                  <a:lnTo>
                    <a:pt x="428" y="558"/>
                  </a:lnTo>
                  <a:lnTo>
                    <a:pt x="438" y="570"/>
                  </a:lnTo>
                  <a:lnTo>
                    <a:pt x="446" y="580"/>
                  </a:lnTo>
                  <a:lnTo>
                    <a:pt x="442" y="598"/>
                  </a:lnTo>
                  <a:lnTo>
                    <a:pt x="436" y="598"/>
                  </a:lnTo>
                  <a:lnTo>
                    <a:pt x="428" y="594"/>
                  </a:lnTo>
                  <a:lnTo>
                    <a:pt x="416" y="584"/>
                  </a:lnTo>
                  <a:lnTo>
                    <a:pt x="402" y="568"/>
                  </a:lnTo>
                  <a:lnTo>
                    <a:pt x="368" y="566"/>
                  </a:lnTo>
                  <a:lnTo>
                    <a:pt x="350" y="594"/>
                  </a:lnTo>
                  <a:lnTo>
                    <a:pt x="348" y="604"/>
                  </a:lnTo>
                  <a:lnTo>
                    <a:pt x="346" y="616"/>
                  </a:lnTo>
                  <a:lnTo>
                    <a:pt x="340" y="628"/>
                  </a:lnTo>
                  <a:lnTo>
                    <a:pt x="336" y="634"/>
                  </a:lnTo>
                  <a:lnTo>
                    <a:pt x="332" y="638"/>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8" name="Freeform 18"/>
            <p:cNvSpPr/>
            <p:nvPr/>
          </p:nvSpPr>
          <p:spPr bwMode="auto">
            <a:xfrm>
              <a:off x="6168610" y="4519261"/>
              <a:ext cx="490337" cy="700781"/>
            </a:xfrm>
            <a:custGeom>
              <a:avLst/>
              <a:gdLst>
                <a:gd name="T0" fmla="*/ 112 w 466"/>
                <a:gd name="T1" fmla="*/ 660 h 666"/>
                <a:gd name="T2" fmla="*/ 94 w 466"/>
                <a:gd name="T3" fmla="*/ 656 h 666"/>
                <a:gd name="T4" fmla="*/ 134 w 466"/>
                <a:gd name="T5" fmla="*/ 598 h 666"/>
                <a:gd name="T6" fmla="*/ 128 w 466"/>
                <a:gd name="T7" fmla="*/ 566 h 666"/>
                <a:gd name="T8" fmla="*/ 104 w 466"/>
                <a:gd name="T9" fmla="*/ 568 h 666"/>
                <a:gd name="T10" fmla="*/ 88 w 466"/>
                <a:gd name="T11" fmla="*/ 576 h 666"/>
                <a:gd name="T12" fmla="*/ 48 w 466"/>
                <a:gd name="T13" fmla="*/ 536 h 666"/>
                <a:gd name="T14" fmla="*/ 52 w 466"/>
                <a:gd name="T15" fmla="*/ 494 h 666"/>
                <a:gd name="T16" fmla="*/ 52 w 466"/>
                <a:gd name="T17" fmla="*/ 456 h 666"/>
                <a:gd name="T18" fmla="*/ 42 w 466"/>
                <a:gd name="T19" fmla="*/ 446 h 666"/>
                <a:gd name="T20" fmla="*/ 30 w 466"/>
                <a:gd name="T21" fmla="*/ 398 h 666"/>
                <a:gd name="T22" fmla="*/ 16 w 466"/>
                <a:gd name="T23" fmla="*/ 356 h 666"/>
                <a:gd name="T24" fmla="*/ 2 w 466"/>
                <a:gd name="T25" fmla="*/ 316 h 666"/>
                <a:gd name="T26" fmla="*/ 6 w 466"/>
                <a:gd name="T27" fmla="*/ 292 h 666"/>
                <a:gd name="T28" fmla="*/ 16 w 466"/>
                <a:gd name="T29" fmla="*/ 280 h 666"/>
                <a:gd name="T30" fmla="*/ 42 w 466"/>
                <a:gd name="T31" fmla="*/ 240 h 666"/>
                <a:gd name="T32" fmla="*/ 42 w 466"/>
                <a:gd name="T33" fmla="*/ 188 h 666"/>
                <a:gd name="T34" fmla="*/ 22 w 466"/>
                <a:gd name="T35" fmla="*/ 146 h 666"/>
                <a:gd name="T36" fmla="*/ 46 w 466"/>
                <a:gd name="T37" fmla="*/ 126 h 666"/>
                <a:gd name="T38" fmla="*/ 78 w 466"/>
                <a:gd name="T39" fmla="*/ 116 h 666"/>
                <a:gd name="T40" fmla="*/ 88 w 466"/>
                <a:gd name="T41" fmla="*/ 114 h 666"/>
                <a:gd name="T42" fmla="*/ 102 w 466"/>
                <a:gd name="T43" fmla="*/ 98 h 666"/>
                <a:gd name="T44" fmla="*/ 160 w 466"/>
                <a:gd name="T45" fmla="*/ 60 h 666"/>
                <a:gd name="T46" fmla="*/ 176 w 466"/>
                <a:gd name="T47" fmla="*/ 46 h 666"/>
                <a:gd name="T48" fmla="*/ 226 w 466"/>
                <a:gd name="T49" fmla="*/ 32 h 666"/>
                <a:gd name="T50" fmla="*/ 250 w 466"/>
                <a:gd name="T51" fmla="*/ 22 h 666"/>
                <a:gd name="T52" fmla="*/ 260 w 466"/>
                <a:gd name="T53" fmla="*/ 2 h 666"/>
                <a:gd name="T54" fmla="*/ 284 w 466"/>
                <a:gd name="T55" fmla="*/ 0 h 666"/>
                <a:gd name="T56" fmla="*/ 292 w 466"/>
                <a:gd name="T57" fmla="*/ 52 h 666"/>
                <a:gd name="T58" fmla="*/ 314 w 466"/>
                <a:gd name="T59" fmla="*/ 56 h 666"/>
                <a:gd name="T60" fmla="*/ 326 w 466"/>
                <a:gd name="T61" fmla="*/ 34 h 666"/>
                <a:gd name="T62" fmla="*/ 334 w 466"/>
                <a:gd name="T63" fmla="*/ 14 h 666"/>
                <a:gd name="T64" fmla="*/ 344 w 466"/>
                <a:gd name="T65" fmla="*/ 36 h 666"/>
                <a:gd name="T66" fmla="*/ 362 w 466"/>
                <a:gd name="T67" fmla="*/ 50 h 666"/>
                <a:gd name="T68" fmla="*/ 384 w 466"/>
                <a:gd name="T69" fmla="*/ 54 h 666"/>
                <a:gd name="T70" fmla="*/ 424 w 466"/>
                <a:gd name="T71" fmla="*/ 42 h 666"/>
                <a:gd name="T72" fmla="*/ 442 w 466"/>
                <a:gd name="T73" fmla="*/ 42 h 666"/>
                <a:gd name="T74" fmla="*/ 422 w 466"/>
                <a:gd name="T75" fmla="*/ 66 h 666"/>
                <a:gd name="T76" fmla="*/ 414 w 466"/>
                <a:gd name="T77" fmla="*/ 88 h 666"/>
                <a:gd name="T78" fmla="*/ 428 w 466"/>
                <a:gd name="T79" fmla="*/ 112 h 666"/>
                <a:gd name="T80" fmla="*/ 466 w 466"/>
                <a:gd name="T81" fmla="*/ 168 h 666"/>
                <a:gd name="T82" fmla="*/ 464 w 466"/>
                <a:gd name="T83" fmla="*/ 192 h 666"/>
                <a:gd name="T84" fmla="*/ 450 w 466"/>
                <a:gd name="T85" fmla="*/ 218 h 666"/>
                <a:gd name="T86" fmla="*/ 430 w 466"/>
                <a:gd name="T87" fmla="*/ 236 h 666"/>
                <a:gd name="T88" fmla="*/ 396 w 466"/>
                <a:gd name="T89" fmla="*/ 244 h 666"/>
                <a:gd name="T90" fmla="*/ 376 w 466"/>
                <a:gd name="T91" fmla="*/ 250 h 666"/>
                <a:gd name="T92" fmla="*/ 348 w 466"/>
                <a:gd name="T93" fmla="*/ 276 h 666"/>
                <a:gd name="T94" fmla="*/ 348 w 466"/>
                <a:gd name="T95" fmla="*/ 304 h 666"/>
                <a:gd name="T96" fmla="*/ 354 w 466"/>
                <a:gd name="T97" fmla="*/ 332 h 666"/>
                <a:gd name="T98" fmla="*/ 328 w 466"/>
                <a:gd name="T99" fmla="*/ 366 h 666"/>
                <a:gd name="T100" fmla="*/ 302 w 466"/>
                <a:gd name="T101" fmla="*/ 386 h 666"/>
                <a:gd name="T102" fmla="*/ 296 w 466"/>
                <a:gd name="T103" fmla="*/ 408 h 666"/>
                <a:gd name="T104" fmla="*/ 292 w 466"/>
                <a:gd name="T105" fmla="*/ 468 h 666"/>
                <a:gd name="T106" fmla="*/ 270 w 466"/>
                <a:gd name="T107" fmla="*/ 490 h 666"/>
                <a:gd name="T108" fmla="*/ 264 w 466"/>
                <a:gd name="T109" fmla="*/ 522 h 666"/>
                <a:gd name="T110" fmla="*/ 266 w 466"/>
                <a:gd name="T111" fmla="*/ 546 h 666"/>
                <a:gd name="T112" fmla="*/ 254 w 466"/>
                <a:gd name="T113" fmla="*/ 596 h 666"/>
                <a:gd name="T114" fmla="*/ 260 w 466"/>
                <a:gd name="T115" fmla="*/ 630 h 666"/>
                <a:gd name="T116" fmla="*/ 224 w 466"/>
                <a:gd name="T117" fmla="*/ 650 h 666"/>
                <a:gd name="T118" fmla="*/ 196 w 466"/>
                <a:gd name="T119" fmla="*/ 636 h 666"/>
                <a:gd name="T120" fmla="*/ 168 w 466"/>
                <a:gd name="T121" fmla="*/ 646 h 666"/>
                <a:gd name="T122" fmla="*/ 134 w 466"/>
                <a:gd name="T123" fmla="*/ 660 h 6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66" h="666">
                  <a:moveTo>
                    <a:pt x="118" y="666"/>
                  </a:moveTo>
                  <a:lnTo>
                    <a:pt x="118" y="666"/>
                  </a:lnTo>
                  <a:lnTo>
                    <a:pt x="112" y="660"/>
                  </a:lnTo>
                  <a:lnTo>
                    <a:pt x="106" y="658"/>
                  </a:lnTo>
                  <a:lnTo>
                    <a:pt x="94" y="656"/>
                  </a:lnTo>
                  <a:lnTo>
                    <a:pt x="94" y="650"/>
                  </a:lnTo>
                  <a:lnTo>
                    <a:pt x="134" y="598"/>
                  </a:lnTo>
                  <a:lnTo>
                    <a:pt x="132" y="578"/>
                  </a:lnTo>
                  <a:lnTo>
                    <a:pt x="128" y="566"/>
                  </a:lnTo>
                  <a:lnTo>
                    <a:pt x="114" y="566"/>
                  </a:lnTo>
                  <a:lnTo>
                    <a:pt x="104" y="568"/>
                  </a:lnTo>
                  <a:lnTo>
                    <a:pt x="96" y="572"/>
                  </a:lnTo>
                  <a:lnTo>
                    <a:pt x="88" y="576"/>
                  </a:lnTo>
                  <a:lnTo>
                    <a:pt x="60" y="576"/>
                  </a:lnTo>
                  <a:lnTo>
                    <a:pt x="48" y="536"/>
                  </a:lnTo>
                  <a:lnTo>
                    <a:pt x="50" y="514"/>
                  </a:lnTo>
                  <a:lnTo>
                    <a:pt x="52" y="494"/>
                  </a:lnTo>
                  <a:lnTo>
                    <a:pt x="54" y="474"/>
                  </a:lnTo>
                  <a:lnTo>
                    <a:pt x="52" y="466"/>
                  </a:lnTo>
                  <a:lnTo>
                    <a:pt x="52" y="456"/>
                  </a:lnTo>
                  <a:lnTo>
                    <a:pt x="42" y="446"/>
                  </a:lnTo>
                  <a:lnTo>
                    <a:pt x="40" y="434"/>
                  </a:lnTo>
                  <a:lnTo>
                    <a:pt x="38" y="422"/>
                  </a:lnTo>
                  <a:lnTo>
                    <a:pt x="30" y="398"/>
                  </a:lnTo>
                  <a:lnTo>
                    <a:pt x="22" y="376"/>
                  </a:lnTo>
                  <a:lnTo>
                    <a:pt x="16" y="356"/>
                  </a:lnTo>
                  <a:lnTo>
                    <a:pt x="6" y="334"/>
                  </a:lnTo>
                  <a:lnTo>
                    <a:pt x="4" y="326"/>
                  </a:lnTo>
                  <a:lnTo>
                    <a:pt x="2" y="316"/>
                  </a:lnTo>
                  <a:lnTo>
                    <a:pt x="0" y="308"/>
                  </a:lnTo>
                  <a:lnTo>
                    <a:pt x="2" y="300"/>
                  </a:lnTo>
                  <a:lnTo>
                    <a:pt x="6" y="292"/>
                  </a:lnTo>
                  <a:lnTo>
                    <a:pt x="12" y="282"/>
                  </a:lnTo>
                  <a:lnTo>
                    <a:pt x="16" y="280"/>
                  </a:lnTo>
                  <a:lnTo>
                    <a:pt x="20" y="276"/>
                  </a:lnTo>
                  <a:lnTo>
                    <a:pt x="30" y="264"/>
                  </a:lnTo>
                  <a:lnTo>
                    <a:pt x="42" y="240"/>
                  </a:lnTo>
                  <a:lnTo>
                    <a:pt x="42" y="188"/>
                  </a:lnTo>
                  <a:lnTo>
                    <a:pt x="30" y="156"/>
                  </a:lnTo>
                  <a:lnTo>
                    <a:pt x="22" y="146"/>
                  </a:lnTo>
                  <a:lnTo>
                    <a:pt x="46" y="126"/>
                  </a:lnTo>
                  <a:lnTo>
                    <a:pt x="62" y="122"/>
                  </a:lnTo>
                  <a:lnTo>
                    <a:pt x="74" y="118"/>
                  </a:lnTo>
                  <a:lnTo>
                    <a:pt x="78" y="116"/>
                  </a:lnTo>
                  <a:lnTo>
                    <a:pt x="80" y="114"/>
                  </a:lnTo>
                  <a:lnTo>
                    <a:pt x="88" y="114"/>
                  </a:lnTo>
                  <a:lnTo>
                    <a:pt x="94" y="106"/>
                  </a:lnTo>
                  <a:lnTo>
                    <a:pt x="102" y="98"/>
                  </a:lnTo>
                  <a:lnTo>
                    <a:pt x="122" y="84"/>
                  </a:lnTo>
                  <a:lnTo>
                    <a:pt x="142" y="72"/>
                  </a:lnTo>
                  <a:lnTo>
                    <a:pt x="160" y="60"/>
                  </a:lnTo>
                  <a:lnTo>
                    <a:pt x="168" y="52"/>
                  </a:lnTo>
                  <a:lnTo>
                    <a:pt x="176" y="46"/>
                  </a:lnTo>
                  <a:lnTo>
                    <a:pt x="188" y="42"/>
                  </a:lnTo>
                  <a:lnTo>
                    <a:pt x="200" y="38"/>
                  </a:lnTo>
                  <a:lnTo>
                    <a:pt x="226" y="32"/>
                  </a:lnTo>
                  <a:lnTo>
                    <a:pt x="238" y="28"/>
                  </a:lnTo>
                  <a:lnTo>
                    <a:pt x="250" y="22"/>
                  </a:lnTo>
                  <a:lnTo>
                    <a:pt x="256" y="8"/>
                  </a:lnTo>
                  <a:lnTo>
                    <a:pt x="258" y="4"/>
                  </a:lnTo>
                  <a:lnTo>
                    <a:pt x="260" y="2"/>
                  </a:lnTo>
                  <a:lnTo>
                    <a:pt x="270" y="0"/>
                  </a:lnTo>
                  <a:lnTo>
                    <a:pt x="284" y="0"/>
                  </a:lnTo>
                  <a:lnTo>
                    <a:pt x="286" y="48"/>
                  </a:lnTo>
                  <a:lnTo>
                    <a:pt x="292" y="52"/>
                  </a:lnTo>
                  <a:lnTo>
                    <a:pt x="298" y="54"/>
                  </a:lnTo>
                  <a:lnTo>
                    <a:pt x="314" y="56"/>
                  </a:lnTo>
                  <a:lnTo>
                    <a:pt x="320" y="50"/>
                  </a:lnTo>
                  <a:lnTo>
                    <a:pt x="322" y="44"/>
                  </a:lnTo>
                  <a:lnTo>
                    <a:pt x="326" y="34"/>
                  </a:lnTo>
                  <a:lnTo>
                    <a:pt x="330" y="22"/>
                  </a:lnTo>
                  <a:lnTo>
                    <a:pt x="332" y="18"/>
                  </a:lnTo>
                  <a:lnTo>
                    <a:pt x="334" y="14"/>
                  </a:lnTo>
                  <a:lnTo>
                    <a:pt x="338" y="24"/>
                  </a:lnTo>
                  <a:lnTo>
                    <a:pt x="344" y="36"/>
                  </a:lnTo>
                  <a:lnTo>
                    <a:pt x="350" y="42"/>
                  </a:lnTo>
                  <a:lnTo>
                    <a:pt x="356" y="46"/>
                  </a:lnTo>
                  <a:lnTo>
                    <a:pt x="362" y="50"/>
                  </a:lnTo>
                  <a:lnTo>
                    <a:pt x="370" y="54"/>
                  </a:lnTo>
                  <a:lnTo>
                    <a:pt x="384" y="54"/>
                  </a:lnTo>
                  <a:lnTo>
                    <a:pt x="396" y="52"/>
                  </a:lnTo>
                  <a:lnTo>
                    <a:pt x="410" y="48"/>
                  </a:lnTo>
                  <a:lnTo>
                    <a:pt x="424" y="42"/>
                  </a:lnTo>
                  <a:lnTo>
                    <a:pt x="442" y="42"/>
                  </a:lnTo>
                  <a:lnTo>
                    <a:pt x="438" y="48"/>
                  </a:lnTo>
                  <a:lnTo>
                    <a:pt x="432" y="54"/>
                  </a:lnTo>
                  <a:lnTo>
                    <a:pt x="422" y="66"/>
                  </a:lnTo>
                  <a:lnTo>
                    <a:pt x="418" y="74"/>
                  </a:lnTo>
                  <a:lnTo>
                    <a:pt x="414" y="80"/>
                  </a:lnTo>
                  <a:lnTo>
                    <a:pt x="414" y="88"/>
                  </a:lnTo>
                  <a:lnTo>
                    <a:pt x="414" y="96"/>
                  </a:lnTo>
                  <a:lnTo>
                    <a:pt x="428" y="112"/>
                  </a:lnTo>
                  <a:lnTo>
                    <a:pt x="440" y="128"/>
                  </a:lnTo>
                  <a:lnTo>
                    <a:pt x="452" y="146"/>
                  </a:lnTo>
                  <a:lnTo>
                    <a:pt x="466" y="168"/>
                  </a:lnTo>
                  <a:lnTo>
                    <a:pt x="464" y="192"/>
                  </a:lnTo>
                  <a:lnTo>
                    <a:pt x="460" y="196"/>
                  </a:lnTo>
                  <a:lnTo>
                    <a:pt x="456" y="202"/>
                  </a:lnTo>
                  <a:lnTo>
                    <a:pt x="450" y="218"/>
                  </a:lnTo>
                  <a:lnTo>
                    <a:pt x="440" y="228"/>
                  </a:lnTo>
                  <a:lnTo>
                    <a:pt x="430" y="236"/>
                  </a:lnTo>
                  <a:lnTo>
                    <a:pt x="422" y="240"/>
                  </a:lnTo>
                  <a:lnTo>
                    <a:pt x="414" y="242"/>
                  </a:lnTo>
                  <a:lnTo>
                    <a:pt x="396" y="244"/>
                  </a:lnTo>
                  <a:lnTo>
                    <a:pt x="386" y="246"/>
                  </a:lnTo>
                  <a:lnTo>
                    <a:pt x="376" y="250"/>
                  </a:lnTo>
                  <a:lnTo>
                    <a:pt x="360" y="262"/>
                  </a:lnTo>
                  <a:lnTo>
                    <a:pt x="352" y="272"/>
                  </a:lnTo>
                  <a:lnTo>
                    <a:pt x="348" y="276"/>
                  </a:lnTo>
                  <a:lnTo>
                    <a:pt x="348" y="282"/>
                  </a:lnTo>
                  <a:lnTo>
                    <a:pt x="348" y="304"/>
                  </a:lnTo>
                  <a:lnTo>
                    <a:pt x="354" y="312"/>
                  </a:lnTo>
                  <a:lnTo>
                    <a:pt x="356" y="322"/>
                  </a:lnTo>
                  <a:lnTo>
                    <a:pt x="354" y="332"/>
                  </a:lnTo>
                  <a:lnTo>
                    <a:pt x="350" y="344"/>
                  </a:lnTo>
                  <a:lnTo>
                    <a:pt x="328" y="366"/>
                  </a:lnTo>
                  <a:lnTo>
                    <a:pt x="308" y="382"/>
                  </a:lnTo>
                  <a:lnTo>
                    <a:pt x="302" y="386"/>
                  </a:lnTo>
                  <a:lnTo>
                    <a:pt x="298" y="392"/>
                  </a:lnTo>
                  <a:lnTo>
                    <a:pt x="296" y="400"/>
                  </a:lnTo>
                  <a:lnTo>
                    <a:pt x="296" y="408"/>
                  </a:lnTo>
                  <a:lnTo>
                    <a:pt x="300" y="440"/>
                  </a:lnTo>
                  <a:lnTo>
                    <a:pt x="292" y="468"/>
                  </a:lnTo>
                  <a:lnTo>
                    <a:pt x="278" y="480"/>
                  </a:lnTo>
                  <a:lnTo>
                    <a:pt x="270" y="490"/>
                  </a:lnTo>
                  <a:lnTo>
                    <a:pt x="266" y="496"/>
                  </a:lnTo>
                  <a:lnTo>
                    <a:pt x="264" y="502"/>
                  </a:lnTo>
                  <a:lnTo>
                    <a:pt x="264" y="522"/>
                  </a:lnTo>
                  <a:lnTo>
                    <a:pt x="266" y="546"/>
                  </a:lnTo>
                  <a:lnTo>
                    <a:pt x="262" y="560"/>
                  </a:lnTo>
                  <a:lnTo>
                    <a:pt x="256" y="576"/>
                  </a:lnTo>
                  <a:lnTo>
                    <a:pt x="254" y="596"/>
                  </a:lnTo>
                  <a:lnTo>
                    <a:pt x="254" y="614"/>
                  </a:lnTo>
                  <a:lnTo>
                    <a:pt x="260" y="630"/>
                  </a:lnTo>
                  <a:lnTo>
                    <a:pt x="224" y="650"/>
                  </a:lnTo>
                  <a:lnTo>
                    <a:pt x="216" y="642"/>
                  </a:lnTo>
                  <a:lnTo>
                    <a:pt x="206" y="638"/>
                  </a:lnTo>
                  <a:lnTo>
                    <a:pt x="196" y="636"/>
                  </a:lnTo>
                  <a:lnTo>
                    <a:pt x="188" y="638"/>
                  </a:lnTo>
                  <a:lnTo>
                    <a:pt x="178" y="642"/>
                  </a:lnTo>
                  <a:lnTo>
                    <a:pt x="168" y="646"/>
                  </a:lnTo>
                  <a:lnTo>
                    <a:pt x="148" y="654"/>
                  </a:lnTo>
                  <a:lnTo>
                    <a:pt x="134" y="660"/>
                  </a:lnTo>
                  <a:lnTo>
                    <a:pt x="118" y="666"/>
                  </a:lnTo>
                  <a:close/>
                </a:path>
              </a:pathLst>
            </a:custGeom>
            <a:solidFill>
              <a:srgbClr val="023FA1"/>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29" name="Freeform 19"/>
            <p:cNvSpPr/>
            <p:nvPr/>
          </p:nvSpPr>
          <p:spPr bwMode="auto">
            <a:xfrm>
              <a:off x="4485051" y="4075222"/>
              <a:ext cx="1022762" cy="1005926"/>
            </a:xfrm>
            <a:custGeom>
              <a:avLst/>
              <a:gdLst>
                <a:gd name="T0" fmla="*/ 392 w 972"/>
                <a:gd name="T1" fmla="*/ 934 h 956"/>
                <a:gd name="T2" fmla="*/ 354 w 972"/>
                <a:gd name="T3" fmla="*/ 888 h 956"/>
                <a:gd name="T4" fmla="*/ 366 w 972"/>
                <a:gd name="T5" fmla="*/ 840 h 956"/>
                <a:gd name="T6" fmla="*/ 324 w 972"/>
                <a:gd name="T7" fmla="*/ 780 h 956"/>
                <a:gd name="T8" fmla="*/ 290 w 972"/>
                <a:gd name="T9" fmla="*/ 722 h 956"/>
                <a:gd name="T10" fmla="*/ 248 w 972"/>
                <a:gd name="T11" fmla="*/ 712 h 956"/>
                <a:gd name="T12" fmla="*/ 192 w 972"/>
                <a:gd name="T13" fmla="*/ 608 h 956"/>
                <a:gd name="T14" fmla="*/ 160 w 972"/>
                <a:gd name="T15" fmla="*/ 662 h 956"/>
                <a:gd name="T16" fmla="*/ 140 w 972"/>
                <a:gd name="T17" fmla="*/ 634 h 956"/>
                <a:gd name="T18" fmla="*/ 138 w 972"/>
                <a:gd name="T19" fmla="*/ 590 h 956"/>
                <a:gd name="T20" fmla="*/ 130 w 972"/>
                <a:gd name="T21" fmla="*/ 500 h 956"/>
                <a:gd name="T22" fmla="*/ 150 w 972"/>
                <a:gd name="T23" fmla="*/ 442 h 956"/>
                <a:gd name="T24" fmla="*/ 110 w 972"/>
                <a:gd name="T25" fmla="*/ 312 h 956"/>
                <a:gd name="T26" fmla="*/ 50 w 972"/>
                <a:gd name="T27" fmla="*/ 222 h 956"/>
                <a:gd name="T28" fmla="*/ 6 w 972"/>
                <a:gd name="T29" fmla="*/ 178 h 956"/>
                <a:gd name="T30" fmla="*/ 2 w 972"/>
                <a:gd name="T31" fmla="*/ 134 h 956"/>
                <a:gd name="T32" fmla="*/ 26 w 972"/>
                <a:gd name="T33" fmla="*/ 80 h 956"/>
                <a:gd name="T34" fmla="*/ 74 w 972"/>
                <a:gd name="T35" fmla="*/ 24 h 956"/>
                <a:gd name="T36" fmla="*/ 112 w 972"/>
                <a:gd name="T37" fmla="*/ 64 h 956"/>
                <a:gd name="T38" fmla="*/ 166 w 972"/>
                <a:gd name="T39" fmla="*/ 152 h 956"/>
                <a:gd name="T40" fmla="*/ 200 w 972"/>
                <a:gd name="T41" fmla="*/ 172 h 956"/>
                <a:gd name="T42" fmla="*/ 236 w 972"/>
                <a:gd name="T43" fmla="*/ 158 h 956"/>
                <a:gd name="T44" fmla="*/ 250 w 972"/>
                <a:gd name="T45" fmla="*/ 170 h 956"/>
                <a:gd name="T46" fmla="*/ 290 w 972"/>
                <a:gd name="T47" fmla="*/ 188 h 956"/>
                <a:gd name="T48" fmla="*/ 374 w 972"/>
                <a:gd name="T49" fmla="*/ 166 h 956"/>
                <a:gd name="T50" fmla="*/ 378 w 972"/>
                <a:gd name="T51" fmla="*/ 128 h 956"/>
                <a:gd name="T52" fmla="*/ 370 w 972"/>
                <a:gd name="T53" fmla="*/ 66 h 956"/>
                <a:gd name="T54" fmla="*/ 412 w 972"/>
                <a:gd name="T55" fmla="*/ 100 h 956"/>
                <a:gd name="T56" fmla="*/ 468 w 972"/>
                <a:gd name="T57" fmla="*/ 100 h 956"/>
                <a:gd name="T58" fmla="*/ 472 w 972"/>
                <a:gd name="T59" fmla="*/ 30 h 956"/>
                <a:gd name="T60" fmla="*/ 516 w 972"/>
                <a:gd name="T61" fmla="*/ 0 h 956"/>
                <a:gd name="T62" fmla="*/ 562 w 972"/>
                <a:gd name="T63" fmla="*/ 50 h 956"/>
                <a:gd name="T64" fmla="*/ 628 w 972"/>
                <a:gd name="T65" fmla="*/ 98 h 956"/>
                <a:gd name="T66" fmla="*/ 656 w 972"/>
                <a:gd name="T67" fmla="*/ 150 h 956"/>
                <a:gd name="T68" fmla="*/ 764 w 972"/>
                <a:gd name="T69" fmla="*/ 184 h 956"/>
                <a:gd name="T70" fmla="*/ 812 w 972"/>
                <a:gd name="T71" fmla="*/ 168 h 956"/>
                <a:gd name="T72" fmla="*/ 932 w 972"/>
                <a:gd name="T73" fmla="*/ 208 h 956"/>
                <a:gd name="T74" fmla="*/ 972 w 972"/>
                <a:gd name="T75" fmla="*/ 278 h 956"/>
                <a:gd name="T76" fmla="*/ 908 w 972"/>
                <a:gd name="T77" fmla="*/ 388 h 956"/>
                <a:gd name="T78" fmla="*/ 840 w 972"/>
                <a:gd name="T79" fmla="*/ 418 h 956"/>
                <a:gd name="T80" fmla="*/ 788 w 972"/>
                <a:gd name="T81" fmla="*/ 376 h 956"/>
                <a:gd name="T82" fmla="*/ 764 w 972"/>
                <a:gd name="T83" fmla="*/ 422 h 956"/>
                <a:gd name="T84" fmla="*/ 772 w 972"/>
                <a:gd name="T85" fmla="*/ 478 h 956"/>
                <a:gd name="T86" fmla="*/ 784 w 972"/>
                <a:gd name="T87" fmla="*/ 564 h 956"/>
                <a:gd name="T88" fmla="*/ 810 w 972"/>
                <a:gd name="T89" fmla="*/ 602 h 956"/>
                <a:gd name="T90" fmla="*/ 780 w 972"/>
                <a:gd name="T91" fmla="*/ 646 h 956"/>
                <a:gd name="T92" fmla="*/ 788 w 972"/>
                <a:gd name="T93" fmla="*/ 686 h 956"/>
                <a:gd name="T94" fmla="*/ 848 w 972"/>
                <a:gd name="T95" fmla="*/ 740 h 956"/>
                <a:gd name="T96" fmla="*/ 796 w 972"/>
                <a:gd name="T97" fmla="*/ 758 h 956"/>
                <a:gd name="T98" fmla="*/ 756 w 972"/>
                <a:gd name="T99" fmla="*/ 712 h 956"/>
                <a:gd name="T100" fmla="*/ 716 w 972"/>
                <a:gd name="T101" fmla="*/ 718 h 956"/>
                <a:gd name="T102" fmla="*/ 662 w 972"/>
                <a:gd name="T103" fmla="*/ 706 h 956"/>
                <a:gd name="T104" fmla="*/ 630 w 972"/>
                <a:gd name="T105" fmla="*/ 636 h 956"/>
                <a:gd name="T106" fmla="*/ 578 w 972"/>
                <a:gd name="T107" fmla="*/ 648 h 956"/>
                <a:gd name="T108" fmla="*/ 550 w 972"/>
                <a:gd name="T109" fmla="*/ 682 h 956"/>
                <a:gd name="T110" fmla="*/ 558 w 972"/>
                <a:gd name="T111" fmla="*/ 726 h 956"/>
                <a:gd name="T112" fmla="*/ 558 w 972"/>
                <a:gd name="T113" fmla="*/ 766 h 956"/>
                <a:gd name="T114" fmla="*/ 500 w 972"/>
                <a:gd name="T115" fmla="*/ 810 h 956"/>
                <a:gd name="T116" fmla="*/ 522 w 972"/>
                <a:gd name="T117" fmla="*/ 870 h 956"/>
                <a:gd name="T118" fmla="*/ 522 w 972"/>
                <a:gd name="T119" fmla="*/ 918 h 95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72" h="956">
                  <a:moveTo>
                    <a:pt x="432" y="956"/>
                  </a:moveTo>
                  <a:lnTo>
                    <a:pt x="432" y="956"/>
                  </a:lnTo>
                  <a:lnTo>
                    <a:pt x="422" y="952"/>
                  </a:lnTo>
                  <a:lnTo>
                    <a:pt x="406" y="942"/>
                  </a:lnTo>
                  <a:lnTo>
                    <a:pt x="392" y="934"/>
                  </a:lnTo>
                  <a:lnTo>
                    <a:pt x="380" y="928"/>
                  </a:lnTo>
                  <a:lnTo>
                    <a:pt x="368" y="920"/>
                  </a:lnTo>
                  <a:lnTo>
                    <a:pt x="354" y="904"/>
                  </a:lnTo>
                  <a:lnTo>
                    <a:pt x="354" y="888"/>
                  </a:lnTo>
                  <a:lnTo>
                    <a:pt x="362" y="878"/>
                  </a:lnTo>
                  <a:lnTo>
                    <a:pt x="368" y="866"/>
                  </a:lnTo>
                  <a:lnTo>
                    <a:pt x="370" y="858"/>
                  </a:lnTo>
                  <a:lnTo>
                    <a:pt x="368" y="848"/>
                  </a:lnTo>
                  <a:lnTo>
                    <a:pt x="366" y="840"/>
                  </a:lnTo>
                  <a:lnTo>
                    <a:pt x="362" y="832"/>
                  </a:lnTo>
                  <a:lnTo>
                    <a:pt x="350" y="816"/>
                  </a:lnTo>
                  <a:lnTo>
                    <a:pt x="342" y="808"/>
                  </a:lnTo>
                  <a:lnTo>
                    <a:pt x="336" y="798"/>
                  </a:lnTo>
                  <a:lnTo>
                    <a:pt x="324" y="780"/>
                  </a:lnTo>
                  <a:lnTo>
                    <a:pt x="316" y="764"/>
                  </a:lnTo>
                  <a:lnTo>
                    <a:pt x="306" y="750"/>
                  </a:lnTo>
                  <a:lnTo>
                    <a:pt x="298" y="730"/>
                  </a:lnTo>
                  <a:lnTo>
                    <a:pt x="294" y="726"/>
                  </a:lnTo>
                  <a:lnTo>
                    <a:pt x="290" y="722"/>
                  </a:lnTo>
                  <a:lnTo>
                    <a:pt x="286" y="720"/>
                  </a:lnTo>
                  <a:lnTo>
                    <a:pt x="282" y="720"/>
                  </a:lnTo>
                  <a:lnTo>
                    <a:pt x="266" y="720"/>
                  </a:lnTo>
                  <a:lnTo>
                    <a:pt x="248" y="712"/>
                  </a:lnTo>
                  <a:lnTo>
                    <a:pt x="224" y="678"/>
                  </a:lnTo>
                  <a:lnTo>
                    <a:pt x="206" y="626"/>
                  </a:lnTo>
                  <a:lnTo>
                    <a:pt x="192" y="608"/>
                  </a:lnTo>
                  <a:lnTo>
                    <a:pt x="178" y="608"/>
                  </a:lnTo>
                  <a:lnTo>
                    <a:pt x="170" y="614"/>
                  </a:lnTo>
                  <a:lnTo>
                    <a:pt x="164" y="620"/>
                  </a:lnTo>
                  <a:lnTo>
                    <a:pt x="162" y="630"/>
                  </a:lnTo>
                  <a:lnTo>
                    <a:pt x="162" y="652"/>
                  </a:lnTo>
                  <a:lnTo>
                    <a:pt x="160" y="662"/>
                  </a:lnTo>
                  <a:lnTo>
                    <a:pt x="156" y="674"/>
                  </a:lnTo>
                  <a:lnTo>
                    <a:pt x="148" y="670"/>
                  </a:lnTo>
                  <a:lnTo>
                    <a:pt x="146" y="652"/>
                  </a:lnTo>
                  <a:lnTo>
                    <a:pt x="140" y="634"/>
                  </a:lnTo>
                  <a:lnTo>
                    <a:pt x="134" y="620"/>
                  </a:lnTo>
                  <a:lnTo>
                    <a:pt x="130" y="606"/>
                  </a:lnTo>
                  <a:lnTo>
                    <a:pt x="134" y="602"/>
                  </a:lnTo>
                  <a:lnTo>
                    <a:pt x="136" y="598"/>
                  </a:lnTo>
                  <a:lnTo>
                    <a:pt x="138" y="590"/>
                  </a:lnTo>
                  <a:lnTo>
                    <a:pt x="138" y="576"/>
                  </a:lnTo>
                  <a:lnTo>
                    <a:pt x="142" y="538"/>
                  </a:lnTo>
                  <a:lnTo>
                    <a:pt x="134" y="518"/>
                  </a:lnTo>
                  <a:lnTo>
                    <a:pt x="130" y="500"/>
                  </a:lnTo>
                  <a:lnTo>
                    <a:pt x="128" y="482"/>
                  </a:lnTo>
                  <a:lnTo>
                    <a:pt x="130" y="466"/>
                  </a:lnTo>
                  <a:lnTo>
                    <a:pt x="140" y="454"/>
                  </a:lnTo>
                  <a:lnTo>
                    <a:pt x="150" y="442"/>
                  </a:lnTo>
                  <a:lnTo>
                    <a:pt x="146" y="396"/>
                  </a:lnTo>
                  <a:lnTo>
                    <a:pt x="124" y="364"/>
                  </a:lnTo>
                  <a:lnTo>
                    <a:pt x="114" y="326"/>
                  </a:lnTo>
                  <a:lnTo>
                    <a:pt x="110" y="312"/>
                  </a:lnTo>
                  <a:lnTo>
                    <a:pt x="104" y="300"/>
                  </a:lnTo>
                  <a:lnTo>
                    <a:pt x="84" y="276"/>
                  </a:lnTo>
                  <a:lnTo>
                    <a:pt x="68" y="254"/>
                  </a:lnTo>
                  <a:lnTo>
                    <a:pt x="54" y="232"/>
                  </a:lnTo>
                  <a:lnTo>
                    <a:pt x="50" y="222"/>
                  </a:lnTo>
                  <a:lnTo>
                    <a:pt x="48" y="212"/>
                  </a:lnTo>
                  <a:lnTo>
                    <a:pt x="12" y="188"/>
                  </a:lnTo>
                  <a:lnTo>
                    <a:pt x="6" y="178"/>
                  </a:lnTo>
                  <a:lnTo>
                    <a:pt x="0" y="178"/>
                  </a:lnTo>
                  <a:lnTo>
                    <a:pt x="0" y="154"/>
                  </a:lnTo>
                  <a:lnTo>
                    <a:pt x="0" y="142"/>
                  </a:lnTo>
                  <a:lnTo>
                    <a:pt x="2" y="134"/>
                  </a:lnTo>
                  <a:lnTo>
                    <a:pt x="10" y="130"/>
                  </a:lnTo>
                  <a:lnTo>
                    <a:pt x="16" y="124"/>
                  </a:lnTo>
                  <a:lnTo>
                    <a:pt x="20" y="118"/>
                  </a:lnTo>
                  <a:lnTo>
                    <a:pt x="22" y="110"/>
                  </a:lnTo>
                  <a:lnTo>
                    <a:pt x="24" y="96"/>
                  </a:lnTo>
                  <a:lnTo>
                    <a:pt x="26" y="80"/>
                  </a:lnTo>
                  <a:lnTo>
                    <a:pt x="0" y="50"/>
                  </a:lnTo>
                  <a:lnTo>
                    <a:pt x="0" y="28"/>
                  </a:lnTo>
                  <a:lnTo>
                    <a:pt x="74" y="24"/>
                  </a:lnTo>
                  <a:lnTo>
                    <a:pt x="82" y="28"/>
                  </a:lnTo>
                  <a:lnTo>
                    <a:pt x="92" y="38"/>
                  </a:lnTo>
                  <a:lnTo>
                    <a:pt x="102" y="50"/>
                  </a:lnTo>
                  <a:lnTo>
                    <a:pt x="112" y="64"/>
                  </a:lnTo>
                  <a:lnTo>
                    <a:pt x="112" y="76"/>
                  </a:lnTo>
                  <a:lnTo>
                    <a:pt x="116" y="88"/>
                  </a:lnTo>
                  <a:lnTo>
                    <a:pt x="122" y="98"/>
                  </a:lnTo>
                  <a:lnTo>
                    <a:pt x="128" y="110"/>
                  </a:lnTo>
                  <a:lnTo>
                    <a:pt x="146" y="132"/>
                  </a:lnTo>
                  <a:lnTo>
                    <a:pt x="166" y="152"/>
                  </a:lnTo>
                  <a:lnTo>
                    <a:pt x="174" y="152"/>
                  </a:lnTo>
                  <a:lnTo>
                    <a:pt x="182" y="154"/>
                  </a:lnTo>
                  <a:lnTo>
                    <a:pt x="186" y="156"/>
                  </a:lnTo>
                  <a:lnTo>
                    <a:pt x="190" y="158"/>
                  </a:lnTo>
                  <a:lnTo>
                    <a:pt x="200" y="172"/>
                  </a:lnTo>
                  <a:lnTo>
                    <a:pt x="208" y="170"/>
                  </a:lnTo>
                  <a:lnTo>
                    <a:pt x="216" y="170"/>
                  </a:lnTo>
                  <a:lnTo>
                    <a:pt x="224" y="166"/>
                  </a:lnTo>
                  <a:lnTo>
                    <a:pt x="236" y="158"/>
                  </a:lnTo>
                  <a:lnTo>
                    <a:pt x="242" y="158"/>
                  </a:lnTo>
                  <a:lnTo>
                    <a:pt x="248" y="162"/>
                  </a:lnTo>
                  <a:lnTo>
                    <a:pt x="248" y="166"/>
                  </a:lnTo>
                  <a:lnTo>
                    <a:pt x="250" y="170"/>
                  </a:lnTo>
                  <a:lnTo>
                    <a:pt x="254" y="172"/>
                  </a:lnTo>
                  <a:lnTo>
                    <a:pt x="258" y="174"/>
                  </a:lnTo>
                  <a:lnTo>
                    <a:pt x="270" y="176"/>
                  </a:lnTo>
                  <a:lnTo>
                    <a:pt x="282" y="178"/>
                  </a:lnTo>
                  <a:lnTo>
                    <a:pt x="290" y="188"/>
                  </a:lnTo>
                  <a:lnTo>
                    <a:pt x="310" y="188"/>
                  </a:lnTo>
                  <a:lnTo>
                    <a:pt x="328" y="174"/>
                  </a:lnTo>
                  <a:lnTo>
                    <a:pt x="374" y="166"/>
                  </a:lnTo>
                  <a:lnTo>
                    <a:pt x="378" y="160"/>
                  </a:lnTo>
                  <a:lnTo>
                    <a:pt x="382" y="154"/>
                  </a:lnTo>
                  <a:lnTo>
                    <a:pt x="382" y="142"/>
                  </a:lnTo>
                  <a:lnTo>
                    <a:pt x="378" y="128"/>
                  </a:lnTo>
                  <a:lnTo>
                    <a:pt x="372" y="104"/>
                  </a:lnTo>
                  <a:lnTo>
                    <a:pt x="368" y="92"/>
                  </a:lnTo>
                  <a:lnTo>
                    <a:pt x="366" y="80"/>
                  </a:lnTo>
                  <a:lnTo>
                    <a:pt x="368" y="72"/>
                  </a:lnTo>
                  <a:lnTo>
                    <a:pt x="370" y="66"/>
                  </a:lnTo>
                  <a:lnTo>
                    <a:pt x="376" y="70"/>
                  </a:lnTo>
                  <a:lnTo>
                    <a:pt x="384" y="78"/>
                  </a:lnTo>
                  <a:lnTo>
                    <a:pt x="392" y="84"/>
                  </a:lnTo>
                  <a:lnTo>
                    <a:pt x="406" y="92"/>
                  </a:lnTo>
                  <a:lnTo>
                    <a:pt x="412" y="100"/>
                  </a:lnTo>
                  <a:lnTo>
                    <a:pt x="424" y="104"/>
                  </a:lnTo>
                  <a:lnTo>
                    <a:pt x="438" y="104"/>
                  </a:lnTo>
                  <a:lnTo>
                    <a:pt x="452" y="104"/>
                  </a:lnTo>
                  <a:lnTo>
                    <a:pt x="468" y="100"/>
                  </a:lnTo>
                  <a:lnTo>
                    <a:pt x="484" y="84"/>
                  </a:lnTo>
                  <a:lnTo>
                    <a:pt x="482" y="64"/>
                  </a:lnTo>
                  <a:lnTo>
                    <a:pt x="478" y="50"/>
                  </a:lnTo>
                  <a:lnTo>
                    <a:pt x="474" y="40"/>
                  </a:lnTo>
                  <a:lnTo>
                    <a:pt x="472" y="30"/>
                  </a:lnTo>
                  <a:lnTo>
                    <a:pt x="482" y="18"/>
                  </a:lnTo>
                  <a:lnTo>
                    <a:pt x="494" y="8"/>
                  </a:lnTo>
                  <a:lnTo>
                    <a:pt x="502" y="2"/>
                  </a:lnTo>
                  <a:lnTo>
                    <a:pt x="508" y="0"/>
                  </a:lnTo>
                  <a:lnTo>
                    <a:pt x="516" y="0"/>
                  </a:lnTo>
                  <a:lnTo>
                    <a:pt x="526" y="4"/>
                  </a:lnTo>
                  <a:lnTo>
                    <a:pt x="530" y="16"/>
                  </a:lnTo>
                  <a:lnTo>
                    <a:pt x="536" y="26"/>
                  </a:lnTo>
                  <a:lnTo>
                    <a:pt x="546" y="36"/>
                  </a:lnTo>
                  <a:lnTo>
                    <a:pt x="562" y="50"/>
                  </a:lnTo>
                  <a:lnTo>
                    <a:pt x="588" y="60"/>
                  </a:lnTo>
                  <a:lnTo>
                    <a:pt x="598" y="72"/>
                  </a:lnTo>
                  <a:lnTo>
                    <a:pt x="612" y="84"/>
                  </a:lnTo>
                  <a:lnTo>
                    <a:pt x="628" y="98"/>
                  </a:lnTo>
                  <a:lnTo>
                    <a:pt x="636" y="106"/>
                  </a:lnTo>
                  <a:lnTo>
                    <a:pt x="642" y="118"/>
                  </a:lnTo>
                  <a:lnTo>
                    <a:pt x="650" y="138"/>
                  </a:lnTo>
                  <a:lnTo>
                    <a:pt x="656" y="150"/>
                  </a:lnTo>
                  <a:lnTo>
                    <a:pt x="666" y="164"/>
                  </a:lnTo>
                  <a:lnTo>
                    <a:pt x="678" y="176"/>
                  </a:lnTo>
                  <a:lnTo>
                    <a:pt x="686" y="182"/>
                  </a:lnTo>
                  <a:lnTo>
                    <a:pt x="694" y="184"/>
                  </a:lnTo>
                  <a:lnTo>
                    <a:pt x="764" y="184"/>
                  </a:lnTo>
                  <a:lnTo>
                    <a:pt x="774" y="178"/>
                  </a:lnTo>
                  <a:lnTo>
                    <a:pt x="786" y="172"/>
                  </a:lnTo>
                  <a:lnTo>
                    <a:pt x="798" y="168"/>
                  </a:lnTo>
                  <a:lnTo>
                    <a:pt x="812" y="168"/>
                  </a:lnTo>
                  <a:lnTo>
                    <a:pt x="858" y="184"/>
                  </a:lnTo>
                  <a:lnTo>
                    <a:pt x="900" y="184"/>
                  </a:lnTo>
                  <a:lnTo>
                    <a:pt x="920" y="202"/>
                  </a:lnTo>
                  <a:lnTo>
                    <a:pt x="932" y="208"/>
                  </a:lnTo>
                  <a:lnTo>
                    <a:pt x="952" y="210"/>
                  </a:lnTo>
                  <a:lnTo>
                    <a:pt x="972" y="228"/>
                  </a:lnTo>
                  <a:lnTo>
                    <a:pt x="972" y="278"/>
                  </a:lnTo>
                  <a:lnTo>
                    <a:pt x="958" y="296"/>
                  </a:lnTo>
                  <a:lnTo>
                    <a:pt x="946" y="316"/>
                  </a:lnTo>
                  <a:lnTo>
                    <a:pt x="938" y="336"/>
                  </a:lnTo>
                  <a:lnTo>
                    <a:pt x="930" y="358"/>
                  </a:lnTo>
                  <a:lnTo>
                    <a:pt x="908" y="388"/>
                  </a:lnTo>
                  <a:lnTo>
                    <a:pt x="880" y="418"/>
                  </a:lnTo>
                  <a:lnTo>
                    <a:pt x="866" y="422"/>
                  </a:lnTo>
                  <a:lnTo>
                    <a:pt x="856" y="422"/>
                  </a:lnTo>
                  <a:lnTo>
                    <a:pt x="846" y="420"/>
                  </a:lnTo>
                  <a:lnTo>
                    <a:pt x="840" y="418"/>
                  </a:lnTo>
                  <a:lnTo>
                    <a:pt x="828" y="406"/>
                  </a:lnTo>
                  <a:lnTo>
                    <a:pt x="812" y="394"/>
                  </a:lnTo>
                  <a:lnTo>
                    <a:pt x="806" y="388"/>
                  </a:lnTo>
                  <a:lnTo>
                    <a:pt x="800" y="382"/>
                  </a:lnTo>
                  <a:lnTo>
                    <a:pt x="788" y="376"/>
                  </a:lnTo>
                  <a:lnTo>
                    <a:pt x="778" y="374"/>
                  </a:lnTo>
                  <a:lnTo>
                    <a:pt x="768" y="374"/>
                  </a:lnTo>
                  <a:lnTo>
                    <a:pt x="764" y="382"/>
                  </a:lnTo>
                  <a:lnTo>
                    <a:pt x="764" y="422"/>
                  </a:lnTo>
                  <a:lnTo>
                    <a:pt x="768" y="434"/>
                  </a:lnTo>
                  <a:lnTo>
                    <a:pt x="772" y="446"/>
                  </a:lnTo>
                  <a:lnTo>
                    <a:pt x="772" y="460"/>
                  </a:lnTo>
                  <a:lnTo>
                    <a:pt x="772" y="478"/>
                  </a:lnTo>
                  <a:lnTo>
                    <a:pt x="770" y="492"/>
                  </a:lnTo>
                  <a:lnTo>
                    <a:pt x="766" y="510"/>
                  </a:lnTo>
                  <a:lnTo>
                    <a:pt x="766" y="528"/>
                  </a:lnTo>
                  <a:lnTo>
                    <a:pt x="768" y="548"/>
                  </a:lnTo>
                  <a:lnTo>
                    <a:pt x="784" y="564"/>
                  </a:lnTo>
                  <a:lnTo>
                    <a:pt x="790" y="568"/>
                  </a:lnTo>
                  <a:lnTo>
                    <a:pt x="796" y="574"/>
                  </a:lnTo>
                  <a:lnTo>
                    <a:pt x="802" y="582"/>
                  </a:lnTo>
                  <a:lnTo>
                    <a:pt x="808" y="592"/>
                  </a:lnTo>
                  <a:lnTo>
                    <a:pt x="810" y="602"/>
                  </a:lnTo>
                  <a:lnTo>
                    <a:pt x="810" y="612"/>
                  </a:lnTo>
                  <a:lnTo>
                    <a:pt x="808" y="622"/>
                  </a:lnTo>
                  <a:lnTo>
                    <a:pt x="800" y="632"/>
                  </a:lnTo>
                  <a:lnTo>
                    <a:pt x="786" y="640"/>
                  </a:lnTo>
                  <a:lnTo>
                    <a:pt x="780" y="646"/>
                  </a:lnTo>
                  <a:lnTo>
                    <a:pt x="778" y="650"/>
                  </a:lnTo>
                  <a:lnTo>
                    <a:pt x="776" y="656"/>
                  </a:lnTo>
                  <a:lnTo>
                    <a:pt x="776" y="674"/>
                  </a:lnTo>
                  <a:lnTo>
                    <a:pt x="782" y="680"/>
                  </a:lnTo>
                  <a:lnTo>
                    <a:pt x="788" y="686"/>
                  </a:lnTo>
                  <a:lnTo>
                    <a:pt x="806" y="694"/>
                  </a:lnTo>
                  <a:lnTo>
                    <a:pt x="828" y="702"/>
                  </a:lnTo>
                  <a:lnTo>
                    <a:pt x="840" y="710"/>
                  </a:lnTo>
                  <a:lnTo>
                    <a:pt x="850" y="718"/>
                  </a:lnTo>
                  <a:lnTo>
                    <a:pt x="848" y="740"/>
                  </a:lnTo>
                  <a:lnTo>
                    <a:pt x="846" y="752"/>
                  </a:lnTo>
                  <a:lnTo>
                    <a:pt x="842" y="756"/>
                  </a:lnTo>
                  <a:lnTo>
                    <a:pt x="840" y="762"/>
                  </a:lnTo>
                  <a:lnTo>
                    <a:pt x="818" y="760"/>
                  </a:lnTo>
                  <a:lnTo>
                    <a:pt x="796" y="758"/>
                  </a:lnTo>
                  <a:lnTo>
                    <a:pt x="778" y="754"/>
                  </a:lnTo>
                  <a:lnTo>
                    <a:pt x="764" y="748"/>
                  </a:lnTo>
                  <a:lnTo>
                    <a:pt x="762" y="734"/>
                  </a:lnTo>
                  <a:lnTo>
                    <a:pt x="760" y="722"/>
                  </a:lnTo>
                  <a:lnTo>
                    <a:pt x="756" y="712"/>
                  </a:lnTo>
                  <a:lnTo>
                    <a:pt x="752" y="702"/>
                  </a:lnTo>
                  <a:lnTo>
                    <a:pt x="744" y="704"/>
                  </a:lnTo>
                  <a:lnTo>
                    <a:pt x="736" y="704"/>
                  </a:lnTo>
                  <a:lnTo>
                    <a:pt x="726" y="710"/>
                  </a:lnTo>
                  <a:lnTo>
                    <a:pt x="716" y="718"/>
                  </a:lnTo>
                  <a:lnTo>
                    <a:pt x="706" y="724"/>
                  </a:lnTo>
                  <a:lnTo>
                    <a:pt x="680" y="724"/>
                  </a:lnTo>
                  <a:lnTo>
                    <a:pt x="670" y="716"/>
                  </a:lnTo>
                  <a:lnTo>
                    <a:pt x="662" y="706"/>
                  </a:lnTo>
                  <a:lnTo>
                    <a:pt x="656" y="698"/>
                  </a:lnTo>
                  <a:lnTo>
                    <a:pt x="652" y="688"/>
                  </a:lnTo>
                  <a:lnTo>
                    <a:pt x="646" y="668"/>
                  </a:lnTo>
                  <a:lnTo>
                    <a:pt x="642" y="652"/>
                  </a:lnTo>
                  <a:lnTo>
                    <a:pt x="630" y="636"/>
                  </a:lnTo>
                  <a:lnTo>
                    <a:pt x="604" y="636"/>
                  </a:lnTo>
                  <a:lnTo>
                    <a:pt x="594" y="636"/>
                  </a:lnTo>
                  <a:lnTo>
                    <a:pt x="588" y="638"/>
                  </a:lnTo>
                  <a:lnTo>
                    <a:pt x="582" y="642"/>
                  </a:lnTo>
                  <a:lnTo>
                    <a:pt x="578" y="648"/>
                  </a:lnTo>
                  <a:lnTo>
                    <a:pt x="574" y="658"/>
                  </a:lnTo>
                  <a:lnTo>
                    <a:pt x="572" y="670"/>
                  </a:lnTo>
                  <a:lnTo>
                    <a:pt x="564" y="676"/>
                  </a:lnTo>
                  <a:lnTo>
                    <a:pt x="556" y="680"/>
                  </a:lnTo>
                  <a:lnTo>
                    <a:pt x="550" y="682"/>
                  </a:lnTo>
                  <a:lnTo>
                    <a:pt x="542" y="686"/>
                  </a:lnTo>
                  <a:lnTo>
                    <a:pt x="542" y="704"/>
                  </a:lnTo>
                  <a:lnTo>
                    <a:pt x="550" y="712"/>
                  </a:lnTo>
                  <a:lnTo>
                    <a:pt x="558" y="726"/>
                  </a:lnTo>
                  <a:lnTo>
                    <a:pt x="562" y="732"/>
                  </a:lnTo>
                  <a:lnTo>
                    <a:pt x="564" y="740"/>
                  </a:lnTo>
                  <a:lnTo>
                    <a:pt x="564" y="748"/>
                  </a:lnTo>
                  <a:lnTo>
                    <a:pt x="562" y="758"/>
                  </a:lnTo>
                  <a:lnTo>
                    <a:pt x="558" y="766"/>
                  </a:lnTo>
                  <a:lnTo>
                    <a:pt x="552" y="772"/>
                  </a:lnTo>
                  <a:lnTo>
                    <a:pt x="536" y="782"/>
                  </a:lnTo>
                  <a:lnTo>
                    <a:pt x="508" y="800"/>
                  </a:lnTo>
                  <a:lnTo>
                    <a:pt x="500" y="810"/>
                  </a:lnTo>
                  <a:lnTo>
                    <a:pt x="500" y="850"/>
                  </a:lnTo>
                  <a:lnTo>
                    <a:pt x="504" y="856"/>
                  </a:lnTo>
                  <a:lnTo>
                    <a:pt x="508" y="860"/>
                  </a:lnTo>
                  <a:lnTo>
                    <a:pt x="518" y="866"/>
                  </a:lnTo>
                  <a:lnTo>
                    <a:pt x="522" y="870"/>
                  </a:lnTo>
                  <a:lnTo>
                    <a:pt x="526" y="878"/>
                  </a:lnTo>
                  <a:lnTo>
                    <a:pt x="528" y="888"/>
                  </a:lnTo>
                  <a:lnTo>
                    <a:pt x="530" y="902"/>
                  </a:lnTo>
                  <a:lnTo>
                    <a:pt x="522" y="918"/>
                  </a:lnTo>
                  <a:lnTo>
                    <a:pt x="510" y="924"/>
                  </a:lnTo>
                  <a:lnTo>
                    <a:pt x="498" y="930"/>
                  </a:lnTo>
                  <a:lnTo>
                    <a:pt x="432" y="956"/>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0" name="Freeform 20"/>
            <p:cNvSpPr/>
            <p:nvPr/>
          </p:nvSpPr>
          <p:spPr bwMode="auto">
            <a:xfrm>
              <a:off x="2580525" y="3639601"/>
              <a:ext cx="2051837" cy="1256356"/>
            </a:xfrm>
            <a:custGeom>
              <a:avLst/>
              <a:gdLst>
                <a:gd name="T0" fmla="*/ 1244 w 1950"/>
                <a:gd name="T1" fmla="*/ 1192 h 1194"/>
                <a:gd name="T2" fmla="*/ 1218 w 1950"/>
                <a:gd name="T3" fmla="*/ 1156 h 1194"/>
                <a:gd name="T4" fmla="*/ 1200 w 1950"/>
                <a:gd name="T5" fmla="*/ 1100 h 1194"/>
                <a:gd name="T6" fmla="*/ 1152 w 1950"/>
                <a:gd name="T7" fmla="*/ 1058 h 1194"/>
                <a:gd name="T8" fmla="*/ 1050 w 1950"/>
                <a:gd name="T9" fmla="*/ 1000 h 1194"/>
                <a:gd name="T10" fmla="*/ 970 w 1950"/>
                <a:gd name="T11" fmla="*/ 1022 h 1194"/>
                <a:gd name="T12" fmla="*/ 928 w 1950"/>
                <a:gd name="T13" fmla="*/ 1096 h 1194"/>
                <a:gd name="T14" fmla="*/ 898 w 1950"/>
                <a:gd name="T15" fmla="*/ 1042 h 1194"/>
                <a:gd name="T16" fmla="*/ 872 w 1950"/>
                <a:gd name="T17" fmla="*/ 992 h 1194"/>
                <a:gd name="T18" fmla="*/ 754 w 1950"/>
                <a:gd name="T19" fmla="*/ 1010 h 1194"/>
                <a:gd name="T20" fmla="*/ 634 w 1950"/>
                <a:gd name="T21" fmla="*/ 966 h 1194"/>
                <a:gd name="T22" fmla="*/ 580 w 1950"/>
                <a:gd name="T23" fmla="*/ 900 h 1194"/>
                <a:gd name="T24" fmla="*/ 492 w 1950"/>
                <a:gd name="T25" fmla="*/ 842 h 1194"/>
                <a:gd name="T26" fmla="*/ 468 w 1950"/>
                <a:gd name="T27" fmla="*/ 764 h 1194"/>
                <a:gd name="T28" fmla="*/ 390 w 1950"/>
                <a:gd name="T29" fmla="*/ 726 h 1194"/>
                <a:gd name="T30" fmla="*/ 284 w 1950"/>
                <a:gd name="T31" fmla="*/ 610 h 1194"/>
                <a:gd name="T32" fmla="*/ 182 w 1950"/>
                <a:gd name="T33" fmla="*/ 630 h 1194"/>
                <a:gd name="T34" fmla="*/ 142 w 1950"/>
                <a:gd name="T35" fmla="*/ 552 h 1194"/>
                <a:gd name="T36" fmla="*/ 12 w 1950"/>
                <a:gd name="T37" fmla="*/ 454 h 1194"/>
                <a:gd name="T38" fmla="*/ 8 w 1950"/>
                <a:gd name="T39" fmla="*/ 412 h 1194"/>
                <a:gd name="T40" fmla="*/ 16 w 1950"/>
                <a:gd name="T41" fmla="*/ 290 h 1194"/>
                <a:gd name="T42" fmla="*/ 54 w 1950"/>
                <a:gd name="T43" fmla="*/ 300 h 1194"/>
                <a:gd name="T44" fmla="*/ 104 w 1950"/>
                <a:gd name="T45" fmla="*/ 280 h 1194"/>
                <a:gd name="T46" fmla="*/ 78 w 1950"/>
                <a:gd name="T47" fmla="*/ 126 h 1194"/>
                <a:gd name="T48" fmla="*/ 146 w 1950"/>
                <a:gd name="T49" fmla="*/ 98 h 1194"/>
                <a:gd name="T50" fmla="*/ 216 w 1950"/>
                <a:gd name="T51" fmla="*/ 72 h 1194"/>
                <a:gd name="T52" fmla="*/ 304 w 1950"/>
                <a:gd name="T53" fmla="*/ 6 h 1194"/>
                <a:gd name="T54" fmla="*/ 386 w 1950"/>
                <a:gd name="T55" fmla="*/ 48 h 1194"/>
                <a:gd name="T56" fmla="*/ 470 w 1950"/>
                <a:gd name="T57" fmla="*/ 10 h 1194"/>
                <a:gd name="T58" fmla="*/ 510 w 1950"/>
                <a:gd name="T59" fmla="*/ 56 h 1194"/>
                <a:gd name="T60" fmla="*/ 622 w 1950"/>
                <a:gd name="T61" fmla="*/ 72 h 1194"/>
                <a:gd name="T62" fmla="*/ 710 w 1950"/>
                <a:gd name="T63" fmla="*/ 56 h 1194"/>
                <a:gd name="T64" fmla="*/ 804 w 1950"/>
                <a:gd name="T65" fmla="*/ 44 h 1194"/>
                <a:gd name="T66" fmla="*/ 898 w 1950"/>
                <a:gd name="T67" fmla="*/ 30 h 1194"/>
                <a:gd name="T68" fmla="*/ 1046 w 1950"/>
                <a:gd name="T69" fmla="*/ 38 h 1194"/>
                <a:gd name="T70" fmla="*/ 1106 w 1950"/>
                <a:gd name="T71" fmla="*/ 114 h 1194"/>
                <a:gd name="T72" fmla="*/ 1092 w 1950"/>
                <a:gd name="T73" fmla="*/ 220 h 1194"/>
                <a:gd name="T74" fmla="*/ 1118 w 1950"/>
                <a:gd name="T75" fmla="*/ 378 h 1194"/>
                <a:gd name="T76" fmla="*/ 1192 w 1950"/>
                <a:gd name="T77" fmla="*/ 440 h 1194"/>
                <a:gd name="T78" fmla="*/ 1308 w 1950"/>
                <a:gd name="T79" fmla="*/ 502 h 1194"/>
                <a:gd name="T80" fmla="*/ 1406 w 1950"/>
                <a:gd name="T81" fmla="*/ 546 h 1194"/>
                <a:gd name="T82" fmla="*/ 1586 w 1950"/>
                <a:gd name="T83" fmla="*/ 576 h 1194"/>
                <a:gd name="T84" fmla="*/ 1666 w 1950"/>
                <a:gd name="T85" fmla="*/ 682 h 1194"/>
                <a:gd name="T86" fmla="*/ 1706 w 1950"/>
                <a:gd name="T87" fmla="*/ 676 h 1194"/>
                <a:gd name="T88" fmla="*/ 1794 w 1950"/>
                <a:gd name="T89" fmla="*/ 616 h 1194"/>
                <a:gd name="T90" fmla="*/ 1848 w 1950"/>
                <a:gd name="T91" fmla="*/ 632 h 1194"/>
                <a:gd name="T92" fmla="*/ 1926 w 1950"/>
                <a:gd name="T93" fmla="*/ 788 h 1194"/>
                <a:gd name="T94" fmla="*/ 1930 w 1950"/>
                <a:gd name="T95" fmla="*/ 878 h 1194"/>
                <a:gd name="T96" fmla="*/ 1940 w 1950"/>
                <a:gd name="T97" fmla="*/ 976 h 1194"/>
                <a:gd name="T98" fmla="*/ 1930 w 1950"/>
                <a:gd name="T99" fmla="*/ 1002 h 1194"/>
                <a:gd name="T100" fmla="*/ 1872 w 1950"/>
                <a:gd name="T101" fmla="*/ 1006 h 1194"/>
                <a:gd name="T102" fmla="*/ 1866 w 1950"/>
                <a:gd name="T103" fmla="*/ 1096 h 1194"/>
                <a:gd name="T104" fmla="*/ 1772 w 1950"/>
                <a:gd name="T105" fmla="*/ 1052 h 1194"/>
                <a:gd name="T106" fmla="*/ 1744 w 1950"/>
                <a:gd name="T107" fmla="*/ 1124 h 1194"/>
                <a:gd name="T108" fmla="*/ 1696 w 1950"/>
                <a:gd name="T109" fmla="*/ 1086 h 1194"/>
                <a:gd name="T110" fmla="*/ 1594 w 1950"/>
                <a:gd name="T111" fmla="*/ 1048 h 1194"/>
                <a:gd name="T112" fmla="*/ 1498 w 1950"/>
                <a:gd name="T113" fmla="*/ 1102 h 1194"/>
                <a:gd name="T114" fmla="*/ 1430 w 1950"/>
                <a:gd name="T115" fmla="*/ 1144 h 1194"/>
                <a:gd name="T116" fmla="*/ 1342 w 1950"/>
                <a:gd name="T117" fmla="*/ 1194 h 119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950" h="1194">
                  <a:moveTo>
                    <a:pt x="1342" y="1194"/>
                  </a:moveTo>
                  <a:lnTo>
                    <a:pt x="1342" y="1194"/>
                  </a:lnTo>
                  <a:lnTo>
                    <a:pt x="1336" y="1192"/>
                  </a:lnTo>
                  <a:lnTo>
                    <a:pt x="1324" y="1188"/>
                  </a:lnTo>
                  <a:lnTo>
                    <a:pt x="1298" y="1186"/>
                  </a:lnTo>
                  <a:lnTo>
                    <a:pt x="1258" y="1186"/>
                  </a:lnTo>
                  <a:lnTo>
                    <a:pt x="1244" y="1192"/>
                  </a:lnTo>
                  <a:lnTo>
                    <a:pt x="1226" y="1188"/>
                  </a:lnTo>
                  <a:lnTo>
                    <a:pt x="1216" y="1184"/>
                  </a:lnTo>
                  <a:lnTo>
                    <a:pt x="1212" y="1182"/>
                  </a:lnTo>
                  <a:lnTo>
                    <a:pt x="1210" y="1180"/>
                  </a:lnTo>
                  <a:lnTo>
                    <a:pt x="1210" y="1172"/>
                  </a:lnTo>
                  <a:lnTo>
                    <a:pt x="1214" y="1164"/>
                  </a:lnTo>
                  <a:lnTo>
                    <a:pt x="1218" y="1156"/>
                  </a:lnTo>
                  <a:lnTo>
                    <a:pt x="1224" y="1146"/>
                  </a:lnTo>
                  <a:lnTo>
                    <a:pt x="1228" y="1136"/>
                  </a:lnTo>
                  <a:lnTo>
                    <a:pt x="1228" y="1114"/>
                  </a:lnTo>
                  <a:lnTo>
                    <a:pt x="1216" y="1108"/>
                  </a:lnTo>
                  <a:lnTo>
                    <a:pt x="1206" y="1104"/>
                  </a:lnTo>
                  <a:lnTo>
                    <a:pt x="1200" y="1100"/>
                  </a:lnTo>
                  <a:lnTo>
                    <a:pt x="1194" y="1094"/>
                  </a:lnTo>
                  <a:lnTo>
                    <a:pt x="1192" y="1088"/>
                  </a:lnTo>
                  <a:lnTo>
                    <a:pt x="1190" y="1082"/>
                  </a:lnTo>
                  <a:lnTo>
                    <a:pt x="1186" y="1068"/>
                  </a:lnTo>
                  <a:lnTo>
                    <a:pt x="1180" y="1058"/>
                  </a:lnTo>
                  <a:lnTo>
                    <a:pt x="1152" y="1058"/>
                  </a:lnTo>
                  <a:lnTo>
                    <a:pt x="1128" y="1052"/>
                  </a:lnTo>
                  <a:lnTo>
                    <a:pt x="1112" y="1028"/>
                  </a:lnTo>
                  <a:lnTo>
                    <a:pt x="1092" y="1022"/>
                  </a:lnTo>
                  <a:lnTo>
                    <a:pt x="1074" y="1014"/>
                  </a:lnTo>
                  <a:lnTo>
                    <a:pt x="1060" y="1006"/>
                  </a:lnTo>
                  <a:lnTo>
                    <a:pt x="1050" y="1000"/>
                  </a:lnTo>
                  <a:lnTo>
                    <a:pt x="1038" y="994"/>
                  </a:lnTo>
                  <a:lnTo>
                    <a:pt x="1002" y="994"/>
                  </a:lnTo>
                  <a:lnTo>
                    <a:pt x="992" y="1002"/>
                  </a:lnTo>
                  <a:lnTo>
                    <a:pt x="982" y="1012"/>
                  </a:lnTo>
                  <a:lnTo>
                    <a:pt x="970" y="1022"/>
                  </a:lnTo>
                  <a:lnTo>
                    <a:pt x="956" y="1028"/>
                  </a:lnTo>
                  <a:lnTo>
                    <a:pt x="944" y="1040"/>
                  </a:lnTo>
                  <a:lnTo>
                    <a:pt x="936" y="1056"/>
                  </a:lnTo>
                  <a:lnTo>
                    <a:pt x="932" y="1076"/>
                  </a:lnTo>
                  <a:lnTo>
                    <a:pt x="928" y="1096"/>
                  </a:lnTo>
                  <a:lnTo>
                    <a:pt x="912" y="1092"/>
                  </a:lnTo>
                  <a:lnTo>
                    <a:pt x="906" y="1090"/>
                  </a:lnTo>
                  <a:lnTo>
                    <a:pt x="902" y="1086"/>
                  </a:lnTo>
                  <a:lnTo>
                    <a:pt x="896" y="1076"/>
                  </a:lnTo>
                  <a:lnTo>
                    <a:pt x="894" y="1066"/>
                  </a:lnTo>
                  <a:lnTo>
                    <a:pt x="894" y="1054"/>
                  </a:lnTo>
                  <a:lnTo>
                    <a:pt x="898" y="1042"/>
                  </a:lnTo>
                  <a:lnTo>
                    <a:pt x="902" y="1030"/>
                  </a:lnTo>
                  <a:lnTo>
                    <a:pt x="908" y="1020"/>
                  </a:lnTo>
                  <a:lnTo>
                    <a:pt x="908" y="1004"/>
                  </a:lnTo>
                  <a:lnTo>
                    <a:pt x="894" y="996"/>
                  </a:lnTo>
                  <a:lnTo>
                    <a:pt x="886" y="992"/>
                  </a:lnTo>
                  <a:lnTo>
                    <a:pt x="872" y="992"/>
                  </a:lnTo>
                  <a:lnTo>
                    <a:pt x="822" y="1002"/>
                  </a:lnTo>
                  <a:lnTo>
                    <a:pt x="802" y="1008"/>
                  </a:lnTo>
                  <a:lnTo>
                    <a:pt x="782" y="1018"/>
                  </a:lnTo>
                  <a:lnTo>
                    <a:pt x="772" y="1016"/>
                  </a:lnTo>
                  <a:lnTo>
                    <a:pt x="762" y="1014"/>
                  </a:lnTo>
                  <a:lnTo>
                    <a:pt x="754" y="1010"/>
                  </a:lnTo>
                  <a:lnTo>
                    <a:pt x="748" y="1006"/>
                  </a:lnTo>
                  <a:lnTo>
                    <a:pt x="736" y="994"/>
                  </a:lnTo>
                  <a:lnTo>
                    <a:pt x="728" y="982"/>
                  </a:lnTo>
                  <a:lnTo>
                    <a:pt x="714" y="966"/>
                  </a:lnTo>
                  <a:lnTo>
                    <a:pt x="634" y="966"/>
                  </a:lnTo>
                  <a:lnTo>
                    <a:pt x="626" y="960"/>
                  </a:lnTo>
                  <a:lnTo>
                    <a:pt x="620" y="954"/>
                  </a:lnTo>
                  <a:lnTo>
                    <a:pt x="612" y="938"/>
                  </a:lnTo>
                  <a:lnTo>
                    <a:pt x="606" y="922"/>
                  </a:lnTo>
                  <a:lnTo>
                    <a:pt x="600" y="908"/>
                  </a:lnTo>
                  <a:lnTo>
                    <a:pt x="584" y="904"/>
                  </a:lnTo>
                  <a:lnTo>
                    <a:pt x="580" y="900"/>
                  </a:lnTo>
                  <a:lnTo>
                    <a:pt x="576" y="894"/>
                  </a:lnTo>
                  <a:lnTo>
                    <a:pt x="554" y="878"/>
                  </a:lnTo>
                  <a:lnTo>
                    <a:pt x="514" y="864"/>
                  </a:lnTo>
                  <a:lnTo>
                    <a:pt x="500" y="852"/>
                  </a:lnTo>
                  <a:lnTo>
                    <a:pt x="492" y="842"/>
                  </a:lnTo>
                  <a:lnTo>
                    <a:pt x="486" y="832"/>
                  </a:lnTo>
                  <a:lnTo>
                    <a:pt x="482" y="824"/>
                  </a:lnTo>
                  <a:lnTo>
                    <a:pt x="480" y="816"/>
                  </a:lnTo>
                  <a:lnTo>
                    <a:pt x="480" y="808"/>
                  </a:lnTo>
                  <a:lnTo>
                    <a:pt x="478" y="784"/>
                  </a:lnTo>
                  <a:lnTo>
                    <a:pt x="468" y="764"/>
                  </a:lnTo>
                  <a:lnTo>
                    <a:pt x="424" y="766"/>
                  </a:lnTo>
                  <a:lnTo>
                    <a:pt x="406" y="758"/>
                  </a:lnTo>
                  <a:lnTo>
                    <a:pt x="400" y="754"/>
                  </a:lnTo>
                  <a:lnTo>
                    <a:pt x="396" y="750"/>
                  </a:lnTo>
                  <a:lnTo>
                    <a:pt x="392" y="740"/>
                  </a:lnTo>
                  <a:lnTo>
                    <a:pt x="390" y="726"/>
                  </a:lnTo>
                  <a:lnTo>
                    <a:pt x="380" y="716"/>
                  </a:lnTo>
                  <a:lnTo>
                    <a:pt x="372" y="710"/>
                  </a:lnTo>
                  <a:lnTo>
                    <a:pt x="358" y="700"/>
                  </a:lnTo>
                  <a:lnTo>
                    <a:pt x="318" y="666"/>
                  </a:lnTo>
                  <a:lnTo>
                    <a:pt x="284" y="610"/>
                  </a:lnTo>
                  <a:lnTo>
                    <a:pt x="260" y="610"/>
                  </a:lnTo>
                  <a:lnTo>
                    <a:pt x="252" y="612"/>
                  </a:lnTo>
                  <a:lnTo>
                    <a:pt x="242" y="616"/>
                  </a:lnTo>
                  <a:lnTo>
                    <a:pt x="230" y="622"/>
                  </a:lnTo>
                  <a:lnTo>
                    <a:pt x="218" y="630"/>
                  </a:lnTo>
                  <a:lnTo>
                    <a:pt x="182" y="630"/>
                  </a:lnTo>
                  <a:lnTo>
                    <a:pt x="170" y="620"/>
                  </a:lnTo>
                  <a:lnTo>
                    <a:pt x="162" y="612"/>
                  </a:lnTo>
                  <a:lnTo>
                    <a:pt x="156" y="602"/>
                  </a:lnTo>
                  <a:lnTo>
                    <a:pt x="150" y="592"/>
                  </a:lnTo>
                  <a:lnTo>
                    <a:pt x="144" y="572"/>
                  </a:lnTo>
                  <a:lnTo>
                    <a:pt x="142" y="552"/>
                  </a:lnTo>
                  <a:lnTo>
                    <a:pt x="112" y="506"/>
                  </a:lnTo>
                  <a:lnTo>
                    <a:pt x="100" y="494"/>
                  </a:lnTo>
                  <a:lnTo>
                    <a:pt x="88" y="486"/>
                  </a:lnTo>
                  <a:lnTo>
                    <a:pt x="74" y="478"/>
                  </a:lnTo>
                  <a:lnTo>
                    <a:pt x="62" y="472"/>
                  </a:lnTo>
                  <a:lnTo>
                    <a:pt x="36" y="462"/>
                  </a:lnTo>
                  <a:lnTo>
                    <a:pt x="12" y="454"/>
                  </a:lnTo>
                  <a:lnTo>
                    <a:pt x="4" y="448"/>
                  </a:lnTo>
                  <a:lnTo>
                    <a:pt x="0" y="442"/>
                  </a:lnTo>
                  <a:lnTo>
                    <a:pt x="0" y="436"/>
                  </a:lnTo>
                  <a:lnTo>
                    <a:pt x="0" y="430"/>
                  </a:lnTo>
                  <a:lnTo>
                    <a:pt x="2" y="420"/>
                  </a:lnTo>
                  <a:lnTo>
                    <a:pt x="8" y="412"/>
                  </a:lnTo>
                  <a:lnTo>
                    <a:pt x="14" y="406"/>
                  </a:lnTo>
                  <a:lnTo>
                    <a:pt x="18" y="400"/>
                  </a:lnTo>
                  <a:lnTo>
                    <a:pt x="22" y="388"/>
                  </a:lnTo>
                  <a:lnTo>
                    <a:pt x="26" y="316"/>
                  </a:lnTo>
                  <a:lnTo>
                    <a:pt x="18" y="296"/>
                  </a:lnTo>
                  <a:lnTo>
                    <a:pt x="16" y="290"/>
                  </a:lnTo>
                  <a:lnTo>
                    <a:pt x="14" y="286"/>
                  </a:lnTo>
                  <a:lnTo>
                    <a:pt x="16" y="284"/>
                  </a:lnTo>
                  <a:lnTo>
                    <a:pt x="20" y="282"/>
                  </a:lnTo>
                  <a:lnTo>
                    <a:pt x="36" y="280"/>
                  </a:lnTo>
                  <a:lnTo>
                    <a:pt x="48" y="288"/>
                  </a:lnTo>
                  <a:lnTo>
                    <a:pt x="54" y="300"/>
                  </a:lnTo>
                  <a:lnTo>
                    <a:pt x="58" y="308"/>
                  </a:lnTo>
                  <a:lnTo>
                    <a:pt x="64" y="314"/>
                  </a:lnTo>
                  <a:lnTo>
                    <a:pt x="70" y="318"/>
                  </a:lnTo>
                  <a:lnTo>
                    <a:pt x="78" y="320"/>
                  </a:lnTo>
                  <a:lnTo>
                    <a:pt x="86" y="316"/>
                  </a:lnTo>
                  <a:lnTo>
                    <a:pt x="94" y="308"/>
                  </a:lnTo>
                  <a:lnTo>
                    <a:pt x="104" y="280"/>
                  </a:lnTo>
                  <a:lnTo>
                    <a:pt x="98" y="216"/>
                  </a:lnTo>
                  <a:lnTo>
                    <a:pt x="80" y="166"/>
                  </a:lnTo>
                  <a:lnTo>
                    <a:pt x="76" y="144"/>
                  </a:lnTo>
                  <a:lnTo>
                    <a:pt x="76" y="134"/>
                  </a:lnTo>
                  <a:lnTo>
                    <a:pt x="78" y="126"/>
                  </a:lnTo>
                  <a:lnTo>
                    <a:pt x="80" y="118"/>
                  </a:lnTo>
                  <a:lnTo>
                    <a:pt x="84" y="112"/>
                  </a:lnTo>
                  <a:lnTo>
                    <a:pt x="90" y="104"/>
                  </a:lnTo>
                  <a:lnTo>
                    <a:pt x="98" y="98"/>
                  </a:lnTo>
                  <a:lnTo>
                    <a:pt x="108" y="82"/>
                  </a:lnTo>
                  <a:lnTo>
                    <a:pt x="146" y="98"/>
                  </a:lnTo>
                  <a:lnTo>
                    <a:pt x="182" y="98"/>
                  </a:lnTo>
                  <a:lnTo>
                    <a:pt x="190" y="92"/>
                  </a:lnTo>
                  <a:lnTo>
                    <a:pt x="198" y="86"/>
                  </a:lnTo>
                  <a:lnTo>
                    <a:pt x="206" y="80"/>
                  </a:lnTo>
                  <a:lnTo>
                    <a:pt x="216" y="72"/>
                  </a:lnTo>
                  <a:lnTo>
                    <a:pt x="226" y="48"/>
                  </a:lnTo>
                  <a:lnTo>
                    <a:pt x="238" y="30"/>
                  </a:lnTo>
                  <a:lnTo>
                    <a:pt x="244" y="22"/>
                  </a:lnTo>
                  <a:lnTo>
                    <a:pt x="254" y="14"/>
                  </a:lnTo>
                  <a:lnTo>
                    <a:pt x="276" y="0"/>
                  </a:lnTo>
                  <a:lnTo>
                    <a:pt x="286" y="0"/>
                  </a:lnTo>
                  <a:lnTo>
                    <a:pt x="304" y="6"/>
                  </a:lnTo>
                  <a:lnTo>
                    <a:pt x="350" y="34"/>
                  </a:lnTo>
                  <a:lnTo>
                    <a:pt x="352" y="42"/>
                  </a:lnTo>
                  <a:lnTo>
                    <a:pt x="356" y="48"/>
                  </a:lnTo>
                  <a:lnTo>
                    <a:pt x="362" y="50"/>
                  </a:lnTo>
                  <a:lnTo>
                    <a:pt x="368" y="50"/>
                  </a:lnTo>
                  <a:lnTo>
                    <a:pt x="386" y="48"/>
                  </a:lnTo>
                  <a:lnTo>
                    <a:pt x="402" y="42"/>
                  </a:lnTo>
                  <a:lnTo>
                    <a:pt x="438" y="36"/>
                  </a:lnTo>
                  <a:lnTo>
                    <a:pt x="454" y="20"/>
                  </a:lnTo>
                  <a:lnTo>
                    <a:pt x="458" y="14"/>
                  </a:lnTo>
                  <a:lnTo>
                    <a:pt x="464" y="10"/>
                  </a:lnTo>
                  <a:lnTo>
                    <a:pt x="470" y="10"/>
                  </a:lnTo>
                  <a:lnTo>
                    <a:pt x="476" y="10"/>
                  </a:lnTo>
                  <a:lnTo>
                    <a:pt x="486" y="14"/>
                  </a:lnTo>
                  <a:lnTo>
                    <a:pt x="496" y="22"/>
                  </a:lnTo>
                  <a:lnTo>
                    <a:pt x="498" y="38"/>
                  </a:lnTo>
                  <a:lnTo>
                    <a:pt x="498" y="44"/>
                  </a:lnTo>
                  <a:lnTo>
                    <a:pt x="500" y="48"/>
                  </a:lnTo>
                  <a:lnTo>
                    <a:pt x="510" y="56"/>
                  </a:lnTo>
                  <a:lnTo>
                    <a:pt x="528" y="68"/>
                  </a:lnTo>
                  <a:lnTo>
                    <a:pt x="564" y="82"/>
                  </a:lnTo>
                  <a:lnTo>
                    <a:pt x="594" y="82"/>
                  </a:lnTo>
                  <a:lnTo>
                    <a:pt x="608" y="76"/>
                  </a:lnTo>
                  <a:lnTo>
                    <a:pt x="622" y="72"/>
                  </a:lnTo>
                  <a:lnTo>
                    <a:pt x="638" y="68"/>
                  </a:lnTo>
                  <a:lnTo>
                    <a:pt x="658" y="66"/>
                  </a:lnTo>
                  <a:lnTo>
                    <a:pt x="678" y="56"/>
                  </a:lnTo>
                  <a:lnTo>
                    <a:pt x="686" y="54"/>
                  </a:lnTo>
                  <a:lnTo>
                    <a:pt x="694" y="54"/>
                  </a:lnTo>
                  <a:lnTo>
                    <a:pt x="700" y="54"/>
                  </a:lnTo>
                  <a:lnTo>
                    <a:pt x="710" y="56"/>
                  </a:lnTo>
                  <a:lnTo>
                    <a:pt x="734" y="68"/>
                  </a:lnTo>
                  <a:lnTo>
                    <a:pt x="776" y="68"/>
                  </a:lnTo>
                  <a:lnTo>
                    <a:pt x="784" y="60"/>
                  </a:lnTo>
                  <a:lnTo>
                    <a:pt x="788" y="54"/>
                  </a:lnTo>
                  <a:lnTo>
                    <a:pt x="794" y="48"/>
                  </a:lnTo>
                  <a:lnTo>
                    <a:pt x="804" y="44"/>
                  </a:lnTo>
                  <a:lnTo>
                    <a:pt x="824" y="28"/>
                  </a:lnTo>
                  <a:lnTo>
                    <a:pt x="834" y="22"/>
                  </a:lnTo>
                  <a:lnTo>
                    <a:pt x="844" y="18"/>
                  </a:lnTo>
                  <a:lnTo>
                    <a:pt x="854" y="18"/>
                  </a:lnTo>
                  <a:lnTo>
                    <a:pt x="866" y="18"/>
                  </a:lnTo>
                  <a:lnTo>
                    <a:pt x="882" y="24"/>
                  </a:lnTo>
                  <a:lnTo>
                    <a:pt x="898" y="30"/>
                  </a:lnTo>
                  <a:lnTo>
                    <a:pt x="926" y="30"/>
                  </a:lnTo>
                  <a:lnTo>
                    <a:pt x="956" y="26"/>
                  </a:lnTo>
                  <a:lnTo>
                    <a:pt x="986" y="24"/>
                  </a:lnTo>
                  <a:lnTo>
                    <a:pt x="1018" y="24"/>
                  </a:lnTo>
                  <a:lnTo>
                    <a:pt x="1046" y="38"/>
                  </a:lnTo>
                  <a:lnTo>
                    <a:pt x="1060" y="52"/>
                  </a:lnTo>
                  <a:lnTo>
                    <a:pt x="1072" y="60"/>
                  </a:lnTo>
                  <a:lnTo>
                    <a:pt x="1086" y="66"/>
                  </a:lnTo>
                  <a:lnTo>
                    <a:pt x="1088" y="90"/>
                  </a:lnTo>
                  <a:lnTo>
                    <a:pt x="1096" y="100"/>
                  </a:lnTo>
                  <a:lnTo>
                    <a:pt x="1106" y="114"/>
                  </a:lnTo>
                  <a:lnTo>
                    <a:pt x="1110" y="122"/>
                  </a:lnTo>
                  <a:lnTo>
                    <a:pt x="1112" y="130"/>
                  </a:lnTo>
                  <a:lnTo>
                    <a:pt x="1112" y="140"/>
                  </a:lnTo>
                  <a:lnTo>
                    <a:pt x="1110" y="152"/>
                  </a:lnTo>
                  <a:lnTo>
                    <a:pt x="1092" y="182"/>
                  </a:lnTo>
                  <a:lnTo>
                    <a:pt x="1092" y="220"/>
                  </a:lnTo>
                  <a:lnTo>
                    <a:pt x="1094" y="246"/>
                  </a:lnTo>
                  <a:lnTo>
                    <a:pt x="1096" y="270"/>
                  </a:lnTo>
                  <a:lnTo>
                    <a:pt x="1096" y="294"/>
                  </a:lnTo>
                  <a:lnTo>
                    <a:pt x="1100" y="320"/>
                  </a:lnTo>
                  <a:lnTo>
                    <a:pt x="1104" y="344"/>
                  </a:lnTo>
                  <a:lnTo>
                    <a:pt x="1112" y="368"/>
                  </a:lnTo>
                  <a:lnTo>
                    <a:pt x="1118" y="378"/>
                  </a:lnTo>
                  <a:lnTo>
                    <a:pt x="1126" y="390"/>
                  </a:lnTo>
                  <a:lnTo>
                    <a:pt x="1134" y="402"/>
                  </a:lnTo>
                  <a:lnTo>
                    <a:pt x="1144" y="412"/>
                  </a:lnTo>
                  <a:lnTo>
                    <a:pt x="1166" y="426"/>
                  </a:lnTo>
                  <a:lnTo>
                    <a:pt x="1178" y="432"/>
                  </a:lnTo>
                  <a:lnTo>
                    <a:pt x="1192" y="440"/>
                  </a:lnTo>
                  <a:lnTo>
                    <a:pt x="1236" y="446"/>
                  </a:lnTo>
                  <a:lnTo>
                    <a:pt x="1244" y="460"/>
                  </a:lnTo>
                  <a:lnTo>
                    <a:pt x="1254" y="472"/>
                  </a:lnTo>
                  <a:lnTo>
                    <a:pt x="1266" y="482"/>
                  </a:lnTo>
                  <a:lnTo>
                    <a:pt x="1278" y="490"/>
                  </a:lnTo>
                  <a:lnTo>
                    <a:pt x="1292" y="496"/>
                  </a:lnTo>
                  <a:lnTo>
                    <a:pt x="1308" y="502"/>
                  </a:lnTo>
                  <a:lnTo>
                    <a:pt x="1324" y="506"/>
                  </a:lnTo>
                  <a:lnTo>
                    <a:pt x="1344" y="510"/>
                  </a:lnTo>
                  <a:lnTo>
                    <a:pt x="1360" y="522"/>
                  </a:lnTo>
                  <a:lnTo>
                    <a:pt x="1376" y="534"/>
                  </a:lnTo>
                  <a:lnTo>
                    <a:pt x="1384" y="538"/>
                  </a:lnTo>
                  <a:lnTo>
                    <a:pt x="1394" y="542"/>
                  </a:lnTo>
                  <a:lnTo>
                    <a:pt x="1406" y="546"/>
                  </a:lnTo>
                  <a:lnTo>
                    <a:pt x="1420" y="548"/>
                  </a:lnTo>
                  <a:lnTo>
                    <a:pt x="1528" y="546"/>
                  </a:lnTo>
                  <a:lnTo>
                    <a:pt x="1552" y="554"/>
                  </a:lnTo>
                  <a:lnTo>
                    <a:pt x="1586" y="576"/>
                  </a:lnTo>
                  <a:lnTo>
                    <a:pt x="1606" y="622"/>
                  </a:lnTo>
                  <a:lnTo>
                    <a:pt x="1610" y="640"/>
                  </a:lnTo>
                  <a:lnTo>
                    <a:pt x="1616" y="652"/>
                  </a:lnTo>
                  <a:lnTo>
                    <a:pt x="1626" y="664"/>
                  </a:lnTo>
                  <a:lnTo>
                    <a:pt x="1644" y="682"/>
                  </a:lnTo>
                  <a:lnTo>
                    <a:pt x="1666" y="682"/>
                  </a:lnTo>
                  <a:lnTo>
                    <a:pt x="1678" y="664"/>
                  </a:lnTo>
                  <a:lnTo>
                    <a:pt x="1696" y="662"/>
                  </a:lnTo>
                  <a:lnTo>
                    <a:pt x="1698" y="666"/>
                  </a:lnTo>
                  <a:lnTo>
                    <a:pt x="1698" y="670"/>
                  </a:lnTo>
                  <a:lnTo>
                    <a:pt x="1706" y="676"/>
                  </a:lnTo>
                  <a:lnTo>
                    <a:pt x="1716" y="680"/>
                  </a:lnTo>
                  <a:lnTo>
                    <a:pt x="1728" y="682"/>
                  </a:lnTo>
                  <a:lnTo>
                    <a:pt x="1764" y="660"/>
                  </a:lnTo>
                  <a:lnTo>
                    <a:pt x="1774" y="646"/>
                  </a:lnTo>
                  <a:lnTo>
                    <a:pt x="1784" y="632"/>
                  </a:lnTo>
                  <a:lnTo>
                    <a:pt x="1794" y="616"/>
                  </a:lnTo>
                  <a:lnTo>
                    <a:pt x="1804" y="604"/>
                  </a:lnTo>
                  <a:lnTo>
                    <a:pt x="1808" y="602"/>
                  </a:lnTo>
                  <a:lnTo>
                    <a:pt x="1814" y="610"/>
                  </a:lnTo>
                  <a:lnTo>
                    <a:pt x="1824" y="616"/>
                  </a:lnTo>
                  <a:lnTo>
                    <a:pt x="1848" y="632"/>
                  </a:lnTo>
                  <a:lnTo>
                    <a:pt x="1850" y="642"/>
                  </a:lnTo>
                  <a:lnTo>
                    <a:pt x="1856" y="654"/>
                  </a:lnTo>
                  <a:lnTo>
                    <a:pt x="1868" y="676"/>
                  </a:lnTo>
                  <a:lnTo>
                    <a:pt x="1886" y="698"/>
                  </a:lnTo>
                  <a:lnTo>
                    <a:pt x="1906" y="722"/>
                  </a:lnTo>
                  <a:lnTo>
                    <a:pt x="1926" y="788"/>
                  </a:lnTo>
                  <a:lnTo>
                    <a:pt x="1934" y="800"/>
                  </a:lnTo>
                  <a:lnTo>
                    <a:pt x="1942" y="814"/>
                  </a:lnTo>
                  <a:lnTo>
                    <a:pt x="1948" y="830"/>
                  </a:lnTo>
                  <a:lnTo>
                    <a:pt x="1950" y="840"/>
                  </a:lnTo>
                  <a:lnTo>
                    <a:pt x="1950" y="850"/>
                  </a:lnTo>
                  <a:lnTo>
                    <a:pt x="1938" y="866"/>
                  </a:lnTo>
                  <a:lnTo>
                    <a:pt x="1930" y="878"/>
                  </a:lnTo>
                  <a:lnTo>
                    <a:pt x="1928" y="892"/>
                  </a:lnTo>
                  <a:lnTo>
                    <a:pt x="1928" y="918"/>
                  </a:lnTo>
                  <a:lnTo>
                    <a:pt x="1932" y="932"/>
                  </a:lnTo>
                  <a:lnTo>
                    <a:pt x="1938" y="948"/>
                  </a:lnTo>
                  <a:lnTo>
                    <a:pt x="1940" y="958"/>
                  </a:lnTo>
                  <a:lnTo>
                    <a:pt x="1942" y="966"/>
                  </a:lnTo>
                  <a:lnTo>
                    <a:pt x="1940" y="976"/>
                  </a:lnTo>
                  <a:lnTo>
                    <a:pt x="1938" y="986"/>
                  </a:lnTo>
                  <a:lnTo>
                    <a:pt x="1938" y="1008"/>
                  </a:lnTo>
                  <a:lnTo>
                    <a:pt x="1932" y="1008"/>
                  </a:lnTo>
                  <a:lnTo>
                    <a:pt x="1932" y="1004"/>
                  </a:lnTo>
                  <a:lnTo>
                    <a:pt x="1930" y="1002"/>
                  </a:lnTo>
                  <a:lnTo>
                    <a:pt x="1924" y="996"/>
                  </a:lnTo>
                  <a:lnTo>
                    <a:pt x="1918" y="992"/>
                  </a:lnTo>
                  <a:lnTo>
                    <a:pt x="1912" y="988"/>
                  </a:lnTo>
                  <a:lnTo>
                    <a:pt x="1896" y="990"/>
                  </a:lnTo>
                  <a:lnTo>
                    <a:pt x="1886" y="994"/>
                  </a:lnTo>
                  <a:lnTo>
                    <a:pt x="1880" y="998"/>
                  </a:lnTo>
                  <a:lnTo>
                    <a:pt x="1872" y="1006"/>
                  </a:lnTo>
                  <a:lnTo>
                    <a:pt x="1872" y="1018"/>
                  </a:lnTo>
                  <a:lnTo>
                    <a:pt x="1876" y="1032"/>
                  </a:lnTo>
                  <a:lnTo>
                    <a:pt x="1882" y="1066"/>
                  </a:lnTo>
                  <a:lnTo>
                    <a:pt x="1880" y="1092"/>
                  </a:lnTo>
                  <a:lnTo>
                    <a:pt x="1866" y="1096"/>
                  </a:lnTo>
                  <a:lnTo>
                    <a:pt x="1842" y="1096"/>
                  </a:lnTo>
                  <a:lnTo>
                    <a:pt x="1810" y="1054"/>
                  </a:lnTo>
                  <a:lnTo>
                    <a:pt x="1796" y="1050"/>
                  </a:lnTo>
                  <a:lnTo>
                    <a:pt x="1782" y="1048"/>
                  </a:lnTo>
                  <a:lnTo>
                    <a:pt x="1772" y="1052"/>
                  </a:lnTo>
                  <a:lnTo>
                    <a:pt x="1762" y="1058"/>
                  </a:lnTo>
                  <a:lnTo>
                    <a:pt x="1756" y="1068"/>
                  </a:lnTo>
                  <a:lnTo>
                    <a:pt x="1752" y="1078"/>
                  </a:lnTo>
                  <a:lnTo>
                    <a:pt x="1752" y="1092"/>
                  </a:lnTo>
                  <a:lnTo>
                    <a:pt x="1754" y="1108"/>
                  </a:lnTo>
                  <a:lnTo>
                    <a:pt x="1748" y="1116"/>
                  </a:lnTo>
                  <a:lnTo>
                    <a:pt x="1744" y="1124"/>
                  </a:lnTo>
                  <a:lnTo>
                    <a:pt x="1730" y="1122"/>
                  </a:lnTo>
                  <a:lnTo>
                    <a:pt x="1718" y="1118"/>
                  </a:lnTo>
                  <a:lnTo>
                    <a:pt x="1706" y="1112"/>
                  </a:lnTo>
                  <a:lnTo>
                    <a:pt x="1700" y="1108"/>
                  </a:lnTo>
                  <a:lnTo>
                    <a:pt x="1696" y="1086"/>
                  </a:lnTo>
                  <a:lnTo>
                    <a:pt x="1678" y="1076"/>
                  </a:lnTo>
                  <a:lnTo>
                    <a:pt x="1660" y="1070"/>
                  </a:lnTo>
                  <a:lnTo>
                    <a:pt x="1632" y="1060"/>
                  </a:lnTo>
                  <a:lnTo>
                    <a:pt x="1620" y="1046"/>
                  </a:lnTo>
                  <a:lnTo>
                    <a:pt x="1600" y="1046"/>
                  </a:lnTo>
                  <a:lnTo>
                    <a:pt x="1594" y="1048"/>
                  </a:lnTo>
                  <a:lnTo>
                    <a:pt x="1588" y="1050"/>
                  </a:lnTo>
                  <a:lnTo>
                    <a:pt x="1580" y="1058"/>
                  </a:lnTo>
                  <a:lnTo>
                    <a:pt x="1566" y="1070"/>
                  </a:lnTo>
                  <a:lnTo>
                    <a:pt x="1522" y="1094"/>
                  </a:lnTo>
                  <a:lnTo>
                    <a:pt x="1504" y="1100"/>
                  </a:lnTo>
                  <a:lnTo>
                    <a:pt x="1498" y="1102"/>
                  </a:lnTo>
                  <a:lnTo>
                    <a:pt x="1492" y="1106"/>
                  </a:lnTo>
                  <a:lnTo>
                    <a:pt x="1486" y="1116"/>
                  </a:lnTo>
                  <a:lnTo>
                    <a:pt x="1474" y="1132"/>
                  </a:lnTo>
                  <a:lnTo>
                    <a:pt x="1450" y="1134"/>
                  </a:lnTo>
                  <a:lnTo>
                    <a:pt x="1442" y="1138"/>
                  </a:lnTo>
                  <a:lnTo>
                    <a:pt x="1436" y="1140"/>
                  </a:lnTo>
                  <a:lnTo>
                    <a:pt x="1430" y="1144"/>
                  </a:lnTo>
                  <a:lnTo>
                    <a:pt x="1424" y="1150"/>
                  </a:lnTo>
                  <a:lnTo>
                    <a:pt x="1410" y="1170"/>
                  </a:lnTo>
                  <a:lnTo>
                    <a:pt x="1400" y="1178"/>
                  </a:lnTo>
                  <a:lnTo>
                    <a:pt x="1382" y="1182"/>
                  </a:lnTo>
                  <a:lnTo>
                    <a:pt x="1368" y="1186"/>
                  </a:lnTo>
                  <a:lnTo>
                    <a:pt x="1342" y="1194"/>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1" name="Freeform 21"/>
            <p:cNvSpPr/>
            <p:nvPr/>
          </p:nvSpPr>
          <p:spPr bwMode="auto">
            <a:xfrm>
              <a:off x="6616858" y="4445605"/>
              <a:ext cx="383010" cy="378801"/>
            </a:xfrm>
            <a:custGeom>
              <a:avLst/>
              <a:gdLst>
                <a:gd name="T0" fmla="*/ 138 w 364"/>
                <a:gd name="T1" fmla="*/ 356 h 360"/>
                <a:gd name="T2" fmla="*/ 108 w 364"/>
                <a:gd name="T3" fmla="*/ 340 h 360"/>
                <a:gd name="T4" fmla="*/ 86 w 364"/>
                <a:gd name="T5" fmla="*/ 274 h 360"/>
                <a:gd name="T6" fmla="*/ 48 w 364"/>
                <a:gd name="T7" fmla="*/ 256 h 360"/>
                <a:gd name="T8" fmla="*/ 46 w 364"/>
                <a:gd name="T9" fmla="*/ 226 h 360"/>
                <a:gd name="T10" fmla="*/ 24 w 364"/>
                <a:gd name="T11" fmla="*/ 188 h 360"/>
                <a:gd name="T12" fmla="*/ 0 w 364"/>
                <a:gd name="T13" fmla="*/ 162 h 360"/>
                <a:gd name="T14" fmla="*/ 10 w 364"/>
                <a:gd name="T15" fmla="*/ 140 h 360"/>
                <a:gd name="T16" fmla="*/ 26 w 364"/>
                <a:gd name="T17" fmla="*/ 122 h 360"/>
                <a:gd name="T18" fmla="*/ 32 w 364"/>
                <a:gd name="T19" fmla="*/ 104 h 360"/>
                <a:gd name="T20" fmla="*/ 58 w 364"/>
                <a:gd name="T21" fmla="*/ 88 h 360"/>
                <a:gd name="T22" fmla="*/ 70 w 364"/>
                <a:gd name="T23" fmla="*/ 68 h 360"/>
                <a:gd name="T24" fmla="*/ 72 w 364"/>
                <a:gd name="T25" fmla="*/ 16 h 360"/>
                <a:gd name="T26" fmla="*/ 90 w 364"/>
                <a:gd name="T27" fmla="*/ 8 h 360"/>
                <a:gd name="T28" fmla="*/ 106 w 364"/>
                <a:gd name="T29" fmla="*/ 6 h 360"/>
                <a:gd name="T30" fmla="*/ 140 w 364"/>
                <a:gd name="T31" fmla="*/ 10 h 360"/>
                <a:gd name="T32" fmla="*/ 152 w 364"/>
                <a:gd name="T33" fmla="*/ 2 h 360"/>
                <a:gd name="T34" fmla="*/ 186 w 364"/>
                <a:gd name="T35" fmla="*/ 4 h 360"/>
                <a:gd name="T36" fmla="*/ 212 w 364"/>
                <a:gd name="T37" fmla="*/ 16 h 360"/>
                <a:gd name="T38" fmla="*/ 238 w 364"/>
                <a:gd name="T39" fmla="*/ 26 h 360"/>
                <a:gd name="T40" fmla="*/ 254 w 364"/>
                <a:gd name="T41" fmla="*/ 22 h 360"/>
                <a:gd name="T42" fmla="*/ 280 w 364"/>
                <a:gd name="T43" fmla="*/ 2 h 360"/>
                <a:gd name="T44" fmla="*/ 300 w 364"/>
                <a:gd name="T45" fmla="*/ 8 h 360"/>
                <a:gd name="T46" fmla="*/ 324 w 364"/>
                <a:gd name="T47" fmla="*/ 18 h 360"/>
                <a:gd name="T48" fmla="*/ 360 w 364"/>
                <a:gd name="T49" fmla="*/ 28 h 360"/>
                <a:gd name="T50" fmla="*/ 324 w 364"/>
                <a:gd name="T51" fmla="*/ 58 h 360"/>
                <a:gd name="T52" fmla="*/ 316 w 364"/>
                <a:gd name="T53" fmla="*/ 76 h 360"/>
                <a:gd name="T54" fmla="*/ 320 w 364"/>
                <a:gd name="T55" fmla="*/ 84 h 360"/>
                <a:gd name="T56" fmla="*/ 362 w 364"/>
                <a:gd name="T57" fmla="*/ 72 h 360"/>
                <a:gd name="T58" fmla="*/ 364 w 364"/>
                <a:gd name="T59" fmla="*/ 90 h 360"/>
                <a:gd name="T60" fmla="*/ 346 w 364"/>
                <a:gd name="T61" fmla="*/ 100 h 360"/>
                <a:gd name="T62" fmla="*/ 322 w 364"/>
                <a:gd name="T63" fmla="*/ 112 h 360"/>
                <a:gd name="T64" fmla="*/ 344 w 364"/>
                <a:gd name="T65" fmla="*/ 142 h 360"/>
                <a:gd name="T66" fmla="*/ 340 w 364"/>
                <a:gd name="T67" fmla="*/ 196 h 360"/>
                <a:gd name="T68" fmla="*/ 344 w 364"/>
                <a:gd name="T69" fmla="*/ 214 h 360"/>
                <a:gd name="T70" fmla="*/ 338 w 364"/>
                <a:gd name="T71" fmla="*/ 238 h 360"/>
                <a:gd name="T72" fmla="*/ 330 w 364"/>
                <a:gd name="T73" fmla="*/ 240 h 360"/>
                <a:gd name="T74" fmla="*/ 324 w 364"/>
                <a:gd name="T75" fmla="*/ 224 h 360"/>
                <a:gd name="T76" fmla="*/ 304 w 364"/>
                <a:gd name="T77" fmla="*/ 232 h 360"/>
                <a:gd name="T78" fmla="*/ 270 w 364"/>
                <a:gd name="T79" fmla="*/ 268 h 360"/>
                <a:gd name="T80" fmla="*/ 262 w 364"/>
                <a:gd name="T81" fmla="*/ 286 h 360"/>
                <a:gd name="T82" fmla="*/ 260 w 364"/>
                <a:gd name="T83" fmla="*/ 344 h 360"/>
                <a:gd name="T84" fmla="*/ 222 w 364"/>
                <a:gd name="T85" fmla="*/ 344 h 360"/>
                <a:gd name="T86" fmla="*/ 158 w 364"/>
                <a:gd name="T87" fmla="*/ 360 h 3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64" h="360">
                  <a:moveTo>
                    <a:pt x="158" y="360"/>
                  </a:moveTo>
                  <a:lnTo>
                    <a:pt x="158" y="360"/>
                  </a:lnTo>
                  <a:lnTo>
                    <a:pt x="138" y="356"/>
                  </a:lnTo>
                  <a:lnTo>
                    <a:pt x="126" y="352"/>
                  </a:lnTo>
                  <a:lnTo>
                    <a:pt x="116" y="346"/>
                  </a:lnTo>
                  <a:lnTo>
                    <a:pt x="108" y="340"/>
                  </a:lnTo>
                  <a:lnTo>
                    <a:pt x="86" y="274"/>
                  </a:lnTo>
                  <a:lnTo>
                    <a:pt x="66" y="258"/>
                  </a:lnTo>
                  <a:lnTo>
                    <a:pt x="48" y="256"/>
                  </a:lnTo>
                  <a:lnTo>
                    <a:pt x="50" y="240"/>
                  </a:lnTo>
                  <a:lnTo>
                    <a:pt x="46" y="226"/>
                  </a:lnTo>
                  <a:lnTo>
                    <a:pt x="40" y="212"/>
                  </a:lnTo>
                  <a:lnTo>
                    <a:pt x="34" y="200"/>
                  </a:lnTo>
                  <a:lnTo>
                    <a:pt x="24" y="188"/>
                  </a:lnTo>
                  <a:lnTo>
                    <a:pt x="14" y="178"/>
                  </a:lnTo>
                  <a:lnTo>
                    <a:pt x="0" y="162"/>
                  </a:lnTo>
                  <a:lnTo>
                    <a:pt x="0" y="156"/>
                  </a:lnTo>
                  <a:lnTo>
                    <a:pt x="2" y="150"/>
                  </a:lnTo>
                  <a:lnTo>
                    <a:pt x="10" y="140"/>
                  </a:lnTo>
                  <a:lnTo>
                    <a:pt x="18" y="130"/>
                  </a:lnTo>
                  <a:lnTo>
                    <a:pt x="26" y="122"/>
                  </a:lnTo>
                  <a:lnTo>
                    <a:pt x="26" y="114"/>
                  </a:lnTo>
                  <a:lnTo>
                    <a:pt x="28" y="110"/>
                  </a:lnTo>
                  <a:lnTo>
                    <a:pt x="32" y="104"/>
                  </a:lnTo>
                  <a:lnTo>
                    <a:pt x="36" y="102"/>
                  </a:lnTo>
                  <a:lnTo>
                    <a:pt x="48" y="94"/>
                  </a:lnTo>
                  <a:lnTo>
                    <a:pt x="58" y="88"/>
                  </a:lnTo>
                  <a:lnTo>
                    <a:pt x="70" y="68"/>
                  </a:lnTo>
                  <a:lnTo>
                    <a:pt x="70" y="38"/>
                  </a:lnTo>
                  <a:lnTo>
                    <a:pt x="70" y="24"/>
                  </a:lnTo>
                  <a:lnTo>
                    <a:pt x="72" y="16"/>
                  </a:lnTo>
                  <a:lnTo>
                    <a:pt x="80" y="14"/>
                  </a:lnTo>
                  <a:lnTo>
                    <a:pt x="90" y="8"/>
                  </a:lnTo>
                  <a:lnTo>
                    <a:pt x="94" y="6"/>
                  </a:lnTo>
                  <a:lnTo>
                    <a:pt x="100" y="6"/>
                  </a:lnTo>
                  <a:lnTo>
                    <a:pt x="106" y="6"/>
                  </a:lnTo>
                  <a:lnTo>
                    <a:pt x="112" y="10"/>
                  </a:lnTo>
                  <a:lnTo>
                    <a:pt x="140" y="10"/>
                  </a:lnTo>
                  <a:lnTo>
                    <a:pt x="146" y="6"/>
                  </a:lnTo>
                  <a:lnTo>
                    <a:pt x="152" y="2"/>
                  </a:lnTo>
                  <a:lnTo>
                    <a:pt x="160" y="0"/>
                  </a:lnTo>
                  <a:lnTo>
                    <a:pt x="168" y="0"/>
                  </a:lnTo>
                  <a:lnTo>
                    <a:pt x="186" y="4"/>
                  </a:lnTo>
                  <a:lnTo>
                    <a:pt x="202" y="8"/>
                  </a:lnTo>
                  <a:lnTo>
                    <a:pt x="212" y="16"/>
                  </a:lnTo>
                  <a:lnTo>
                    <a:pt x="224" y="22"/>
                  </a:lnTo>
                  <a:lnTo>
                    <a:pt x="230" y="24"/>
                  </a:lnTo>
                  <a:lnTo>
                    <a:pt x="238" y="26"/>
                  </a:lnTo>
                  <a:lnTo>
                    <a:pt x="246" y="24"/>
                  </a:lnTo>
                  <a:lnTo>
                    <a:pt x="254" y="22"/>
                  </a:lnTo>
                  <a:lnTo>
                    <a:pt x="264" y="14"/>
                  </a:lnTo>
                  <a:lnTo>
                    <a:pt x="274" y="4"/>
                  </a:lnTo>
                  <a:lnTo>
                    <a:pt x="280" y="2"/>
                  </a:lnTo>
                  <a:lnTo>
                    <a:pt x="286" y="0"/>
                  </a:lnTo>
                  <a:lnTo>
                    <a:pt x="292" y="2"/>
                  </a:lnTo>
                  <a:lnTo>
                    <a:pt x="300" y="8"/>
                  </a:lnTo>
                  <a:lnTo>
                    <a:pt x="324" y="18"/>
                  </a:lnTo>
                  <a:lnTo>
                    <a:pt x="364" y="22"/>
                  </a:lnTo>
                  <a:lnTo>
                    <a:pt x="360" y="28"/>
                  </a:lnTo>
                  <a:lnTo>
                    <a:pt x="352" y="34"/>
                  </a:lnTo>
                  <a:lnTo>
                    <a:pt x="332" y="48"/>
                  </a:lnTo>
                  <a:lnTo>
                    <a:pt x="324" y="58"/>
                  </a:lnTo>
                  <a:lnTo>
                    <a:pt x="318" y="66"/>
                  </a:lnTo>
                  <a:lnTo>
                    <a:pt x="316" y="72"/>
                  </a:lnTo>
                  <a:lnTo>
                    <a:pt x="316" y="76"/>
                  </a:lnTo>
                  <a:lnTo>
                    <a:pt x="316" y="80"/>
                  </a:lnTo>
                  <a:lnTo>
                    <a:pt x="320" y="84"/>
                  </a:lnTo>
                  <a:lnTo>
                    <a:pt x="350" y="84"/>
                  </a:lnTo>
                  <a:lnTo>
                    <a:pt x="362" y="72"/>
                  </a:lnTo>
                  <a:lnTo>
                    <a:pt x="364" y="82"/>
                  </a:lnTo>
                  <a:lnTo>
                    <a:pt x="364" y="90"/>
                  </a:lnTo>
                  <a:lnTo>
                    <a:pt x="360" y="96"/>
                  </a:lnTo>
                  <a:lnTo>
                    <a:pt x="346" y="100"/>
                  </a:lnTo>
                  <a:lnTo>
                    <a:pt x="338" y="104"/>
                  </a:lnTo>
                  <a:lnTo>
                    <a:pt x="322" y="112"/>
                  </a:lnTo>
                  <a:lnTo>
                    <a:pt x="324" y="132"/>
                  </a:lnTo>
                  <a:lnTo>
                    <a:pt x="344" y="142"/>
                  </a:lnTo>
                  <a:lnTo>
                    <a:pt x="340" y="166"/>
                  </a:lnTo>
                  <a:lnTo>
                    <a:pt x="340" y="196"/>
                  </a:lnTo>
                  <a:lnTo>
                    <a:pt x="342" y="204"/>
                  </a:lnTo>
                  <a:lnTo>
                    <a:pt x="344" y="214"/>
                  </a:lnTo>
                  <a:lnTo>
                    <a:pt x="342" y="228"/>
                  </a:lnTo>
                  <a:lnTo>
                    <a:pt x="340" y="232"/>
                  </a:lnTo>
                  <a:lnTo>
                    <a:pt x="338" y="238"/>
                  </a:lnTo>
                  <a:lnTo>
                    <a:pt x="330" y="240"/>
                  </a:lnTo>
                  <a:lnTo>
                    <a:pt x="328" y="226"/>
                  </a:lnTo>
                  <a:lnTo>
                    <a:pt x="324" y="224"/>
                  </a:lnTo>
                  <a:lnTo>
                    <a:pt x="320" y="224"/>
                  </a:lnTo>
                  <a:lnTo>
                    <a:pt x="312" y="226"/>
                  </a:lnTo>
                  <a:lnTo>
                    <a:pt x="304" y="232"/>
                  </a:lnTo>
                  <a:lnTo>
                    <a:pt x="296" y="240"/>
                  </a:lnTo>
                  <a:lnTo>
                    <a:pt x="280" y="256"/>
                  </a:lnTo>
                  <a:lnTo>
                    <a:pt x="270" y="268"/>
                  </a:lnTo>
                  <a:lnTo>
                    <a:pt x="266" y="278"/>
                  </a:lnTo>
                  <a:lnTo>
                    <a:pt x="262" y="286"/>
                  </a:lnTo>
                  <a:lnTo>
                    <a:pt x="260" y="344"/>
                  </a:lnTo>
                  <a:lnTo>
                    <a:pt x="250" y="342"/>
                  </a:lnTo>
                  <a:lnTo>
                    <a:pt x="222" y="344"/>
                  </a:lnTo>
                  <a:lnTo>
                    <a:pt x="200" y="346"/>
                  </a:lnTo>
                  <a:lnTo>
                    <a:pt x="180" y="352"/>
                  </a:lnTo>
                  <a:lnTo>
                    <a:pt x="158" y="360"/>
                  </a:lnTo>
                  <a:close/>
                </a:path>
              </a:pathLst>
            </a:custGeom>
            <a:solidFill>
              <a:srgbClr val="023FA1"/>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2" name="Freeform 22"/>
            <p:cNvSpPr/>
            <p:nvPr/>
          </p:nvSpPr>
          <p:spPr bwMode="auto">
            <a:xfrm>
              <a:off x="5299473" y="4304607"/>
              <a:ext cx="486128" cy="505068"/>
            </a:xfrm>
            <a:custGeom>
              <a:avLst/>
              <a:gdLst>
                <a:gd name="T0" fmla="*/ 360 w 462"/>
                <a:gd name="T1" fmla="*/ 474 h 480"/>
                <a:gd name="T2" fmla="*/ 328 w 462"/>
                <a:gd name="T3" fmla="*/ 448 h 480"/>
                <a:gd name="T4" fmla="*/ 300 w 462"/>
                <a:gd name="T5" fmla="*/ 412 h 480"/>
                <a:gd name="T6" fmla="*/ 282 w 462"/>
                <a:gd name="T7" fmla="*/ 362 h 480"/>
                <a:gd name="T8" fmla="*/ 252 w 462"/>
                <a:gd name="T9" fmla="*/ 340 h 480"/>
                <a:gd name="T10" fmla="*/ 230 w 462"/>
                <a:gd name="T11" fmla="*/ 340 h 480"/>
                <a:gd name="T12" fmla="*/ 214 w 462"/>
                <a:gd name="T13" fmla="*/ 346 h 480"/>
                <a:gd name="T14" fmla="*/ 196 w 462"/>
                <a:gd name="T15" fmla="*/ 376 h 480"/>
                <a:gd name="T16" fmla="*/ 176 w 462"/>
                <a:gd name="T17" fmla="*/ 402 h 480"/>
                <a:gd name="T18" fmla="*/ 152 w 462"/>
                <a:gd name="T19" fmla="*/ 428 h 480"/>
                <a:gd name="T20" fmla="*/ 144 w 462"/>
                <a:gd name="T21" fmla="*/ 430 h 480"/>
                <a:gd name="T22" fmla="*/ 118 w 462"/>
                <a:gd name="T23" fmla="*/ 442 h 480"/>
                <a:gd name="T24" fmla="*/ 72 w 462"/>
                <a:gd name="T25" fmla="*/ 434 h 480"/>
                <a:gd name="T26" fmla="*/ 38 w 462"/>
                <a:gd name="T27" fmla="*/ 416 h 480"/>
                <a:gd name="T28" fmla="*/ 46 w 462"/>
                <a:gd name="T29" fmla="*/ 386 h 480"/>
                <a:gd name="T30" fmla="*/ 42 w 462"/>
                <a:gd name="T31" fmla="*/ 360 h 480"/>
                <a:gd name="T32" fmla="*/ 2 w 462"/>
                <a:gd name="T33" fmla="*/ 312 h 480"/>
                <a:gd name="T34" fmla="*/ 10 w 462"/>
                <a:gd name="T35" fmla="*/ 228 h 480"/>
                <a:gd name="T36" fmla="*/ 0 w 462"/>
                <a:gd name="T37" fmla="*/ 168 h 480"/>
                <a:gd name="T38" fmla="*/ 4 w 462"/>
                <a:gd name="T39" fmla="*/ 166 h 480"/>
                <a:gd name="T40" fmla="*/ 64 w 462"/>
                <a:gd name="T41" fmla="*/ 212 h 480"/>
                <a:gd name="T42" fmla="*/ 82 w 462"/>
                <a:gd name="T43" fmla="*/ 216 h 480"/>
                <a:gd name="T44" fmla="*/ 110 w 462"/>
                <a:gd name="T45" fmla="*/ 208 h 480"/>
                <a:gd name="T46" fmla="*/ 148 w 462"/>
                <a:gd name="T47" fmla="*/ 172 h 480"/>
                <a:gd name="T48" fmla="*/ 176 w 462"/>
                <a:gd name="T49" fmla="*/ 116 h 480"/>
                <a:gd name="T50" fmla="*/ 210 w 462"/>
                <a:gd name="T51" fmla="*/ 62 h 480"/>
                <a:gd name="T52" fmla="*/ 232 w 462"/>
                <a:gd name="T53" fmla="*/ 4 h 480"/>
                <a:gd name="T54" fmla="*/ 272 w 462"/>
                <a:gd name="T55" fmla="*/ 0 h 480"/>
                <a:gd name="T56" fmla="*/ 306 w 462"/>
                <a:gd name="T57" fmla="*/ 10 h 480"/>
                <a:gd name="T58" fmla="*/ 352 w 462"/>
                <a:gd name="T59" fmla="*/ 50 h 480"/>
                <a:gd name="T60" fmla="*/ 394 w 462"/>
                <a:gd name="T61" fmla="*/ 60 h 480"/>
                <a:gd name="T62" fmla="*/ 444 w 462"/>
                <a:gd name="T63" fmla="*/ 98 h 480"/>
                <a:gd name="T64" fmla="*/ 462 w 462"/>
                <a:gd name="T65" fmla="*/ 134 h 480"/>
                <a:gd name="T66" fmla="*/ 430 w 462"/>
                <a:gd name="T67" fmla="*/ 158 h 480"/>
                <a:gd name="T68" fmla="*/ 402 w 462"/>
                <a:gd name="T69" fmla="*/ 182 h 480"/>
                <a:gd name="T70" fmla="*/ 336 w 462"/>
                <a:gd name="T71" fmla="*/ 188 h 480"/>
                <a:gd name="T72" fmla="*/ 292 w 462"/>
                <a:gd name="T73" fmla="*/ 192 h 480"/>
                <a:gd name="T74" fmla="*/ 284 w 462"/>
                <a:gd name="T75" fmla="*/ 218 h 480"/>
                <a:gd name="T76" fmla="*/ 288 w 462"/>
                <a:gd name="T77" fmla="*/ 236 h 480"/>
                <a:gd name="T78" fmla="*/ 284 w 462"/>
                <a:gd name="T79" fmla="*/ 276 h 480"/>
                <a:gd name="T80" fmla="*/ 304 w 462"/>
                <a:gd name="T81" fmla="*/ 296 h 480"/>
                <a:gd name="T82" fmla="*/ 362 w 462"/>
                <a:gd name="T83" fmla="*/ 364 h 480"/>
                <a:gd name="T84" fmla="*/ 372 w 462"/>
                <a:gd name="T85" fmla="*/ 400 h 48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62" h="480">
                  <a:moveTo>
                    <a:pt x="372" y="480"/>
                  </a:moveTo>
                  <a:lnTo>
                    <a:pt x="372" y="480"/>
                  </a:lnTo>
                  <a:lnTo>
                    <a:pt x="360" y="474"/>
                  </a:lnTo>
                  <a:lnTo>
                    <a:pt x="348" y="466"/>
                  </a:lnTo>
                  <a:lnTo>
                    <a:pt x="338" y="458"/>
                  </a:lnTo>
                  <a:lnTo>
                    <a:pt x="328" y="448"/>
                  </a:lnTo>
                  <a:lnTo>
                    <a:pt x="312" y="430"/>
                  </a:lnTo>
                  <a:lnTo>
                    <a:pt x="300" y="412"/>
                  </a:lnTo>
                  <a:lnTo>
                    <a:pt x="296" y="394"/>
                  </a:lnTo>
                  <a:lnTo>
                    <a:pt x="290" y="376"/>
                  </a:lnTo>
                  <a:lnTo>
                    <a:pt x="282" y="362"/>
                  </a:lnTo>
                  <a:lnTo>
                    <a:pt x="272" y="350"/>
                  </a:lnTo>
                  <a:lnTo>
                    <a:pt x="258" y="342"/>
                  </a:lnTo>
                  <a:lnTo>
                    <a:pt x="252" y="340"/>
                  </a:lnTo>
                  <a:lnTo>
                    <a:pt x="246" y="338"/>
                  </a:lnTo>
                  <a:lnTo>
                    <a:pt x="238" y="338"/>
                  </a:lnTo>
                  <a:lnTo>
                    <a:pt x="230" y="340"/>
                  </a:lnTo>
                  <a:lnTo>
                    <a:pt x="222" y="342"/>
                  </a:lnTo>
                  <a:lnTo>
                    <a:pt x="214" y="346"/>
                  </a:lnTo>
                  <a:lnTo>
                    <a:pt x="202" y="358"/>
                  </a:lnTo>
                  <a:lnTo>
                    <a:pt x="198" y="364"/>
                  </a:lnTo>
                  <a:lnTo>
                    <a:pt x="196" y="376"/>
                  </a:lnTo>
                  <a:lnTo>
                    <a:pt x="188" y="390"/>
                  </a:lnTo>
                  <a:lnTo>
                    <a:pt x="176" y="402"/>
                  </a:lnTo>
                  <a:lnTo>
                    <a:pt x="152" y="424"/>
                  </a:lnTo>
                  <a:lnTo>
                    <a:pt x="152" y="428"/>
                  </a:lnTo>
                  <a:lnTo>
                    <a:pt x="146" y="428"/>
                  </a:lnTo>
                  <a:lnTo>
                    <a:pt x="144" y="430"/>
                  </a:lnTo>
                  <a:lnTo>
                    <a:pt x="140" y="434"/>
                  </a:lnTo>
                  <a:lnTo>
                    <a:pt x="118" y="442"/>
                  </a:lnTo>
                  <a:lnTo>
                    <a:pt x="94" y="440"/>
                  </a:lnTo>
                  <a:lnTo>
                    <a:pt x="72" y="434"/>
                  </a:lnTo>
                  <a:lnTo>
                    <a:pt x="54" y="426"/>
                  </a:lnTo>
                  <a:lnTo>
                    <a:pt x="46" y="422"/>
                  </a:lnTo>
                  <a:lnTo>
                    <a:pt x="38" y="416"/>
                  </a:lnTo>
                  <a:lnTo>
                    <a:pt x="46" y="400"/>
                  </a:lnTo>
                  <a:lnTo>
                    <a:pt x="46" y="386"/>
                  </a:lnTo>
                  <a:lnTo>
                    <a:pt x="44" y="374"/>
                  </a:lnTo>
                  <a:lnTo>
                    <a:pt x="42" y="360"/>
                  </a:lnTo>
                  <a:lnTo>
                    <a:pt x="16" y="336"/>
                  </a:lnTo>
                  <a:lnTo>
                    <a:pt x="8" y="324"/>
                  </a:lnTo>
                  <a:lnTo>
                    <a:pt x="2" y="312"/>
                  </a:lnTo>
                  <a:lnTo>
                    <a:pt x="10" y="228"/>
                  </a:lnTo>
                  <a:lnTo>
                    <a:pt x="2" y="194"/>
                  </a:lnTo>
                  <a:lnTo>
                    <a:pt x="0" y="182"/>
                  </a:lnTo>
                  <a:lnTo>
                    <a:pt x="0" y="168"/>
                  </a:lnTo>
                  <a:lnTo>
                    <a:pt x="4" y="166"/>
                  </a:lnTo>
                  <a:lnTo>
                    <a:pt x="38" y="188"/>
                  </a:lnTo>
                  <a:lnTo>
                    <a:pt x="64" y="212"/>
                  </a:lnTo>
                  <a:lnTo>
                    <a:pt x="74" y="216"/>
                  </a:lnTo>
                  <a:lnTo>
                    <a:pt x="82" y="216"/>
                  </a:lnTo>
                  <a:lnTo>
                    <a:pt x="92" y="216"/>
                  </a:lnTo>
                  <a:lnTo>
                    <a:pt x="102" y="212"/>
                  </a:lnTo>
                  <a:lnTo>
                    <a:pt x="110" y="208"/>
                  </a:lnTo>
                  <a:lnTo>
                    <a:pt x="118" y="204"/>
                  </a:lnTo>
                  <a:lnTo>
                    <a:pt x="134" y="190"/>
                  </a:lnTo>
                  <a:lnTo>
                    <a:pt x="148" y="172"/>
                  </a:lnTo>
                  <a:lnTo>
                    <a:pt x="158" y="154"/>
                  </a:lnTo>
                  <a:lnTo>
                    <a:pt x="168" y="134"/>
                  </a:lnTo>
                  <a:lnTo>
                    <a:pt x="176" y="116"/>
                  </a:lnTo>
                  <a:lnTo>
                    <a:pt x="210" y="62"/>
                  </a:lnTo>
                  <a:lnTo>
                    <a:pt x="210" y="16"/>
                  </a:lnTo>
                  <a:lnTo>
                    <a:pt x="232" y="4"/>
                  </a:lnTo>
                  <a:lnTo>
                    <a:pt x="252" y="2"/>
                  </a:lnTo>
                  <a:lnTo>
                    <a:pt x="272" y="0"/>
                  </a:lnTo>
                  <a:lnTo>
                    <a:pt x="284" y="2"/>
                  </a:lnTo>
                  <a:lnTo>
                    <a:pt x="294" y="4"/>
                  </a:lnTo>
                  <a:lnTo>
                    <a:pt x="306" y="10"/>
                  </a:lnTo>
                  <a:lnTo>
                    <a:pt x="318" y="18"/>
                  </a:lnTo>
                  <a:lnTo>
                    <a:pt x="352" y="50"/>
                  </a:lnTo>
                  <a:lnTo>
                    <a:pt x="394" y="60"/>
                  </a:lnTo>
                  <a:lnTo>
                    <a:pt x="412" y="70"/>
                  </a:lnTo>
                  <a:lnTo>
                    <a:pt x="434" y="88"/>
                  </a:lnTo>
                  <a:lnTo>
                    <a:pt x="444" y="98"/>
                  </a:lnTo>
                  <a:lnTo>
                    <a:pt x="454" y="110"/>
                  </a:lnTo>
                  <a:lnTo>
                    <a:pt x="460" y="122"/>
                  </a:lnTo>
                  <a:lnTo>
                    <a:pt x="462" y="134"/>
                  </a:lnTo>
                  <a:lnTo>
                    <a:pt x="444" y="146"/>
                  </a:lnTo>
                  <a:lnTo>
                    <a:pt x="430" y="158"/>
                  </a:lnTo>
                  <a:lnTo>
                    <a:pt x="416" y="170"/>
                  </a:lnTo>
                  <a:lnTo>
                    <a:pt x="402" y="182"/>
                  </a:lnTo>
                  <a:lnTo>
                    <a:pt x="386" y="186"/>
                  </a:lnTo>
                  <a:lnTo>
                    <a:pt x="368" y="188"/>
                  </a:lnTo>
                  <a:lnTo>
                    <a:pt x="336" y="188"/>
                  </a:lnTo>
                  <a:lnTo>
                    <a:pt x="322" y="186"/>
                  </a:lnTo>
                  <a:lnTo>
                    <a:pt x="306" y="188"/>
                  </a:lnTo>
                  <a:lnTo>
                    <a:pt x="292" y="192"/>
                  </a:lnTo>
                  <a:lnTo>
                    <a:pt x="280" y="198"/>
                  </a:lnTo>
                  <a:lnTo>
                    <a:pt x="284" y="218"/>
                  </a:lnTo>
                  <a:lnTo>
                    <a:pt x="288" y="228"/>
                  </a:lnTo>
                  <a:lnTo>
                    <a:pt x="288" y="236"/>
                  </a:lnTo>
                  <a:lnTo>
                    <a:pt x="284" y="256"/>
                  </a:lnTo>
                  <a:lnTo>
                    <a:pt x="282" y="266"/>
                  </a:lnTo>
                  <a:lnTo>
                    <a:pt x="284" y="276"/>
                  </a:lnTo>
                  <a:lnTo>
                    <a:pt x="290" y="286"/>
                  </a:lnTo>
                  <a:lnTo>
                    <a:pt x="304" y="296"/>
                  </a:lnTo>
                  <a:lnTo>
                    <a:pt x="334" y="324"/>
                  </a:lnTo>
                  <a:lnTo>
                    <a:pt x="362" y="364"/>
                  </a:lnTo>
                  <a:lnTo>
                    <a:pt x="372" y="400"/>
                  </a:lnTo>
                  <a:lnTo>
                    <a:pt x="372" y="480"/>
                  </a:lnTo>
                  <a:close/>
                </a:path>
              </a:pathLst>
            </a:custGeom>
            <a:solidFill>
              <a:srgbClr val="023FA1"/>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3" name="Freeform 23"/>
            <p:cNvSpPr/>
            <p:nvPr/>
          </p:nvSpPr>
          <p:spPr bwMode="auto">
            <a:xfrm>
              <a:off x="5606722" y="4193071"/>
              <a:ext cx="793377" cy="490337"/>
            </a:xfrm>
            <a:custGeom>
              <a:avLst/>
              <a:gdLst>
                <a:gd name="T0" fmla="*/ 72 w 754"/>
                <a:gd name="T1" fmla="*/ 452 h 466"/>
                <a:gd name="T2" fmla="*/ 4 w 754"/>
                <a:gd name="T3" fmla="*/ 380 h 466"/>
                <a:gd name="T4" fmla="*/ 2 w 754"/>
                <a:gd name="T5" fmla="*/ 362 h 466"/>
                <a:gd name="T6" fmla="*/ 6 w 754"/>
                <a:gd name="T7" fmla="*/ 348 h 466"/>
                <a:gd name="T8" fmla="*/ 0 w 754"/>
                <a:gd name="T9" fmla="*/ 310 h 466"/>
                <a:gd name="T10" fmla="*/ 18 w 754"/>
                <a:gd name="T11" fmla="*/ 304 h 466"/>
                <a:gd name="T12" fmla="*/ 96 w 754"/>
                <a:gd name="T13" fmla="*/ 304 h 466"/>
                <a:gd name="T14" fmla="*/ 138 w 754"/>
                <a:gd name="T15" fmla="*/ 276 h 466"/>
                <a:gd name="T16" fmla="*/ 178 w 754"/>
                <a:gd name="T17" fmla="*/ 244 h 466"/>
                <a:gd name="T18" fmla="*/ 180 w 754"/>
                <a:gd name="T19" fmla="*/ 226 h 466"/>
                <a:gd name="T20" fmla="*/ 126 w 754"/>
                <a:gd name="T21" fmla="*/ 166 h 466"/>
                <a:gd name="T22" fmla="*/ 100 w 754"/>
                <a:gd name="T23" fmla="*/ 144 h 466"/>
                <a:gd name="T24" fmla="*/ 98 w 754"/>
                <a:gd name="T25" fmla="*/ 96 h 466"/>
                <a:gd name="T26" fmla="*/ 136 w 754"/>
                <a:gd name="T27" fmla="*/ 66 h 466"/>
                <a:gd name="T28" fmla="*/ 146 w 754"/>
                <a:gd name="T29" fmla="*/ 54 h 466"/>
                <a:gd name="T30" fmla="*/ 140 w 754"/>
                <a:gd name="T31" fmla="*/ 30 h 466"/>
                <a:gd name="T32" fmla="*/ 118 w 754"/>
                <a:gd name="T33" fmla="*/ 10 h 466"/>
                <a:gd name="T34" fmla="*/ 108 w 754"/>
                <a:gd name="T35" fmla="*/ 0 h 466"/>
                <a:gd name="T36" fmla="*/ 234 w 754"/>
                <a:gd name="T37" fmla="*/ 6 h 466"/>
                <a:gd name="T38" fmla="*/ 246 w 754"/>
                <a:gd name="T39" fmla="*/ 22 h 466"/>
                <a:gd name="T40" fmla="*/ 276 w 754"/>
                <a:gd name="T41" fmla="*/ 46 h 466"/>
                <a:gd name="T42" fmla="*/ 314 w 754"/>
                <a:gd name="T43" fmla="*/ 62 h 466"/>
                <a:gd name="T44" fmla="*/ 338 w 754"/>
                <a:gd name="T45" fmla="*/ 72 h 466"/>
                <a:gd name="T46" fmla="*/ 494 w 754"/>
                <a:gd name="T47" fmla="*/ 100 h 466"/>
                <a:gd name="T48" fmla="*/ 504 w 754"/>
                <a:gd name="T49" fmla="*/ 116 h 466"/>
                <a:gd name="T50" fmla="*/ 524 w 754"/>
                <a:gd name="T51" fmla="*/ 136 h 466"/>
                <a:gd name="T52" fmla="*/ 618 w 754"/>
                <a:gd name="T53" fmla="*/ 158 h 466"/>
                <a:gd name="T54" fmla="*/ 626 w 754"/>
                <a:gd name="T55" fmla="*/ 160 h 466"/>
                <a:gd name="T56" fmla="*/ 660 w 754"/>
                <a:gd name="T57" fmla="*/ 164 h 466"/>
                <a:gd name="T58" fmla="*/ 670 w 754"/>
                <a:gd name="T59" fmla="*/ 174 h 466"/>
                <a:gd name="T60" fmla="*/ 684 w 754"/>
                <a:gd name="T61" fmla="*/ 192 h 466"/>
                <a:gd name="T62" fmla="*/ 702 w 754"/>
                <a:gd name="T63" fmla="*/ 196 h 466"/>
                <a:gd name="T64" fmla="*/ 718 w 754"/>
                <a:gd name="T65" fmla="*/ 208 h 466"/>
                <a:gd name="T66" fmla="*/ 708 w 754"/>
                <a:gd name="T67" fmla="*/ 228 h 466"/>
                <a:gd name="T68" fmla="*/ 702 w 754"/>
                <a:gd name="T69" fmla="*/ 250 h 466"/>
                <a:gd name="T70" fmla="*/ 724 w 754"/>
                <a:gd name="T71" fmla="*/ 274 h 466"/>
                <a:gd name="T72" fmla="*/ 732 w 754"/>
                <a:gd name="T73" fmla="*/ 298 h 466"/>
                <a:gd name="T74" fmla="*/ 740 w 754"/>
                <a:gd name="T75" fmla="*/ 320 h 466"/>
                <a:gd name="T76" fmla="*/ 754 w 754"/>
                <a:gd name="T77" fmla="*/ 330 h 466"/>
                <a:gd name="T78" fmla="*/ 734 w 754"/>
                <a:gd name="T79" fmla="*/ 338 h 466"/>
                <a:gd name="T80" fmla="*/ 692 w 754"/>
                <a:gd name="T81" fmla="*/ 354 h 466"/>
                <a:gd name="T82" fmla="*/ 640 w 754"/>
                <a:gd name="T83" fmla="*/ 392 h 466"/>
                <a:gd name="T84" fmla="*/ 616 w 754"/>
                <a:gd name="T85" fmla="*/ 414 h 466"/>
                <a:gd name="T86" fmla="*/ 582 w 754"/>
                <a:gd name="T87" fmla="*/ 424 h 466"/>
                <a:gd name="T88" fmla="*/ 562 w 754"/>
                <a:gd name="T89" fmla="*/ 434 h 466"/>
                <a:gd name="T90" fmla="*/ 544 w 754"/>
                <a:gd name="T91" fmla="*/ 448 h 466"/>
                <a:gd name="T92" fmla="*/ 512 w 754"/>
                <a:gd name="T93" fmla="*/ 422 h 466"/>
                <a:gd name="T94" fmla="*/ 482 w 754"/>
                <a:gd name="T95" fmla="*/ 408 h 466"/>
                <a:gd name="T96" fmla="*/ 450 w 754"/>
                <a:gd name="T97" fmla="*/ 380 h 466"/>
                <a:gd name="T98" fmla="*/ 426 w 754"/>
                <a:gd name="T99" fmla="*/ 384 h 466"/>
                <a:gd name="T100" fmla="*/ 410 w 754"/>
                <a:gd name="T101" fmla="*/ 404 h 466"/>
                <a:gd name="T102" fmla="*/ 358 w 754"/>
                <a:gd name="T103" fmla="*/ 392 h 466"/>
                <a:gd name="T104" fmla="*/ 286 w 754"/>
                <a:gd name="T105" fmla="*/ 352 h 466"/>
                <a:gd name="T106" fmla="*/ 252 w 754"/>
                <a:gd name="T107" fmla="*/ 346 h 466"/>
                <a:gd name="T108" fmla="*/ 200 w 754"/>
                <a:gd name="T109" fmla="*/ 338 h 466"/>
                <a:gd name="T110" fmla="*/ 184 w 754"/>
                <a:gd name="T111" fmla="*/ 350 h 466"/>
                <a:gd name="T112" fmla="*/ 202 w 754"/>
                <a:gd name="T113" fmla="*/ 380 h 466"/>
                <a:gd name="T114" fmla="*/ 196 w 754"/>
                <a:gd name="T115" fmla="*/ 392 h 466"/>
                <a:gd name="T116" fmla="*/ 164 w 754"/>
                <a:gd name="T117" fmla="*/ 390 h 466"/>
                <a:gd name="T118" fmla="*/ 128 w 754"/>
                <a:gd name="T119" fmla="*/ 406 h 466"/>
                <a:gd name="T120" fmla="*/ 96 w 754"/>
                <a:gd name="T121" fmla="*/ 454 h 466"/>
                <a:gd name="T122" fmla="*/ 80 w 754"/>
                <a:gd name="T123" fmla="*/ 466 h 4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54" h="466">
                  <a:moveTo>
                    <a:pt x="80" y="466"/>
                  </a:moveTo>
                  <a:lnTo>
                    <a:pt x="80" y="466"/>
                  </a:lnTo>
                  <a:lnTo>
                    <a:pt x="72" y="452"/>
                  </a:lnTo>
                  <a:lnTo>
                    <a:pt x="64" y="440"/>
                  </a:lnTo>
                  <a:lnTo>
                    <a:pt x="44" y="418"/>
                  </a:lnTo>
                  <a:lnTo>
                    <a:pt x="4" y="380"/>
                  </a:lnTo>
                  <a:lnTo>
                    <a:pt x="2" y="368"/>
                  </a:lnTo>
                  <a:lnTo>
                    <a:pt x="2" y="362"/>
                  </a:lnTo>
                  <a:lnTo>
                    <a:pt x="4" y="356"/>
                  </a:lnTo>
                  <a:lnTo>
                    <a:pt x="6" y="348"/>
                  </a:lnTo>
                  <a:lnTo>
                    <a:pt x="8" y="328"/>
                  </a:lnTo>
                  <a:lnTo>
                    <a:pt x="0" y="310"/>
                  </a:lnTo>
                  <a:lnTo>
                    <a:pt x="6" y="306"/>
                  </a:lnTo>
                  <a:lnTo>
                    <a:pt x="18" y="304"/>
                  </a:lnTo>
                  <a:lnTo>
                    <a:pt x="44" y="302"/>
                  </a:lnTo>
                  <a:lnTo>
                    <a:pt x="96" y="304"/>
                  </a:lnTo>
                  <a:lnTo>
                    <a:pt x="112" y="298"/>
                  </a:lnTo>
                  <a:lnTo>
                    <a:pt x="126" y="288"/>
                  </a:lnTo>
                  <a:lnTo>
                    <a:pt x="138" y="276"/>
                  </a:lnTo>
                  <a:lnTo>
                    <a:pt x="152" y="264"/>
                  </a:lnTo>
                  <a:lnTo>
                    <a:pt x="178" y="244"/>
                  </a:lnTo>
                  <a:lnTo>
                    <a:pt x="180" y="226"/>
                  </a:lnTo>
                  <a:lnTo>
                    <a:pt x="162" y="200"/>
                  </a:lnTo>
                  <a:lnTo>
                    <a:pt x="144" y="182"/>
                  </a:lnTo>
                  <a:lnTo>
                    <a:pt x="126" y="166"/>
                  </a:lnTo>
                  <a:lnTo>
                    <a:pt x="106" y="156"/>
                  </a:lnTo>
                  <a:lnTo>
                    <a:pt x="100" y="144"/>
                  </a:lnTo>
                  <a:lnTo>
                    <a:pt x="98" y="96"/>
                  </a:lnTo>
                  <a:lnTo>
                    <a:pt x="114" y="80"/>
                  </a:lnTo>
                  <a:lnTo>
                    <a:pt x="124" y="72"/>
                  </a:lnTo>
                  <a:lnTo>
                    <a:pt x="136" y="66"/>
                  </a:lnTo>
                  <a:lnTo>
                    <a:pt x="142" y="60"/>
                  </a:lnTo>
                  <a:lnTo>
                    <a:pt x="146" y="54"/>
                  </a:lnTo>
                  <a:lnTo>
                    <a:pt x="146" y="48"/>
                  </a:lnTo>
                  <a:lnTo>
                    <a:pt x="146" y="42"/>
                  </a:lnTo>
                  <a:lnTo>
                    <a:pt x="140" y="30"/>
                  </a:lnTo>
                  <a:lnTo>
                    <a:pt x="134" y="22"/>
                  </a:lnTo>
                  <a:lnTo>
                    <a:pt x="118" y="10"/>
                  </a:lnTo>
                  <a:lnTo>
                    <a:pt x="112" y="6"/>
                  </a:lnTo>
                  <a:lnTo>
                    <a:pt x="108" y="0"/>
                  </a:lnTo>
                  <a:lnTo>
                    <a:pt x="196" y="0"/>
                  </a:lnTo>
                  <a:lnTo>
                    <a:pt x="234" y="6"/>
                  </a:lnTo>
                  <a:lnTo>
                    <a:pt x="238" y="14"/>
                  </a:lnTo>
                  <a:lnTo>
                    <a:pt x="246" y="22"/>
                  </a:lnTo>
                  <a:lnTo>
                    <a:pt x="254" y="30"/>
                  </a:lnTo>
                  <a:lnTo>
                    <a:pt x="264" y="38"/>
                  </a:lnTo>
                  <a:lnTo>
                    <a:pt x="276" y="46"/>
                  </a:lnTo>
                  <a:lnTo>
                    <a:pt x="288" y="52"/>
                  </a:lnTo>
                  <a:lnTo>
                    <a:pt x="300" y="58"/>
                  </a:lnTo>
                  <a:lnTo>
                    <a:pt x="314" y="62"/>
                  </a:lnTo>
                  <a:lnTo>
                    <a:pt x="338" y="72"/>
                  </a:lnTo>
                  <a:lnTo>
                    <a:pt x="456" y="74"/>
                  </a:lnTo>
                  <a:lnTo>
                    <a:pt x="494" y="100"/>
                  </a:lnTo>
                  <a:lnTo>
                    <a:pt x="498" y="108"/>
                  </a:lnTo>
                  <a:lnTo>
                    <a:pt x="504" y="116"/>
                  </a:lnTo>
                  <a:lnTo>
                    <a:pt x="512" y="126"/>
                  </a:lnTo>
                  <a:lnTo>
                    <a:pt x="524" y="136"/>
                  </a:lnTo>
                  <a:lnTo>
                    <a:pt x="578" y="140"/>
                  </a:lnTo>
                  <a:lnTo>
                    <a:pt x="618" y="158"/>
                  </a:lnTo>
                  <a:lnTo>
                    <a:pt x="622" y="160"/>
                  </a:lnTo>
                  <a:lnTo>
                    <a:pt x="626" y="160"/>
                  </a:lnTo>
                  <a:lnTo>
                    <a:pt x="638" y="160"/>
                  </a:lnTo>
                  <a:lnTo>
                    <a:pt x="652" y="162"/>
                  </a:lnTo>
                  <a:lnTo>
                    <a:pt x="660" y="164"/>
                  </a:lnTo>
                  <a:lnTo>
                    <a:pt x="668" y="170"/>
                  </a:lnTo>
                  <a:lnTo>
                    <a:pt x="670" y="174"/>
                  </a:lnTo>
                  <a:lnTo>
                    <a:pt x="672" y="180"/>
                  </a:lnTo>
                  <a:lnTo>
                    <a:pt x="676" y="186"/>
                  </a:lnTo>
                  <a:lnTo>
                    <a:pt x="684" y="192"/>
                  </a:lnTo>
                  <a:lnTo>
                    <a:pt x="690" y="194"/>
                  </a:lnTo>
                  <a:lnTo>
                    <a:pt x="702" y="196"/>
                  </a:lnTo>
                  <a:lnTo>
                    <a:pt x="710" y="198"/>
                  </a:lnTo>
                  <a:lnTo>
                    <a:pt x="714" y="202"/>
                  </a:lnTo>
                  <a:lnTo>
                    <a:pt x="718" y="208"/>
                  </a:lnTo>
                  <a:lnTo>
                    <a:pt x="720" y="214"/>
                  </a:lnTo>
                  <a:lnTo>
                    <a:pt x="708" y="228"/>
                  </a:lnTo>
                  <a:lnTo>
                    <a:pt x="706" y="236"/>
                  </a:lnTo>
                  <a:lnTo>
                    <a:pt x="702" y="250"/>
                  </a:lnTo>
                  <a:lnTo>
                    <a:pt x="708" y="256"/>
                  </a:lnTo>
                  <a:lnTo>
                    <a:pt x="716" y="264"/>
                  </a:lnTo>
                  <a:lnTo>
                    <a:pt x="724" y="274"/>
                  </a:lnTo>
                  <a:lnTo>
                    <a:pt x="732" y="290"/>
                  </a:lnTo>
                  <a:lnTo>
                    <a:pt x="732" y="298"/>
                  </a:lnTo>
                  <a:lnTo>
                    <a:pt x="734" y="310"/>
                  </a:lnTo>
                  <a:lnTo>
                    <a:pt x="736" y="316"/>
                  </a:lnTo>
                  <a:lnTo>
                    <a:pt x="740" y="320"/>
                  </a:lnTo>
                  <a:lnTo>
                    <a:pt x="746" y="326"/>
                  </a:lnTo>
                  <a:lnTo>
                    <a:pt x="754" y="330"/>
                  </a:lnTo>
                  <a:lnTo>
                    <a:pt x="754" y="334"/>
                  </a:lnTo>
                  <a:lnTo>
                    <a:pt x="734" y="338"/>
                  </a:lnTo>
                  <a:lnTo>
                    <a:pt x="718" y="342"/>
                  </a:lnTo>
                  <a:lnTo>
                    <a:pt x="704" y="348"/>
                  </a:lnTo>
                  <a:lnTo>
                    <a:pt x="692" y="354"/>
                  </a:lnTo>
                  <a:lnTo>
                    <a:pt x="670" y="372"/>
                  </a:lnTo>
                  <a:lnTo>
                    <a:pt x="640" y="392"/>
                  </a:lnTo>
                  <a:lnTo>
                    <a:pt x="634" y="396"/>
                  </a:lnTo>
                  <a:lnTo>
                    <a:pt x="626" y="400"/>
                  </a:lnTo>
                  <a:lnTo>
                    <a:pt x="616" y="414"/>
                  </a:lnTo>
                  <a:lnTo>
                    <a:pt x="598" y="420"/>
                  </a:lnTo>
                  <a:lnTo>
                    <a:pt x="582" y="424"/>
                  </a:lnTo>
                  <a:lnTo>
                    <a:pt x="576" y="426"/>
                  </a:lnTo>
                  <a:lnTo>
                    <a:pt x="570" y="430"/>
                  </a:lnTo>
                  <a:lnTo>
                    <a:pt x="562" y="434"/>
                  </a:lnTo>
                  <a:lnTo>
                    <a:pt x="556" y="442"/>
                  </a:lnTo>
                  <a:lnTo>
                    <a:pt x="544" y="448"/>
                  </a:lnTo>
                  <a:lnTo>
                    <a:pt x="512" y="422"/>
                  </a:lnTo>
                  <a:lnTo>
                    <a:pt x="500" y="418"/>
                  </a:lnTo>
                  <a:lnTo>
                    <a:pt x="490" y="414"/>
                  </a:lnTo>
                  <a:lnTo>
                    <a:pt x="482" y="408"/>
                  </a:lnTo>
                  <a:lnTo>
                    <a:pt x="474" y="402"/>
                  </a:lnTo>
                  <a:lnTo>
                    <a:pt x="462" y="390"/>
                  </a:lnTo>
                  <a:lnTo>
                    <a:pt x="450" y="380"/>
                  </a:lnTo>
                  <a:lnTo>
                    <a:pt x="434" y="382"/>
                  </a:lnTo>
                  <a:lnTo>
                    <a:pt x="426" y="384"/>
                  </a:lnTo>
                  <a:lnTo>
                    <a:pt x="420" y="392"/>
                  </a:lnTo>
                  <a:lnTo>
                    <a:pt x="410" y="404"/>
                  </a:lnTo>
                  <a:lnTo>
                    <a:pt x="392" y="402"/>
                  </a:lnTo>
                  <a:lnTo>
                    <a:pt x="374" y="398"/>
                  </a:lnTo>
                  <a:lnTo>
                    <a:pt x="358" y="392"/>
                  </a:lnTo>
                  <a:lnTo>
                    <a:pt x="342" y="384"/>
                  </a:lnTo>
                  <a:lnTo>
                    <a:pt x="312" y="366"/>
                  </a:lnTo>
                  <a:lnTo>
                    <a:pt x="286" y="352"/>
                  </a:lnTo>
                  <a:lnTo>
                    <a:pt x="268" y="348"/>
                  </a:lnTo>
                  <a:lnTo>
                    <a:pt x="252" y="346"/>
                  </a:lnTo>
                  <a:lnTo>
                    <a:pt x="228" y="338"/>
                  </a:lnTo>
                  <a:lnTo>
                    <a:pt x="200" y="338"/>
                  </a:lnTo>
                  <a:lnTo>
                    <a:pt x="192" y="342"/>
                  </a:lnTo>
                  <a:lnTo>
                    <a:pt x="186" y="344"/>
                  </a:lnTo>
                  <a:lnTo>
                    <a:pt x="184" y="350"/>
                  </a:lnTo>
                  <a:lnTo>
                    <a:pt x="186" y="358"/>
                  </a:lnTo>
                  <a:lnTo>
                    <a:pt x="192" y="368"/>
                  </a:lnTo>
                  <a:lnTo>
                    <a:pt x="202" y="380"/>
                  </a:lnTo>
                  <a:lnTo>
                    <a:pt x="196" y="392"/>
                  </a:lnTo>
                  <a:lnTo>
                    <a:pt x="182" y="390"/>
                  </a:lnTo>
                  <a:lnTo>
                    <a:pt x="164" y="390"/>
                  </a:lnTo>
                  <a:lnTo>
                    <a:pt x="150" y="394"/>
                  </a:lnTo>
                  <a:lnTo>
                    <a:pt x="138" y="398"/>
                  </a:lnTo>
                  <a:lnTo>
                    <a:pt x="128" y="406"/>
                  </a:lnTo>
                  <a:lnTo>
                    <a:pt x="118" y="414"/>
                  </a:lnTo>
                  <a:lnTo>
                    <a:pt x="112" y="426"/>
                  </a:lnTo>
                  <a:lnTo>
                    <a:pt x="96" y="454"/>
                  </a:lnTo>
                  <a:lnTo>
                    <a:pt x="88" y="460"/>
                  </a:lnTo>
                  <a:lnTo>
                    <a:pt x="80" y="466"/>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4" name="Freeform 24"/>
            <p:cNvSpPr/>
            <p:nvPr/>
          </p:nvSpPr>
          <p:spPr bwMode="auto">
            <a:xfrm>
              <a:off x="6259101" y="3963686"/>
              <a:ext cx="490337" cy="603977"/>
            </a:xfrm>
            <a:custGeom>
              <a:avLst/>
              <a:gdLst>
                <a:gd name="T0" fmla="*/ 212 w 466"/>
                <a:gd name="T1" fmla="*/ 570 h 574"/>
                <a:gd name="T2" fmla="*/ 202 w 466"/>
                <a:gd name="T3" fmla="*/ 516 h 574"/>
                <a:gd name="T4" fmla="*/ 166 w 466"/>
                <a:gd name="T5" fmla="*/ 522 h 574"/>
                <a:gd name="T6" fmla="*/ 148 w 466"/>
                <a:gd name="T7" fmla="*/ 546 h 574"/>
                <a:gd name="T8" fmla="*/ 140 w 466"/>
                <a:gd name="T9" fmla="*/ 538 h 574"/>
                <a:gd name="T10" fmla="*/ 122 w 466"/>
                <a:gd name="T11" fmla="*/ 520 h 574"/>
                <a:gd name="T12" fmla="*/ 114 w 466"/>
                <a:gd name="T13" fmla="*/ 490 h 574"/>
                <a:gd name="T14" fmla="*/ 102 w 466"/>
                <a:gd name="T15" fmla="*/ 470 h 574"/>
                <a:gd name="T16" fmla="*/ 100 w 466"/>
                <a:gd name="T17" fmla="*/ 446 h 574"/>
                <a:gd name="T18" fmla="*/ 106 w 466"/>
                <a:gd name="T19" fmla="*/ 416 h 574"/>
                <a:gd name="T20" fmla="*/ 68 w 466"/>
                <a:gd name="T21" fmla="*/ 398 h 574"/>
                <a:gd name="T22" fmla="*/ 58 w 466"/>
                <a:gd name="T23" fmla="*/ 380 h 574"/>
                <a:gd name="T24" fmla="*/ 56 w 466"/>
                <a:gd name="T25" fmla="*/ 366 h 574"/>
                <a:gd name="T26" fmla="*/ 86 w 466"/>
                <a:gd name="T27" fmla="*/ 346 h 574"/>
                <a:gd name="T28" fmla="*/ 96 w 466"/>
                <a:gd name="T29" fmla="*/ 284 h 574"/>
                <a:gd name="T30" fmla="*/ 78 w 466"/>
                <a:gd name="T31" fmla="*/ 252 h 574"/>
                <a:gd name="T32" fmla="*/ 48 w 466"/>
                <a:gd name="T33" fmla="*/ 262 h 574"/>
                <a:gd name="T34" fmla="*/ 30 w 466"/>
                <a:gd name="T35" fmla="*/ 252 h 574"/>
                <a:gd name="T36" fmla="*/ 0 w 466"/>
                <a:gd name="T37" fmla="*/ 202 h 574"/>
                <a:gd name="T38" fmla="*/ 10 w 466"/>
                <a:gd name="T39" fmla="*/ 180 h 574"/>
                <a:gd name="T40" fmla="*/ 42 w 466"/>
                <a:gd name="T41" fmla="*/ 148 h 574"/>
                <a:gd name="T42" fmla="*/ 44 w 466"/>
                <a:gd name="T43" fmla="*/ 72 h 574"/>
                <a:gd name="T44" fmla="*/ 58 w 466"/>
                <a:gd name="T45" fmla="*/ 74 h 574"/>
                <a:gd name="T46" fmla="*/ 76 w 466"/>
                <a:gd name="T47" fmla="*/ 110 h 574"/>
                <a:gd name="T48" fmla="*/ 110 w 466"/>
                <a:gd name="T49" fmla="*/ 120 h 574"/>
                <a:gd name="T50" fmla="*/ 126 w 466"/>
                <a:gd name="T51" fmla="*/ 80 h 574"/>
                <a:gd name="T52" fmla="*/ 134 w 466"/>
                <a:gd name="T53" fmla="*/ 54 h 574"/>
                <a:gd name="T54" fmla="*/ 102 w 466"/>
                <a:gd name="T55" fmla="*/ 6 h 574"/>
                <a:gd name="T56" fmla="*/ 118 w 466"/>
                <a:gd name="T57" fmla="*/ 0 h 574"/>
                <a:gd name="T58" fmla="*/ 150 w 466"/>
                <a:gd name="T59" fmla="*/ 40 h 574"/>
                <a:gd name="T60" fmla="*/ 176 w 466"/>
                <a:gd name="T61" fmla="*/ 80 h 574"/>
                <a:gd name="T62" fmla="*/ 264 w 466"/>
                <a:gd name="T63" fmla="*/ 106 h 574"/>
                <a:gd name="T64" fmla="*/ 294 w 466"/>
                <a:gd name="T65" fmla="*/ 174 h 574"/>
                <a:gd name="T66" fmla="*/ 318 w 466"/>
                <a:gd name="T67" fmla="*/ 202 h 574"/>
                <a:gd name="T68" fmla="*/ 358 w 466"/>
                <a:gd name="T69" fmla="*/ 194 h 574"/>
                <a:gd name="T70" fmla="*/ 362 w 466"/>
                <a:gd name="T71" fmla="*/ 180 h 574"/>
                <a:gd name="T72" fmla="*/ 388 w 466"/>
                <a:gd name="T73" fmla="*/ 194 h 574"/>
                <a:gd name="T74" fmla="*/ 382 w 466"/>
                <a:gd name="T75" fmla="*/ 224 h 574"/>
                <a:gd name="T76" fmla="*/ 338 w 466"/>
                <a:gd name="T77" fmla="*/ 250 h 574"/>
                <a:gd name="T78" fmla="*/ 330 w 466"/>
                <a:gd name="T79" fmla="*/ 280 h 574"/>
                <a:gd name="T80" fmla="*/ 326 w 466"/>
                <a:gd name="T81" fmla="*/ 302 h 574"/>
                <a:gd name="T82" fmla="*/ 380 w 466"/>
                <a:gd name="T83" fmla="*/ 346 h 574"/>
                <a:gd name="T84" fmla="*/ 392 w 466"/>
                <a:gd name="T85" fmla="*/ 360 h 574"/>
                <a:gd name="T86" fmla="*/ 456 w 466"/>
                <a:gd name="T87" fmla="*/ 378 h 574"/>
                <a:gd name="T88" fmla="*/ 466 w 466"/>
                <a:gd name="T89" fmla="*/ 402 h 574"/>
                <a:gd name="T90" fmla="*/ 426 w 466"/>
                <a:gd name="T91" fmla="*/ 420 h 574"/>
                <a:gd name="T92" fmla="*/ 416 w 466"/>
                <a:gd name="T93" fmla="*/ 440 h 574"/>
                <a:gd name="T94" fmla="*/ 420 w 466"/>
                <a:gd name="T95" fmla="*/ 460 h 574"/>
                <a:gd name="T96" fmla="*/ 400 w 466"/>
                <a:gd name="T97" fmla="*/ 522 h 574"/>
                <a:gd name="T98" fmla="*/ 378 w 466"/>
                <a:gd name="T99" fmla="*/ 546 h 574"/>
                <a:gd name="T100" fmla="*/ 330 w 466"/>
                <a:gd name="T101" fmla="*/ 560 h 574"/>
                <a:gd name="T102" fmla="*/ 278 w 466"/>
                <a:gd name="T103" fmla="*/ 566 h 574"/>
                <a:gd name="T104" fmla="*/ 256 w 466"/>
                <a:gd name="T105" fmla="*/ 536 h 574"/>
                <a:gd name="T106" fmla="*/ 238 w 466"/>
                <a:gd name="T107" fmla="*/ 532 h 574"/>
                <a:gd name="T108" fmla="*/ 226 w 466"/>
                <a:gd name="T109" fmla="*/ 574 h 5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66" h="574">
                  <a:moveTo>
                    <a:pt x="216" y="574"/>
                  </a:moveTo>
                  <a:lnTo>
                    <a:pt x="216" y="574"/>
                  </a:lnTo>
                  <a:lnTo>
                    <a:pt x="212" y="570"/>
                  </a:lnTo>
                  <a:lnTo>
                    <a:pt x="212" y="524"/>
                  </a:lnTo>
                  <a:lnTo>
                    <a:pt x="202" y="516"/>
                  </a:lnTo>
                  <a:lnTo>
                    <a:pt x="182" y="516"/>
                  </a:lnTo>
                  <a:lnTo>
                    <a:pt x="176" y="518"/>
                  </a:lnTo>
                  <a:lnTo>
                    <a:pt x="170" y="520"/>
                  </a:lnTo>
                  <a:lnTo>
                    <a:pt x="166" y="522"/>
                  </a:lnTo>
                  <a:lnTo>
                    <a:pt x="162" y="528"/>
                  </a:lnTo>
                  <a:lnTo>
                    <a:pt x="154" y="542"/>
                  </a:lnTo>
                  <a:lnTo>
                    <a:pt x="148" y="546"/>
                  </a:lnTo>
                  <a:lnTo>
                    <a:pt x="144" y="548"/>
                  </a:lnTo>
                  <a:lnTo>
                    <a:pt x="142" y="542"/>
                  </a:lnTo>
                  <a:lnTo>
                    <a:pt x="140" y="538"/>
                  </a:lnTo>
                  <a:lnTo>
                    <a:pt x="130" y="532"/>
                  </a:lnTo>
                  <a:lnTo>
                    <a:pt x="122" y="520"/>
                  </a:lnTo>
                  <a:lnTo>
                    <a:pt x="122" y="510"/>
                  </a:lnTo>
                  <a:lnTo>
                    <a:pt x="120" y="502"/>
                  </a:lnTo>
                  <a:lnTo>
                    <a:pt x="118" y="494"/>
                  </a:lnTo>
                  <a:lnTo>
                    <a:pt x="114" y="490"/>
                  </a:lnTo>
                  <a:lnTo>
                    <a:pt x="108" y="480"/>
                  </a:lnTo>
                  <a:lnTo>
                    <a:pt x="104" y="476"/>
                  </a:lnTo>
                  <a:lnTo>
                    <a:pt x="102" y="470"/>
                  </a:lnTo>
                  <a:lnTo>
                    <a:pt x="94" y="462"/>
                  </a:lnTo>
                  <a:lnTo>
                    <a:pt x="94" y="452"/>
                  </a:lnTo>
                  <a:lnTo>
                    <a:pt x="100" y="446"/>
                  </a:lnTo>
                  <a:lnTo>
                    <a:pt x="112" y="436"/>
                  </a:lnTo>
                  <a:lnTo>
                    <a:pt x="110" y="424"/>
                  </a:lnTo>
                  <a:lnTo>
                    <a:pt x="106" y="416"/>
                  </a:lnTo>
                  <a:lnTo>
                    <a:pt x="100" y="410"/>
                  </a:lnTo>
                  <a:lnTo>
                    <a:pt x="92" y="406"/>
                  </a:lnTo>
                  <a:lnTo>
                    <a:pt x="74" y="400"/>
                  </a:lnTo>
                  <a:lnTo>
                    <a:pt x="68" y="398"/>
                  </a:lnTo>
                  <a:lnTo>
                    <a:pt x="60" y="394"/>
                  </a:lnTo>
                  <a:lnTo>
                    <a:pt x="58" y="380"/>
                  </a:lnTo>
                  <a:lnTo>
                    <a:pt x="54" y="376"/>
                  </a:lnTo>
                  <a:lnTo>
                    <a:pt x="54" y="370"/>
                  </a:lnTo>
                  <a:lnTo>
                    <a:pt x="56" y="366"/>
                  </a:lnTo>
                  <a:lnTo>
                    <a:pt x="64" y="356"/>
                  </a:lnTo>
                  <a:lnTo>
                    <a:pt x="74" y="350"/>
                  </a:lnTo>
                  <a:lnTo>
                    <a:pt x="86" y="346"/>
                  </a:lnTo>
                  <a:lnTo>
                    <a:pt x="102" y="326"/>
                  </a:lnTo>
                  <a:lnTo>
                    <a:pt x="100" y="304"/>
                  </a:lnTo>
                  <a:lnTo>
                    <a:pt x="96" y="284"/>
                  </a:lnTo>
                  <a:lnTo>
                    <a:pt x="88" y="266"/>
                  </a:lnTo>
                  <a:lnTo>
                    <a:pt x="84" y="260"/>
                  </a:lnTo>
                  <a:lnTo>
                    <a:pt x="78" y="252"/>
                  </a:lnTo>
                  <a:lnTo>
                    <a:pt x="56" y="252"/>
                  </a:lnTo>
                  <a:lnTo>
                    <a:pt x="48" y="262"/>
                  </a:lnTo>
                  <a:lnTo>
                    <a:pt x="40" y="264"/>
                  </a:lnTo>
                  <a:lnTo>
                    <a:pt x="34" y="258"/>
                  </a:lnTo>
                  <a:lnTo>
                    <a:pt x="30" y="252"/>
                  </a:lnTo>
                  <a:lnTo>
                    <a:pt x="24" y="238"/>
                  </a:lnTo>
                  <a:lnTo>
                    <a:pt x="20" y="216"/>
                  </a:lnTo>
                  <a:lnTo>
                    <a:pt x="0" y="202"/>
                  </a:lnTo>
                  <a:lnTo>
                    <a:pt x="2" y="194"/>
                  </a:lnTo>
                  <a:lnTo>
                    <a:pt x="6" y="186"/>
                  </a:lnTo>
                  <a:lnTo>
                    <a:pt x="10" y="180"/>
                  </a:lnTo>
                  <a:lnTo>
                    <a:pt x="16" y="172"/>
                  </a:lnTo>
                  <a:lnTo>
                    <a:pt x="30" y="160"/>
                  </a:lnTo>
                  <a:lnTo>
                    <a:pt x="42" y="148"/>
                  </a:lnTo>
                  <a:lnTo>
                    <a:pt x="46" y="128"/>
                  </a:lnTo>
                  <a:lnTo>
                    <a:pt x="46" y="108"/>
                  </a:lnTo>
                  <a:lnTo>
                    <a:pt x="44" y="72"/>
                  </a:lnTo>
                  <a:lnTo>
                    <a:pt x="48" y="70"/>
                  </a:lnTo>
                  <a:lnTo>
                    <a:pt x="58" y="74"/>
                  </a:lnTo>
                  <a:lnTo>
                    <a:pt x="60" y="82"/>
                  </a:lnTo>
                  <a:lnTo>
                    <a:pt x="66" y="96"/>
                  </a:lnTo>
                  <a:lnTo>
                    <a:pt x="72" y="104"/>
                  </a:lnTo>
                  <a:lnTo>
                    <a:pt x="76" y="110"/>
                  </a:lnTo>
                  <a:lnTo>
                    <a:pt x="82" y="116"/>
                  </a:lnTo>
                  <a:lnTo>
                    <a:pt x="90" y="120"/>
                  </a:lnTo>
                  <a:lnTo>
                    <a:pt x="110" y="120"/>
                  </a:lnTo>
                  <a:lnTo>
                    <a:pt x="118" y="104"/>
                  </a:lnTo>
                  <a:lnTo>
                    <a:pt x="122" y="92"/>
                  </a:lnTo>
                  <a:lnTo>
                    <a:pt x="126" y="80"/>
                  </a:lnTo>
                  <a:lnTo>
                    <a:pt x="132" y="66"/>
                  </a:lnTo>
                  <a:lnTo>
                    <a:pt x="134" y="54"/>
                  </a:lnTo>
                  <a:lnTo>
                    <a:pt x="96" y="18"/>
                  </a:lnTo>
                  <a:lnTo>
                    <a:pt x="98" y="10"/>
                  </a:lnTo>
                  <a:lnTo>
                    <a:pt x="102" y="6"/>
                  </a:lnTo>
                  <a:lnTo>
                    <a:pt x="106" y="4"/>
                  </a:lnTo>
                  <a:lnTo>
                    <a:pt x="112" y="0"/>
                  </a:lnTo>
                  <a:lnTo>
                    <a:pt x="118" y="0"/>
                  </a:lnTo>
                  <a:lnTo>
                    <a:pt x="128" y="12"/>
                  </a:lnTo>
                  <a:lnTo>
                    <a:pt x="140" y="24"/>
                  </a:lnTo>
                  <a:lnTo>
                    <a:pt x="150" y="40"/>
                  </a:lnTo>
                  <a:lnTo>
                    <a:pt x="160" y="60"/>
                  </a:lnTo>
                  <a:lnTo>
                    <a:pt x="176" y="80"/>
                  </a:lnTo>
                  <a:lnTo>
                    <a:pt x="248" y="94"/>
                  </a:lnTo>
                  <a:lnTo>
                    <a:pt x="264" y="106"/>
                  </a:lnTo>
                  <a:lnTo>
                    <a:pt x="272" y="126"/>
                  </a:lnTo>
                  <a:lnTo>
                    <a:pt x="280" y="150"/>
                  </a:lnTo>
                  <a:lnTo>
                    <a:pt x="286" y="162"/>
                  </a:lnTo>
                  <a:lnTo>
                    <a:pt x="294" y="174"/>
                  </a:lnTo>
                  <a:lnTo>
                    <a:pt x="302" y="184"/>
                  </a:lnTo>
                  <a:lnTo>
                    <a:pt x="314" y="194"/>
                  </a:lnTo>
                  <a:lnTo>
                    <a:pt x="318" y="202"/>
                  </a:lnTo>
                  <a:lnTo>
                    <a:pt x="336" y="200"/>
                  </a:lnTo>
                  <a:lnTo>
                    <a:pt x="348" y="198"/>
                  </a:lnTo>
                  <a:lnTo>
                    <a:pt x="358" y="194"/>
                  </a:lnTo>
                  <a:lnTo>
                    <a:pt x="360" y="182"/>
                  </a:lnTo>
                  <a:lnTo>
                    <a:pt x="360" y="180"/>
                  </a:lnTo>
                  <a:lnTo>
                    <a:pt x="362" y="180"/>
                  </a:lnTo>
                  <a:lnTo>
                    <a:pt x="366" y="180"/>
                  </a:lnTo>
                  <a:lnTo>
                    <a:pt x="380" y="180"/>
                  </a:lnTo>
                  <a:lnTo>
                    <a:pt x="388" y="194"/>
                  </a:lnTo>
                  <a:lnTo>
                    <a:pt x="392" y="206"/>
                  </a:lnTo>
                  <a:lnTo>
                    <a:pt x="394" y="220"/>
                  </a:lnTo>
                  <a:lnTo>
                    <a:pt x="382" y="224"/>
                  </a:lnTo>
                  <a:lnTo>
                    <a:pt x="370" y="226"/>
                  </a:lnTo>
                  <a:lnTo>
                    <a:pt x="348" y="226"/>
                  </a:lnTo>
                  <a:lnTo>
                    <a:pt x="338" y="250"/>
                  </a:lnTo>
                  <a:lnTo>
                    <a:pt x="334" y="274"/>
                  </a:lnTo>
                  <a:lnTo>
                    <a:pt x="330" y="280"/>
                  </a:lnTo>
                  <a:lnTo>
                    <a:pt x="326" y="284"/>
                  </a:lnTo>
                  <a:lnTo>
                    <a:pt x="326" y="292"/>
                  </a:lnTo>
                  <a:lnTo>
                    <a:pt x="326" y="302"/>
                  </a:lnTo>
                  <a:lnTo>
                    <a:pt x="368" y="342"/>
                  </a:lnTo>
                  <a:lnTo>
                    <a:pt x="372" y="344"/>
                  </a:lnTo>
                  <a:lnTo>
                    <a:pt x="380" y="346"/>
                  </a:lnTo>
                  <a:lnTo>
                    <a:pt x="388" y="350"/>
                  </a:lnTo>
                  <a:lnTo>
                    <a:pt x="390" y="354"/>
                  </a:lnTo>
                  <a:lnTo>
                    <a:pt x="392" y="360"/>
                  </a:lnTo>
                  <a:lnTo>
                    <a:pt x="408" y="374"/>
                  </a:lnTo>
                  <a:lnTo>
                    <a:pt x="456" y="378"/>
                  </a:lnTo>
                  <a:lnTo>
                    <a:pt x="466" y="386"/>
                  </a:lnTo>
                  <a:lnTo>
                    <a:pt x="466" y="402"/>
                  </a:lnTo>
                  <a:lnTo>
                    <a:pt x="458" y="408"/>
                  </a:lnTo>
                  <a:lnTo>
                    <a:pt x="450" y="412"/>
                  </a:lnTo>
                  <a:lnTo>
                    <a:pt x="434" y="416"/>
                  </a:lnTo>
                  <a:lnTo>
                    <a:pt x="426" y="420"/>
                  </a:lnTo>
                  <a:lnTo>
                    <a:pt x="422" y="424"/>
                  </a:lnTo>
                  <a:lnTo>
                    <a:pt x="418" y="430"/>
                  </a:lnTo>
                  <a:lnTo>
                    <a:pt x="416" y="440"/>
                  </a:lnTo>
                  <a:lnTo>
                    <a:pt x="420" y="450"/>
                  </a:lnTo>
                  <a:lnTo>
                    <a:pt x="420" y="456"/>
                  </a:lnTo>
                  <a:lnTo>
                    <a:pt x="420" y="460"/>
                  </a:lnTo>
                  <a:lnTo>
                    <a:pt x="408" y="466"/>
                  </a:lnTo>
                  <a:lnTo>
                    <a:pt x="400" y="472"/>
                  </a:lnTo>
                  <a:lnTo>
                    <a:pt x="400" y="522"/>
                  </a:lnTo>
                  <a:lnTo>
                    <a:pt x="392" y="532"/>
                  </a:lnTo>
                  <a:lnTo>
                    <a:pt x="384" y="540"/>
                  </a:lnTo>
                  <a:lnTo>
                    <a:pt x="378" y="546"/>
                  </a:lnTo>
                  <a:lnTo>
                    <a:pt x="368" y="550"/>
                  </a:lnTo>
                  <a:lnTo>
                    <a:pt x="352" y="556"/>
                  </a:lnTo>
                  <a:lnTo>
                    <a:pt x="330" y="560"/>
                  </a:lnTo>
                  <a:lnTo>
                    <a:pt x="316" y="566"/>
                  </a:lnTo>
                  <a:lnTo>
                    <a:pt x="302" y="570"/>
                  </a:lnTo>
                  <a:lnTo>
                    <a:pt x="290" y="570"/>
                  </a:lnTo>
                  <a:lnTo>
                    <a:pt x="278" y="566"/>
                  </a:lnTo>
                  <a:lnTo>
                    <a:pt x="268" y="556"/>
                  </a:lnTo>
                  <a:lnTo>
                    <a:pt x="260" y="546"/>
                  </a:lnTo>
                  <a:lnTo>
                    <a:pt x="256" y="536"/>
                  </a:lnTo>
                  <a:lnTo>
                    <a:pt x="250" y="530"/>
                  </a:lnTo>
                  <a:lnTo>
                    <a:pt x="242" y="530"/>
                  </a:lnTo>
                  <a:lnTo>
                    <a:pt x="238" y="532"/>
                  </a:lnTo>
                  <a:lnTo>
                    <a:pt x="234" y="542"/>
                  </a:lnTo>
                  <a:lnTo>
                    <a:pt x="226" y="574"/>
                  </a:lnTo>
                  <a:lnTo>
                    <a:pt x="216" y="574"/>
                  </a:lnTo>
                  <a:close/>
                </a:path>
              </a:pathLst>
            </a:custGeom>
            <a:solidFill>
              <a:srgbClr val="023FA1"/>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5" name="Freeform 25"/>
            <p:cNvSpPr/>
            <p:nvPr/>
          </p:nvSpPr>
          <p:spPr bwMode="auto">
            <a:xfrm>
              <a:off x="6389577" y="3881613"/>
              <a:ext cx="572410" cy="566097"/>
            </a:xfrm>
            <a:custGeom>
              <a:avLst/>
              <a:gdLst>
                <a:gd name="T0" fmla="*/ 322 w 544"/>
                <a:gd name="T1" fmla="*/ 532 h 538"/>
                <a:gd name="T2" fmla="*/ 308 w 544"/>
                <a:gd name="T3" fmla="*/ 518 h 538"/>
                <a:gd name="T4" fmla="*/ 308 w 544"/>
                <a:gd name="T5" fmla="*/ 508 h 538"/>
                <a:gd name="T6" fmla="*/ 354 w 544"/>
                <a:gd name="T7" fmla="*/ 484 h 538"/>
                <a:gd name="T8" fmla="*/ 342 w 544"/>
                <a:gd name="T9" fmla="*/ 450 h 538"/>
                <a:gd name="T10" fmla="*/ 298 w 544"/>
                <a:gd name="T11" fmla="*/ 444 h 538"/>
                <a:gd name="T12" fmla="*/ 272 w 544"/>
                <a:gd name="T13" fmla="*/ 420 h 538"/>
                <a:gd name="T14" fmla="*/ 240 w 544"/>
                <a:gd name="T15" fmla="*/ 400 h 538"/>
                <a:gd name="T16" fmla="*/ 216 w 544"/>
                <a:gd name="T17" fmla="*/ 380 h 538"/>
                <a:gd name="T18" fmla="*/ 216 w 544"/>
                <a:gd name="T19" fmla="*/ 364 h 538"/>
                <a:gd name="T20" fmla="*/ 224 w 544"/>
                <a:gd name="T21" fmla="*/ 334 h 538"/>
                <a:gd name="T22" fmla="*/ 254 w 544"/>
                <a:gd name="T23" fmla="*/ 314 h 538"/>
                <a:gd name="T24" fmla="*/ 280 w 544"/>
                <a:gd name="T25" fmla="*/ 304 h 538"/>
                <a:gd name="T26" fmla="*/ 264 w 544"/>
                <a:gd name="T27" fmla="*/ 250 h 538"/>
                <a:gd name="T28" fmla="*/ 228 w 544"/>
                <a:gd name="T29" fmla="*/ 252 h 538"/>
                <a:gd name="T30" fmla="*/ 202 w 544"/>
                <a:gd name="T31" fmla="*/ 272 h 538"/>
                <a:gd name="T32" fmla="*/ 186 w 544"/>
                <a:gd name="T33" fmla="*/ 256 h 538"/>
                <a:gd name="T34" fmla="*/ 152 w 544"/>
                <a:gd name="T35" fmla="*/ 186 h 538"/>
                <a:gd name="T36" fmla="*/ 116 w 544"/>
                <a:gd name="T37" fmla="*/ 158 h 538"/>
                <a:gd name="T38" fmla="*/ 58 w 544"/>
                <a:gd name="T39" fmla="*/ 146 h 538"/>
                <a:gd name="T40" fmla="*/ 26 w 544"/>
                <a:gd name="T41" fmla="*/ 98 h 538"/>
                <a:gd name="T42" fmla="*/ 0 w 544"/>
                <a:gd name="T43" fmla="*/ 56 h 538"/>
                <a:gd name="T44" fmla="*/ 10 w 544"/>
                <a:gd name="T45" fmla="*/ 36 h 538"/>
                <a:gd name="T46" fmla="*/ 30 w 544"/>
                <a:gd name="T47" fmla="*/ 52 h 538"/>
                <a:gd name="T48" fmla="*/ 36 w 544"/>
                <a:gd name="T49" fmla="*/ 60 h 538"/>
                <a:gd name="T50" fmla="*/ 60 w 544"/>
                <a:gd name="T51" fmla="*/ 90 h 538"/>
                <a:gd name="T52" fmla="*/ 112 w 544"/>
                <a:gd name="T53" fmla="*/ 98 h 538"/>
                <a:gd name="T54" fmla="*/ 140 w 544"/>
                <a:gd name="T55" fmla="*/ 68 h 538"/>
                <a:gd name="T56" fmla="*/ 160 w 544"/>
                <a:gd name="T57" fmla="*/ 76 h 538"/>
                <a:gd name="T58" fmla="*/ 200 w 544"/>
                <a:gd name="T59" fmla="*/ 50 h 538"/>
                <a:gd name="T60" fmla="*/ 212 w 544"/>
                <a:gd name="T61" fmla="*/ 10 h 538"/>
                <a:gd name="T62" fmla="*/ 236 w 544"/>
                <a:gd name="T63" fmla="*/ 0 h 538"/>
                <a:gd name="T64" fmla="*/ 268 w 544"/>
                <a:gd name="T65" fmla="*/ 52 h 538"/>
                <a:gd name="T66" fmla="*/ 338 w 544"/>
                <a:gd name="T67" fmla="*/ 88 h 538"/>
                <a:gd name="T68" fmla="*/ 412 w 544"/>
                <a:gd name="T69" fmla="*/ 218 h 538"/>
                <a:gd name="T70" fmla="*/ 424 w 544"/>
                <a:gd name="T71" fmla="*/ 258 h 538"/>
                <a:gd name="T72" fmla="*/ 500 w 544"/>
                <a:gd name="T73" fmla="*/ 312 h 538"/>
                <a:gd name="T74" fmla="*/ 526 w 544"/>
                <a:gd name="T75" fmla="*/ 336 h 538"/>
                <a:gd name="T76" fmla="*/ 470 w 544"/>
                <a:gd name="T77" fmla="*/ 340 h 538"/>
                <a:gd name="T78" fmla="*/ 504 w 544"/>
                <a:gd name="T79" fmla="*/ 374 h 538"/>
                <a:gd name="T80" fmla="*/ 498 w 544"/>
                <a:gd name="T81" fmla="*/ 392 h 538"/>
                <a:gd name="T82" fmla="*/ 540 w 544"/>
                <a:gd name="T83" fmla="*/ 420 h 538"/>
                <a:gd name="T84" fmla="*/ 540 w 544"/>
                <a:gd name="T85" fmla="*/ 440 h 538"/>
                <a:gd name="T86" fmla="*/ 502 w 544"/>
                <a:gd name="T87" fmla="*/ 468 h 538"/>
                <a:gd name="T88" fmla="*/ 498 w 544"/>
                <a:gd name="T89" fmla="*/ 474 h 538"/>
                <a:gd name="T90" fmla="*/ 452 w 544"/>
                <a:gd name="T91" fmla="*/ 514 h 538"/>
                <a:gd name="T92" fmla="*/ 416 w 544"/>
                <a:gd name="T93" fmla="*/ 530 h 538"/>
                <a:gd name="T94" fmla="*/ 342 w 544"/>
                <a:gd name="T95" fmla="*/ 538 h 5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44" h="538">
                  <a:moveTo>
                    <a:pt x="342" y="538"/>
                  </a:moveTo>
                  <a:lnTo>
                    <a:pt x="342" y="538"/>
                  </a:lnTo>
                  <a:lnTo>
                    <a:pt x="330" y="534"/>
                  </a:lnTo>
                  <a:lnTo>
                    <a:pt x="322" y="532"/>
                  </a:lnTo>
                  <a:lnTo>
                    <a:pt x="308" y="532"/>
                  </a:lnTo>
                  <a:lnTo>
                    <a:pt x="308" y="518"/>
                  </a:lnTo>
                  <a:lnTo>
                    <a:pt x="304" y="516"/>
                  </a:lnTo>
                  <a:lnTo>
                    <a:pt x="304" y="514"/>
                  </a:lnTo>
                  <a:lnTo>
                    <a:pt x="304" y="512"/>
                  </a:lnTo>
                  <a:lnTo>
                    <a:pt x="308" y="508"/>
                  </a:lnTo>
                  <a:lnTo>
                    <a:pt x="316" y="506"/>
                  </a:lnTo>
                  <a:lnTo>
                    <a:pt x="344" y="496"/>
                  </a:lnTo>
                  <a:lnTo>
                    <a:pt x="354" y="484"/>
                  </a:lnTo>
                  <a:lnTo>
                    <a:pt x="352" y="468"/>
                  </a:lnTo>
                  <a:lnTo>
                    <a:pt x="348" y="458"/>
                  </a:lnTo>
                  <a:lnTo>
                    <a:pt x="342" y="450"/>
                  </a:lnTo>
                  <a:lnTo>
                    <a:pt x="336" y="446"/>
                  </a:lnTo>
                  <a:lnTo>
                    <a:pt x="326" y="444"/>
                  </a:lnTo>
                  <a:lnTo>
                    <a:pt x="318" y="444"/>
                  </a:lnTo>
                  <a:lnTo>
                    <a:pt x="298" y="444"/>
                  </a:lnTo>
                  <a:lnTo>
                    <a:pt x="286" y="438"/>
                  </a:lnTo>
                  <a:lnTo>
                    <a:pt x="280" y="432"/>
                  </a:lnTo>
                  <a:lnTo>
                    <a:pt x="272" y="420"/>
                  </a:lnTo>
                  <a:lnTo>
                    <a:pt x="258" y="414"/>
                  </a:lnTo>
                  <a:lnTo>
                    <a:pt x="248" y="408"/>
                  </a:lnTo>
                  <a:lnTo>
                    <a:pt x="240" y="400"/>
                  </a:lnTo>
                  <a:lnTo>
                    <a:pt x="234" y="394"/>
                  </a:lnTo>
                  <a:lnTo>
                    <a:pt x="222" y="386"/>
                  </a:lnTo>
                  <a:lnTo>
                    <a:pt x="216" y="380"/>
                  </a:lnTo>
                  <a:lnTo>
                    <a:pt x="214" y="374"/>
                  </a:lnTo>
                  <a:lnTo>
                    <a:pt x="210" y="368"/>
                  </a:lnTo>
                  <a:lnTo>
                    <a:pt x="216" y="364"/>
                  </a:lnTo>
                  <a:lnTo>
                    <a:pt x="220" y="360"/>
                  </a:lnTo>
                  <a:lnTo>
                    <a:pt x="222" y="350"/>
                  </a:lnTo>
                  <a:lnTo>
                    <a:pt x="224" y="334"/>
                  </a:lnTo>
                  <a:lnTo>
                    <a:pt x="230" y="314"/>
                  </a:lnTo>
                  <a:lnTo>
                    <a:pt x="242" y="314"/>
                  </a:lnTo>
                  <a:lnTo>
                    <a:pt x="254" y="314"/>
                  </a:lnTo>
                  <a:lnTo>
                    <a:pt x="266" y="312"/>
                  </a:lnTo>
                  <a:lnTo>
                    <a:pt x="274" y="308"/>
                  </a:lnTo>
                  <a:lnTo>
                    <a:pt x="280" y="304"/>
                  </a:lnTo>
                  <a:lnTo>
                    <a:pt x="278" y="286"/>
                  </a:lnTo>
                  <a:lnTo>
                    <a:pt x="276" y="268"/>
                  </a:lnTo>
                  <a:lnTo>
                    <a:pt x="268" y="256"/>
                  </a:lnTo>
                  <a:lnTo>
                    <a:pt x="264" y="250"/>
                  </a:lnTo>
                  <a:lnTo>
                    <a:pt x="260" y="246"/>
                  </a:lnTo>
                  <a:lnTo>
                    <a:pt x="240" y="248"/>
                  </a:lnTo>
                  <a:lnTo>
                    <a:pt x="228" y="252"/>
                  </a:lnTo>
                  <a:lnTo>
                    <a:pt x="224" y="268"/>
                  </a:lnTo>
                  <a:lnTo>
                    <a:pt x="202" y="272"/>
                  </a:lnTo>
                  <a:lnTo>
                    <a:pt x="198" y="264"/>
                  </a:lnTo>
                  <a:lnTo>
                    <a:pt x="194" y="260"/>
                  </a:lnTo>
                  <a:lnTo>
                    <a:pt x="186" y="256"/>
                  </a:lnTo>
                  <a:lnTo>
                    <a:pt x="172" y="230"/>
                  </a:lnTo>
                  <a:lnTo>
                    <a:pt x="162" y="206"/>
                  </a:lnTo>
                  <a:lnTo>
                    <a:pt x="152" y="186"/>
                  </a:lnTo>
                  <a:lnTo>
                    <a:pt x="140" y="168"/>
                  </a:lnTo>
                  <a:lnTo>
                    <a:pt x="128" y="162"/>
                  </a:lnTo>
                  <a:lnTo>
                    <a:pt x="116" y="158"/>
                  </a:lnTo>
                  <a:lnTo>
                    <a:pt x="96" y="158"/>
                  </a:lnTo>
                  <a:lnTo>
                    <a:pt x="58" y="146"/>
                  </a:lnTo>
                  <a:lnTo>
                    <a:pt x="50" y="136"/>
                  </a:lnTo>
                  <a:lnTo>
                    <a:pt x="40" y="116"/>
                  </a:lnTo>
                  <a:lnTo>
                    <a:pt x="26" y="98"/>
                  </a:lnTo>
                  <a:lnTo>
                    <a:pt x="12" y="80"/>
                  </a:lnTo>
                  <a:lnTo>
                    <a:pt x="0" y="70"/>
                  </a:lnTo>
                  <a:lnTo>
                    <a:pt x="0" y="56"/>
                  </a:lnTo>
                  <a:lnTo>
                    <a:pt x="0" y="42"/>
                  </a:lnTo>
                  <a:lnTo>
                    <a:pt x="0" y="38"/>
                  </a:lnTo>
                  <a:lnTo>
                    <a:pt x="4" y="36"/>
                  </a:lnTo>
                  <a:lnTo>
                    <a:pt x="10" y="36"/>
                  </a:lnTo>
                  <a:lnTo>
                    <a:pt x="18" y="40"/>
                  </a:lnTo>
                  <a:lnTo>
                    <a:pt x="22" y="48"/>
                  </a:lnTo>
                  <a:lnTo>
                    <a:pt x="30" y="52"/>
                  </a:lnTo>
                  <a:lnTo>
                    <a:pt x="30" y="56"/>
                  </a:lnTo>
                  <a:lnTo>
                    <a:pt x="36" y="60"/>
                  </a:lnTo>
                  <a:lnTo>
                    <a:pt x="44" y="68"/>
                  </a:lnTo>
                  <a:lnTo>
                    <a:pt x="50" y="76"/>
                  </a:lnTo>
                  <a:lnTo>
                    <a:pt x="60" y="90"/>
                  </a:lnTo>
                  <a:lnTo>
                    <a:pt x="68" y="92"/>
                  </a:lnTo>
                  <a:lnTo>
                    <a:pt x="80" y="96"/>
                  </a:lnTo>
                  <a:lnTo>
                    <a:pt x="112" y="98"/>
                  </a:lnTo>
                  <a:lnTo>
                    <a:pt x="118" y="94"/>
                  </a:lnTo>
                  <a:lnTo>
                    <a:pt x="124" y="88"/>
                  </a:lnTo>
                  <a:lnTo>
                    <a:pt x="134" y="74"/>
                  </a:lnTo>
                  <a:lnTo>
                    <a:pt x="140" y="68"/>
                  </a:lnTo>
                  <a:lnTo>
                    <a:pt x="146" y="66"/>
                  </a:lnTo>
                  <a:lnTo>
                    <a:pt x="150" y="66"/>
                  </a:lnTo>
                  <a:lnTo>
                    <a:pt x="154" y="68"/>
                  </a:lnTo>
                  <a:lnTo>
                    <a:pt x="160" y="76"/>
                  </a:lnTo>
                  <a:lnTo>
                    <a:pt x="178" y="78"/>
                  </a:lnTo>
                  <a:lnTo>
                    <a:pt x="200" y="50"/>
                  </a:lnTo>
                  <a:lnTo>
                    <a:pt x="202" y="32"/>
                  </a:lnTo>
                  <a:lnTo>
                    <a:pt x="208" y="16"/>
                  </a:lnTo>
                  <a:lnTo>
                    <a:pt x="212" y="10"/>
                  </a:lnTo>
                  <a:lnTo>
                    <a:pt x="218" y="4"/>
                  </a:lnTo>
                  <a:lnTo>
                    <a:pt x="226" y="2"/>
                  </a:lnTo>
                  <a:lnTo>
                    <a:pt x="236" y="0"/>
                  </a:lnTo>
                  <a:lnTo>
                    <a:pt x="236" y="26"/>
                  </a:lnTo>
                  <a:lnTo>
                    <a:pt x="268" y="52"/>
                  </a:lnTo>
                  <a:lnTo>
                    <a:pt x="284" y="58"/>
                  </a:lnTo>
                  <a:lnTo>
                    <a:pt x="300" y="68"/>
                  </a:lnTo>
                  <a:lnTo>
                    <a:pt x="318" y="78"/>
                  </a:lnTo>
                  <a:lnTo>
                    <a:pt x="338" y="88"/>
                  </a:lnTo>
                  <a:lnTo>
                    <a:pt x="372" y="150"/>
                  </a:lnTo>
                  <a:lnTo>
                    <a:pt x="390" y="184"/>
                  </a:lnTo>
                  <a:lnTo>
                    <a:pt x="412" y="218"/>
                  </a:lnTo>
                  <a:lnTo>
                    <a:pt x="414" y="230"/>
                  </a:lnTo>
                  <a:lnTo>
                    <a:pt x="418" y="244"/>
                  </a:lnTo>
                  <a:lnTo>
                    <a:pt x="424" y="258"/>
                  </a:lnTo>
                  <a:lnTo>
                    <a:pt x="432" y="274"/>
                  </a:lnTo>
                  <a:lnTo>
                    <a:pt x="478" y="298"/>
                  </a:lnTo>
                  <a:lnTo>
                    <a:pt x="500" y="312"/>
                  </a:lnTo>
                  <a:lnTo>
                    <a:pt x="526" y="330"/>
                  </a:lnTo>
                  <a:lnTo>
                    <a:pt x="526" y="336"/>
                  </a:lnTo>
                  <a:lnTo>
                    <a:pt x="522" y="340"/>
                  </a:lnTo>
                  <a:lnTo>
                    <a:pt x="514" y="340"/>
                  </a:lnTo>
                  <a:lnTo>
                    <a:pt x="496" y="342"/>
                  </a:lnTo>
                  <a:lnTo>
                    <a:pt x="470" y="340"/>
                  </a:lnTo>
                  <a:lnTo>
                    <a:pt x="470" y="362"/>
                  </a:lnTo>
                  <a:lnTo>
                    <a:pt x="504" y="374"/>
                  </a:lnTo>
                  <a:lnTo>
                    <a:pt x="500" y="380"/>
                  </a:lnTo>
                  <a:lnTo>
                    <a:pt x="498" y="386"/>
                  </a:lnTo>
                  <a:lnTo>
                    <a:pt x="498" y="392"/>
                  </a:lnTo>
                  <a:lnTo>
                    <a:pt x="500" y="400"/>
                  </a:lnTo>
                  <a:lnTo>
                    <a:pt x="540" y="420"/>
                  </a:lnTo>
                  <a:lnTo>
                    <a:pt x="544" y="426"/>
                  </a:lnTo>
                  <a:lnTo>
                    <a:pt x="542" y="434"/>
                  </a:lnTo>
                  <a:lnTo>
                    <a:pt x="540" y="440"/>
                  </a:lnTo>
                  <a:lnTo>
                    <a:pt x="536" y="446"/>
                  </a:lnTo>
                  <a:lnTo>
                    <a:pt x="530" y="450"/>
                  </a:lnTo>
                  <a:lnTo>
                    <a:pt x="516" y="460"/>
                  </a:lnTo>
                  <a:lnTo>
                    <a:pt x="502" y="468"/>
                  </a:lnTo>
                  <a:lnTo>
                    <a:pt x="502" y="472"/>
                  </a:lnTo>
                  <a:lnTo>
                    <a:pt x="498" y="474"/>
                  </a:lnTo>
                  <a:lnTo>
                    <a:pt x="492" y="478"/>
                  </a:lnTo>
                  <a:lnTo>
                    <a:pt x="478" y="490"/>
                  </a:lnTo>
                  <a:lnTo>
                    <a:pt x="452" y="514"/>
                  </a:lnTo>
                  <a:lnTo>
                    <a:pt x="418" y="526"/>
                  </a:lnTo>
                  <a:lnTo>
                    <a:pt x="416" y="530"/>
                  </a:lnTo>
                  <a:lnTo>
                    <a:pt x="366" y="528"/>
                  </a:lnTo>
                  <a:lnTo>
                    <a:pt x="354" y="532"/>
                  </a:lnTo>
                  <a:lnTo>
                    <a:pt x="342" y="538"/>
                  </a:lnTo>
                  <a:close/>
                </a:path>
              </a:pathLst>
            </a:custGeom>
            <a:solidFill>
              <a:srgbClr val="023FA1"/>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6" name="Freeform 26"/>
            <p:cNvSpPr/>
            <p:nvPr/>
          </p:nvSpPr>
          <p:spPr bwMode="auto">
            <a:xfrm>
              <a:off x="5798227" y="3784808"/>
              <a:ext cx="589246" cy="570306"/>
            </a:xfrm>
            <a:custGeom>
              <a:avLst/>
              <a:gdLst>
                <a:gd name="T0" fmla="*/ 434 w 560"/>
                <a:gd name="T1" fmla="*/ 536 h 542"/>
                <a:gd name="T2" fmla="*/ 400 w 560"/>
                <a:gd name="T3" fmla="*/ 518 h 542"/>
                <a:gd name="T4" fmla="*/ 346 w 560"/>
                <a:gd name="T5" fmla="*/ 512 h 542"/>
                <a:gd name="T6" fmla="*/ 316 w 560"/>
                <a:gd name="T7" fmla="*/ 476 h 542"/>
                <a:gd name="T8" fmla="*/ 282 w 560"/>
                <a:gd name="T9" fmla="*/ 454 h 542"/>
                <a:gd name="T10" fmla="*/ 116 w 560"/>
                <a:gd name="T11" fmla="*/ 434 h 542"/>
                <a:gd name="T12" fmla="*/ 84 w 560"/>
                <a:gd name="T13" fmla="*/ 412 h 542"/>
                <a:gd name="T14" fmla="*/ 68 w 560"/>
                <a:gd name="T15" fmla="*/ 398 h 542"/>
                <a:gd name="T16" fmla="*/ 58 w 560"/>
                <a:gd name="T17" fmla="*/ 370 h 542"/>
                <a:gd name="T18" fmla="*/ 18 w 560"/>
                <a:gd name="T19" fmla="*/ 292 h 542"/>
                <a:gd name="T20" fmla="*/ 2 w 560"/>
                <a:gd name="T21" fmla="*/ 246 h 542"/>
                <a:gd name="T22" fmla="*/ 14 w 560"/>
                <a:gd name="T23" fmla="*/ 206 h 542"/>
                <a:gd name="T24" fmla="*/ 50 w 560"/>
                <a:gd name="T25" fmla="*/ 182 h 542"/>
                <a:gd name="T26" fmla="*/ 68 w 560"/>
                <a:gd name="T27" fmla="*/ 172 h 542"/>
                <a:gd name="T28" fmla="*/ 104 w 560"/>
                <a:gd name="T29" fmla="*/ 164 h 542"/>
                <a:gd name="T30" fmla="*/ 138 w 560"/>
                <a:gd name="T31" fmla="*/ 144 h 542"/>
                <a:gd name="T32" fmla="*/ 208 w 560"/>
                <a:gd name="T33" fmla="*/ 128 h 542"/>
                <a:gd name="T34" fmla="*/ 234 w 560"/>
                <a:gd name="T35" fmla="*/ 106 h 542"/>
                <a:gd name="T36" fmla="*/ 266 w 560"/>
                <a:gd name="T37" fmla="*/ 74 h 542"/>
                <a:gd name="T38" fmla="*/ 280 w 560"/>
                <a:gd name="T39" fmla="*/ 44 h 542"/>
                <a:gd name="T40" fmla="*/ 284 w 560"/>
                <a:gd name="T41" fmla="*/ 0 h 542"/>
                <a:gd name="T42" fmla="*/ 414 w 560"/>
                <a:gd name="T43" fmla="*/ 12 h 542"/>
                <a:gd name="T44" fmla="*/ 428 w 560"/>
                <a:gd name="T45" fmla="*/ 32 h 542"/>
                <a:gd name="T46" fmla="*/ 444 w 560"/>
                <a:gd name="T47" fmla="*/ 58 h 542"/>
                <a:gd name="T48" fmla="*/ 438 w 560"/>
                <a:gd name="T49" fmla="*/ 82 h 542"/>
                <a:gd name="T50" fmla="*/ 418 w 560"/>
                <a:gd name="T51" fmla="*/ 96 h 542"/>
                <a:gd name="T52" fmla="*/ 408 w 560"/>
                <a:gd name="T53" fmla="*/ 118 h 542"/>
                <a:gd name="T54" fmla="*/ 396 w 560"/>
                <a:gd name="T55" fmla="*/ 122 h 542"/>
                <a:gd name="T56" fmla="*/ 432 w 560"/>
                <a:gd name="T57" fmla="*/ 156 h 542"/>
                <a:gd name="T58" fmla="*/ 434 w 560"/>
                <a:gd name="T59" fmla="*/ 162 h 542"/>
                <a:gd name="T60" fmla="*/ 466 w 560"/>
                <a:gd name="T61" fmla="*/ 186 h 542"/>
                <a:gd name="T62" fmla="*/ 498 w 560"/>
                <a:gd name="T63" fmla="*/ 192 h 542"/>
                <a:gd name="T64" fmla="*/ 516 w 560"/>
                <a:gd name="T65" fmla="*/ 188 h 542"/>
                <a:gd name="T66" fmla="*/ 532 w 560"/>
                <a:gd name="T67" fmla="*/ 204 h 542"/>
                <a:gd name="T68" fmla="*/ 558 w 560"/>
                <a:gd name="T69" fmla="*/ 234 h 542"/>
                <a:gd name="T70" fmla="*/ 554 w 560"/>
                <a:gd name="T71" fmla="*/ 244 h 542"/>
                <a:gd name="T72" fmla="*/ 544 w 560"/>
                <a:gd name="T73" fmla="*/ 282 h 542"/>
                <a:gd name="T74" fmla="*/ 528 w 560"/>
                <a:gd name="T75" fmla="*/ 276 h 542"/>
                <a:gd name="T76" fmla="*/ 500 w 560"/>
                <a:gd name="T77" fmla="*/ 234 h 542"/>
                <a:gd name="T78" fmla="*/ 472 w 560"/>
                <a:gd name="T79" fmla="*/ 232 h 542"/>
                <a:gd name="T80" fmla="*/ 474 w 560"/>
                <a:gd name="T81" fmla="*/ 302 h 542"/>
                <a:gd name="T82" fmla="*/ 442 w 560"/>
                <a:gd name="T83" fmla="*/ 344 h 542"/>
                <a:gd name="T84" fmla="*/ 428 w 560"/>
                <a:gd name="T85" fmla="*/ 376 h 542"/>
                <a:gd name="T86" fmla="*/ 450 w 560"/>
                <a:gd name="T87" fmla="*/ 392 h 542"/>
                <a:gd name="T88" fmla="*/ 460 w 560"/>
                <a:gd name="T89" fmla="*/ 430 h 542"/>
                <a:gd name="T90" fmla="*/ 474 w 560"/>
                <a:gd name="T91" fmla="*/ 444 h 542"/>
                <a:gd name="T92" fmla="*/ 486 w 560"/>
                <a:gd name="T93" fmla="*/ 446 h 542"/>
                <a:gd name="T94" fmla="*/ 504 w 560"/>
                <a:gd name="T95" fmla="*/ 434 h 542"/>
                <a:gd name="T96" fmla="*/ 520 w 560"/>
                <a:gd name="T97" fmla="*/ 448 h 542"/>
                <a:gd name="T98" fmla="*/ 530 w 560"/>
                <a:gd name="T99" fmla="*/ 484 h 542"/>
                <a:gd name="T100" fmla="*/ 526 w 560"/>
                <a:gd name="T101" fmla="*/ 502 h 542"/>
                <a:gd name="T102" fmla="*/ 492 w 560"/>
                <a:gd name="T103" fmla="*/ 522 h 542"/>
                <a:gd name="T104" fmla="*/ 478 w 560"/>
                <a:gd name="T105" fmla="*/ 542 h 5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60" h="542">
                  <a:moveTo>
                    <a:pt x="478" y="542"/>
                  </a:moveTo>
                  <a:lnTo>
                    <a:pt x="478" y="542"/>
                  </a:lnTo>
                  <a:lnTo>
                    <a:pt x="434" y="536"/>
                  </a:lnTo>
                  <a:lnTo>
                    <a:pt x="400" y="518"/>
                  </a:lnTo>
                  <a:lnTo>
                    <a:pt x="376" y="518"/>
                  </a:lnTo>
                  <a:lnTo>
                    <a:pt x="360" y="516"/>
                  </a:lnTo>
                  <a:lnTo>
                    <a:pt x="346" y="512"/>
                  </a:lnTo>
                  <a:lnTo>
                    <a:pt x="334" y="502"/>
                  </a:lnTo>
                  <a:lnTo>
                    <a:pt x="316" y="476"/>
                  </a:lnTo>
                  <a:lnTo>
                    <a:pt x="282" y="454"/>
                  </a:lnTo>
                  <a:lnTo>
                    <a:pt x="162" y="452"/>
                  </a:lnTo>
                  <a:lnTo>
                    <a:pt x="116" y="434"/>
                  </a:lnTo>
                  <a:lnTo>
                    <a:pt x="96" y="424"/>
                  </a:lnTo>
                  <a:lnTo>
                    <a:pt x="90" y="418"/>
                  </a:lnTo>
                  <a:lnTo>
                    <a:pt x="84" y="412"/>
                  </a:lnTo>
                  <a:lnTo>
                    <a:pt x="74" y="406"/>
                  </a:lnTo>
                  <a:lnTo>
                    <a:pt x="68" y="398"/>
                  </a:lnTo>
                  <a:lnTo>
                    <a:pt x="60" y="386"/>
                  </a:lnTo>
                  <a:lnTo>
                    <a:pt x="58" y="370"/>
                  </a:lnTo>
                  <a:lnTo>
                    <a:pt x="54" y="356"/>
                  </a:lnTo>
                  <a:lnTo>
                    <a:pt x="42" y="332"/>
                  </a:lnTo>
                  <a:lnTo>
                    <a:pt x="18" y="292"/>
                  </a:lnTo>
                  <a:lnTo>
                    <a:pt x="2" y="246"/>
                  </a:lnTo>
                  <a:lnTo>
                    <a:pt x="0" y="208"/>
                  </a:lnTo>
                  <a:lnTo>
                    <a:pt x="14" y="206"/>
                  </a:lnTo>
                  <a:lnTo>
                    <a:pt x="26" y="198"/>
                  </a:lnTo>
                  <a:lnTo>
                    <a:pt x="40" y="190"/>
                  </a:lnTo>
                  <a:lnTo>
                    <a:pt x="50" y="182"/>
                  </a:lnTo>
                  <a:lnTo>
                    <a:pt x="58" y="176"/>
                  </a:lnTo>
                  <a:lnTo>
                    <a:pt x="68" y="172"/>
                  </a:lnTo>
                  <a:lnTo>
                    <a:pt x="86" y="170"/>
                  </a:lnTo>
                  <a:lnTo>
                    <a:pt x="104" y="164"/>
                  </a:lnTo>
                  <a:lnTo>
                    <a:pt x="120" y="156"/>
                  </a:lnTo>
                  <a:lnTo>
                    <a:pt x="138" y="144"/>
                  </a:lnTo>
                  <a:lnTo>
                    <a:pt x="154" y="142"/>
                  </a:lnTo>
                  <a:lnTo>
                    <a:pt x="172" y="138"/>
                  </a:lnTo>
                  <a:lnTo>
                    <a:pt x="208" y="128"/>
                  </a:lnTo>
                  <a:lnTo>
                    <a:pt x="222" y="118"/>
                  </a:lnTo>
                  <a:lnTo>
                    <a:pt x="234" y="106"/>
                  </a:lnTo>
                  <a:lnTo>
                    <a:pt x="258" y="82"/>
                  </a:lnTo>
                  <a:lnTo>
                    <a:pt x="266" y="74"/>
                  </a:lnTo>
                  <a:lnTo>
                    <a:pt x="274" y="64"/>
                  </a:lnTo>
                  <a:lnTo>
                    <a:pt x="278" y="54"/>
                  </a:lnTo>
                  <a:lnTo>
                    <a:pt x="280" y="44"/>
                  </a:lnTo>
                  <a:lnTo>
                    <a:pt x="284" y="20"/>
                  </a:lnTo>
                  <a:lnTo>
                    <a:pt x="284" y="0"/>
                  </a:lnTo>
                  <a:lnTo>
                    <a:pt x="338" y="12"/>
                  </a:lnTo>
                  <a:lnTo>
                    <a:pt x="414" y="12"/>
                  </a:lnTo>
                  <a:lnTo>
                    <a:pt x="428" y="32"/>
                  </a:lnTo>
                  <a:lnTo>
                    <a:pt x="436" y="38"/>
                  </a:lnTo>
                  <a:lnTo>
                    <a:pt x="442" y="50"/>
                  </a:lnTo>
                  <a:lnTo>
                    <a:pt x="444" y="58"/>
                  </a:lnTo>
                  <a:lnTo>
                    <a:pt x="444" y="66"/>
                  </a:lnTo>
                  <a:lnTo>
                    <a:pt x="442" y="74"/>
                  </a:lnTo>
                  <a:lnTo>
                    <a:pt x="438" y="82"/>
                  </a:lnTo>
                  <a:lnTo>
                    <a:pt x="426" y="88"/>
                  </a:lnTo>
                  <a:lnTo>
                    <a:pt x="418" y="96"/>
                  </a:lnTo>
                  <a:lnTo>
                    <a:pt x="412" y="104"/>
                  </a:lnTo>
                  <a:lnTo>
                    <a:pt x="408" y="118"/>
                  </a:lnTo>
                  <a:lnTo>
                    <a:pt x="402" y="120"/>
                  </a:lnTo>
                  <a:lnTo>
                    <a:pt x="396" y="122"/>
                  </a:lnTo>
                  <a:lnTo>
                    <a:pt x="396" y="130"/>
                  </a:lnTo>
                  <a:lnTo>
                    <a:pt x="432" y="156"/>
                  </a:lnTo>
                  <a:lnTo>
                    <a:pt x="434" y="162"/>
                  </a:lnTo>
                  <a:lnTo>
                    <a:pt x="448" y="174"/>
                  </a:lnTo>
                  <a:lnTo>
                    <a:pt x="456" y="180"/>
                  </a:lnTo>
                  <a:lnTo>
                    <a:pt x="466" y="186"/>
                  </a:lnTo>
                  <a:lnTo>
                    <a:pt x="476" y="192"/>
                  </a:lnTo>
                  <a:lnTo>
                    <a:pt x="488" y="194"/>
                  </a:lnTo>
                  <a:lnTo>
                    <a:pt x="498" y="192"/>
                  </a:lnTo>
                  <a:lnTo>
                    <a:pt x="510" y="186"/>
                  </a:lnTo>
                  <a:lnTo>
                    <a:pt x="516" y="188"/>
                  </a:lnTo>
                  <a:lnTo>
                    <a:pt x="520" y="192"/>
                  </a:lnTo>
                  <a:lnTo>
                    <a:pt x="532" y="204"/>
                  </a:lnTo>
                  <a:lnTo>
                    <a:pt x="560" y="226"/>
                  </a:lnTo>
                  <a:lnTo>
                    <a:pt x="558" y="234"/>
                  </a:lnTo>
                  <a:lnTo>
                    <a:pt x="556" y="240"/>
                  </a:lnTo>
                  <a:lnTo>
                    <a:pt x="554" y="244"/>
                  </a:lnTo>
                  <a:lnTo>
                    <a:pt x="550" y="256"/>
                  </a:lnTo>
                  <a:lnTo>
                    <a:pt x="548" y="270"/>
                  </a:lnTo>
                  <a:lnTo>
                    <a:pt x="544" y="282"/>
                  </a:lnTo>
                  <a:lnTo>
                    <a:pt x="528" y="276"/>
                  </a:lnTo>
                  <a:lnTo>
                    <a:pt x="514" y="256"/>
                  </a:lnTo>
                  <a:lnTo>
                    <a:pt x="504" y="240"/>
                  </a:lnTo>
                  <a:lnTo>
                    <a:pt x="500" y="234"/>
                  </a:lnTo>
                  <a:lnTo>
                    <a:pt x="492" y="232"/>
                  </a:lnTo>
                  <a:lnTo>
                    <a:pt x="484" y="230"/>
                  </a:lnTo>
                  <a:lnTo>
                    <a:pt x="472" y="232"/>
                  </a:lnTo>
                  <a:lnTo>
                    <a:pt x="474" y="302"/>
                  </a:lnTo>
                  <a:lnTo>
                    <a:pt x="466" y="316"/>
                  </a:lnTo>
                  <a:lnTo>
                    <a:pt x="454" y="330"/>
                  </a:lnTo>
                  <a:lnTo>
                    <a:pt x="442" y="344"/>
                  </a:lnTo>
                  <a:lnTo>
                    <a:pt x="428" y="354"/>
                  </a:lnTo>
                  <a:lnTo>
                    <a:pt x="428" y="376"/>
                  </a:lnTo>
                  <a:lnTo>
                    <a:pt x="436" y="384"/>
                  </a:lnTo>
                  <a:lnTo>
                    <a:pt x="450" y="392"/>
                  </a:lnTo>
                  <a:lnTo>
                    <a:pt x="460" y="430"/>
                  </a:lnTo>
                  <a:lnTo>
                    <a:pt x="462" y="434"/>
                  </a:lnTo>
                  <a:lnTo>
                    <a:pt x="466" y="438"/>
                  </a:lnTo>
                  <a:lnTo>
                    <a:pt x="474" y="444"/>
                  </a:lnTo>
                  <a:lnTo>
                    <a:pt x="480" y="446"/>
                  </a:lnTo>
                  <a:lnTo>
                    <a:pt x="486" y="446"/>
                  </a:lnTo>
                  <a:lnTo>
                    <a:pt x="492" y="440"/>
                  </a:lnTo>
                  <a:lnTo>
                    <a:pt x="498" y="436"/>
                  </a:lnTo>
                  <a:lnTo>
                    <a:pt x="504" y="434"/>
                  </a:lnTo>
                  <a:lnTo>
                    <a:pt x="514" y="436"/>
                  </a:lnTo>
                  <a:lnTo>
                    <a:pt x="520" y="448"/>
                  </a:lnTo>
                  <a:lnTo>
                    <a:pt x="526" y="464"/>
                  </a:lnTo>
                  <a:lnTo>
                    <a:pt x="528" y="474"/>
                  </a:lnTo>
                  <a:lnTo>
                    <a:pt x="530" y="484"/>
                  </a:lnTo>
                  <a:lnTo>
                    <a:pt x="530" y="492"/>
                  </a:lnTo>
                  <a:lnTo>
                    <a:pt x="526" y="502"/>
                  </a:lnTo>
                  <a:lnTo>
                    <a:pt x="516" y="504"/>
                  </a:lnTo>
                  <a:lnTo>
                    <a:pt x="506" y="510"/>
                  </a:lnTo>
                  <a:lnTo>
                    <a:pt x="492" y="522"/>
                  </a:lnTo>
                  <a:lnTo>
                    <a:pt x="478" y="542"/>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7" name="Freeform 27"/>
            <p:cNvSpPr/>
            <p:nvPr/>
          </p:nvSpPr>
          <p:spPr bwMode="auto">
            <a:xfrm>
              <a:off x="5333144" y="3416529"/>
              <a:ext cx="515590" cy="934375"/>
            </a:xfrm>
            <a:custGeom>
              <a:avLst/>
              <a:gdLst>
                <a:gd name="T0" fmla="*/ 320 w 490"/>
                <a:gd name="T1" fmla="*/ 878 h 888"/>
                <a:gd name="T2" fmla="*/ 252 w 490"/>
                <a:gd name="T3" fmla="*/ 834 h 888"/>
                <a:gd name="T4" fmla="*/ 196 w 490"/>
                <a:gd name="T5" fmla="*/ 838 h 888"/>
                <a:gd name="T6" fmla="*/ 170 w 490"/>
                <a:gd name="T7" fmla="*/ 842 h 888"/>
                <a:gd name="T8" fmla="*/ 136 w 490"/>
                <a:gd name="T9" fmla="*/ 824 h 888"/>
                <a:gd name="T10" fmla="*/ 106 w 490"/>
                <a:gd name="T11" fmla="*/ 804 h 888"/>
                <a:gd name="T12" fmla="*/ 56 w 490"/>
                <a:gd name="T13" fmla="*/ 800 h 888"/>
                <a:gd name="T14" fmla="*/ 12 w 490"/>
                <a:gd name="T15" fmla="*/ 776 h 888"/>
                <a:gd name="T16" fmla="*/ 20 w 490"/>
                <a:gd name="T17" fmla="*/ 744 h 888"/>
                <a:gd name="T18" fmla="*/ 8 w 490"/>
                <a:gd name="T19" fmla="*/ 726 h 888"/>
                <a:gd name="T20" fmla="*/ 0 w 490"/>
                <a:gd name="T21" fmla="*/ 706 h 888"/>
                <a:gd name="T22" fmla="*/ 62 w 490"/>
                <a:gd name="T23" fmla="*/ 696 h 888"/>
                <a:gd name="T24" fmla="*/ 66 w 490"/>
                <a:gd name="T25" fmla="*/ 648 h 888"/>
                <a:gd name="T26" fmla="*/ 52 w 490"/>
                <a:gd name="T27" fmla="*/ 602 h 888"/>
                <a:gd name="T28" fmla="*/ 56 w 490"/>
                <a:gd name="T29" fmla="*/ 536 h 888"/>
                <a:gd name="T30" fmla="*/ 104 w 490"/>
                <a:gd name="T31" fmla="*/ 530 h 888"/>
                <a:gd name="T32" fmla="*/ 168 w 490"/>
                <a:gd name="T33" fmla="*/ 548 h 888"/>
                <a:gd name="T34" fmla="*/ 172 w 490"/>
                <a:gd name="T35" fmla="*/ 504 h 888"/>
                <a:gd name="T36" fmla="*/ 190 w 490"/>
                <a:gd name="T37" fmla="*/ 494 h 888"/>
                <a:gd name="T38" fmla="*/ 214 w 490"/>
                <a:gd name="T39" fmla="*/ 500 h 888"/>
                <a:gd name="T40" fmla="*/ 248 w 490"/>
                <a:gd name="T41" fmla="*/ 478 h 888"/>
                <a:gd name="T42" fmla="*/ 246 w 490"/>
                <a:gd name="T43" fmla="*/ 416 h 888"/>
                <a:gd name="T44" fmla="*/ 256 w 490"/>
                <a:gd name="T45" fmla="*/ 384 h 888"/>
                <a:gd name="T46" fmla="*/ 240 w 490"/>
                <a:gd name="T47" fmla="*/ 362 h 888"/>
                <a:gd name="T48" fmla="*/ 196 w 490"/>
                <a:gd name="T49" fmla="*/ 334 h 888"/>
                <a:gd name="T50" fmla="*/ 152 w 490"/>
                <a:gd name="T51" fmla="*/ 318 h 888"/>
                <a:gd name="T52" fmla="*/ 126 w 490"/>
                <a:gd name="T53" fmla="*/ 296 h 888"/>
                <a:gd name="T54" fmla="*/ 130 w 490"/>
                <a:gd name="T55" fmla="*/ 244 h 888"/>
                <a:gd name="T56" fmla="*/ 148 w 490"/>
                <a:gd name="T57" fmla="*/ 222 h 888"/>
                <a:gd name="T58" fmla="*/ 184 w 490"/>
                <a:gd name="T59" fmla="*/ 226 h 888"/>
                <a:gd name="T60" fmla="*/ 270 w 490"/>
                <a:gd name="T61" fmla="*/ 220 h 888"/>
                <a:gd name="T62" fmla="*/ 278 w 490"/>
                <a:gd name="T63" fmla="*/ 162 h 888"/>
                <a:gd name="T64" fmla="*/ 280 w 490"/>
                <a:gd name="T65" fmla="*/ 130 h 888"/>
                <a:gd name="T66" fmla="*/ 304 w 490"/>
                <a:gd name="T67" fmla="*/ 104 h 888"/>
                <a:gd name="T68" fmla="*/ 364 w 490"/>
                <a:gd name="T69" fmla="*/ 38 h 888"/>
                <a:gd name="T70" fmla="*/ 404 w 490"/>
                <a:gd name="T71" fmla="*/ 28 h 888"/>
                <a:gd name="T72" fmla="*/ 416 w 490"/>
                <a:gd name="T73" fmla="*/ 22 h 888"/>
                <a:gd name="T74" fmla="*/ 440 w 490"/>
                <a:gd name="T75" fmla="*/ 2 h 888"/>
                <a:gd name="T76" fmla="*/ 462 w 490"/>
                <a:gd name="T77" fmla="*/ 20 h 888"/>
                <a:gd name="T78" fmla="*/ 452 w 490"/>
                <a:gd name="T79" fmla="*/ 52 h 888"/>
                <a:gd name="T80" fmla="*/ 438 w 490"/>
                <a:gd name="T81" fmla="*/ 108 h 888"/>
                <a:gd name="T82" fmla="*/ 422 w 490"/>
                <a:gd name="T83" fmla="*/ 138 h 888"/>
                <a:gd name="T84" fmla="*/ 430 w 490"/>
                <a:gd name="T85" fmla="*/ 228 h 888"/>
                <a:gd name="T86" fmla="*/ 408 w 490"/>
                <a:gd name="T87" fmla="*/ 284 h 888"/>
                <a:gd name="T88" fmla="*/ 398 w 490"/>
                <a:gd name="T89" fmla="*/ 384 h 888"/>
                <a:gd name="T90" fmla="*/ 418 w 490"/>
                <a:gd name="T91" fmla="*/ 454 h 888"/>
                <a:gd name="T92" fmla="*/ 412 w 490"/>
                <a:gd name="T93" fmla="*/ 526 h 888"/>
                <a:gd name="T94" fmla="*/ 428 w 490"/>
                <a:gd name="T95" fmla="*/ 556 h 888"/>
                <a:gd name="T96" fmla="*/ 432 w 490"/>
                <a:gd name="T97" fmla="*/ 600 h 888"/>
                <a:gd name="T98" fmla="*/ 476 w 490"/>
                <a:gd name="T99" fmla="*/ 690 h 888"/>
                <a:gd name="T100" fmla="*/ 462 w 490"/>
                <a:gd name="T101" fmla="*/ 726 h 888"/>
                <a:gd name="T102" fmla="*/ 362 w 490"/>
                <a:gd name="T103" fmla="*/ 728 h 888"/>
                <a:gd name="T104" fmla="*/ 354 w 490"/>
                <a:gd name="T105" fmla="*/ 744 h 888"/>
                <a:gd name="T106" fmla="*/ 398 w 490"/>
                <a:gd name="T107" fmla="*/ 792 h 888"/>
                <a:gd name="T108" fmla="*/ 350 w 490"/>
                <a:gd name="T109" fmla="*/ 828 h 888"/>
                <a:gd name="T110" fmla="*/ 344 w 490"/>
                <a:gd name="T111" fmla="*/ 888 h 88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90" h="888">
                  <a:moveTo>
                    <a:pt x="344" y="888"/>
                  </a:moveTo>
                  <a:lnTo>
                    <a:pt x="344" y="888"/>
                  </a:lnTo>
                  <a:lnTo>
                    <a:pt x="330" y="884"/>
                  </a:lnTo>
                  <a:lnTo>
                    <a:pt x="320" y="878"/>
                  </a:lnTo>
                  <a:lnTo>
                    <a:pt x="304" y="866"/>
                  </a:lnTo>
                  <a:lnTo>
                    <a:pt x="278" y="842"/>
                  </a:lnTo>
                  <a:lnTo>
                    <a:pt x="252" y="834"/>
                  </a:lnTo>
                  <a:lnTo>
                    <a:pt x="232" y="834"/>
                  </a:lnTo>
                  <a:lnTo>
                    <a:pt x="214" y="834"/>
                  </a:lnTo>
                  <a:lnTo>
                    <a:pt x="196" y="838"/>
                  </a:lnTo>
                  <a:lnTo>
                    <a:pt x="188" y="840"/>
                  </a:lnTo>
                  <a:lnTo>
                    <a:pt x="180" y="844"/>
                  </a:lnTo>
                  <a:lnTo>
                    <a:pt x="170" y="842"/>
                  </a:lnTo>
                  <a:lnTo>
                    <a:pt x="160" y="836"/>
                  </a:lnTo>
                  <a:lnTo>
                    <a:pt x="146" y="826"/>
                  </a:lnTo>
                  <a:lnTo>
                    <a:pt x="136" y="824"/>
                  </a:lnTo>
                  <a:lnTo>
                    <a:pt x="128" y="822"/>
                  </a:lnTo>
                  <a:lnTo>
                    <a:pt x="120" y="818"/>
                  </a:lnTo>
                  <a:lnTo>
                    <a:pt x="114" y="814"/>
                  </a:lnTo>
                  <a:lnTo>
                    <a:pt x="106" y="804"/>
                  </a:lnTo>
                  <a:lnTo>
                    <a:pt x="102" y="802"/>
                  </a:lnTo>
                  <a:lnTo>
                    <a:pt x="98" y="800"/>
                  </a:lnTo>
                  <a:lnTo>
                    <a:pt x="56" y="800"/>
                  </a:lnTo>
                  <a:lnTo>
                    <a:pt x="12" y="784"/>
                  </a:lnTo>
                  <a:lnTo>
                    <a:pt x="12" y="776"/>
                  </a:lnTo>
                  <a:lnTo>
                    <a:pt x="14" y="770"/>
                  </a:lnTo>
                  <a:lnTo>
                    <a:pt x="20" y="758"/>
                  </a:lnTo>
                  <a:lnTo>
                    <a:pt x="20" y="744"/>
                  </a:lnTo>
                  <a:lnTo>
                    <a:pt x="18" y="734"/>
                  </a:lnTo>
                  <a:lnTo>
                    <a:pt x="14" y="728"/>
                  </a:lnTo>
                  <a:lnTo>
                    <a:pt x="8" y="726"/>
                  </a:lnTo>
                  <a:lnTo>
                    <a:pt x="2" y="718"/>
                  </a:lnTo>
                  <a:lnTo>
                    <a:pt x="0" y="714"/>
                  </a:lnTo>
                  <a:lnTo>
                    <a:pt x="0" y="708"/>
                  </a:lnTo>
                  <a:lnTo>
                    <a:pt x="0" y="706"/>
                  </a:lnTo>
                  <a:lnTo>
                    <a:pt x="58" y="704"/>
                  </a:lnTo>
                  <a:lnTo>
                    <a:pt x="62" y="696"/>
                  </a:lnTo>
                  <a:lnTo>
                    <a:pt x="66" y="686"/>
                  </a:lnTo>
                  <a:lnTo>
                    <a:pt x="66" y="676"/>
                  </a:lnTo>
                  <a:lnTo>
                    <a:pt x="68" y="666"/>
                  </a:lnTo>
                  <a:lnTo>
                    <a:pt x="66" y="648"/>
                  </a:lnTo>
                  <a:lnTo>
                    <a:pt x="64" y="632"/>
                  </a:lnTo>
                  <a:lnTo>
                    <a:pt x="52" y="602"/>
                  </a:lnTo>
                  <a:lnTo>
                    <a:pt x="46" y="564"/>
                  </a:lnTo>
                  <a:lnTo>
                    <a:pt x="46" y="550"/>
                  </a:lnTo>
                  <a:lnTo>
                    <a:pt x="50" y="542"/>
                  </a:lnTo>
                  <a:lnTo>
                    <a:pt x="56" y="536"/>
                  </a:lnTo>
                  <a:lnTo>
                    <a:pt x="68" y="532"/>
                  </a:lnTo>
                  <a:lnTo>
                    <a:pt x="84" y="530"/>
                  </a:lnTo>
                  <a:lnTo>
                    <a:pt x="104" y="530"/>
                  </a:lnTo>
                  <a:lnTo>
                    <a:pt x="150" y="552"/>
                  </a:lnTo>
                  <a:lnTo>
                    <a:pt x="162" y="550"/>
                  </a:lnTo>
                  <a:lnTo>
                    <a:pt x="168" y="548"/>
                  </a:lnTo>
                  <a:lnTo>
                    <a:pt x="172" y="546"/>
                  </a:lnTo>
                  <a:lnTo>
                    <a:pt x="172" y="504"/>
                  </a:lnTo>
                  <a:lnTo>
                    <a:pt x="174" y="500"/>
                  </a:lnTo>
                  <a:lnTo>
                    <a:pt x="178" y="496"/>
                  </a:lnTo>
                  <a:lnTo>
                    <a:pt x="182" y="494"/>
                  </a:lnTo>
                  <a:lnTo>
                    <a:pt x="190" y="494"/>
                  </a:lnTo>
                  <a:lnTo>
                    <a:pt x="204" y="494"/>
                  </a:lnTo>
                  <a:lnTo>
                    <a:pt x="210" y="496"/>
                  </a:lnTo>
                  <a:lnTo>
                    <a:pt x="214" y="500"/>
                  </a:lnTo>
                  <a:lnTo>
                    <a:pt x="242" y="500"/>
                  </a:lnTo>
                  <a:lnTo>
                    <a:pt x="246" y="490"/>
                  </a:lnTo>
                  <a:lnTo>
                    <a:pt x="248" y="478"/>
                  </a:lnTo>
                  <a:lnTo>
                    <a:pt x="250" y="454"/>
                  </a:lnTo>
                  <a:lnTo>
                    <a:pt x="250" y="432"/>
                  </a:lnTo>
                  <a:lnTo>
                    <a:pt x="248" y="424"/>
                  </a:lnTo>
                  <a:lnTo>
                    <a:pt x="246" y="416"/>
                  </a:lnTo>
                  <a:lnTo>
                    <a:pt x="248" y="404"/>
                  </a:lnTo>
                  <a:lnTo>
                    <a:pt x="250" y="396"/>
                  </a:lnTo>
                  <a:lnTo>
                    <a:pt x="256" y="384"/>
                  </a:lnTo>
                  <a:lnTo>
                    <a:pt x="256" y="364"/>
                  </a:lnTo>
                  <a:lnTo>
                    <a:pt x="240" y="362"/>
                  </a:lnTo>
                  <a:lnTo>
                    <a:pt x="224" y="352"/>
                  </a:lnTo>
                  <a:lnTo>
                    <a:pt x="210" y="342"/>
                  </a:lnTo>
                  <a:lnTo>
                    <a:pt x="196" y="334"/>
                  </a:lnTo>
                  <a:lnTo>
                    <a:pt x="188" y="328"/>
                  </a:lnTo>
                  <a:lnTo>
                    <a:pt x="170" y="324"/>
                  </a:lnTo>
                  <a:lnTo>
                    <a:pt x="152" y="318"/>
                  </a:lnTo>
                  <a:lnTo>
                    <a:pt x="136" y="312"/>
                  </a:lnTo>
                  <a:lnTo>
                    <a:pt x="126" y="306"/>
                  </a:lnTo>
                  <a:lnTo>
                    <a:pt x="126" y="296"/>
                  </a:lnTo>
                  <a:lnTo>
                    <a:pt x="128" y="290"/>
                  </a:lnTo>
                  <a:lnTo>
                    <a:pt x="136" y="280"/>
                  </a:lnTo>
                  <a:lnTo>
                    <a:pt x="130" y="244"/>
                  </a:lnTo>
                  <a:lnTo>
                    <a:pt x="134" y="242"/>
                  </a:lnTo>
                  <a:lnTo>
                    <a:pt x="140" y="236"/>
                  </a:lnTo>
                  <a:lnTo>
                    <a:pt x="148" y="222"/>
                  </a:lnTo>
                  <a:lnTo>
                    <a:pt x="162" y="222"/>
                  </a:lnTo>
                  <a:lnTo>
                    <a:pt x="172" y="222"/>
                  </a:lnTo>
                  <a:lnTo>
                    <a:pt x="184" y="226"/>
                  </a:lnTo>
                  <a:lnTo>
                    <a:pt x="264" y="230"/>
                  </a:lnTo>
                  <a:lnTo>
                    <a:pt x="270" y="220"/>
                  </a:lnTo>
                  <a:lnTo>
                    <a:pt x="276" y="210"/>
                  </a:lnTo>
                  <a:lnTo>
                    <a:pt x="278" y="198"/>
                  </a:lnTo>
                  <a:lnTo>
                    <a:pt x="280" y="186"/>
                  </a:lnTo>
                  <a:lnTo>
                    <a:pt x="278" y="162"/>
                  </a:lnTo>
                  <a:lnTo>
                    <a:pt x="278" y="144"/>
                  </a:lnTo>
                  <a:lnTo>
                    <a:pt x="278" y="136"/>
                  </a:lnTo>
                  <a:lnTo>
                    <a:pt x="280" y="130"/>
                  </a:lnTo>
                  <a:lnTo>
                    <a:pt x="282" y="124"/>
                  </a:lnTo>
                  <a:lnTo>
                    <a:pt x="286" y="120"/>
                  </a:lnTo>
                  <a:lnTo>
                    <a:pt x="294" y="114"/>
                  </a:lnTo>
                  <a:lnTo>
                    <a:pt x="304" y="104"/>
                  </a:lnTo>
                  <a:lnTo>
                    <a:pt x="334" y="60"/>
                  </a:lnTo>
                  <a:lnTo>
                    <a:pt x="364" y="38"/>
                  </a:lnTo>
                  <a:lnTo>
                    <a:pt x="382" y="12"/>
                  </a:lnTo>
                  <a:lnTo>
                    <a:pt x="404" y="28"/>
                  </a:lnTo>
                  <a:lnTo>
                    <a:pt x="410" y="28"/>
                  </a:lnTo>
                  <a:lnTo>
                    <a:pt x="416" y="22"/>
                  </a:lnTo>
                  <a:lnTo>
                    <a:pt x="422" y="16"/>
                  </a:lnTo>
                  <a:lnTo>
                    <a:pt x="430" y="0"/>
                  </a:lnTo>
                  <a:lnTo>
                    <a:pt x="440" y="2"/>
                  </a:lnTo>
                  <a:lnTo>
                    <a:pt x="450" y="4"/>
                  </a:lnTo>
                  <a:lnTo>
                    <a:pt x="456" y="8"/>
                  </a:lnTo>
                  <a:lnTo>
                    <a:pt x="460" y="12"/>
                  </a:lnTo>
                  <a:lnTo>
                    <a:pt x="462" y="20"/>
                  </a:lnTo>
                  <a:lnTo>
                    <a:pt x="464" y="28"/>
                  </a:lnTo>
                  <a:lnTo>
                    <a:pt x="452" y="52"/>
                  </a:lnTo>
                  <a:lnTo>
                    <a:pt x="450" y="72"/>
                  </a:lnTo>
                  <a:lnTo>
                    <a:pt x="446" y="90"/>
                  </a:lnTo>
                  <a:lnTo>
                    <a:pt x="444" y="100"/>
                  </a:lnTo>
                  <a:lnTo>
                    <a:pt x="438" y="108"/>
                  </a:lnTo>
                  <a:lnTo>
                    <a:pt x="432" y="118"/>
                  </a:lnTo>
                  <a:lnTo>
                    <a:pt x="424" y="126"/>
                  </a:lnTo>
                  <a:lnTo>
                    <a:pt x="422" y="138"/>
                  </a:lnTo>
                  <a:lnTo>
                    <a:pt x="420" y="150"/>
                  </a:lnTo>
                  <a:lnTo>
                    <a:pt x="422" y="174"/>
                  </a:lnTo>
                  <a:lnTo>
                    <a:pt x="430" y="228"/>
                  </a:lnTo>
                  <a:lnTo>
                    <a:pt x="430" y="238"/>
                  </a:lnTo>
                  <a:lnTo>
                    <a:pt x="428" y="246"/>
                  </a:lnTo>
                  <a:lnTo>
                    <a:pt x="420" y="266"/>
                  </a:lnTo>
                  <a:lnTo>
                    <a:pt x="408" y="284"/>
                  </a:lnTo>
                  <a:lnTo>
                    <a:pt x="398" y="300"/>
                  </a:lnTo>
                  <a:lnTo>
                    <a:pt x="398" y="384"/>
                  </a:lnTo>
                  <a:lnTo>
                    <a:pt x="412" y="416"/>
                  </a:lnTo>
                  <a:lnTo>
                    <a:pt x="416" y="434"/>
                  </a:lnTo>
                  <a:lnTo>
                    <a:pt x="418" y="454"/>
                  </a:lnTo>
                  <a:lnTo>
                    <a:pt x="414" y="472"/>
                  </a:lnTo>
                  <a:lnTo>
                    <a:pt x="410" y="492"/>
                  </a:lnTo>
                  <a:lnTo>
                    <a:pt x="410" y="514"/>
                  </a:lnTo>
                  <a:lnTo>
                    <a:pt x="412" y="526"/>
                  </a:lnTo>
                  <a:lnTo>
                    <a:pt x="414" y="538"/>
                  </a:lnTo>
                  <a:lnTo>
                    <a:pt x="422" y="548"/>
                  </a:lnTo>
                  <a:lnTo>
                    <a:pt x="428" y="556"/>
                  </a:lnTo>
                  <a:lnTo>
                    <a:pt x="434" y="568"/>
                  </a:lnTo>
                  <a:lnTo>
                    <a:pt x="432" y="600"/>
                  </a:lnTo>
                  <a:lnTo>
                    <a:pt x="456" y="660"/>
                  </a:lnTo>
                  <a:lnTo>
                    <a:pt x="466" y="674"/>
                  </a:lnTo>
                  <a:lnTo>
                    <a:pt x="476" y="690"/>
                  </a:lnTo>
                  <a:lnTo>
                    <a:pt x="484" y="710"/>
                  </a:lnTo>
                  <a:lnTo>
                    <a:pt x="490" y="732"/>
                  </a:lnTo>
                  <a:lnTo>
                    <a:pt x="462" y="726"/>
                  </a:lnTo>
                  <a:lnTo>
                    <a:pt x="404" y="726"/>
                  </a:lnTo>
                  <a:lnTo>
                    <a:pt x="372" y="728"/>
                  </a:lnTo>
                  <a:lnTo>
                    <a:pt x="362" y="728"/>
                  </a:lnTo>
                  <a:lnTo>
                    <a:pt x="356" y="732"/>
                  </a:lnTo>
                  <a:lnTo>
                    <a:pt x="354" y="744"/>
                  </a:lnTo>
                  <a:lnTo>
                    <a:pt x="394" y="776"/>
                  </a:lnTo>
                  <a:lnTo>
                    <a:pt x="398" y="792"/>
                  </a:lnTo>
                  <a:lnTo>
                    <a:pt x="382" y="798"/>
                  </a:lnTo>
                  <a:lnTo>
                    <a:pt x="370" y="806"/>
                  </a:lnTo>
                  <a:lnTo>
                    <a:pt x="360" y="816"/>
                  </a:lnTo>
                  <a:lnTo>
                    <a:pt x="350" y="828"/>
                  </a:lnTo>
                  <a:lnTo>
                    <a:pt x="350" y="888"/>
                  </a:lnTo>
                  <a:lnTo>
                    <a:pt x="344" y="888"/>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38" name="Freeform 28"/>
            <p:cNvSpPr/>
            <p:nvPr/>
          </p:nvSpPr>
          <p:spPr bwMode="auto">
            <a:xfrm>
              <a:off x="3740076" y="3401798"/>
              <a:ext cx="1300549" cy="947002"/>
            </a:xfrm>
            <a:custGeom>
              <a:avLst/>
              <a:gdLst>
                <a:gd name="T0" fmla="*/ 494 w 1236"/>
                <a:gd name="T1" fmla="*/ 798 h 900"/>
                <a:gd name="T2" fmla="*/ 430 w 1236"/>
                <a:gd name="T3" fmla="*/ 762 h 900"/>
                <a:gd name="T4" fmla="*/ 278 w 1236"/>
                <a:gd name="T5" fmla="*/ 748 h 900"/>
                <a:gd name="T6" fmla="*/ 176 w 1236"/>
                <a:gd name="T7" fmla="*/ 704 h 900"/>
                <a:gd name="T8" fmla="*/ 148 w 1236"/>
                <a:gd name="T9" fmla="*/ 670 h 900"/>
                <a:gd name="T10" fmla="*/ 70 w 1236"/>
                <a:gd name="T11" fmla="*/ 640 h 900"/>
                <a:gd name="T12" fmla="*/ 24 w 1236"/>
                <a:gd name="T13" fmla="*/ 596 h 900"/>
                <a:gd name="T14" fmla="*/ 0 w 1236"/>
                <a:gd name="T15" fmla="*/ 412 h 900"/>
                <a:gd name="T16" fmla="*/ 16 w 1236"/>
                <a:gd name="T17" fmla="*/ 340 h 900"/>
                <a:gd name="T18" fmla="*/ 26 w 1236"/>
                <a:gd name="T19" fmla="*/ 328 h 900"/>
                <a:gd name="T20" fmla="*/ 52 w 1236"/>
                <a:gd name="T21" fmla="*/ 314 h 900"/>
                <a:gd name="T22" fmla="*/ 98 w 1236"/>
                <a:gd name="T23" fmla="*/ 336 h 900"/>
                <a:gd name="T24" fmla="*/ 150 w 1236"/>
                <a:gd name="T25" fmla="*/ 336 h 900"/>
                <a:gd name="T26" fmla="*/ 138 w 1236"/>
                <a:gd name="T27" fmla="*/ 274 h 900"/>
                <a:gd name="T28" fmla="*/ 168 w 1236"/>
                <a:gd name="T29" fmla="*/ 236 h 900"/>
                <a:gd name="T30" fmla="*/ 186 w 1236"/>
                <a:gd name="T31" fmla="*/ 192 h 900"/>
                <a:gd name="T32" fmla="*/ 152 w 1236"/>
                <a:gd name="T33" fmla="*/ 150 h 900"/>
                <a:gd name="T34" fmla="*/ 120 w 1236"/>
                <a:gd name="T35" fmla="*/ 120 h 900"/>
                <a:gd name="T36" fmla="*/ 118 w 1236"/>
                <a:gd name="T37" fmla="*/ 92 h 900"/>
                <a:gd name="T38" fmla="*/ 104 w 1236"/>
                <a:gd name="T39" fmla="*/ 58 h 900"/>
                <a:gd name="T40" fmla="*/ 234 w 1236"/>
                <a:gd name="T41" fmla="*/ 42 h 900"/>
                <a:gd name="T42" fmla="*/ 340 w 1236"/>
                <a:gd name="T43" fmla="*/ 4 h 900"/>
                <a:gd name="T44" fmla="*/ 430 w 1236"/>
                <a:gd name="T45" fmla="*/ 8 h 900"/>
                <a:gd name="T46" fmla="*/ 526 w 1236"/>
                <a:gd name="T47" fmla="*/ 22 h 900"/>
                <a:gd name="T48" fmla="*/ 654 w 1236"/>
                <a:gd name="T49" fmla="*/ 114 h 900"/>
                <a:gd name="T50" fmla="*/ 720 w 1236"/>
                <a:gd name="T51" fmla="*/ 110 h 900"/>
                <a:gd name="T52" fmla="*/ 720 w 1236"/>
                <a:gd name="T53" fmla="*/ 56 h 900"/>
                <a:gd name="T54" fmla="*/ 792 w 1236"/>
                <a:gd name="T55" fmla="*/ 72 h 900"/>
                <a:gd name="T56" fmla="*/ 930 w 1236"/>
                <a:gd name="T57" fmla="*/ 128 h 900"/>
                <a:gd name="T58" fmla="*/ 952 w 1236"/>
                <a:gd name="T59" fmla="*/ 142 h 900"/>
                <a:gd name="T60" fmla="*/ 1088 w 1236"/>
                <a:gd name="T61" fmla="*/ 224 h 900"/>
                <a:gd name="T62" fmla="*/ 1174 w 1236"/>
                <a:gd name="T63" fmla="*/ 250 h 900"/>
                <a:gd name="T64" fmla="*/ 1216 w 1236"/>
                <a:gd name="T65" fmla="*/ 368 h 900"/>
                <a:gd name="T66" fmla="*/ 1236 w 1236"/>
                <a:gd name="T67" fmla="*/ 452 h 900"/>
                <a:gd name="T68" fmla="*/ 1184 w 1236"/>
                <a:gd name="T69" fmla="*/ 496 h 900"/>
                <a:gd name="T70" fmla="*/ 1120 w 1236"/>
                <a:gd name="T71" fmla="*/ 584 h 900"/>
                <a:gd name="T72" fmla="*/ 1144 w 1236"/>
                <a:gd name="T73" fmla="*/ 626 h 900"/>
                <a:gd name="T74" fmla="*/ 1086 w 1236"/>
                <a:gd name="T75" fmla="*/ 606 h 900"/>
                <a:gd name="T76" fmla="*/ 1030 w 1236"/>
                <a:gd name="T77" fmla="*/ 642 h 900"/>
                <a:gd name="T78" fmla="*/ 1064 w 1236"/>
                <a:gd name="T79" fmla="*/ 694 h 900"/>
                <a:gd name="T80" fmla="*/ 1076 w 1236"/>
                <a:gd name="T81" fmla="*/ 792 h 900"/>
                <a:gd name="T82" fmla="*/ 1034 w 1236"/>
                <a:gd name="T83" fmla="*/ 804 h 900"/>
                <a:gd name="T84" fmla="*/ 996 w 1236"/>
                <a:gd name="T85" fmla="*/ 806 h 900"/>
                <a:gd name="T86" fmla="*/ 956 w 1236"/>
                <a:gd name="T87" fmla="*/ 788 h 900"/>
                <a:gd name="T88" fmla="*/ 920 w 1236"/>
                <a:gd name="T89" fmla="*/ 800 h 900"/>
                <a:gd name="T90" fmla="*/ 878 w 1236"/>
                <a:gd name="T91" fmla="*/ 780 h 900"/>
                <a:gd name="T92" fmla="*/ 828 w 1236"/>
                <a:gd name="T93" fmla="*/ 698 h 900"/>
                <a:gd name="T94" fmla="*/ 778 w 1236"/>
                <a:gd name="T95" fmla="*/ 654 h 900"/>
                <a:gd name="T96" fmla="*/ 700 w 1236"/>
                <a:gd name="T97" fmla="*/ 662 h 900"/>
                <a:gd name="T98" fmla="*/ 722 w 1236"/>
                <a:gd name="T99" fmla="*/ 746 h 900"/>
                <a:gd name="T100" fmla="*/ 694 w 1236"/>
                <a:gd name="T101" fmla="*/ 796 h 900"/>
                <a:gd name="T102" fmla="*/ 664 w 1236"/>
                <a:gd name="T103" fmla="*/ 862 h 900"/>
                <a:gd name="T104" fmla="*/ 634 w 1236"/>
                <a:gd name="T105" fmla="*/ 886 h 900"/>
                <a:gd name="T106" fmla="*/ 604 w 1236"/>
                <a:gd name="T107" fmla="*/ 884 h 900"/>
                <a:gd name="T108" fmla="*/ 568 w 1236"/>
                <a:gd name="T109" fmla="*/ 880 h 9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36" h="900">
                  <a:moveTo>
                    <a:pt x="552" y="900"/>
                  </a:moveTo>
                  <a:lnTo>
                    <a:pt x="552" y="900"/>
                  </a:lnTo>
                  <a:lnTo>
                    <a:pt x="522" y="874"/>
                  </a:lnTo>
                  <a:lnTo>
                    <a:pt x="510" y="834"/>
                  </a:lnTo>
                  <a:lnTo>
                    <a:pt x="494" y="798"/>
                  </a:lnTo>
                  <a:lnTo>
                    <a:pt x="486" y="790"/>
                  </a:lnTo>
                  <a:lnTo>
                    <a:pt x="478" y="782"/>
                  </a:lnTo>
                  <a:lnTo>
                    <a:pt x="460" y="772"/>
                  </a:lnTo>
                  <a:lnTo>
                    <a:pt x="444" y="766"/>
                  </a:lnTo>
                  <a:lnTo>
                    <a:pt x="430" y="762"/>
                  </a:lnTo>
                  <a:lnTo>
                    <a:pt x="322" y="764"/>
                  </a:lnTo>
                  <a:lnTo>
                    <a:pt x="310" y="762"/>
                  </a:lnTo>
                  <a:lnTo>
                    <a:pt x="298" y="758"/>
                  </a:lnTo>
                  <a:lnTo>
                    <a:pt x="278" y="748"/>
                  </a:lnTo>
                  <a:lnTo>
                    <a:pt x="262" y="736"/>
                  </a:lnTo>
                  <a:lnTo>
                    <a:pt x="248" y="724"/>
                  </a:lnTo>
                  <a:lnTo>
                    <a:pt x="220" y="720"/>
                  </a:lnTo>
                  <a:lnTo>
                    <a:pt x="198" y="712"/>
                  </a:lnTo>
                  <a:lnTo>
                    <a:pt x="176" y="704"/>
                  </a:lnTo>
                  <a:lnTo>
                    <a:pt x="158" y="692"/>
                  </a:lnTo>
                  <a:lnTo>
                    <a:pt x="156" y="686"/>
                  </a:lnTo>
                  <a:lnTo>
                    <a:pt x="154" y="680"/>
                  </a:lnTo>
                  <a:lnTo>
                    <a:pt x="148" y="670"/>
                  </a:lnTo>
                  <a:lnTo>
                    <a:pt x="138" y="662"/>
                  </a:lnTo>
                  <a:lnTo>
                    <a:pt x="118" y="658"/>
                  </a:lnTo>
                  <a:lnTo>
                    <a:pt x="100" y="654"/>
                  </a:lnTo>
                  <a:lnTo>
                    <a:pt x="84" y="648"/>
                  </a:lnTo>
                  <a:lnTo>
                    <a:pt x="70" y="640"/>
                  </a:lnTo>
                  <a:lnTo>
                    <a:pt x="62" y="638"/>
                  </a:lnTo>
                  <a:lnTo>
                    <a:pt x="54" y="634"/>
                  </a:lnTo>
                  <a:lnTo>
                    <a:pt x="42" y="624"/>
                  </a:lnTo>
                  <a:lnTo>
                    <a:pt x="32" y="610"/>
                  </a:lnTo>
                  <a:lnTo>
                    <a:pt x="24" y="596"/>
                  </a:lnTo>
                  <a:lnTo>
                    <a:pt x="18" y="580"/>
                  </a:lnTo>
                  <a:lnTo>
                    <a:pt x="12" y="566"/>
                  </a:lnTo>
                  <a:lnTo>
                    <a:pt x="6" y="542"/>
                  </a:lnTo>
                  <a:lnTo>
                    <a:pt x="0" y="412"/>
                  </a:lnTo>
                  <a:lnTo>
                    <a:pt x="14" y="388"/>
                  </a:lnTo>
                  <a:lnTo>
                    <a:pt x="18" y="376"/>
                  </a:lnTo>
                  <a:lnTo>
                    <a:pt x="22" y="366"/>
                  </a:lnTo>
                  <a:lnTo>
                    <a:pt x="20" y="352"/>
                  </a:lnTo>
                  <a:lnTo>
                    <a:pt x="16" y="340"/>
                  </a:lnTo>
                  <a:lnTo>
                    <a:pt x="12" y="332"/>
                  </a:lnTo>
                  <a:lnTo>
                    <a:pt x="10" y="328"/>
                  </a:lnTo>
                  <a:lnTo>
                    <a:pt x="22" y="326"/>
                  </a:lnTo>
                  <a:lnTo>
                    <a:pt x="26" y="328"/>
                  </a:lnTo>
                  <a:lnTo>
                    <a:pt x="32" y="330"/>
                  </a:lnTo>
                  <a:lnTo>
                    <a:pt x="42" y="330"/>
                  </a:lnTo>
                  <a:lnTo>
                    <a:pt x="50" y="320"/>
                  </a:lnTo>
                  <a:lnTo>
                    <a:pt x="52" y="314"/>
                  </a:lnTo>
                  <a:lnTo>
                    <a:pt x="60" y="312"/>
                  </a:lnTo>
                  <a:lnTo>
                    <a:pt x="66" y="312"/>
                  </a:lnTo>
                  <a:lnTo>
                    <a:pt x="72" y="316"/>
                  </a:lnTo>
                  <a:lnTo>
                    <a:pt x="78" y="320"/>
                  </a:lnTo>
                  <a:lnTo>
                    <a:pt x="90" y="330"/>
                  </a:lnTo>
                  <a:lnTo>
                    <a:pt x="98" y="336"/>
                  </a:lnTo>
                  <a:lnTo>
                    <a:pt x="108" y="342"/>
                  </a:lnTo>
                  <a:lnTo>
                    <a:pt x="128" y="342"/>
                  </a:lnTo>
                  <a:lnTo>
                    <a:pt x="140" y="340"/>
                  </a:lnTo>
                  <a:lnTo>
                    <a:pt x="150" y="336"/>
                  </a:lnTo>
                  <a:lnTo>
                    <a:pt x="158" y="326"/>
                  </a:lnTo>
                  <a:lnTo>
                    <a:pt x="158" y="300"/>
                  </a:lnTo>
                  <a:lnTo>
                    <a:pt x="148" y="286"/>
                  </a:lnTo>
                  <a:lnTo>
                    <a:pt x="138" y="274"/>
                  </a:lnTo>
                  <a:lnTo>
                    <a:pt x="136" y="270"/>
                  </a:lnTo>
                  <a:lnTo>
                    <a:pt x="136" y="264"/>
                  </a:lnTo>
                  <a:lnTo>
                    <a:pt x="136" y="258"/>
                  </a:lnTo>
                  <a:lnTo>
                    <a:pt x="140" y="252"/>
                  </a:lnTo>
                  <a:lnTo>
                    <a:pt x="168" y="236"/>
                  </a:lnTo>
                  <a:lnTo>
                    <a:pt x="180" y="224"/>
                  </a:lnTo>
                  <a:lnTo>
                    <a:pt x="184" y="212"/>
                  </a:lnTo>
                  <a:lnTo>
                    <a:pt x="188" y="200"/>
                  </a:lnTo>
                  <a:lnTo>
                    <a:pt x="186" y="192"/>
                  </a:lnTo>
                  <a:lnTo>
                    <a:pt x="184" y="184"/>
                  </a:lnTo>
                  <a:lnTo>
                    <a:pt x="178" y="178"/>
                  </a:lnTo>
                  <a:lnTo>
                    <a:pt x="172" y="174"/>
                  </a:lnTo>
                  <a:lnTo>
                    <a:pt x="160" y="164"/>
                  </a:lnTo>
                  <a:lnTo>
                    <a:pt x="152" y="150"/>
                  </a:lnTo>
                  <a:lnTo>
                    <a:pt x="142" y="138"/>
                  </a:lnTo>
                  <a:lnTo>
                    <a:pt x="132" y="128"/>
                  </a:lnTo>
                  <a:lnTo>
                    <a:pt x="126" y="126"/>
                  </a:lnTo>
                  <a:lnTo>
                    <a:pt x="122" y="126"/>
                  </a:lnTo>
                  <a:lnTo>
                    <a:pt x="120" y="120"/>
                  </a:lnTo>
                  <a:lnTo>
                    <a:pt x="116" y="114"/>
                  </a:lnTo>
                  <a:lnTo>
                    <a:pt x="114" y="110"/>
                  </a:lnTo>
                  <a:lnTo>
                    <a:pt x="114" y="104"/>
                  </a:lnTo>
                  <a:lnTo>
                    <a:pt x="118" y="98"/>
                  </a:lnTo>
                  <a:lnTo>
                    <a:pt x="118" y="92"/>
                  </a:lnTo>
                  <a:lnTo>
                    <a:pt x="118" y="86"/>
                  </a:lnTo>
                  <a:lnTo>
                    <a:pt x="116" y="80"/>
                  </a:lnTo>
                  <a:lnTo>
                    <a:pt x="110" y="70"/>
                  </a:lnTo>
                  <a:lnTo>
                    <a:pt x="104" y="66"/>
                  </a:lnTo>
                  <a:lnTo>
                    <a:pt x="104" y="58"/>
                  </a:lnTo>
                  <a:lnTo>
                    <a:pt x="120" y="56"/>
                  </a:lnTo>
                  <a:lnTo>
                    <a:pt x="138" y="52"/>
                  </a:lnTo>
                  <a:lnTo>
                    <a:pt x="176" y="50"/>
                  </a:lnTo>
                  <a:lnTo>
                    <a:pt x="214" y="46"/>
                  </a:lnTo>
                  <a:lnTo>
                    <a:pt x="234" y="42"/>
                  </a:lnTo>
                  <a:lnTo>
                    <a:pt x="252" y="38"/>
                  </a:lnTo>
                  <a:lnTo>
                    <a:pt x="280" y="24"/>
                  </a:lnTo>
                  <a:lnTo>
                    <a:pt x="310" y="12"/>
                  </a:lnTo>
                  <a:lnTo>
                    <a:pt x="324" y="6"/>
                  </a:lnTo>
                  <a:lnTo>
                    <a:pt x="340" y="4"/>
                  </a:lnTo>
                  <a:lnTo>
                    <a:pt x="358" y="0"/>
                  </a:lnTo>
                  <a:lnTo>
                    <a:pt x="378" y="0"/>
                  </a:lnTo>
                  <a:lnTo>
                    <a:pt x="400" y="10"/>
                  </a:lnTo>
                  <a:lnTo>
                    <a:pt x="430" y="8"/>
                  </a:lnTo>
                  <a:lnTo>
                    <a:pt x="462" y="10"/>
                  </a:lnTo>
                  <a:lnTo>
                    <a:pt x="478" y="10"/>
                  </a:lnTo>
                  <a:lnTo>
                    <a:pt x="494" y="12"/>
                  </a:lnTo>
                  <a:lnTo>
                    <a:pt x="510" y="16"/>
                  </a:lnTo>
                  <a:lnTo>
                    <a:pt x="526" y="22"/>
                  </a:lnTo>
                  <a:lnTo>
                    <a:pt x="604" y="72"/>
                  </a:lnTo>
                  <a:lnTo>
                    <a:pt x="612" y="84"/>
                  </a:lnTo>
                  <a:lnTo>
                    <a:pt x="638" y="104"/>
                  </a:lnTo>
                  <a:lnTo>
                    <a:pt x="654" y="114"/>
                  </a:lnTo>
                  <a:lnTo>
                    <a:pt x="676" y="122"/>
                  </a:lnTo>
                  <a:lnTo>
                    <a:pt x="706" y="122"/>
                  </a:lnTo>
                  <a:lnTo>
                    <a:pt x="720" y="110"/>
                  </a:lnTo>
                  <a:lnTo>
                    <a:pt x="722" y="94"/>
                  </a:lnTo>
                  <a:lnTo>
                    <a:pt x="720" y="80"/>
                  </a:lnTo>
                  <a:lnTo>
                    <a:pt x="718" y="68"/>
                  </a:lnTo>
                  <a:lnTo>
                    <a:pt x="716" y="58"/>
                  </a:lnTo>
                  <a:lnTo>
                    <a:pt x="720" y="56"/>
                  </a:lnTo>
                  <a:lnTo>
                    <a:pt x="724" y="54"/>
                  </a:lnTo>
                  <a:lnTo>
                    <a:pt x="736" y="52"/>
                  </a:lnTo>
                  <a:lnTo>
                    <a:pt x="762" y="52"/>
                  </a:lnTo>
                  <a:lnTo>
                    <a:pt x="792" y="72"/>
                  </a:lnTo>
                  <a:lnTo>
                    <a:pt x="822" y="80"/>
                  </a:lnTo>
                  <a:lnTo>
                    <a:pt x="858" y="84"/>
                  </a:lnTo>
                  <a:lnTo>
                    <a:pt x="898" y="104"/>
                  </a:lnTo>
                  <a:lnTo>
                    <a:pt x="930" y="128"/>
                  </a:lnTo>
                  <a:lnTo>
                    <a:pt x="930" y="132"/>
                  </a:lnTo>
                  <a:lnTo>
                    <a:pt x="940" y="140"/>
                  </a:lnTo>
                  <a:lnTo>
                    <a:pt x="952" y="142"/>
                  </a:lnTo>
                  <a:lnTo>
                    <a:pt x="964" y="140"/>
                  </a:lnTo>
                  <a:lnTo>
                    <a:pt x="992" y="136"/>
                  </a:lnTo>
                  <a:lnTo>
                    <a:pt x="1032" y="184"/>
                  </a:lnTo>
                  <a:lnTo>
                    <a:pt x="1088" y="224"/>
                  </a:lnTo>
                  <a:lnTo>
                    <a:pt x="1116" y="238"/>
                  </a:lnTo>
                  <a:lnTo>
                    <a:pt x="1166" y="238"/>
                  </a:lnTo>
                  <a:lnTo>
                    <a:pt x="1174" y="250"/>
                  </a:lnTo>
                  <a:lnTo>
                    <a:pt x="1182" y="272"/>
                  </a:lnTo>
                  <a:lnTo>
                    <a:pt x="1188" y="294"/>
                  </a:lnTo>
                  <a:lnTo>
                    <a:pt x="1194" y="316"/>
                  </a:lnTo>
                  <a:lnTo>
                    <a:pt x="1216" y="368"/>
                  </a:lnTo>
                  <a:lnTo>
                    <a:pt x="1220" y="412"/>
                  </a:lnTo>
                  <a:lnTo>
                    <a:pt x="1228" y="422"/>
                  </a:lnTo>
                  <a:lnTo>
                    <a:pt x="1234" y="436"/>
                  </a:lnTo>
                  <a:lnTo>
                    <a:pt x="1236" y="444"/>
                  </a:lnTo>
                  <a:lnTo>
                    <a:pt x="1236" y="452"/>
                  </a:lnTo>
                  <a:lnTo>
                    <a:pt x="1232" y="458"/>
                  </a:lnTo>
                  <a:lnTo>
                    <a:pt x="1226" y="466"/>
                  </a:lnTo>
                  <a:lnTo>
                    <a:pt x="1200" y="482"/>
                  </a:lnTo>
                  <a:lnTo>
                    <a:pt x="1192" y="488"/>
                  </a:lnTo>
                  <a:lnTo>
                    <a:pt x="1184" y="496"/>
                  </a:lnTo>
                  <a:lnTo>
                    <a:pt x="1172" y="514"/>
                  </a:lnTo>
                  <a:lnTo>
                    <a:pt x="1156" y="542"/>
                  </a:lnTo>
                  <a:lnTo>
                    <a:pt x="1120" y="568"/>
                  </a:lnTo>
                  <a:lnTo>
                    <a:pt x="1120" y="584"/>
                  </a:lnTo>
                  <a:lnTo>
                    <a:pt x="1154" y="614"/>
                  </a:lnTo>
                  <a:lnTo>
                    <a:pt x="1152" y="620"/>
                  </a:lnTo>
                  <a:lnTo>
                    <a:pt x="1148" y="624"/>
                  </a:lnTo>
                  <a:lnTo>
                    <a:pt x="1144" y="626"/>
                  </a:lnTo>
                  <a:lnTo>
                    <a:pt x="1138" y="628"/>
                  </a:lnTo>
                  <a:lnTo>
                    <a:pt x="1128" y="628"/>
                  </a:lnTo>
                  <a:lnTo>
                    <a:pt x="1120" y="628"/>
                  </a:lnTo>
                  <a:lnTo>
                    <a:pt x="1086" y="606"/>
                  </a:lnTo>
                  <a:lnTo>
                    <a:pt x="1052" y="604"/>
                  </a:lnTo>
                  <a:lnTo>
                    <a:pt x="1038" y="606"/>
                  </a:lnTo>
                  <a:lnTo>
                    <a:pt x="1030" y="608"/>
                  </a:lnTo>
                  <a:lnTo>
                    <a:pt x="1030" y="632"/>
                  </a:lnTo>
                  <a:lnTo>
                    <a:pt x="1030" y="642"/>
                  </a:lnTo>
                  <a:lnTo>
                    <a:pt x="1032" y="652"/>
                  </a:lnTo>
                  <a:lnTo>
                    <a:pt x="1036" y="662"/>
                  </a:lnTo>
                  <a:lnTo>
                    <a:pt x="1042" y="672"/>
                  </a:lnTo>
                  <a:lnTo>
                    <a:pt x="1052" y="682"/>
                  </a:lnTo>
                  <a:lnTo>
                    <a:pt x="1064" y="694"/>
                  </a:lnTo>
                  <a:lnTo>
                    <a:pt x="1064" y="730"/>
                  </a:lnTo>
                  <a:lnTo>
                    <a:pt x="1080" y="780"/>
                  </a:lnTo>
                  <a:lnTo>
                    <a:pt x="1078" y="788"/>
                  </a:lnTo>
                  <a:lnTo>
                    <a:pt x="1076" y="792"/>
                  </a:lnTo>
                  <a:lnTo>
                    <a:pt x="1074" y="796"/>
                  </a:lnTo>
                  <a:lnTo>
                    <a:pt x="1068" y="798"/>
                  </a:lnTo>
                  <a:lnTo>
                    <a:pt x="1058" y="800"/>
                  </a:lnTo>
                  <a:lnTo>
                    <a:pt x="1046" y="800"/>
                  </a:lnTo>
                  <a:lnTo>
                    <a:pt x="1034" y="804"/>
                  </a:lnTo>
                  <a:lnTo>
                    <a:pt x="1028" y="808"/>
                  </a:lnTo>
                  <a:lnTo>
                    <a:pt x="1014" y="818"/>
                  </a:lnTo>
                  <a:lnTo>
                    <a:pt x="1004" y="818"/>
                  </a:lnTo>
                  <a:lnTo>
                    <a:pt x="996" y="806"/>
                  </a:lnTo>
                  <a:lnTo>
                    <a:pt x="968" y="804"/>
                  </a:lnTo>
                  <a:lnTo>
                    <a:pt x="968" y="798"/>
                  </a:lnTo>
                  <a:lnTo>
                    <a:pt x="964" y="794"/>
                  </a:lnTo>
                  <a:lnTo>
                    <a:pt x="956" y="788"/>
                  </a:lnTo>
                  <a:lnTo>
                    <a:pt x="936" y="786"/>
                  </a:lnTo>
                  <a:lnTo>
                    <a:pt x="934" y="792"/>
                  </a:lnTo>
                  <a:lnTo>
                    <a:pt x="926" y="796"/>
                  </a:lnTo>
                  <a:lnTo>
                    <a:pt x="920" y="800"/>
                  </a:lnTo>
                  <a:lnTo>
                    <a:pt x="914" y="800"/>
                  </a:lnTo>
                  <a:lnTo>
                    <a:pt x="908" y="786"/>
                  </a:lnTo>
                  <a:lnTo>
                    <a:pt x="878" y="780"/>
                  </a:lnTo>
                  <a:lnTo>
                    <a:pt x="836" y="732"/>
                  </a:lnTo>
                  <a:lnTo>
                    <a:pt x="830" y="722"/>
                  </a:lnTo>
                  <a:lnTo>
                    <a:pt x="830" y="710"/>
                  </a:lnTo>
                  <a:lnTo>
                    <a:pt x="828" y="698"/>
                  </a:lnTo>
                  <a:lnTo>
                    <a:pt x="824" y="690"/>
                  </a:lnTo>
                  <a:lnTo>
                    <a:pt x="820" y="682"/>
                  </a:lnTo>
                  <a:lnTo>
                    <a:pt x="808" y="670"/>
                  </a:lnTo>
                  <a:lnTo>
                    <a:pt x="796" y="658"/>
                  </a:lnTo>
                  <a:lnTo>
                    <a:pt x="778" y="654"/>
                  </a:lnTo>
                  <a:lnTo>
                    <a:pt x="758" y="652"/>
                  </a:lnTo>
                  <a:lnTo>
                    <a:pt x="724" y="654"/>
                  </a:lnTo>
                  <a:lnTo>
                    <a:pt x="706" y="656"/>
                  </a:lnTo>
                  <a:lnTo>
                    <a:pt x="702" y="660"/>
                  </a:lnTo>
                  <a:lnTo>
                    <a:pt x="700" y="662"/>
                  </a:lnTo>
                  <a:lnTo>
                    <a:pt x="698" y="674"/>
                  </a:lnTo>
                  <a:lnTo>
                    <a:pt x="698" y="694"/>
                  </a:lnTo>
                  <a:lnTo>
                    <a:pt x="722" y="726"/>
                  </a:lnTo>
                  <a:lnTo>
                    <a:pt x="722" y="746"/>
                  </a:lnTo>
                  <a:lnTo>
                    <a:pt x="712" y="758"/>
                  </a:lnTo>
                  <a:lnTo>
                    <a:pt x="700" y="772"/>
                  </a:lnTo>
                  <a:lnTo>
                    <a:pt x="696" y="778"/>
                  </a:lnTo>
                  <a:lnTo>
                    <a:pt x="694" y="786"/>
                  </a:lnTo>
                  <a:lnTo>
                    <a:pt x="694" y="796"/>
                  </a:lnTo>
                  <a:lnTo>
                    <a:pt x="698" y="804"/>
                  </a:lnTo>
                  <a:lnTo>
                    <a:pt x="698" y="810"/>
                  </a:lnTo>
                  <a:lnTo>
                    <a:pt x="694" y="818"/>
                  </a:lnTo>
                  <a:lnTo>
                    <a:pt x="684" y="834"/>
                  </a:lnTo>
                  <a:lnTo>
                    <a:pt x="664" y="862"/>
                  </a:lnTo>
                  <a:lnTo>
                    <a:pt x="658" y="870"/>
                  </a:lnTo>
                  <a:lnTo>
                    <a:pt x="652" y="878"/>
                  </a:lnTo>
                  <a:lnTo>
                    <a:pt x="644" y="882"/>
                  </a:lnTo>
                  <a:lnTo>
                    <a:pt x="634" y="886"/>
                  </a:lnTo>
                  <a:lnTo>
                    <a:pt x="624" y="898"/>
                  </a:lnTo>
                  <a:lnTo>
                    <a:pt x="618" y="896"/>
                  </a:lnTo>
                  <a:lnTo>
                    <a:pt x="612" y="896"/>
                  </a:lnTo>
                  <a:lnTo>
                    <a:pt x="608" y="890"/>
                  </a:lnTo>
                  <a:lnTo>
                    <a:pt x="604" y="884"/>
                  </a:lnTo>
                  <a:lnTo>
                    <a:pt x="604" y="880"/>
                  </a:lnTo>
                  <a:lnTo>
                    <a:pt x="598" y="878"/>
                  </a:lnTo>
                  <a:lnTo>
                    <a:pt x="594" y="876"/>
                  </a:lnTo>
                  <a:lnTo>
                    <a:pt x="582" y="876"/>
                  </a:lnTo>
                  <a:lnTo>
                    <a:pt x="568" y="880"/>
                  </a:lnTo>
                  <a:lnTo>
                    <a:pt x="560" y="892"/>
                  </a:lnTo>
                  <a:lnTo>
                    <a:pt x="556" y="896"/>
                  </a:lnTo>
                  <a:lnTo>
                    <a:pt x="552" y="900"/>
                  </a:lnTo>
                  <a:close/>
                </a:path>
              </a:pathLst>
            </a:custGeom>
            <a:solidFill>
              <a:srgbClr val="FFC000"/>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333333"/>
                </a:solidFill>
                <a:effectLst/>
                <a:uLnTx/>
                <a:uFillTx/>
              </a:endParaRPr>
            </a:p>
          </p:txBody>
        </p:sp>
        <p:sp>
          <p:nvSpPr>
            <p:cNvPr id="39" name="Freeform 29"/>
            <p:cNvSpPr/>
            <p:nvPr/>
          </p:nvSpPr>
          <p:spPr bwMode="auto">
            <a:xfrm>
              <a:off x="5764556" y="3273427"/>
              <a:ext cx="357756" cy="719721"/>
            </a:xfrm>
            <a:custGeom>
              <a:avLst/>
              <a:gdLst>
                <a:gd name="T0" fmla="*/ 24 w 340"/>
                <a:gd name="T1" fmla="*/ 676 h 684"/>
                <a:gd name="T2" fmla="*/ 10 w 340"/>
                <a:gd name="T3" fmla="*/ 654 h 684"/>
                <a:gd name="T4" fmla="*/ 10 w 340"/>
                <a:gd name="T5" fmla="*/ 624 h 684"/>
                <a:gd name="T6" fmla="*/ 18 w 340"/>
                <a:gd name="T7" fmla="*/ 560 h 684"/>
                <a:gd name="T8" fmla="*/ 0 w 340"/>
                <a:gd name="T9" fmla="*/ 514 h 684"/>
                <a:gd name="T10" fmla="*/ 8 w 340"/>
                <a:gd name="T11" fmla="*/ 426 h 684"/>
                <a:gd name="T12" fmla="*/ 30 w 340"/>
                <a:gd name="T13" fmla="*/ 386 h 684"/>
                <a:gd name="T14" fmla="*/ 24 w 340"/>
                <a:gd name="T15" fmla="*/ 326 h 684"/>
                <a:gd name="T16" fmla="*/ 22 w 340"/>
                <a:gd name="T17" fmla="*/ 282 h 684"/>
                <a:gd name="T18" fmla="*/ 44 w 340"/>
                <a:gd name="T19" fmla="*/ 248 h 684"/>
                <a:gd name="T20" fmla="*/ 50 w 340"/>
                <a:gd name="T21" fmla="*/ 218 h 684"/>
                <a:gd name="T22" fmla="*/ 64 w 340"/>
                <a:gd name="T23" fmla="*/ 170 h 684"/>
                <a:gd name="T24" fmla="*/ 70 w 340"/>
                <a:gd name="T25" fmla="*/ 150 h 684"/>
                <a:gd name="T26" fmla="*/ 94 w 340"/>
                <a:gd name="T27" fmla="*/ 122 h 684"/>
                <a:gd name="T28" fmla="*/ 128 w 340"/>
                <a:gd name="T29" fmla="*/ 82 h 684"/>
                <a:gd name="T30" fmla="*/ 152 w 340"/>
                <a:gd name="T31" fmla="*/ 58 h 684"/>
                <a:gd name="T32" fmla="*/ 170 w 340"/>
                <a:gd name="T33" fmla="*/ 40 h 684"/>
                <a:gd name="T34" fmla="*/ 224 w 340"/>
                <a:gd name="T35" fmla="*/ 40 h 684"/>
                <a:gd name="T36" fmla="*/ 238 w 340"/>
                <a:gd name="T37" fmla="*/ 32 h 684"/>
                <a:gd name="T38" fmla="*/ 270 w 340"/>
                <a:gd name="T39" fmla="*/ 20 h 684"/>
                <a:gd name="T40" fmla="*/ 290 w 340"/>
                <a:gd name="T41" fmla="*/ 0 h 684"/>
                <a:gd name="T42" fmla="*/ 308 w 340"/>
                <a:gd name="T43" fmla="*/ 12 h 684"/>
                <a:gd name="T44" fmla="*/ 290 w 340"/>
                <a:gd name="T45" fmla="*/ 34 h 684"/>
                <a:gd name="T46" fmla="*/ 276 w 340"/>
                <a:gd name="T47" fmla="*/ 54 h 684"/>
                <a:gd name="T48" fmla="*/ 286 w 340"/>
                <a:gd name="T49" fmla="*/ 64 h 684"/>
                <a:gd name="T50" fmla="*/ 310 w 340"/>
                <a:gd name="T51" fmla="*/ 82 h 684"/>
                <a:gd name="T52" fmla="*/ 340 w 340"/>
                <a:gd name="T53" fmla="*/ 124 h 684"/>
                <a:gd name="T54" fmla="*/ 328 w 340"/>
                <a:gd name="T55" fmla="*/ 158 h 684"/>
                <a:gd name="T56" fmla="*/ 290 w 340"/>
                <a:gd name="T57" fmla="*/ 186 h 684"/>
                <a:gd name="T58" fmla="*/ 268 w 340"/>
                <a:gd name="T59" fmla="*/ 228 h 684"/>
                <a:gd name="T60" fmla="*/ 274 w 340"/>
                <a:gd name="T61" fmla="*/ 256 h 684"/>
                <a:gd name="T62" fmla="*/ 300 w 340"/>
                <a:gd name="T63" fmla="*/ 278 h 684"/>
                <a:gd name="T64" fmla="*/ 320 w 340"/>
                <a:gd name="T65" fmla="*/ 312 h 684"/>
                <a:gd name="T66" fmla="*/ 328 w 340"/>
                <a:gd name="T67" fmla="*/ 344 h 684"/>
                <a:gd name="T68" fmla="*/ 316 w 340"/>
                <a:gd name="T69" fmla="*/ 384 h 684"/>
                <a:gd name="T70" fmla="*/ 298 w 340"/>
                <a:gd name="T71" fmla="*/ 412 h 684"/>
                <a:gd name="T72" fmla="*/ 276 w 340"/>
                <a:gd name="T73" fmla="*/ 436 h 684"/>
                <a:gd name="T74" fmla="*/ 298 w 340"/>
                <a:gd name="T75" fmla="*/ 474 h 684"/>
                <a:gd name="T76" fmla="*/ 302 w 340"/>
                <a:gd name="T77" fmla="*/ 506 h 684"/>
                <a:gd name="T78" fmla="*/ 296 w 340"/>
                <a:gd name="T79" fmla="*/ 544 h 684"/>
                <a:gd name="T80" fmla="*/ 236 w 340"/>
                <a:gd name="T81" fmla="*/ 602 h 684"/>
                <a:gd name="T82" fmla="*/ 164 w 340"/>
                <a:gd name="T83" fmla="*/ 620 h 684"/>
                <a:gd name="T84" fmla="*/ 112 w 340"/>
                <a:gd name="T85" fmla="*/ 644 h 684"/>
                <a:gd name="T86" fmla="*/ 66 w 340"/>
                <a:gd name="T87" fmla="*/ 664 h 684"/>
                <a:gd name="T88" fmla="*/ 48 w 340"/>
                <a:gd name="T89" fmla="*/ 678 h 6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40" h="684">
                  <a:moveTo>
                    <a:pt x="32" y="684"/>
                  </a:moveTo>
                  <a:lnTo>
                    <a:pt x="32" y="684"/>
                  </a:lnTo>
                  <a:lnTo>
                    <a:pt x="24" y="676"/>
                  </a:lnTo>
                  <a:lnTo>
                    <a:pt x="16" y="668"/>
                  </a:lnTo>
                  <a:lnTo>
                    <a:pt x="12" y="662"/>
                  </a:lnTo>
                  <a:lnTo>
                    <a:pt x="10" y="654"/>
                  </a:lnTo>
                  <a:lnTo>
                    <a:pt x="10" y="638"/>
                  </a:lnTo>
                  <a:lnTo>
                    <a:pt x="10" y="624"/>
                  </a:lnTo>
                  <a:lnTo>
                    <a:pt x="20" y="594"/>
                  </a:lnTo>
                  <a:lnTo>
                    <a:pt x="18" y="560"/>
                  </a:lnTo>
                  <a:lnTo>
                    <a:pt x="0" y="514"/>
                  </a:lnTo>
                  <a:lnTo>
                    <a:pt x="0" y="440"/>
                  </a:lnTo>
                  <a:lnTo>
                    <a:pt x="8" y="426"/>
                  </a:lnTo>
                  <a:lnTo>
                    <a:pt x="16" y="412"/>
                  </a:lnTo>
                  <a:lnTo>
                    <a:pt x="30" y="386"/>
                  </a:lnTo>
                  <a:lnTo>
                    <a:pt x="30" y="358"/>
                  </a:lnTo>
                  <a:lnTo>
                    <a:pt x="24" y="326"/>
                  </a:lnTo>
                  <a:lnTo>
                    <a:pt x="22" y="310"/>
                  </a:lnTo>
                  <a:lnTo>
                    <a:pt x="20" y="296"/>
                  </a:lnTo>
                  <a:lnTo>
                    <a:pt x="22" y="282"/>
                  </a:lnTo>
                  <a:lnTo>
                    <a:pt x="24" y="270"/>
                  </a:lnTo>
                  <a:lnTo>
                    <a:pt x="32" y="258"/>
                  </a:lnTo>
                  <a:lnTo>
                    <a:pt x="44" y="248"/>
                  </a:lnTo>
                  <a:lnTo>
                    <a:pt x="48" y="232"/>
                  </a:lnTo>
                  <a:lnTo>
                    <a:pt x="50" y="218"/>
                  </a:lnTo>
                  <a:lnTo>
                    <a:pt x="52" y="192"/>
                  </a:lnTo>
                  <a:lnTo>
                    <a:pt x="64" y="170"/>
                  </a:lnTo>
                  <a:lnTo>
                    <a:pt x="66" y="158"/>
                  </a:lnTo>
                  <a:lnTo>
                    <a:pt x="70" y="150"/>
                  </a:lnTo>
                  <a:lnTo>
                    <a:pt x="74" y="142"/>
                  </a:lnTo>
                  <a:lnTo>
                    <a:pt x="80" y="134"/>
                  </a:lnTo>
                  <a:lnTo>
                    <a:pt x="94" y="122"/>
                  </a:lnTo>
                  <a:lnTo>
                    <a:pt x="110" y="110"/>
                  </a:lnTo>
                  <a:lnTo>
                    <a:pt x="128" y="82"/>
                  </a:lnTo>
                  <a:lnTo>
                    <a:pt x="140" y="68"/>
                  </a:lnTo>
                  <a:lnTo>
                    <a:pt x="146" y="62"/>
                  </a:lnTo>
                  <a:lnTo>
                    <a:pt x="152" y="58"/>
                  </a:lnTo>
                  <a:lnTo>
                    <a:pt x="170" y="40"/>
                  </a:lnTo>
                  <a:lnTo>
                    <a:pt x="204" y="42"/>
                  </a:lnTo>
                  <a:lnTo>
                    <a:pt x="214" y="42"/>
                  </a:lnTo>
                  <a:lnTo>
                    <a:pt x="224" y="40"/>
                  </a:lnTo>
                  <a:lnTo>
                    <a:pt x="232" y="38"/>
                  </a:lnTo>
                  <a:lnTo>
                    <a:pt x="238" y="32"/>
                  </a:lnTo>
                  <a:lnTo>
                    <a:pt x="250" y="30"/>
                  </a:lnTo>
                  <a:lnTo>
                    <a:pt x="260" y="26"/>
                  </a:lnTo>
                  <a:lnTo>
                    <a:pt x="270" y="20"/>
                  </a:lnTo>
                  <a:lnTo>
                    <a:pt x="282" y="10"/>
                  </a:lnTo>
                  <a:lnTo>
                    <a:pt x="290" y="0"/>
                  </a:lnTo>
                  <a:lnTo>
                    <a:pt x="308" y="12"/>
                  </a:lnTo>
                  <a:lnTo>
                    <a:pt x="306" y="18"/>
                  </a:lnTo>
                  <a:lnTo>
                    <a:pt x="302" y="24"/>
                  </a:lnTo>
                  <a:lnTo>
                    <a:pt x="290" y="34"/>
                  </a:lnTo>
                  <a:lnTo>
                    <a:pt x="284" y="40"/>
                  </a:lnTo>
                  <a:lnTo>
                    <a:pt x="280" y="46"/>
                  </a:lnTo>
                  <a:lnTo>
                    <a:pt x="276" y="54"/>
                  </a:lnTo>
                  <a:lnTo>
                    <a:pt x="278" y="62"/>
                  </a:lnTo>
                  <a:lnTo>
                    <a:pt x="286" y="64"/>
                  </a:lnTo>
                  <a:lnTo>
                    <a:pt x="296" y="68"/>
                  </a:lnTo>
                  <a:lnTo>
                    <a:pt x="302" y="74"/>
                  </a:lnTo>
                  <a:lnTo>
                    <a:pt x="310" y="82"/>
                  </a:lnTo>
                  <a:lnTo>
                    <a:pt x="324" y="100"/>
                  </a:lnTo>
                  <a:lnTo>
                    <a:pt x="340" y="124"/>
                  </a:lnTo>
                  <a:lnTo>
                    <a:pt x="340" y="142"/>
                  </a:lnTo>
                  <a:lnTo>
                    <a:pt x="328" y="158"/>
                  </a:lnTo>
                  <a:lnTo>
                    <a:pt x="318" y="168"/>
                  </a:lnTo>
                  <a:lnTo>
                    <a:pt x="290" y="186"/>
                  </a:lnTo>
                  <a:lnTo>
                    <a:pt x="280" y="202"/>
                  </a:lnTo>
                  <a:lnTo>
                    <a:pt x="272" y="218"/>
                  </a:lnTo>
                  <a:lnTo>
                    <a:pt x="268" y="228"/>
                  </a:lnTo>
                  <a:lnTo>
                    <a:pt x="268" y="238"/>
                  </a:lnTo>
                  <a:lnTo>
                    <a:pt x="268" y="248"/>
                  </a:lnTo>
                  <a:lnTo>
                    <a:pt x="274" y="256"/>
                  </a:lnTo>
                  <a:lnTo>
                    <a:pt x="300" y="278"/>
                  </a:lnTo>
                  <a:lnTo>
                    <a:pt x="308" y="290"/>
                  </a:lnTo>
                  <a:lnTo>
                    <a:pt x="316" y="302"/>
                  </a:lnTo>
                  <a:lnTo>
                    <a:pt x="320" y="312"/>
                  </a:lnTo>
                  <a:lnTo>
                    <a:pt x="324" y="320"/>
                  </a:lnTo>
                  <a:lnTo>
                    <a:pt x="326" y="332"/>
                  </a:lnTo>
                  <a:lnTo>
                    <a:pt x="328" y="344"/>
                  </a:lnTo>
                  <a:lnTo>
                    <a:pt x="322" y="364"/>
                  </a:lnTo>
                  <a:lnTo>
                    <a:pt x="316" y="384"/>
                  </a:lnTo>
                  <a:lnTo>
                    <a:pt x="308" y="398"/>
                  </a:lnTo>
                  <a:lnTo>
                    <a:pt x="298" y="412"/>
                  </a:lnTo>
                  <a:lnTo>
                    <a:pt x="286" y="426"/>
                  </a:lnTo>
                  <a:lnTo>
                    <a:pt x="276" y="436"/>
                  </a:lnTo>
                  <a:lnTo>
                    <a:pt x="274" y="448"/>
                  </a:lnTo>
                  <a:lnTo>
                    <a:pt x="298" y="474"/>
                  </a:lnTo>
                  <a:lnTo>
                    <a:pt x="302" y="488"/>
                  </a:lnTo>
                  <a:lnTo>
                    <a:pt x="302" y="506"/>
                  </a:lnTo>
                  <a:lnTo>
                    <a:pt x="300" y="524"/>
                  </a:lnTo>
                  <a:lnTo>
                    <a:pt x="296" y="544"/>
                  </a:lnTo>
                  <a:lnTo>
                    <a:pt x="282" y="560"/>
                  </a:lnTo>
                  <a:lnTo>
                    <a:pt x="268" y="574"/>
                  </a:lnTo>
                  <a:lnTo>
                    <a:pt x="236" y="602"/>
                  </a:lnTo>
                  <a:lnTo>
                    <a:pt x="164" y="620"/>
                  </a:lnTo>
                  <a:lnTo>
                    <a:pt x="146" y="632"/>
                  </a:lnTo>
                  <a:lnTo>
                    <a:pt x="128" y="640"/>
                  </a:lnTo>
                  <a:lnTo>
                    <a:pt x="112" y="644"/>
                  </a:lnTo>
                  <a:lnTo>
                    <a:pt x="92" y="648"/>
                  </a:lnTo>
                  <a:lnTo>
                    <a:pt x="66" y="664"/>
                  </a:lnTo>
                  <a:lnTo>
                    <a:pt x="56" y="672"/>
                  </a:lnTo>
                  <a:lnTo>
                    <a:pt x="48" y="678"/>
                  </a:lnTo>
                  <a:lnTo>
                    <a:pt x="32" y="684"/>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40" name="Freeform 30"/>
            <p:cNvSpPr/>
            <p:nvPr/>
          </p:nvSpPr>
          <p:spPr bwMode="auto">
            <a:xfrm>
              <a:off x="6233848" y="3528065"/>
              <a:ext cx="673424" cy="450352"/>
            </a:xfrm>
            <a:custGeom>
              <a:avLst/>
              <a:gdLst>
                <a:gd name="T0" fmla="*/ 42 w 640"/>
                <a:gd name="T1" fmla="*/ 410 h 428"/>
                <a:gd name="T2" fmla="*/ 0 w 640"/>
                <a:gd name="T3" fmla="*/ 372 h 428"/>
                <a:gd name="T4" fmla="*/ 26 w 640"/>
                <a:gd name="T5" fmla="*/ 338 h 428"/>
                <a:gd name="T6" fmla="*/ 38 w 640"/>
                <a:gd name="T7" fmla="*/ 322 h 428"/>
                <a:gd name="T8" fmla="*/ 26 w 640"/>
                <a:gd name="T9" fmla="*/ 244 h 428"/>
                <a:gd name="T10" fmla="*/ 12 w 640"/>
                <a:gd name="T11" fmla="*/ 208 h 428"/>
                <a:gd name="T12" fmla="*/ 20 w 640"/>
                <a:gd name="T13" fmla="*/ 174 h 428"/>
                <a:gd name="T14" fmla="*/ 42 w 640"/>
                <a:gd name="T15" fmla="*/ 144 h 428"/>
                <a:gd name="T16" fmla="*/ 76 w 640"/>
                <a:gd name="T17" fmla="*/ 106 h 428"/>
                <a:gd name="T18" fmla="*/ 104 w 640"/>
                <a:gd name="T19" fmla="*/ 80 h 428"/>
                <a:gd name="T20" fmla="*/ 150 w 640"/>
                <a:gd name="T21" fmla="*/ 52 h 428"/>
                <a:gd name="T22" fmla="*/ 210 w 640"/>
                <a:gd name="T23" fmla="*/ 38 h 428"/>
                <a:gd name="T24" fmla="*/ 236 w 640"/>
                <a:gd name="T25" fmla="*/ 38 h 428"/>
                <a:gd name="T26" fmla="*/ 268 w 640"/>
                <a:gd name="T27" fmla="*/ 16 h 428"/>
                <a:gd name="T28" fmla="*/ 294 w 640"/>
                <a:gd name="T29" fmla="*/ 12 h 428"/>
                <a:gd name="T30" fmla="*/ 308 w 640"/>
                <a:gd name="T31" fmla="*/ 36 h 428"/>
                <a:gd name="T32" fmla="*/ 308 w 640"/>
                <a:gd name="T33" fmla="*/ 80 h 428"/>
                <a:gd name="T34" fmla="*/ 360 w 640"/>
                <a:gd name="T35" fmla="*/ 108 h 428"/>
                <a:gd name="T36" fmla="*/ 384 w 640"/>
                <a:gd name="T37" fmla="*/ 110 h 428"/>
                <a:gd name="T38" fmla="*/ 432 w 640"/>
                <a:gd name="T39" fmla="*/ 38 h 428"/>
                <a:gd name="T40" fmla="*/ 452 w 640"/>
                <a:gd name="T41" fmla="*/ 24 h 428"/>
                <a:gd name="T42" fmla="*/ 492 w 640"/>
                <a:gd name="T43" fmla="*/ 16 h 428"/>
                <a:gd name="T44" fmla="*/ 536 w 640"/>
                <a:gd name="T45" fmla="*/ 34 h 428"/>
                <a:gd name="T46" fmla="*/ 640 w 640"/>
                <a:gd name="T47" fmla="*/ 36 h 428"/>
                <a:gd name="T48" fmla="*/ 636 w 640"/>
                <a:gd name="T49" fmla="*/ 46 h 428"/>
                <a:gd name="T50" fmla="*/ 632 w 640"/>
                <a:gd name="T51" fmla="*/ 76 h 428"/>
                <a:gd name="T52" fmla="*/ 570 w 640"/>
                <a:gd name="T53" fmla="*/ 96 h 428"/>
                <a:gd name="T54" fmla="*/ 514 w 640"/>
                <a:gd name="T55" fmla="*/ 136 h 428"/>
                <a:gd name="T56" fmla="*/ 500 w 640"/>
                <a:gd name="T57" fmla="*/ 160 h 428"/>
                <a:gd name="T58" fmla="*/ 472 w 640"/>
                <a:gd name="T59" fmla="*/ 178 h 428"/>
                <a:gd name="T60" fmla="*/ 446 w 640"/>
                <a:gd name="T61" fmla="*/ 188 h 428"/>
                <a:gd name="T62" fmla="*/ 438 w 640"/>
                <a:gd name="T63" fmla="*/ 228 h 428"/>
                <a:gd name="T64" fmla="*/ 418 w 640"/>
                <a:gd name="T65" fmla="*/ 252 h 428"/>
                <a:gd name="T66" fmla="*/ 400 w 640"/>
                <a:gd name="T67" fmla="*/ 276 h 428"/>
                <a:gd name="T68" fmla="*/ 390 w 640"/>
                <a:gd name="T69" fmla="*/ 324 h 428"/>
                <a:gd name="T70" fmla="*/ 374 w 640"/>
                <a:gd name="T71" fmla="*/ 326 h 428"/>
                <a:gd name="T72" fmla="*/ 350 w 640"/>
                <a:gd name="T73" fmla="*/ 342 h 428"/>
                <a:gd name="T74" fmla="*/ 338 w 640"/>
                <a:gd name="T75" fmla="*/ 366 h 428"/>
                <a:gd name="T76" fmla="*/ 322 w 640"/>
                <a:gd name="T77" fmla="*/ 400 h 428"/>
                <a:gd name="T78" fmla="*/ 314 w 640"/>
                <a:gd name="T79" fmla="*/ 400 h 428"/>
                <a:gd name="T80" fmla="*/ 304 w 640"/>
                <a:gd name="T81" fmla="*/ 392 h 428"/>
                <a:gd name="T82" fmla="*/ 274 w 640"/>
                <a:gd name="T83" fmla="*/ 404 h 428"/>
                <a:gd name="T84" fmla="*/ 250 w 640"/>
                <a:gd name="T85" fmla="*/ 422 h 428"/>
                <a:gd name="T86" fmla="*/ 214 w 640"/>
                <a:gd name="T87" fmla="*/ 416 h 428"/>
                <a:gd name="T88" fmla="*/ 208 w 640"/>
                <a:gd name="T89" fmla="*/ 404 h 428"/>
                <a:gd name="T90" fmla="*/ 142 w 640"/>
                <a:gd name="T91" fmla="*/ 362 h 428"/>
                <a:gd name="T92" fmla="*/ 138 w 640"/>
                <a:gd name="T93" fmla="*/ 380 h 428"/>
                <a:gd name="T94" fmla="*/ 126 w 640"/>
                <a:gd name="T95" fmla="*/ 406 h 428"/>
                <a:gd name="T96" fmla="*/ 108 w 640"/>
                <a:gd name="T97" fmla="*/ 418 h 428"/>
                <a:gd name="T98" fmla="*/ 86 w 640"/>
                <a:gd name="T99" fmla="*/ 422 h 42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40" h="428">
                  <a:moveTo>
                    <a:pt x="70" y="428"/>
                  </a:moveTo>
                  <a:lnTo>
                    <a:pt x="70" y="428"/>
                  </a:lnTo>
                  <a:lnTo>
                    <a:pt x="42" y="410"/>
                  </a:lnTo>
                  <a:lnTo>
                    <a:pt x="0" y="372"/>
                  </a:lnTo>
                  <a:lnTo>
                    <a:pt x="10" y="352"/>
                  </a:lnTo>
                  <a:lnTo>
                    <a:pt x="26" y="338"/>
                  </a:lnTo>
                  <a:lnTo>
                    <a:pt x="32" y="330"/>
                  </a:lnTo>
                  <a:lnTo>
                    <a:pt x="38" y="322"/>
                  </a:lnTo>
                  <a:lnTo>
                    <a:pt x="38" y="288"/>
                  </a:lnTo>
                  <a:lnTo>
                    <a:pt x="26" y="244"/>
                  </a:lnTo>
                  <a:lnTo>
                    <a:pt x="18" y="220"/>
                  </a:lnTo>
                  <a:lnTo>
                    <a:pt x="12" y="208"/>
                  </a:lnTo>
                  <a:lnTo>
                    <a:pt x="12" y="186"/>
                  </a:lnTo>
                  <a:lnTo>
                    <a:pt x="14" y="180"/>
                  </a:lnTo>
                  <a:lnTo>
                    <a:pt x="20" y="174"/>
                  </a:lnTo>
                  <a:lnTo>
                    <a:pt x="30" y="156"/>
                  </a:lnTo>
                  <a:lnTo>
                    <a:pt x="42" y="144"/>
                  </a:lnTo>
                  <a:lnTo>
                    <a:pt x="68" y="118"/>
                  </a:lnTo>
                  <a:lnTo>
                    <a:pt x="76" y="106"/>
                  </a:lnTo>
                  <a:lnTo>
                    <a:pt x="84" y="96"/>
                  </a:lnTo>
                  <a:lnTo>
                    <a:pt x="92" y="88"/>
                  </a:lnTo>
                  <a:lnTo>
                    <a:pt x="104" y="80"/>
                  </a:lnTo>
                  <a:lnTo>
                    <a:pt x="126" y="66"/>
                  </a:lnTo>
                  <a:lnTo>
                    <a:pt x="150" y="52"/>
                  </a:lnTo>
                  <a:lnTo>
                    <a:pt x="202" y="0"/>
                  </a:lnTo>
                  <a:lnTo>
                    <a:pt x="210" y="38"/>
                  </a:lnTo>
                  <a:lnTo>
                    <a:pt x="236" y="38"/>
                  </a:lnTo>
                  <a:lnTo>
                    <a:pt x="248" y="16"/>
                  </a:lnTo>
                  <a:lnTo>
                    <a:pt x="268" y="16"/>
                  </a:lnTo>
                  <a:lnTo>
                    <a:pt x="282" y="16"/>
                  </a:lnTo>
                  <a:lnTo>
                    <a:pt x="294" y="12"/>
                  </a:lnTo>
                  <a:lnTo>
                    <a:pt x="294" y="16"/>
                  </a:lnTo>
                  <a:lnTo>
                    <a:pt x="298" y="22"/>
                  </a:lnTo>
                  <a:lnTo>
                    <a:pt x="308" y="36"/>
                  </a:lnTo>
                  <a:lnTo>
                    <a:pt x="308" y="80"/>
                  </a:lnTo>
                  <a:lnTo>
                    <a:pt x="322" y="90"/>
                  </a:lnTo>
                  <a:lnTo>
                    <a:pt x="340" y="100"/>
                  </a:lnTo>
                  <a:lnTo>
                    <a:pt x="360" y="108"/>
                  </a:lnTo>
                  <a:lnTo>
                    <a:pt x="372" y="110"/>
                  </a:lnTo>
                  <a:lnTo>
                    <a:pt x="384" y="110"/>
                  </a:lnTo>
                  <a:lnTo>
                    <a:pt x="424" y="48"/>
                  </a:lnTo>
                  <a:lnTo>
                    <a:pt x="432" y="38"/>
                  </a:lnTo>
                  <a:lnTo>
                    <a:pt x="440" y="30"/>
                  </a:lnTo>
                  <a:lnTo>
                    <a:pt x="452" y="24"/>
                  </a:lnTo>
                  <a:lnTo>
                    <a:pt x="462" y="18"/>
                  </a:lnTo>
                  <a:lnTo>
                    <a:pt x="476" y="16"/>
                  </a:lnTo>
                  <a:lnTo>
                    <a:pt x="492" y="16"/>
                  </a:lnTo>
                  <a:lnTo>
                    <a:pt x="536" y="34"/>
                  </a:lnTo>
                  <a:lnTo>
                    <a:pt x="632" y="32"/>
                  </a:lnTo>
                  <a:lnTo>
                    <a:pt x="640" y="36"/>
                  </a:lnTo>
                  <a:lnTo>
                    <a:pt x="636" y="40"/>
                  </a:lnTo>
                  <a:lnTo>
                    <a:pt x="636" y="46"/>
                  </a:lnTo>
                  <a:lnTo>
                    <a:pt x="632" y="76"/>
                  </a:lnTo>
                  <a:lnTo>
                    <a:pt x="598" y="80"/>
                  </a:lnTo>
                  <a:lnTo>
                    <a:pt x="570" y="96"/>
                  </a:lnTo>
                  <a:lnTo>
                    <a:pt x="540" y="114"/>
                  </a:lnTo>
                  <a:lnTo>
                    <a:pt x="526" y="124"/>
                  </a:lnTo>
                  <a:lnTo>
                    <a:pt x="514" y="136"/>
                  </a:lnTo>
                  <a:lnTo>
                    <a:pt x="506" y="148"/>
                  </a:lnTo>
                  <a:lnTo>
                    <a:pt x="500" y="160"/>
                  </a:lnTo>
                  <a:lnTo>
                    <a:pt x="478" y="170"/>
                  </a:lnTo>
                  <a:lnTo>
                    <a:pt x="472" y="178"/>
                  </a:lnTo>
                  <a:lnTo>
                    <a:pt x="464" y="182"/>
                  </a:lnTo>
                  <a:lnTo>
                    <a:pt x="446" y="188"/>
                  </a:lnTo>
                  <a:lnTo>
                    <a:pt x="440" y="194"/>
                  </a:lnTo>
                  <a:lnTo>
                    <a:pt x="438" y="228"/>
                  </a:lnTo>
                  <a:lnTo>
                    <a:pt x="430" y="240"/>
                  </a:lnTo>
                  <a:lnTo>
                    <a:pt x="418" y="252"/>
                  </a:lnTo>
                  <a:lnTo>
                    <a:pt x="408" y="264"/>
                  </a:lnTo>
                  <a:lnTo>
                    <a:pt x="400" y="276"/>
                  </a:lnTo>
                  <a:lnTo>
                    <a:pt x="400" y="298"/>
                  </a:lnTo>
                  <a:lnTo>
                    <a:pt x="396" y="312"/>
                  </a:lnTo>
                  <a:lnTo>
                    <a:pt x="390" y="324"/>
                  </a:lnTo>
                  <a:lnTo>
                    <a:pt x="382" y="324"/>
                  </a:lnTo>
                  <a:lnTo>
                    <a:pt x="374" y="326"/>
                  </a:lnTo>
                  <a:lnTo>
                    <a:pt x="366" y="328"/>
                  </a:lnTo>
                  <a:lnTo>
                    <a:pt x="360" y="332"/>
                  </a:lnTo>
                  <a:lnTo>
                    <a:pt x="350" y="342"/>
                  </a:lnTo>
                  <a:lnTo>
                    <a:pt x="342" y="352"/>
                  </a:lnTo>
                  <a:lnTo>
                    <a:pt x="338" y="366"/>
                  </a:lnTo>
                  <a:lnTo>
                    <a:pt x="334" y="380"/>
                  </a:lnTo>
                  <a:lnTo>
                    <a:pt x="326" y="394"/>
                  </a:lnTo>
                  <a:lnTo>
                    <a:pt x="322" y="400"/>
                  </a:lnTo>
                  <a:lnTo>
                    <a:pt x="314" y="404"/>
                  </a:lnTo>
                  <a:lnTo>
                    <a:pt x="314" y="400"/>
                  </a:lnTo>
                  <a:lnTo>
                    <a:pt x="304" y="392"/>
                  </a:lnTo>
                  <a:lnTo>
                    <a:pt x="286" y="390"/>
                  </a:lnTo>
                  <a:lnTo>
                    <a:pt x="274" y="404"/>
                  </a:lnTo>
                  <a:lnTo>
                    <a:pt x="262" y="420"/>
                  </a:lnTo>
                  <a:lnTo>
                    <a:pt x="250" y="422"/>
                  </a:lnTo>
                  <a:lnTo>
                    <a:pt x="236" y="422"/>
                  </a:lnTo>
                  <a:lnTo>
                    <a:pt x="222" y="420"/>
                  </a:lnTo>
                  <a:lnTo>
                    <a:pt x="214" y="416"/>
                  </a:lnTo>
                  <a:lnTo>
                    <a:pt x="208" y="404"/>
                  </a:lnTo>
                  <a:lnTo>
                    <a:pt x="168" y="364"/>
                  </a:lnTo>
                  <a:lnTo>
                    <a:pt x="142" y="362"/>
                  </a:lnTo>
                  <a:lnTo>
                    <a:pt x="140" y="370"/>
                  </a:lnTo>
                  <a:lnTo>
                    <a:pt x="138" y="380"/>
                  </a:lnTo>
                  <a:lnTo>
                    <a:pt x="136" y="404"/>
                  </a:lnTo>
                  <a:lnTo>
                    <a:pt x="126" y="406"/>
                  </a:lnTo>
                  <a:lnTo>
                    <a:pt x="118" y="410"/>
                  </a:lnTo>
                  <a:lnTo>
                    <a:pt x="112" y="414"/>
                  </a:lnTo>
                  <a:lnTo>
                    <a:pt x="108" y="418"/>
                  </a:lnTo>
                  <a:lnTo>
                    <a:pt x="96" y="420"/>
                  </a:lnTo>
                  <a:lnTo>
                    <a:pt x="86" y="422"/>
                  </a:lnTo>
                  <a:lnTo>
                    <a:pt x="70" y="428"/>
                  </a:lnTo>
                  <a:close/>
                </a:path>
              </a:pathLst>
            </a:custGeom>
            <a:solidFill>
              <a:srgbClr val="023FA1"/>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333333"/>
                </a:solidFill>
                <a:effectLst/>
                <a:uLnTx/>
                <a:uFillTx/>
              </a:endParaRPr>
            </a:p>
          </p:txBody>
        </p:sp>
        <p:sp>
          <p:nvSpPr>
            <p:cNvPr id="41" name="Freeform 31"/>
            <p:cNvSpPr/>
            <p:nvPr/>
          </p:nvSpPr>
          <p:spPr bwMode="auto">
            <a:xfrm>
              <a:off x="5187937" y="3460723"/>
              <a:ext cx="290414" cy="452456"/>
            </a:xfrm>
            <a:custGeom>
              <a:avLst/>
              <a:gdLst>
                <a:gd name="T0" fmla="*/ 106 w 276"/>
                <a:gd name="T1" fmla="*/ 398 h 430"/>
                <a:gd name="T2" fmla="*/ 98 w 276"/>
                <a:gd name="T3" fmla="*/ 364 h 430"/>
                <a:gd name="T4" fmla="*/ 92 w 276"/>
                <a:gd name="T5" fmla="*/ 318 h 430"/>
                <a:gd name="T6" fmla="*/ 86 w 276"/>
                <a:gd name="T7" fmla="*/ 280 h 430"/>
                <a:gd name="T8" fmla="*/ 52 w 276"/>
                <a:gd name="T9" fmla="*/ 240 h 430"/>
                <a:gd name="T10" fmla="*/ 26 w 276"/>
                <a:gd name="T11" fmla="*/ 214 h 430"/>
                <a:gd name="T12" fmla="*/ 0 w 276"/>
                <a:gd name="T13" fmla="*/ 200 h 430"/>
                <a:gd name="T14" fmla="*/ 4 w 276"/>
                <a:gd name="T15" fmla="*/ 196 h 430"/>
                <a:gd name="T16" fmla="*/ 28 w 276"/>
                <a:gd name="T17" fmla="*/ 186 h 430"/>
                <a:gd name="T18" fmla="*/ 68 w 276"/>
                <a:gd name="T19" fmla="*/ 180 h 430"/>
                <a:gd name="T20" fmla="*/ 84 w 276"/>
                <a:gd name="T21" fmla="*/ 166 h 430"/>
                <a:gd name="T22" fmla="*/ 112 w 276"/>
                <a:gd name="T23" fmla="*/ 160 h 430"/>
                <a:gd name="T24" fmla="*/ 130 w 276"/>
                <a:gd name="T25" fmla="*/ 138 h 430"/>
                <a:gd name="T26" fmla="*/ 128 w 276"/>
                <a:gd name="T27" fmla="*/ 98 h 430"/>
                <a:gd name="T28" fmla="*/ 158 w 276"/>
                <a:gd name="T29" fmla="*/ 42 h 430"/>
                <a:gd name="T30" fmla="*/ 162 w 276"/>
                <a:gd name="T31" fmla="*/ 12 h 430"/>
                <a:gd name="T32" fmla="*/ 170 w 276"/>
                <a:gd name="T33" fmla="*/ 10 h 430"/>
                <a:gd name="T34" fmla="*/ 190 w 276"/>
                <a:gd name="T35" fmla="*/ 2 h 430"/>
                <a:gd name="T36" fmla="*/ 204 w 276"/>
                <a:gd name="T37" fmla="*/ 0 h 430"/>
                <a:gd name="T38" fmla="*/ 220 w 276"/>
                <a:gd name="T39" fmla="*/ 6 h 430"/>
                <a:gd name="T40" fmla="*/ 226 w 276"/>
                <a:gd name="T41" fmla="*/ 22 h 430"/>
                <a:gd name="T42" fmla="*/ 218 w 276"/>
                <a:gd name="T43" fmla="*/ 40 h 430"/>
                <a:gd name="T44" fmla="*/ 212 w 276"/>
                <a:gd name="T45" fmla="*/ 58 h 430"/>
                <a:gd name="T46" fmla="*/ 196 w 276"/>
                <a:gd name="T47" fmla="*/ 82 h 430"/>
                <a:gd name="T48" fmla="*/ 192 w 276"/>
                <a:gd name="T49" fmla="*/ 108 h 430"/>
                <a:gd name="T50" fmla="*/ 194 w 276"/>
                <a:gd name="T51" fmla="*/ 132 h 430"/>
                <a:gd name="T52" fmla="*/ 232 w 276"/>
                <a:gd name="T53" fmla="*/ 138 h 430"/>
                <a:gd name="T54" fmla="*/ 248 w 276"/>
                <a:gd name="T55" fmla="*/ 154 h 430"/>
                <a:gd name="T56" fmla="*/ 268 w 276"/>
                <a:gd name="T57" fmla="*/ 168 h 430"/>
                <a:gd name="T58" fmla="*/ 276 w 276"/>
                <a:gd name="T59" fmla="*/ 170 h 430"/>
                <a:gd name="T60" fmla="*/ 270 w 276"/>
                <a:gd name="T61" fmla="*/ 184 h 430"/>
                <a:gd name="T62" fmla="*/ 258 w 276"/>
                <a:gd name="T63" fmla="*/ 198 h 430"/>
                <a:gd name="T64" fmla="*/ 252 w 276"/>
                <a:gd name="T65" fmla="*/ 206 h 430"/>
                <a:gd name="T66" fmla="*/ 228 w 276"/>
                <a:gd name="T67" fmla="*/ 226 h 430"/>
                <a:gd name="T68" fmla="*/ 216 w 276"/>
                <a:gd name="T69" fmla="*/ 228 h 430"/>
                <a:gd name="T70" fmla="*/ 202 w 276"/>
                <a:gd name="T71" fmla="*/ 232 h 430"/>
                <a:gd name="T72" fmla="*/ 202 w 276"/>
                <a:gd name="T73" fmla="*/ 248 h 430"/>
                <a:gd name="T74" fmla="*/ 198 w 276"/>
                <a:gd name="T75" fmla="*/ 270 h 430"/>
                <a:gd name="T76" fmla="*/ 188 w 276"/>
                <a:gd name="T77" fmla="*/ 284 h 430"/>
                <a:gd name="T78" fmla="*/ 180 w 276"/>
                <a:gd name="T79" fmla="*/ 308 h 430"/>
                <a:gd name="T80" fmla="*/ 178 w 276"/>
                <a:gd name="T81" fmla="*/ 332 h 430"/>
                <a:gd name="T82" fmla="*/ 194 w 276"/>
                <a:gd name="T83" fmla="*/ 346 h 430"/>
                <a:gd name="T84" fmla="*/ 214 w 276"/>
                <a:gd name="T85" fmla="*/ 352 h 430"/>
                <a:gd name="T86" fmla="*/ 222 w 276"/>
                <a:gd name="T87" fmla="*/ 364 h 430"/>
                <a:gd name="T88" fmla="*/ 222 w 276"/>
                <a:gd name="T89" fmla="*/ 382 h 430"/>
                <a:gd name="T90" fmla="*/ 216 w 276"/>
                <a:gd name="T91" fmla="*/ 394 h 430"/>
                <a:gd name="T92" fmla="*/ 198 w 276"/>
                <a:gd name="T93" fmla="*/ 400 h 430"/>
                <a:gd name="T94" fmla="*/ 184 w 276"/>
                <a:gd name="T95" fmla="*/ 406 h 430"/>
                <a:gd name="T96" fmla="*/ 154 w 276"/>
                <a:gd name="T97" fmla="*/ 430 h 430"/>
                <a:gd name="T98" fmla="*/ 142 w 276"/>
                <a:gd name="T99" fmla="*/ 428 h 430"/>
                <a:gd name="T100" fmla="*/ 106 w 276"/>
                <a:gd name="T101" fmla="*/ 398 h 43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6" h="430">
                  <a:moveTo>
                    <a:pt x="106" y="398"/>
                  </a:moveTo>
                  <a:lnTo>
                    <a:pt x="106" y="398"/>
                  </a:lnTo>
                  <a:lnTo>
                    <a:pt x="98" y="364"/>
                  </a:lnTo>
                  <a:lnTo>
                    <a:pt x="96" y="340"/>
                  </a:lnTo>
                  <a:lnTo>
                    <a:pt x="92" y="318"/>
                  </a:lnTo>
                  <a:lnTo>
                    <a:pt x="86" y="280"/>
                  </a:lnTo>
                  <a:lnTo>
                    <a:pt x="68" y="258"/>
                  </a:lnTo>
                  <a:lnTo>
                    <a:pt x="52" y="240"/>
                  </a:lnTo>
                  <a:lnTo>
                    <a:pt x="36" y="226"/>
                  </a:lnTo>
                  <a:lnTo>
                    <a:pt x="26" y="214"/>
                  </a:lnTo>
                  <a:lnTo>
                    <a:pt x="0" y="200"/>
                  </a:lnTo>
                  <a:lnTo>
                    <a:pt x="4" y="196"/>
                  </a:lnTo>
                  <a:lnTo>
                    <a:pt x="10" y="192"/>
                  </a:lnTo>
                  <a:lnTo>
                    <a:pt x="28" y="186"/>
                  </a:lnTo>
                  <a:lnTo>
                    <a:pt x="68" y="180"/>
                  </a:lnTo>
                  <a:lnTo>
                    <a:pt x="78" y="170"/>
                  </a:lnTo>
                  <a:lnTo>
                    <a:pt x="84" y="166"/>
                  </a:lnTo>
                  <a:lnTo>
                    <a:pt x="94" y="162"/>
                  </a:lnTo>
                  <a:lnTo>
                    <a:pt x="112" y="160"/>
                  </a:lnTo>
                  <a:lnTo>
                    <a:pt x="130" y="138"/>
                  </a:lnTo>
                  <a:lnTo>
                    <a:pt x="128" y="98"/>
                  </a:lnTo>
                  <a:lnTo>
                    <a:pt x="158" y="42"/>
                  </a:lnTo>
                  <a:lnTo>
                    <a:pt x="162" y="12"/>
                  </a:lnTo>
                  <a:lnTo>
                    <a:pt x="170" y="10"/>
                  </a:lnTo>
                  <a:lnTo>
                    <a:pt x="176" y="8"/>
                  </a:lnTo>
                  <a:lnTo>
                    <a:pt x="190" y="2"/>
                  </a:lnTo>
                  <a:lnTo>
                    <a:pt x="198" y="0"/>
                  </a:lnTo>
                  <a:lnTo>
                    <a:pt x="204" y="0"/>
                  </a:lnTo>
                  <a:lnTo>
                    <a:pt x="212" y="2"/>
                  </a:lnTo>
                  <a:lnTo>
                    <a:pt x="220" y="6"/>
                  </a:lnTo>
                  <a:lnTo>
                    <a:pt x="226" y="22"/>
                  </a:lnTo>
                  <a:lnTo>
                    <a:pt x="218" y="40"/>
                  </a:lnTo>
                  <a:lnTo>
                    <a:pt x="212" y="58"/>
                  </a:lnTo>
                  <a:lnTo>
                    <a:pt x="198" y="74"/>
                  </a:lnTo>
                  <a:lnTo>
                    <a:pt x="196" y="82"/>
                  </a:lnTo>
                  <a:lnTo>
                    <a:pt x="192" y="90"/>
                  </a:lnTo>
                  <a:lnTo>
                    <a:pt x="192" y="108"/>
                  </a:lnTo>
                  <a:lnTo>
                    <a:pt x="194" y="132"/>
                  </a:lnTo>
                  <a:lnTo>
                    <a:pt x="232" y="138"/>
                  </a:lnTo>
                  <a:lnTo>
                    <a:pt x="238" y="146"/>
                  </a:lnTo>
                  <a:lnTo>
                    <a:pt x="248" y="154"/>
                  </a:lnTo>
                  <a:lnTo>
                    <a:pt x="260" y="164"/>
                  </a:lnTo>
                  <a:lnTo>
                    <a:pt x="268" y="168"/>
                  </a:lnTo>
                  <a:lnTo>
                    <a:pt x="276" y="170"/>
                  </a:lnTo>
                  <a:lnTo>
                    <a:pt x="274" y="176"/>
                  </a:lnTo>
                  <a:lnTo>
                    <a:pt x="270" y="184"/>
                  </a:lnTo>
                  <a:lnTo>
                    <a:pt x="264" y="192"/>
                  </a:lnTo>
                  <a:lnTo>
                    <a:pt x="258" y="198"/>
                  </a:lnTo>
                  <a:lnTo>
                    <a:pt x="252" y="206"/>
                  </a:lnTo>
                  <a:lnTo>
                    <a:pt x="244" y="214"/>
                  </a:lnTo>
                  <a:lnTo>
                    <a:pt x="228" y="226"/>
                  </a:lnTo>
                  <a:lnTo>
                    <a:pt x="216" y="228"/>
                  </a:lnTo>
                  <a:lnTo>
                    <a:pt x="206" y="228"/>
                  </a:lnTo>
                  <a:lnTo>
                    <a:pt x="202" y="232"/>
                  </a:lnTo>
                  <a:lnTo>
                    <a:pt x="200" y="236"/>
                  </a:lnTo>
                  <a:lnTo>
                    <a:pt x="202" y="248"/>
                  </a:lnTo>
                  <a:lnTo>
                    <a:pt x="200" y="258"/>
                  </a:lnTo>
                  <a:lnTo>
                    <a:pt x="198" y="270"/>
                  </a:lnTo>
                  <a:lnTo>
                    <a:pt x="188" y="284"/>
                  </a:lnTo>
                  <a:lnTo>
                    <a:pt x="182" y="296"/>
                  </a:lnTo>
                  <a:lnTo>
                    <a:pt x="180" y="308"/>
                  </a:lnTo>
                  <a:lnTo>
                    <a:pt x="178" y="332"/>
                  </a:lnTo>
                  <a:lnTo>
                    <a:pt x="194" y="346"/>
                  </a:lnTo>
                  <a:lnTo>
                    <a:pt x="202" y="348"/>
                  </a:lnTo>
                  <a:lnTo>
                    <a:pt x="214" y="352"/>
                  </a:lnTo>
                  <a:lnTo>
                    <a:pt x="218" y="358"/>
                  </a:lnTo>
                  <a:lnTo>
                    <a:pt x="222" y="364"/>
                  </a:lnTo>
                  <a:lnTo>
                    <a:pt x="224" y="372"/>
                  </a:lnTo>
                  <a:lnTo>
                    <a:pt x="222" y="382"/>
                  </a:lnTo>
                  <a:lnTo>
                    <a:pt x="216" y="394"/>
                  </a:lnTo>
                  <a:lnTo>
                    <a:pt x="198" y="400"/>
                  </a:lnTo>
                  <a:lnTo>
                    <a:pt x="184" y="406"/>
                  </a:lnTo>
                  <a:lnTo>
                    <a:pt x="160" y="426"/>
                  </a:lnTo>
                  <a:lnTo>
                    <a:pt x="154" y="430"/>
                  </a:lnTo>
                  <a:lnTo>
                    <a:pt x="148" y="430"/>
                  </a:lnTo>
                  <a:lnTo>
                    <a:pt x="142" y="428"/>
                  </a:lnTo>
                  <a:lnTo>
                    <a:pt x="134" y="422"/>
                  </a:lnTo>
                  <a:lnTo>
                    <a:pt x="106" y="398"/>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42" name="Freeform 32"/>
            <p:cNvSpPr/>
            <p:nvPr/>
          </p:nvSpPr>
          <p:spPr bwMode="auto">
            <a:xfrm>
              <a:off x="6050761" y="2993535"/>
              <a:ext cx="563992" cy="808108"/>
            </a:xfrm>
            <a:custGeom>
              <a:avLst/>
              <a:gdLst>
                <a:gd name="T0" fmla="*/ 108 w 536"/>
                <a:gd name="T1" fmla="*/ 754 h 768"/>
                <a:gd name="T2" fmla="*/ 22 w 536"/>
                <a:gd name="T3" fmla="*/ 720 h 768"/>
                <a:gd name="T4" fmla="*/ 52 w 536"/>
                <a:gd name="T5" fmla="*/ 664 h 768"/>
                <a:gd name="T6" fmla="*/ 58 w 536"/>
                <a:gd name="T7" fmla="*/ 572 h 768"/>
                <a:gd name="T8" fmla="*/ 6 w 536"/>
                <a:gd name="T9" fmla="*/ 508 h 768"/>
                <a:gd name="T10" fmla="*/ 32 w 536"/>
                <a:gd name="T11" fmla="*/ 458 h 768"/>
                <a:gd name="T12" fmla="*/ 78 w 536"/>
                <a:gd name="T13" fmla="*/ 412 h 768"/>
                <a:gd name="T14" fmla="*/ 40 w 536"/>
                <a:gd name="T15" fmla="*/ 334 h 768"/>
                <a:gd name="T16" fmla="*/ 18 w 536"/>
                <a:gd name="T17" fmla="*/ 316 h 768"/>
                <a:gd name="T18" fmla="*/ 46 w 536"/>
                <a:gd name="T19" fmla="*/ 282 h 768"/>
                <a:gd name="T20" fmla="*/ 24 w 536"/>
                <a:gd name="T21" fmla="*/ 236 h 768"/>
                <a:gd name="T22" fmla="*/ 0 w 536"/>
                <a:gd name="T23" fmla="*/ 164 h 768"/>
                <a:gd name="T24" fmla="*/ 28 w 536"/>
                <a:gd name="T25" fmla="*/ 142 h 768"/>
                <a:gd name="T26" fmla="*/ 44 w 536"/>
                <a:gd name="T27" fmla="*/ 84 h 768"/>
                <a:gd name="T28" fmla="*/ 70 w 536"/>
                <a:gd name="T29" fmla="*/ 88 h 768"/>
                <a:gd name="T30" fmla="*/ 72 w 536"/>
                <a:gd name="T31" fmla="*/ 118 h 768"/>
                <a:gd name="T32" fmla="*/ 82 w 536"/>
                <a:gd name="T33" fmla="*/ 150 h 768"/>
                <a:gd name="T34" fmla="*/ 124 w 536"/>
                <a:gd name="T35" fmla="*/ 154 h 768"/>
                <a:gd name="T36" fmla="*/ 136 w 536"/>
                <a:gd name="T37" fmla="*/ 134 h 768"/>
                <a:gd name="T38" fmla="*/ 180 w 536"/>
                <a:gd name="T39" fmla="*/ 106 h 768"/>
                <a:gd name="T40" fmla="*/ 252 w 536"/>
                <a:gd name="T41" fmla="*/ 92 h 768"/>
                <a:gd name="T42" fmla="*/ 266 w 536"/>
                <a:gd name="T43" fmla="*/ 22 h 768"/>
                <a:gd name="T44" fmla="*/ 310 w 536"/>
                <a:gd name="T45" fmla="*/ 0 h 768"/>
                <a:gd name="T46" fmla="*/ 332 w 536"/>
                <a:gd name="T47" fmla="*/ 40 h 768"/>
                <a:gd name="T48" fmla="*/ 378 w 536"/>
                <a:gd name="T49" fmla="*/ 128 h 768"/>
                <a:gd name="T50" fmla="*/ 424 w 536"/>
                <a:gd name="T51" fmla="*/ 138 h 768"/>
                <a:gd name="T52" fmla="*/ 444 w 536"/>
                <a:gd name="T53" fmla="*/ 152 h 768"/>
                <a:gd name="T54" fmla="*/ 430 w 536"/>
                <a:gd name="T55" fmla="*/ 188 h 768"/>
                <a:gd name="T56" fmla="*/ 448 w 536"/>
                <a:gd name="T57" fmla="*/ 210 h 768"/>
                <a:gd name="T58" fmla="*/ 520 w 536"/>
                <a:gd name="T59" fmla="*/ 250 h 768"/>
                <a:gd name="T60" fmla="*/ 488 w 536"/>
                <a:gd name="T61" fmla="*/ 330 h 768"/>
                <a:gd name="T62" fmla="*/ 450 w 536"/>
                <a:gd name="T63" fmla="*/ 370 h 768"/>
                <a:gd name="T64" fmla="*/ 398 w 536"/>
                <a:gd name="T65" fmla="*/ 384 h 768"/>
                <a:gd name="T66" fmla="*/ 350 w 536"/>
                <a:gd name="T67" fmla="*/ 340 h 768"/>
                <a:gd name="T68" fmla="*/ 344 w 536"/>
                <a:gd name="T69" fmla="*/ 288 h 768"/>
                <a:gd name="T70" fmla="*/ 310 w 536"/>
                <a:gd name="T71" fmla="*/ 252 h 768"/>
                <a:gd name="T72" fmla="*/ 294 w 536"/>
                <a:gd name="T73" fmla="*/ 200 h 768"/>
                <a:gd name="T74" fmla="*/ 258 w 536"/>
                <a:gd name="T75" fmla="*/ 184 h 768"/>
                <a:gd name="T76" fmla="*/ 226 w 536"/>
                <a:gd name="T77" fmla="*/ 190 h 768"/>
                <a:gd name="T78" fmla="*/ 194 w 536"/>
                <a:gd name="T79" fmla="*/ 228 h 768"/>
                <a:gd name="T80" fmla="*/ 178 w 536"/>
                <a:gd name="T81" fmla="*/ 266 h 768"/>
                <a:gd name="T82" fmla="*/ 172 w 536"/>
                <a:gd name="T83" fmla="*/ 298 h 768"/>
                <a:gd name="T84" fmla="*/ 142 w 536"/>
                <a:gd name="T85" fmla="*/ 314 h 768"/>
                <a:gd name="T86" fmla="*/ 142 w 536"/>
                <a:gd name="T87" fmla="*/ 360 h 768"/>
                <a:gd name="T88" fmla="*/ 222 w 536"/>
                <a:gd name="T89" fmla="*/ 346 h 768"/>
                <a:gd name="T90" fmla="*/ 252 w 536"/>
                <a:gd name="T91" fmla="*/ 342 h 768"/>
                <a:gd name="T92" fmla="*/ 274 w 536"/>
                <a:gd name="T93" fmla="*/ 360 h 768"/>
                <a:gd name="T94" fmla="*/ 300 w 536"/>
                <a:gd name="T95" fmla="*/ 436 h 768"/>
                <a:gd name="T96" fmla="*/ 352 w 536"/>
                <a:gd name="T97" fmla="*/ 468 h 768"/>
                <a:gd name="T98" fmla="*/ 354 w 536"/>
                <a:gd name="T99" fmla="*/ 512 h 768"/>
                <a:gd name="T100" fmla="*/ 328 w 536"/>
                <a:gd name="T101" fmla="*/ 540 h 768"/>
                <a:gd name="T102" fmla="*/ 266 w 536"/>
                <a:gd name="T103" fmla="*/ 582 h 768"/>
                <a:gd name="T104" fmla="*/ 202 w 536"/>
                <a:gd name="T105" fmla="*/ 650 h 768"/>
                <a:gd name="T106" fmla="*/ 180 w 536"/>
                <a:gd name="T107" fmla="*/ 730 h 76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6" h="768">
                  <a:moveTo>
                    <a:pt x="192" y="768"/>
                  </a:moveTo>
                  <a:lnTo>
                    <a:pt x="192" y="768"/>
                  </a:lnTo>
                  <a:lnTo>
                    <a:pt x="178" y="754"/>
                  </a:lnTo>
                  <a:lnTo>
                    <a:pt x="108" y="754"/>
                  </a:lnTo>
                  <a:lnTo>
                    <a:pt x="44" y="740"/>
                  </a:lnTo>
                  <a:lnTo>
                    <a:pt x="32" y="730"/>
                  </a:lnTo>
                  <a:lnTo>
                    <a:pt x="22" y="720"/>
                  </a:lnTo>
                  <a:lnTo>
                    <a:pt x="16" y="712"/>
                  </a:lnTo>
                  <a:lnTo>
                    <a:pt x="14" y="708"/>
                  </a:lnTo>
                  <a:lnTo>
                    <a:pt x="52" y="664"/>
                  </a:lnTo>
                  <a:lnTo>
                    <a:pt x="62" y="630"/>
                  </a:lnTo>
                  <a:lnTo>
                    <a:pt x="66" y="608"/>
                  </a:lnTo>
                  <a:lnTo>
                    <a:pt x="64" y="588"/>
                  </a:lnTo>
                  <a:lnTo>
                    <a:pt x="58" y="572"/>
                  </a:lnTo>
                  <a:lnTo>
                    <a:pt x="50" y="558"/>
                  </a:lnTo>
                  <a:lnTo>
                    <a:pt x="42" y="544"/>
                  </a:lnTo>
                  <a:lnTo>
                    <a:pt x="30" y="532"/>
                  </a:lnTo>
                  <a:lnTo>
                    <a:pt x="6" y="508"/>
                  </a:lnTo>
                  <a:lnTo>
                    <a:pt x="6" y="494"/>
                  </a:lnTo>
                  <a:lnTo>
                    <a:pt x="10" y="482"/>
                  </a:lnTo>
                  <a:lnTo>
                    <a:pt x="16" y="474"/>
                  </a:lnTo>
                  <a:lnTo>
                    <a:pt x="22" y="464"/>
                  </a:lnTo>
                  <a:lnTo>
                    <a:pt x="32" y="458"/>
                  </a:lnTo>
                  <a:lnTo>
                    <a:pt x="40" y="450"/>
                  </a:lnTo>
                  <a:lnTo>
                    <a:pt x="62" y="438"/>
                  </a:lnTo>
                  <a:lnTo>
                    <a:pt x="78" y="412"/>
                  </a:lnTo>
                  <a:lnTo>
                    <a:pt x="78" y="382"/>
                  </a:lnTo>
                  <a:lnTo>
                    <a:pt x="64" y="362"/>
                  </a:lnTo>
                  <a:lnTo>
                    <a:pt x="52" y="346"/>
                  </a:lnTo>
                  <a:lnTo>
                    <a:pt x="40" y="334"/>
                  </a:lnTo>
                  <a:lnTo>
                    <a:pt x="26" y="322"/>
                  </a:lnTo>
                  <a:lnTo>
                    <a:pt x="18" y="320"/>
                  </a:lnTo>
                  <a:lnTo>
                    <a:pt x="18" y="316"/>
                  </a:lnTo>
                  <a:lnTo>
                    <a:pt x="38" y="300"/>
                  </a:lnTo>
                  <a:lnTo>
                    <a:pt x="44" y="288"/>
                  </a:lnTo>
                  <a:lnTo>
                    <a:pt x="46" y="282"/>
                  </a:lnTo>
                  <a:lnTo>
                    <a:pt x="48" y="276"/>
                  </a:lnTo>
                  <a:lnTo>
                    <a:pt x="24" y="256"/>
                  </a:lnTo>
                  <a:lnTo>
                    <a:pt x="24" y="236"/>
                  </a:lnTo>
                  <a:lnTo>
                    <a:pt x="10" y="220"/>
                  </a:lnTo>
                  <a:lnTo>
                    <a:pt x="0" y="208"/>
                  </a:lnTo>
                  <a:lnTo>
                    <a:pt x="0" y="164"/>
                  </a:lnTo>
                  <a:lnTo>
                    <a:pt x="16" y="146"/>
                  </a:lnTo>
                  <a:lnTo>
                    <a:pt x="22" y="144"/>
                  </a:lnTo>
                  <a:lnTo>
                    <a:pt x="28" y="142"/>
                  </a:lnTo>
                  <a:lnTo>
                    <a:pt x="34" y="140"/>
                  </a:lnTo>
                  <a:lnTo>
                    <a:pt x="34" y="94"/>
                  </a:lnTo>
                  <a:lnTo>
                    <a:pt x="44" y="84"/>
                  </a:lnTo>
                  <a:lnTo>
                    <a:pt x="50" y="80"/>
                  </a:lnTo>
                  <a:lnTo>
                    <a:pt x="58" y="78"/>
                  </a:lnTo>
                  <a:lnTo>
                    <a:pt x="64" y="82"/>
                  </a:lnTo>
                  <a:lnTo>
                    <a:pt x="70" y="88"/>
                  </a:lnTo>
                  <a:lnTo>
                    <a:pt x="76" y="98"/>
                  </a:lnTo>
                  <a:lnTo>
                    <a:pt x="78" y="104"/>
                  </a:lnTo>
                  <a:lnTo>
                    <a:pt x="80" y="112"/>
                  </a:lnTo>
                  <a:lnTo>
                    <a:pt x="72" y="118"/>
                  </a:lnTo>
                  <a:lnTo>
                    <a:pt x="68" y="124"/>
                  </a:lnTo>
                  <a:lnTo>
                    <a:pt x="68" y="130"/>
                  </a:lnTo>
                  <a:lnTo>
                    <a:pt x="70" y="136"/>
                  </a:lnTo>
                  <a:lnTo>
                    <a:pt x="76" y="142"/>
                  </a:lnTo>
                  <a:lnTo>
                    <a:pt x="82" y="150"/>
                  </a:lnTo>
                  <a:lnTo>
                    <a:pt x="98" y="164"/>
                  </a:lnTo>
                  <a:lnTo>
                    <a:pt x="108" y="164"/>
                  </a:lnTo>
                  <a:lnTo>
                    <a:pt x="124" y="154"/>
                  </a:lnTo>
                  <a:lnTo>
                    <a:pt x="124" y="148"/>
                  </a:lnTo>
                  <a:lnTo>
                    <a:pt x="128" y="142"/>
                  </a:lnTo>
                  <a:lnTo>
                    <a:pt x="132" y="138"/>
                  </a:lnTo>
                  <a:lnTo>
                    <a:pt x="136" y="134"/>
                  </a:lnTo>
                  <a:lnTo>
                    <a:pt x="148" y="126"/>
                  </a:lnTo>
                  <a:lnTo>
                    <a:pt x="162" y="120"/>
                  </a:lnTo>
                  <a:lnTo>
                    <a:pt x="170" y="110"/>
                  </a:lnTo>
                  <a:lnTo>
                    <a:pt x="180" y="106"/>
                  </a:lnTo>
                  <a:lnTo>
                    <a:pt x="190" y="104"/>
                  </a:lnTo>
                  <a:lnTo>
                    <a:pt x="202" y="102"/>
                  </a:lnTo>
                  <a:lnTo>
                    <a:pt x="228" y="100"/>
                  </a:lnTo>
                  <a:lnTo>
                    <a:pt x="240" y="98"/>
                  </a:lnTo>
                  <a:lnTo>
                    <a:pt x="252" y="92"/>
                  </a:lnTo>
                  <a:lnTo>
                    <a:pt x="250" y="40"/>
                  </a:lnTo>
                  <a:lnTo>
                    <a:pt x="258" y="30"/>
                  </a:lnTo>
                  <a:lnTo>
                    <a:pt x="266" y="22"/>
                  </a:lnTo>
                  <a:lnTo>
                    <a:pt x="288" y="8"/>
                  </a:lnTo>
                  <a:lnTo>
                    <a:pt x="296" y="2"/>
                  </a:lnTo>
                  <a:lnTo>
                    <a:pt x="304" y="0"/>
                  </a:lnTo>
                  <a:lnTo>
                    <a:pt x="310" y="0"/>
                  </a:lnTo>
                  <a:lnTo>
                    <a:pt x="314" y="4"/>
                  </a:lnTo>
                  <a:lnTo>
                    <a:pt x="318" y="10"/>
                  </a:lnTo>
                  <a:lnTo>
                    <a:pt x="322" y="18"/>
                  </a:lnTo>
                  <a:lnTo>
                    <a:pt x="332" y="40"/>
                  </a:lnTo>
                  <a:lnTo>
                    <a:pt x="370" y="100"/>
                  </a:lnTo>
                  <a:lnTo>
                    <a:pt x="372" y="112"/>
                  </a:lnTo>
                  <a:lnTo>
                    <a:pt x="374" y="122"/>
                  </a:lnTo>
                  <a:lnTo>
                    <a:pt x="378" y="128"/>
                  </a:lnTo>
                  <a:lnTo>
                    <a:pt x="382" y="132"/>
                  </a:lnTo>
                  <a:lnTo>
                    <a:pt x="388" y="136"/>
                  </a:lnTo>
                  <a:lnTo>
                    <a:pt x="398" y="140"/>
                  </a:lnTo>
                  <a:lnTo>
                    <a:pt x="424" y="138"/>
                  </a:lnTo>
                  <a:lnTo>
                    <a:pt x="442" y="138"/>
                  </a:lnTo>
                  <a:lnTo>
                    <a:pt x="458" y="140"/>
                  </a:lnTo>
                  <a:lnTo>
                    <a:pt x="450" y="146"/>
                  </a:lnTo>
                  <a:lnTo>
                    <a:pt x="444" y="152"/>
                  </a:lnTo>
                  <a:lnTo>
                    <a:pt x="436" y="158"/>
                  </a:lnTo>
                  <a:lnTo>
                    <a:pt x="430" y="166"/>
                  </a:lnTo>
                  <a:lnTo>
                    <a:pt x="430" y="178"/>
                  </a:lnTo>
                  <a:lnTo>
                    <a:pt x="430" y="188"/>
                  </a:lnTo>
                  <a:lnTo>
                    <a:pt x="432" y="192"/>
                  </a:lnTo>
                  <a:lnTo>
                    <a:pt x="436" y="198"/>
                  </a:lnTo>
                  <a:lnTo>
                    <a:pt x="440" y="204"/>
                  </a:lnTo>
                  <a:lnTo>
                    <a:pt x="448" y="210"/>
                  </a:lnTo>
                  <a:lnTo>
                    <a:pt x="458" y="212"/>
                  </a:lnTo>
                  <a:lnTo>
                    <a:pt x="466" y="216"/>
                  </a:lnTo>
                  <a:lnTo>
                    <a:pt x="482" y="226"/>
                  </a:lnTo>
                  <a:lnTo>
                    <a:pt x="500" y="238"/>
                  </a:lnTo>
                  <a:lnTo>
                    <a:pt x="520" y="250"/>
                  </a:lnTo>
                  <a:lnTo>
                    <a:pt x="536" y="264"/>
                  </a:lnTo>
                  <a:lnTo>
                    <a:pt x="488" y="330"/>
                  </a:lnTo>
                  <a:lnTo>
                    <a:pt x="486" y="336"/>
                  </a:lnTo>
                  <a:lnTo>
                    <a:pt x="482" y="344"/>
                  </a:lnTo>
                  <a:lnTo>
                    <a:pt x="476" y="352"/>
                  </a:lnTo>
                  <a:lnTo>
                    <a:pt x="468" y="358"/>
                  </a:lnTo>
                  <a:lnTo>
                    <a:pt x="450" y="370"/>
                  </a:lnTo>
                  <a:lnTo>
                    <a:pt x="436" y="376"/>
                  </a:lnTo>
                  <a:lnTo>
                    <a:pt x="416" y="380"/>
                  </a:lnTo>
                  <a:lnTo>
                    <a:pt x="398" y="384"/>
                  </a:lnTo>
                  <a:lnTo>
                    <a:pt x="382" y="372"/>
                  </a:lnTo>
                  <a:lnTo>
                    <a:pt x="370" y="360"/>
                  </a:lnTo>
                  <a:lnTo>
                    <a:pt x="360" y="348"/>
                  </a:lnTo>
                  <a:lnTo>
                    <a:pt x="350" y="340"/>
                  </a:lnTo>
                  <a:lnTo>
                    <a:pt x="346" y="332"/>
                  </a:lnTo>
                  <a:lnTo>
                    <a:pt x="346" y="324"/>
                  </a:lnTo>
                  <a:lnTo>
                    <a:pt x="346" y="308"/>
                  </a:lnTo>
                  <a:lnTo>
                    <a:pt x="344" y="294"/>
                  </a:lnTo>
                  <a:lnTo>
                    <a:pt x="344" y="288"/>
                  </a:lnTo>
                  <a:lnTo>
                    <a:pt x="342" y="284"/>
                  </a:lnTo>
                  <a:lnTo>
                    <a:pt x="310" y="272"/>
                  </a:lnTo>
                  <a:lnTo>
                    <a:pt x="310" y="252"/>
                  </a:lnTo>
                  <a:lnTo>
                    <a:pt x="312" y="232"/>
                  </a:lnTo>
                  <a:lnTo>
                    <a:pt x="314" y="214"/>
                  </a:lnTo>
                  <a:lnTo>
                    <a:pt x="314" y="202"/>
                  </a:lnTo>
                  <a:lnTo>
                    <a:pt x="294" y="200"/>
                  </a:lnTo>
                  <a:lnTo>
                    <a:pt x="278" y="198"/>
                  </a:lnTo>
                  <a:lnTo>
                    <a:pt x="270" y="196"/>
                  </a:lnTo>
                  <a:lnTo>
                    <a:pt x="264" y="192"/>
                  </a:lnTo>
                  <a:lnTo>
                    <a:pt x="260" y="188"/>
                  </a:lnTo>
                  <a:lnTo>
                    <a:pt x="258" y="184"/>
                  </a:lnTo>
                  <a:lnTo>
                    <a:pt x="238" y="184"/>
                  </a:lnTo>
                  <a:lnTo>
                    <a:pt x="232" y="184"/>
                  </a:lnTo>
                  <a:lnTo>
                    <a:pt x="228" y="186"/>
                  </a:lnTo>
                  <a:lnTo>
                    <a:pt x="226" y="190"/>
                  </a:lnTo>
                  <a:lnTo>
                    <a:pt x="224" y="196"/>
                  </a:lnTo>
                  <a:lnTo>
                    <a:pt x="220" y="214"/>
                  </a:lnTo>
                  <a:lnTo>
                    <a:pt x="206" y="220"/>
                  </a:lnTo>
                  <a:lnTo>
                    <a:pt x="194" y="228"/>
                  </a:lnTo>
                  <a:lnTo>
                    <a:pt x="172" y="244"/>
                  </a:lnTo>
                  <a:lnTo>
                    <a:pt x="172" y="250"/>
                  </a:lnTo>
                  <a:lnTo>
                    <a:pt x="174" y="258"/>
                  </a:lnTo>
                  <a:lnTo>
                    <a:pt x="178" y="266"/>
                  </a:lnTo>
                  <a:lnTo>
                    <a:pt x="184" y="278"/>
                  </a:lnTo>
                  <a:lnTo>
                    <a:pt x="182" y="286"/>
                  </a:lnTo>
                  <a:lnTo>
                    <a:pt x="176" y="292"/>
                  </a:lnTo>
                  <a:lnTo>
                    <a:pt x="172" y="298"/>
                  </a:lnTo>
                  <a:lnTo>
                    <a:pt x="164" y="300"/>
                  </a:lnTo>
                  <a:lnTo>
                    <a:pt x="152" y="306"/>
                  </a:lnTo>
                  <a:lnTo>
                    <a:pt x="146" y="310"/>
                  </a:lnTo>
                  <a:lnTo>
                    <a:pt x="142" y="314"/>
                  </a:lnTo>
                  <a:lnTo>
                    <a:pt x="142" y="326"/>
                  </a:lnTo>
                  <a:lnTo>
                    <a:pt x="140" y="338"/>
                  </a:lnTo>
                  <a:lnTo>
                    <a:pt x="138" y="350"/>
                  </a:lnTo>
                  <a:lnTo>
                    <a:pt x="140" y="356"/>
                  </a:lnTo>
                  <a:lnTo>
                    <a:pt x="142" y="360"/>
                  </a:lnTo>
                  <a:lnTo>
                    <a:pt x="206" y="360"/>
                  </a:lnTo>
                  <a:lnTo>
                    <a:pt x="214" y="352"/>
                  </a:lnTo>
                  <a:lnTo>
                    <a:pt x="222" y="346"/>
                  </a:lnTo>
                  <a:lnTo>
                    <a:pt x="228" y="342"/>
                  </a:lnTo>
                  <a:lnTo>
                    <a:pt x="234" y="342"/>
                  </a:lnTo>
                  <a:lnTo>
                    <a:pt x="242" y="340"/>
                  </a:lnTo>
                  <a:lnTo>
                    <a:pt x="252" y="342"/>
                  </a:lnTo>
                  <a:lnTo>
                    <a:pt x="256" y="348"/>
                  </a:lnTo>
                  <a:lnTo>
                    <a:pt x="260" y="350"/>
                  </a:lnTo>
                  <a:lnTo>
                    <a:pt x="266" y="356"/>
                  </a:lnTo>
                  <a:lnTo>
                    <a:pt x="274" y="360"/>
                  </a:lnTo>
                  <a:lnTo>
                    <a:pt x="282" y="378"/>
                  </a:lnTo>
                  <a:lnTo>
                    <a:pt x="290" y="422"/>
                  </a:lnTo>
                  <a:lnTo>
                    <a:pt x="300" y="436"/>
                  </a:lnTo>
                  <a:lnTo>
                    <a:pt x="314" y="448"/>
                  </a:lnTo>
                  <a:lnTo>
                    <a:pt x="330" y="460"/>
                  </a:lnTo>
                  <a:lnTo>
                    <a:pt x="340" y="464"/>
                  </a:lnTo>
                  <a:lnTo>
                    <a:pt x="352" y="468"/>
                  </a:lnTo>
                  <a:lnTo>
                    <a:pt x="372" y="502"/>
                  </a:lnTo>
                  <a:lnTo>
                    <a:pt x="368" y="502"/>
                  </a:lnTo>
                  <a:lnTo>
                    <a:pt x="362" y="504"/>
                  </a:lnTo>
                  <a:lnTo>
                    <a:pt x="354" y="512"/>
                  </a:lnTo>
                  <a:lnTo>
                    <a:pt x="346" y="520"/>
                  </a:lnTo>
                  <a:lnTo>
                    <a:pt x="340" y="526"/>
                  </a:lnTo>
                  <a:lnTo>
                    <a:pt x="336" y="534"/>
                  </a:lnTo>
                  <a:lnTo>
                    <a:pt x="328" y="540"/>
                  </a:lnTo>
                  <a:lnTo>
                    <a:pt x="312" y="554"/>
                  </a:lnTo>
                  <a:lnTo>
                    <a:pt x="296" y="564"/>
                  </a:lnTo>
                  <a:lnTo>
                    <a:pt x="280" y="570"/>
                  </a:lnTo>
                  <a:lnTo>
                    <a:pt x="266" y="582"/>
                  </a:lnTo>
                  <a:lnTo>
                    <a:pt x="254" y="592"/>
                  </a:lnTo>
                  <a:lnTo>
                    <a:pt x="244" y="606"/>
                  </a:lnTo>
                  <a:lnTo>
                    <a:pt x="234" y="620"/>
                  </a:lnTo>
                  <a:lnTo>
                    <a:pt x="202" y="650"/>
                  </a:lnTo>
                  <a:lnTo>
                    <a:pt x="190" y="662"/>
                  </a:lnTo>
                  <a:lnTo>
                    <a:pt x="182" y="676"/>
                  </a:lnTo>
                  <a:lnTo>
                    <a:pt x="176" y="690"/>
                  </a:lnTo>
                  <a:lnTo>
                    <a:pt x="176" y="708"/>
                  </a:lnTo>
                  <a:lnTo>
                    <a:pt x="180" y="730"/>
                  </a:lnTo>
                  <a:lnTo>
                    <a:pt x="190" y="756"/>
                  </a:lnTo>
                  <a:lnTo>
                    <a:pt x="192" y="768"/>
                  </a:lnTo>
                  <a:close/>
                </a:path>
              </a:pathLst>
            </a:custGeom>
            <a:solidFill>
              <a:srgbClr val="023FA1"/>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43" name="Freeform 33"/>
            <p:cNvSpPr/>
            <p:nvPr/>
          </p:nvSpPr>
          <p:spPr bwMode="auto">
            <a:xfrm>
              <a:off x="2370080" y="2158069"/>
              <a:ext cx="2083404" cy="1595172"/>
            </a:xfrm>
            <a:custGeom>
              <a:avLst/>
              <a:gdLst>
                <a:gd name="T0" fmla="*/ 1348 w 1980"/>
                <a:gd name="T1" fmla="*/ 1486 h 1516"/>
                <a:gd name="T2" fmla="*/ 1296 w 1980"/>
                <a:gd name="T3" fmla="*/ 1480 h 1516"/>
                <a:gd name="T4" fmla="*/ 1206 w 1980"/>
                <a:gd name="T5" fmla="*/ 1418 h 1516"/>
                <a:gd name="T6" fmla="*/ 1068 w 1980"/>
                <a:gd name="T7" fmla="*/ 1416 h 1516"/>
                <a:gd name="T8" fmla="*/ 938 w 1980"/>
                <a:gd name="T9" fmla="*/ 1464 h 1516"/>
                <a:gd name="T10" fmla="*/ 842 w 1980"/>
                <a:gd name="T11" fmla="*/ 1464 h 1516"/>
                <a:gd name="T12" fmla="*/ 720 w 1980"/>
                <a:gd name="T13" fmla="*/ 1458 h 1516"/>
                <a:gd name="T14" fmla="*/ 664 w 1980"/>
                <a:gd name="T15" fmla="*/ 1408 h 1516"/>
                <a:gd name="T16" fmla="*/ 580 w 1980"/>
                <a:gd name="T17" fmla="*/ 1446 h 1516"/>
                <a:gd name="T18" fmla="*/ 528 w 1980"/>
                <a:gd name="T19" fmla="*/ 1412 h 1516"/>
                <a:gd name="T20" fmla="*/ 420 w 1980"/>
                <a:gd name="T21" fmla="*/ 1446 h 1516"/>
                <a:gd name="T22" fmla="*/ 332 w 1980"/>
                <a:gd name="T23" fmla="*/ 1490 h 1516"/>
                <a:gd name="T24" fmla="*/ 278 w 1980"/>
                <a:gd name="T25" fmla="*/ 1444 h 1516"/>
                <a:gd name="T26" fmla="*/ 256 w 1980"/>
                <a:gd name="T27" fmla="*/ 1350 h 1516"/>
                <a:gd name="T28" fmla="*/ 190 w 1980"/>
                <a:gd name="T29" fmla="*/ 1318 h 1516"/>
                <a:gd name="T30" fmla="*/ 112 w 1980"/>
                <a:gd name="T31" fmla="*/ 1224 h 1516"/>
                <a:gd name="T32" fmla="*/ 98 w 1980"/>
                <a:gd name="T33" fmla="*/ 1128 h 1516"/>
                <a:gd name="T34" fmla="*/ 36 w 1980"/>
                <a:gd name="T35" fmla="*/ 1054 h 1516"/>
                <a:gd name="T36" fmla="*/ 86 w 1980"/>
                <a:gd name="T37" fmla="*/ 920 h 1516"/>
                <a:gd name="T38" fmla="*/ 20 w 1980"/>
                <a:gd name="T39" fmla="*/ 884 h 1516"/>
                <a:gd name="T40" fmla="*/ 0 w 1980"/>
                <a:gd name="T41" fmla="*/ 864 h 1516"/>
                <a:gd name="T42" fmla="*/ 8 w 1980"/>
                <a:gd name="T43" fmla="*/ 798 h 1516"/>
                <a:gd name="T44" fmla="*/ 106 w 1980"/>
                <a:gd name="T45" fmla="*/ 726 h 1516"/>
                <a:gd name="T46" fmla="*/ 236 w 1980"/>
                <a:gd name="T47" fmla="*/ 732 h 1516"/>
                <a:gd name="T48" fmla="*/ 308 w 1980"/>
                <a:gd name="T49" fmla="*/ 746 h 1516"/>
                <a:gd name="T50" fmla="*/ 418 w 1980"/>
                <a:gd name="T51" fmla="*/ 684 h 1516"/>
                <a:gd name="T52" fmla="*/ 510 w 1980"/>
                <a:gd name="T53" fmla="*/ 688 h 1516"/>
                <a:gd name="T54" fmla="*/ 638 w 1980"/>
                <a:gd name="T55" fmla="*/ 620 h 1516"/>
                <a:gd name="T56" fmla="*/ 708 w 1980"/>
                <a:gd name="T57" fmla="*/ 536 h 1516"/>
                <a:gd name="T58" fmla="*/ 728 w 1980"/>
                <a:gd name="T59" fmla="*/ 392 h 1516"/>
                <a:gd name="T60" fmla="*/ 772 w 1980"/>
                <a:gd name="T61" fmla="*/ 326 h 1516"/>
                <a:gd name="T62" fmla="*/ 904 w 1980"/>
                <a:gd name="T63" fmla="*/ 356 h 1516"/>
                <a:gd name="T64" fmla="*/ 926 w 1980"/>
                <a:gd name="T65" fmla="*/ 302 h 1516"/>
                <a:gd name="T66" fmla="*/ 1008 w 1980"/>
                <a:gd name="T67" fmla="*/ 172 h 1516"/>
                <a:gd name="T68" fmla="*/ 1092 w 1980"/>
                <a:gd name="T69" fmla="*/ 186 h 1516"/>
                <a:gd name="T70" fmla="*/ 1196 w 1980"/>
                <a:gd name="T71" fmla="*/ 202 h 1516"/>
                <a:gd name="T72" fmla="*/ 1246 w 1980"/>
                <a:gd name="T73" fmla="*/ 76 h 1516"/>
                <a:gd name="T74" fmla="*/ 1352 w 1980"/>
                <a:gd name="T75" fmla="*/ 36 h 1516"/>
                <a:gd name="T76" fmla="*/ 1426 w 1980"/>
                <a:gd name="T77" fmla="*/ 22 h 1516"/>
                <a:gd name="T78" fmla="*/ 1568 w 1980"/>
                <a:gd name="T79" fmla="*/ 164 h 1516"/>
                <a:gd name="T80" fmla="*/ 1612 w 1980"/>
                <a:gd name="T81" fmla="*/ 320 h 1516"/>
                <a:gd name="T82" fmla="*/ 1568 w 1980"/>
                <a:gd name="T83" fmla="*/ 390 h 1516"/>
                <a:gd name="T84" fmla="*/ 1614 w 1980"/>
                <a:gd name="T85" fmla="*/ 488 h 1516"/>
                <a:gd name="T86" fmla="*/ 1778 w 1980"/>
                <a:gd name="T87" fmla="*/ 526 h 1516"/>
                <a:gd name="T88" fmla="*/ 1918 w 1980"/>
                <a:gd name="T89" fmla="*/ 628 h 1516"/>
                <a:gd name="T90" fmla="*/ 1974 w 1980"/>
                <a:gd name="T91" fmla="*/ 736 h 1516"/>
                <a:gd name="T92" fmla="*/ 1952 w 1980"/>
                <a:gd name="T93" fmla="*/ 832 h 1516"/>
                <a:gd name="T94" fmla="*/ 1878 w 1980"/>
                <a:gd name="T95" fmla="*/ 908 h 1516"/>
                <a:gd name="T96" fmla="*/ 1774 w 1980"/>
                <a:gd name="T97" fmla="*/ 980 h 1516"/>
                <a:gd name="T98" fmla="*/ 1672 w 1980"/>
                <a:gd name="T99" fmla="*/ 1034 h 1516"/>
                <a:gd name="T100" fmla="*/ 1646 w 1980"/>
                <a:gd name="T101" fmla="*/ 1106 h 1516"/>
                <a:gd name="T102" fmla="*/ 1580 w 1980"/>
                <a:gd name="T103" fmla="*/ 1194 h 1516"/>
                <a:gd name="T104" fmla="*/ 1396 w 1980"/>
                <a:gd name="T105" fmla="*/ 1236 h 1516"/>
                <a:gd name="T106" fmla="*/ 1404 w 1980"/>
                <a:gd name="T107" fmla="*/ 1294 h 1516"/>
                <a:gd name="T108" fmla="*/ 1474 w 1980"/>
                <a:gd name="T109" fmla="*/ 1370 h 1516"/>
                <a:gd name="T110" fmla="*/ 1434 w 1980"/>
                <a:gd name="T111" fmla="*/ 1426 h 1516"/>
                <a:gd name="T112" fmla="*/ 1450 w 1980"/>
                <a:gd name="T113" fmla="*/ 1504 h 151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980" h="1516">
                  <a:moveTo>
                    <a:pt x="1416" y="1516"/>
                  </a:moveTo>
                  <a:lnTo>
                    <a:pt x="1416" y="1516"/>
                  </a:lnTo>
                  <a:lnTo>
                    <a:pt x="1402" y="1508"/>
                  </a:lnTo>
                  <a:lnTo>
                    <a:pt x="1378" y="1484"/>
                  </a:lnTo>
                  <a:lnTo>
                    <a:pt x="1362" y="1484"/>
                  </a:lnTo>
                  <a:lnTo>
                    <a:pt x="1352" y="1484"/>
                  </a:lnTo>
                  <a:lnTo>
                    <a:pt x="1348" y="1486"/>
                  </a:lnTo>
                  <a:lnTo>
                    <a:pt x="1346" y="1488"/>
                  </a:lnTo>
                  <a:lnTo>
                    <a:pt x="1340" y="1502"/>
                  </a:lnTo>
                  <a:lnTo>
                    <a:pt x="1330" y="1498"/>
                  </a:lnTo>
                  <a:lnTo>
                    <a:pt x="1304" y="1500"/>
                  </a:lnTo>
                  <a:lnTo>
                    <a:pt x="1298" y="1490"/>
                  </a:lnTo>
                  <a:lnTo>
                    <a:pt x="1296" y="1480"/>
                  </a:lnTo>
                  <a:lnTo>
                    <a:pt x="1294" y="1466"/>
                  </a:lnTo>
                  <a:lnTo>
                    <a:pt x="1276" y="1458"/>
                  </a:lnTo>
                  <a:lnTo>
                    <a:pt x="1252" y="1438"/>
                  </a:lnTo>
                  <a:lnTo>
                    <a:pt x="1242" y="1430"/>
                  </a:lnTo>
                  <a:lnTo>
                    <a:pt x="1230" y="1424"/>
                  </a:lnTo>
                  <a:lnTo>
                    <a:pt x="1218" y="1420"/>
                  </a:lnTo>
                  <a:lnTo>
                    <a:pt x="1206" y="1418"/>
                  </a:lnTo>
                  <a:lnTo>
                    <a:pt x="1194" y="1418"/>
                  </a:lnTo>
                  <a:lnTo>
                    <a:pt x="1180" y="1422"/>
                  </a:lnTo>
                  <a:lnTo>
                    <a:pt x="1142" y="1428"/>
                  </a:lnTo>
                  <a:lnTo>
                    <a:pt x="1122" y="1428"/>
                  </a:lnTo>
                  <a:lnTo>
                    <a:pt x="1104" y="1428"/>
                  </a:lnTo>
                  <a:lnTo>
                    <a:pt x="1068" y="1416"/>
                  </a:lnTo>
                  <a:lnTo>
                    <a:pt x="1038" y="1416"/>
                  </a:lnTo>
                  <a:lnTo>
                    <a:pt x="1018" y="1426"/>
                  </a:lnTo>
                  <a:lnTo>
                    <a:pt x="1000" y="1436"/>
                  </a:lnTo>
                  <a:lnTo>
                    <a:pt x="984" y="1450"/>
                  </a:lnTo>
                  <a:lnTo>
                    <a:pt x="978" y="1458"/>
                  </a:lnTo>
                  <a:lnTo>
                    <a:pt x="972" y="1466"/>
                  </a:lnTo>
                  <a:lnTo>
                    <a:pt x="938" y="1464"/>
                  </a:lnTo>
                  <a:lnTo>
                    <a:pt x="906" y="1450"/>
                  </a:lnTo>
                  <a:lnTo>
                    <a:pt x="884" y="1450"/>
                  </a:lnTo>
                  <a:lnTo>
                    <a:pt x="876" y="1452"/>
                  </a:lnTo>
                  <a:lnTo>
                    <a:pt x="870" y="1458"/>
                  </a:lnTo>
                  <a:lnTo>
                    <a:pt x="842" y="1464"/>
                  </a:lnTo>
                  <a:lnTo>
                    <a:pt x="826" y="1466"/>
                  </a:lnTo>
                  <a:lnTo>
                    <a:pt x="814" y="1470"/>
                  </a:lnTo>
                  <a:lnTo>
                    <a:pt x="802" y="1476"/>
                  </a:lnTo>
                  <a:lnTo>
                    <a:pt x="788" y="1480"/>
                  </a:lnTo>
                  <a:lnTo>
                    <a:pt x="776" y="1480"/>
                  </a:lnTo>
                  <a:lnTo>
                    <a:pt x="764" y="1476"/>
                  </a:lnTo>
                  <a:lnTo>
                    <a:pt x="740" y="1468"/>
                  </a:lnTo>
                  <a:lnTo>
                    <a:pt x="720" y="1458"/>
                  </a:lnTo>
                  <a:lnTo>
                    <a:pt x="708" y="1448"/>
                  </a:lnTo>
                  <a:lnTo>
                    <a:pt x="706" y="1428"/>
                  </a:lnTo>
                  <a:lnTo>
                    <a:pt x="704" y="1424"/>
                  </a:lnTo>
                  <a:lnTo>
                    <a:pt x="702" y="1420"/>
                  </a:lnTo>
                  <a:lnTo>
                    <a:pt x="694" y="1414"/>
                  </a:lnTo>
                  <a:lnTo>
                    <a:pt x="684" y="1406"/>
                  </a:lnTo>
                  <a:lnTo>
                    <a:pt x="664" y="1408"/>
                  </a:lnTo>
                  <a:lnTo>
                    <a:pt x="658" y="1408"/>
                  </a:lnTo>
                  <a:lnTo>
                    <a:pt x="654" y="1410"/>
                  </a:lnTo>
                  <a:lnTo>
                    <a:pt x="646" y="1418"/>
                  </a:lnTo>
                  <a:lnTo>
                    <a:pt x="634" y="1434"/>
                  </a:lnTo>
                  <a:lnTo>
                    <a:pt x="618" y="1438"/>
                  </a:lnTo>
                  <a:lnTo>
                    <a:pt x="602" y="1440"/>
                  </a:lnTo>
                  <a:lnTo>
                    <a:pt x="586" y="1442"/>
                  </a:lnTo>
                  <a:lnTo>
                    <a:pt x="580" y="1446"/>
                  </a:lnTo>
                  <a:lnTo>
                    <a:pt x="572" y="1448"/>
                  </a:lnTo>
                  <a:lnTo>
                    <a:pt x="566" y="1448"/>
                  </a:lnTo>
                  <a:lnTo>
                    <a:pt x="562" y="1438"/>
                  </a:lnTo>
                  <a:lnTo>
                    <a:pt x="550" y="1428"/>
                  </a:lnTo>
                  <a:lnTo>
                    <a:pt x="540" y="1420"/>
                  </a:lnTo>
                  <a:lnTo>
                    <a:pt x="528" y="1412"/>
                  </a:lnTo>
                  <a:lnTo>
                    <a:pt x="516" y="1406"/>
                  </a:lnTo>
                  <a:lnTo>
                    <a:pt x="504" y="1400"/>
                  </a:lnTo>
                  <a:lnTo>
                    <a:pt x="492" y="1398"/>
                  </a:lnTo>
                  <a:lnTo>
                    <a:pt x="482" y="1396"/>
                  </a:lnTo>
                  <a:lnTo>
                    <a:pt x="470" y="1398"/>
                  </a:lnTo>
                  <a:lnTo>
                    <a:pt x="448" y="1414"/>
                  </a:lnTo>
                  <a:lnTo>
                    <a:pt x="432" y="1428"/>
                  </a:lnTo>
                  <a:lnTo>
                    <a:pt x="420" y="1446"/>
                  </a:lnTo>
                  <a:lnTo>
                    <a:pt x="408" y="1468"/>
                  </a:lnTo>
                  <a:lnTo>
                    <a:pt x="398" y="1480"/>
                  </a:lnTo>
                  <a:lnTo>
                    <a:pt x="388" y="1488"/>
                  </a:lnTo>
                  <a:lnTo>
                    <a:pt x="376" y="1494"/>
                  </a:lnTo>
                  <a:lnTo>
                    <a:pt x="362" y="1498"/>
                  </a:lnTo>
                  <a:lnTo>
                    <a:pt x="332" y="1490"/>
                  </a:lnTo>
                  <a:lnTo>
                    <a:pt x="322" y="1484"/>
                  </a:lnTo>
                  <a:lnTo>
                    <a:pt x="318" y="1482"/>
                  </a:lnTo>
                  <a:lnTo>
                    <a:pt x="312" y="1482"/>
                  </a:lnTo>
                  <a:lnTo>
                    <a:pt x="308" y="1472"/>
                  </a:lnTo>
                  <a:lnTo>
                    <a:pt x="304" y="1464"/>
                  </a:lnTo>
                  <a:lnTo>
                    <a:pt x="298" y="1456"/>
                  </a:lnTo>
                  <a:lnTo>
                    <a:pt x="292" y="1452"/>
                  </a:lnTo>
                  <a:lnTo>
                    <a:pt x="278" y="1444"/>
                  </a:lnTo>
                  <a:lnTo>
                    <a:pt x="264" y="1438"/>
                  </a:lnTo>
                  <a:lnTo>
                    <a:pt x="252" y="1420"/>
                  </a:lnTo>
                  <a:lnTo>
                    <a:pt x="252" y="1378"/>
                  </a:lnTo>
                  <a:lnTo>
                    <a:pt x="256" y="1372"/>
                  </a:lnTo>
                  <a:lnTo>
                    <a:pt x="256" y="1364"/>
                  </a:lnTo>
                  <a:lnTo>
                    <a:pt x="256" y="1350"/>
                  </a:lnTo>
                  <a:lnTo>
                    <a:pt x="250" y="1340"/>
                  </a:lnTo>
                  <a:lnTo>
                    <a:pt x="244" y="1332"/>
                  </a:lnTo>
                  <a:lnTo>
                    <a:pt x="234" y="1326"/>
                  </a:lnTo>
                  <a:lnTo>
                    <a:pt x="226" y="1324"/>
                  </a:lnTo>
                  <a:lnTo>
                    <a:pt x="206" y="1322"/>
                  </a:lnTo>
                  <a:lnTo>
                    <a:pt x="198" y="1320"/>
                  </a:lnTo>
                  <a:lnTo>
                    <a:pt x="190" y="1318"/>
                  </a:lnTo>
                  <a:lnTo>
                    <a:pt x="174" y="1302"/>
                  </a:lnTo>
                  <a:lnTo>
                    <a:pt x="150" y="1258"/>
                  </a:lnTo>
                  <a:lnTo>
                    <a:pt x="114" y="1250"/>
                  </a:lnTo>
                  <a:lnTo>
                    <a:pt x="112" y="1242"/>
                  </a:lnTo>
                  <a:lnTo>
                    <a:pt x="112" y="1232"/>
                  </a:lnTo>
                  <a:lnTo>
                    <a:pt x="112" y="1224"/>
                  </a:lnTo>
                  <a:lnTo>
                    <a:pt x="114" y="1216"/>
                  </a:lnTo>
                  <a:lnTo>
                    <a:pt x="120" y="1200"/>
                  </a:lnTo>
                  <a:lnTo>
                    <a:pt x="126" y="1186"/>
                  </a:lnTo>
                  <a:lnTo>
                    <a:pt x="124" y="1174"/>
                  </a:lnTo>
                  <a:lnTo>
                    <a:pt x="122" y="1162"/>
                  </a:lnTo>
                  <a:lnTo>
                    <a:pt x="118" y="1152"/>
                  </a:lnTo>
                  <a:lnTo>
                    <a:pt x="112" y="1144"/>
                  </a:lnTo>
                  <a:lnTo>
                    <a:pt x="98" y="1128"/>
                  </a:lnTo>
                  <a:lnTo>
                    <a:pt x="84" y="1114"/>
                  </a:lnTo>
                  <a:lnTo>
                    <a:pt x="38" y="1092"/>
                  </a:lnTo>
                  <a:lnTo>
                    <a:pt x="32" y="1084"/>
                  </a:lnTo>
                  <a:lnTo>
                    <a:pt x="32" y="1062"/>
                  </a:lnTo>
                  <a:lnTo>
                    <a:pt x="32" y="1056"/>
                  </a:lnTo>
                  <a:lnTo>
                    <a:pt x="36" y="1054"/>
                  </a:lnTo>
                  <a:lnTo>
                    <a:pt x="40" y="1050"/>
                  </a:lnTo>
                  <a:lnTo>
                    <a:pt x="46" y="1048"/>
                  </a:lnTo>
                  <a:lnTo>
                    <a:pt x="66" y="1038"/>
                  </a:lnTo>
                  <a:lnTo>
                    <a:pt x="78" y="1028"/>
                  </a:lnTo>
                  <a:lnTo>
                    <a:pt x="82" y="1024"/>
                  </a:lnTo>
                  <a:lnTo>
                    <a:pt x="86" y="1018"/>
                  </a:lnTo>
                  <a:lnTo>
                    <a:pt x="86" y="920"/>
                  </a:lnTo>
                  <a:lnTo>
                    <a:pt x="82" y="904"/>
                  </a:lnTo>
                  <a:lnTo>
                    <a:pt x="76" y="894"/>
                  </a:lnTo>
                  <a:lnTo>
                    <a:pt x="68" y="888"/>
                  </a:lnTo>
                  <a:lnTo>
                    <a:pt x="60" y="886"/>
                  </a:lnTo>
                  <a:lnTo>
                    <a:pt x="50" y="884"/>
                  </a:lnTo>
                  <a:lnTo>
                    <a:pt x="40" y="884"/>
                  </a:lnTo>
                  <a:lnTo>
                    <a:pt x="20" y="884"/>
                  </a:lnTo>
                  <a:lnTo>
                    <a:pt x="14" y="888"/>
                  </a:lnTo>
                  <a:lnTo>
                    <a:pt x="10" y="894"/>
                  </a:lnTo>
                  <a:lnTo>
                    <a:pt x="8" y="894"/>
                  </a:lnTo>
                  <a:lnTo>
                    <a:pt x="8" y="898"/>
                  </a:lnTo>
                  <a:lnTo>
                    <a:pt x="2" y="882"/>
                  </a:lnTo>
                  <a:lnTo>
                    <a:pt x="0" y="872"/>
                  </a:lnTo>
                  <a:lnTo>
                    <a:pt x="0" y="864"/>
                  </a:lnTo>
                  <a:lnTo>
                    <a:pt x="2" y="856"/>
                  </a:lnTo>
                  <a:lnTo>
                    <a:pt x="26" y="844"/>
                  </a:lnTo>
                  <a:lnTo>
                    <a:pt x="26" y="820"/>
                  </a:lnTo>
                  <a:lnTo>
                    <a:pt x="18" y="808"/>
                  </a:lnTo>
                  <a:lnTo>
                    <a:pt x="12" y="802"/>
                  </a:lnTo>
                  <a:lnTo>
                    <a:pt x="8" y="798"/>
                  </a:lnTo>
                  <a:lnTo>
                    <a:pt x="8" y="796"/>
                  </a:lnTo>
                  <a:lnTo>
                    <a:pt x="16" y="792"/>
                  </a:lnTo>
                  <a:lnTo>
                    <a:pt x="26" y="786"/>
                  </a:lnTo>
                  <a:lnTo>
                    <a:pt x="40" y="778"/>
                  </a:lnTo>
                  <a:lnTo>
                    <a:pt x="64" y="742"/>
                  </a:lnTo>
                  <a:lnTo>
                    <a:pt x="106" y="726"/>
                  </a:lnTo>
                  <a:lnTo>
                    <a:pt x="136" y="724"/>
                  </a:lnTo>
                  <a:lnTo>
                    <a:pt x="160" y="722"/>
                  </a:lnTo>
                  <a:lnTo>
                    <a:pt x="186" y="716"/>
                  </a:lnTo>
                  <a:lnTo>
                    <a:pt x="214" y="704"/>
                  </a:lnTo>
                  <a:lnTo>
                    <a:pt x="232" y="704"/>
                  </a:lnTo>
                  <a:lnTo>
                    <a:pt x="232" y="716"/>
                  </a:lnTo>
                  <a:lnTo>
                    <a:pt x="236" y="732"/>
                  </a:lnTo>
                  <a:lnTo>
                    <a:pt x="240" y="738"/>
                  </a:lnTo>
                  <a:lnTo>
                    <a:pt x="246" y="746"/>
                  </a:lnTo>
                  <a:lnTo>
                    <a:pt x="254" y="752"/>
                  </a:lnTo>
                  <a:lnTo>
                    <a:pt x="262" y="756"/>
                  </a:lnTo>
                  <a:lnTo>
                    <a:pt x="274" y="756"/>
                  </a:lnTo>
                  <a:lnTo>
                    <a:pt x="284" y="754"/>
                  </a:lnTo>
                  <a:lnTo>
                    <a:pt x="296" y="752"/>
                  </a:lnTo>
                  <a:lnTo>
                    <a:pt x="308" y="746"/>
                  </a:lnTo>
                  <a:lnTo>
                    <a:pt x="338" y="706"/>
                  </a:lnTo>
                  <a:lnTo>
                    <a:pt x="362" y="708"/>
                  </a:lnTo>
                  <a:lnTo>
                    <a:pt x="374" y="708"/>
                  </a:lnTo>
                  <a:lnTo>
                    <a:pt x="388" y="706"/>
                  </a:lnTo>
                  <a:lnTo>
                    <a:pt x="402" y="694"/>
                  </a:lnTo>
                  <a:lnTo>
                    <a:pt x="418" y="684"/>
                  </a:lnTo>
                  <a:lnTo>
                    <a:pt x="436" y="682"/>
                  </a:lnTo>
                  <a:lnTo>
                    <a:pt x="458" y="690"/>
                  </a:lnTo>
                  <a:lnTo>
                    <a:pt x="472" y="694"/>
                  </a:lnTo>
                  <a:lnTo>
                    <a:pt x="488" y="696"/>
                  </a:lnTo>
                  <a:lnTo>
                    <a:pt x="498" y="692"/>
                  </a:lnTo>
                  <a:lnTo>
                    <a:pt x="510" y="688"/>
                  </a:lnTo>
                  <a:lnTo>
                    <a:pt x="536" y="686"/>
                  </a:lnTo>
                  <a:lnTo>
                    <a:pt x="562" y="682"/>
                  </a:lnTo>
                  <a:lnTo>
                    <a:pt x="576" y="678"/>
                  </a:lnTo>
                  <a:lnTo>
                    <a:pt x="588" y="674"/>
                  </a:lnTo>
                  <a:lnTo>
                    <a:pt x="628" y="650"/>
                  </a:lnTo>
                  <a:lnTo>
                    <a:pt x="638" y="620"/>
                  </a:lnTo>
                  <a:lnTo>
                    <a:pt x="648" y="616"/>
                  </a:lnTo>
                  <a:lnTo>
                    <a:pt x="656" y="608"/>
                  </a:lnTo>
                  <a:lnTo>
                    <a:pt x="662" y="600"/>
                  </a:lnTo>
                  <a:lnTo>
                    <a:pt x="668" y="590"/>
                  </a:lnTo>
                  <a:lnTo>
                    <a:pt x="676" y="568"/>
                  </a:lnTo>
                  <a:lnTo>
                    <a:pt x="682" y="550"/>
                  </a:lnTo>
                  <a:lnTo>
                    <a:pt x="700" y="542"/>
                  </a:lnTo>
                  <a:lnTo>
                    <a:pt x="708" y="536"/>
                  </a:lnTo>
                  <a:lnTo>
                    <a:pt x="716" y="528"/>
                  </a:lnTo>
                  <a:lnTo>
                    <a:pt x="730" y="496"/>
                  </a:lnTo>
                  <a:lnTo>
                    <a:pt x="732" y="438"/>
                  </a:lnTo>
                  <a:lnTo>
                    <a:pt x="726" y="414"/>
                  </a:lnTo>
                  <a:lnTo>
                    <a:pt x="728" y="392"/>
                  </a:lnTo>
                  <a:lnTo>
                    <a:pt x="732" y="370"/>
                  </a:lnTo>
                  <a:lnTo>
                    <a:pt x="732" y="358"/>
                  </a:lnTo>
                  <a:lnTo>
                    <a:pt x="732" y="350"/>
                  </a:lnTo>
                  <a:lnTo>
                    <a:pt x="730" y="342"/>
                  </a:lnTo>
                  <a:lnTo>
                    <a:pt x="726" y="334"/>
                  </a:lnTo>
                  <a:lnTo>
                    <a:pt x="722" y="324"/>
                  </a:lnTo>
                  <a:lnTo>
                    <a:pt x="772" y="326"/>
                  </a:lnTo>
                  <a:lnTo>
                    <a:pt x="798" y="328"/>
                  </a:lnTo>
                  <a:lnTo>
                    <a:pt x="824" y="332"/>
                  </a:lnTo>
                  <a:lnTo>
                    <a:pt x="834" y="334"/>
                  </a:lnTo>
                  <a:lnTo>
                    <a:pt x="842" y="338"/>
                  </a:lnTo>
                  <a:lnTo>
                    <a:pt x="860" y="340"/>
                  </a:lnTo>
                  <a:lnTo>
                    <a:pt x="882" y="344"/>
                  </a:lnTo>
                  <a:lnTo>
                    <a:pt x="892" y="350"/>
                  </a:lnTo>
                  <a:lnTo>
                    <a:pt x="904" y="356"/>
                  </a:lnTo>
                  <a:lnTo>
                    <a:pt x="918" y="356"/>
                  </a:lnTo>
                  <a:lnTo>
                    <a:pt x="932" y="342"/>
                  </a:lnTo>
                  <a:lnTo>
                    <a:pt x="932" y="328"/>
                  </a:lnTo>
                  <a:lnTo>
                    <a:pt x="928" y="314"/>
                  </a:lnTo>
                  <a:lnTo>
                    <a:pt x="926" y="302"/>
                  </a:lnTo>
                  <a:lnTo>
                    <a:pt x="930" y="290"/>
                  </a:lnTo>
                  <a:lnTo>
                    <a:pt x="934" y="280"/>
                  </a:lnTo>
                  <a:lnTo>
                    <a:pt x="972" y="234"/>
                  </a:lnTo>
                  <a:lnTo>
                    <a:pt x="978" y="214"/>
                  </a:lnTo>
                  <a:lnTo>
                    <a:pt x="984" y="200"/>
                  </a:lnTo>
                  <a:lnTo>
                    <a:pt x="994" y="186"/>
                  </a:lnTo>
                  <a:lnTo>
                    <a:pt x="1008" y="172"/>
                  </a:lnTo>
                  <a:lnTo>
                    <a:pt x="1012" y="160"/>
                  </a:lnTo>
                  <a:lnTo>
                    <a:pt x="1016" y="154"/>
                  </a:lnTo>
                  <a:lnTo>
                    <a:pt x="1018" y="152"/>
                  </a:lnTo>
                  <a:lnTo>
                    <a:pt x="1022" y="150"/>
                  </a:lnTo>
                  <a:lnTo>
                    <a:pt x="1034" y="150"/>
                  </a:lnTo>
                  <a:lnTo>
                    <a:pt x="1092" y="186"/>
                  </a:lnTo>
                  <a:lnTo>
                    <a:pt x="1104" y="188"/>
                  </a:lnTo>
                  <a:lnTo>
                    <a:pt x="1118" y="190"/>
                  </a:lnTo>
                  <a:lnTo>
                    <a:pt x="1134" y="194"/>
                  </a:lnTo>
                  <a:lnTo>
                    <a:pt x="1142" y="198"/>
                  </a:lnTo>
                  <a:lnTo>
                    <a:pt x="1150" y="204"/>
                  </a:lnTo>
                  <a:lnTo>
                    <a:pt x="1172" y="204"/>
                  </a:lnTo>
                  <a:lnTo>
                    <a:pt x="1184" y="204"/>
                  </a:lnTo>
                  <a:lnTo>
                    <a:pt x="1196" y="202"/>
                  </a:lnTo>
                  <a:lnTo>
                    <a:pt x="1208" y="198"/>
                  </a:lnTo>
                  <a:lnTo>
                    <a:pt x="1218" y="194"/>
                  </a:lnTo>
                  <a:lnTo>
                    <a:pt x="1226" y="186"/>
                  </a:lnTo>
                  <a:lnTo>
                    <a:pt x="1232" y="174"/>
                  </a:lnTo>
                  <a:lnTo>
                    <a:pt x="1226" y="106"/>
                  </a:lnTo>
                  <a:lnTo>
                    <a:pt x="1236" y="88"/>
                  </a:lnTo>
                  <a:lnTo>
                    <a:pt x="1246" y="76"/>
                  </a:lnTo>
                  <a:lnTo>
                    <a:pt x="1258" y="68"/>
                  </a:lnTo>
                  <a:lnTo>
                    <a:pt x="1270" y="62"/>
                  </a:lnTo>
                  <a:lnTo>
                    <a:pt x="1284" y="58"/>
                  </a:lnTo>
                  <a:lnTo>
                    <a:pt x="1298" y="56"/>
                  </a:lnTo>
                  <a:lnTo>
                    <a:pt x="1336" y="52"/>
                  </a:lnTo>
                  <a:lnTo>
                    <a:pt x="1340" y="50"/>
                  </a:lnTo>
                  <a:lnTo>
                    <a:pt x="1344" y="46"/>
                  </a:lnTo>
                  <a:lnTo>
                    <a:pt x="1352" y="36"/>
                  </a:lnTo>
                  <a:lnTo>
                    <a:pt x="1360" y="14"/>
                  </a:lnTo>
                  <a:lnTo>
                    <a:pt x="1374" y="0"/>
                  </a:lnTo>
                  <a:lnTo>
                    <a:pt x="1418" y="0"/>
                  </a:lnTo>
                  <a:lnTo>
                    <a:pt x="1420" y="2"/>
                  </a:lnTo>
                  <a:lnTo>
                    <a:pt x="1424" y="8"/>
                  </a:lnTo>
                  <a:lnTo>
                    <a:pt x="1426" y="22"/>
                  </a:lnTo>
                  <a:lnTo>
                    <a:pt x="1430" y="40"/>
                  </a:lnTo>
                  <a:lnTo>
                    <a:pt x="1436" y="58"/>
                  </a:lnTo>
                  <a:lnTo>
                    <a:pt x="1480" y="124"/>
                  </a:lnTo>
                  <a:lnTo>
                    <a:pt x="1504" y="134"/>
                  </a:lnTo>
                  <a:lnTo>
                    <a:pt x="1538" y="144"/>
                  </a:lnTo>
                  <a:lnTo>
                    <a:pt x="1568" y="164"/>
                  </a:lnTo>
                  <a:lnTo>
                    <a:pt x="1584" y="190"/>
                  </a:lnTo>
                  <a:lnTo>
                    <a:pt x="1590" y="242"/>
                  </a:lnTo>
                  <a:lnTo>
                    <a:pt x="1610" y="280"/>
                  </a:lnTo>
                  <a:lnTo>
                    <a:pt x="1612" y="298"/>
                  </a:lnTo>
                  <a:lnTo>
                    <a:pt x="1612" y="320"/>
                  </a:lnTo>
                  <a:lnTo>
                    <a:pt x="1612" y="332"/>
                  </a:lnTo>
                  <a:lnTo>
                    <a:pt x="1610" y="342"/>
                  </a:lnTo>
                  <a:lnTo>
                    <a:pt x="1606" y="354"/>
                  </a:lnTo>
                  <a:lnTo>
                    <a:pt x="1602" y="364"/>
                  </a:lnTo>
                  <a:lnTo>
                    <a:pt x="1580" y="378"/>
                  </a:lnTo>
                  <a:lnTo>
                    <a:pt x="1574" y="382"/>
                  </a:lnTo>
                  <a:lnTo>
                    <a:pt x="1572" y="386"/>
                  </a:lnTo>
                  <a:lnTo>
                    <a:pt x="1568" y="390"/>
                  </a:lnTo>
                  <a:lnTo>
                    <a:pt x="1568" y="396"/>
                  </a:lnTo>
                  <a:lnTo>
                    <a:pt x="1566" y="420"/>
                  </a:lnTo>
                  <a:lnTo>
                    <a:pt x="1570" y="440"/>
                  </a:lnTo>
                  <a:lnTo>
                    <a:pt x="1574" y="452"/>
                  </a:lnTo>
                  <a:lnTo>
                    <a:pt x="1582" y="466"/>
                  </a:lnTo>
                  <a:lnTo>
                    <a:pt x="1614" y="488"/>
                  </a:lnTo>
                  <a:lnTo>
                    <a:pt x="1662" y="500"/>
                  </a:lnTo>
                  <a:lnTo>
                    <a:pt x="1674" y="506"/>
                  </a:lnTo>
                  <a:lnTo>
                    <a:pt x="1688" y="512"/>
                  </a:lnTo>
                  <a:lnTo>
                    <a:pt x="1700" y="516"/>
                  </a:lnTo>
                  <a:lnTo>
                    <a:pt x="1714" y="520"/>
                  </a:lnTo>
                  <a:lnTo>
                    <a:pt x="1744" y="524"/>
                  </a:lnTo>
                  <a:lnTo>
                    <a:pt x="1778" y="526"/>
                  </a:lnTo>
                  <a:lnTo>
                    <a:pt x="1790" y="534"/>
                  </a:lnTo>
                  <a:lnTo>
                    <a:pt x="1806" y="546"/>
                  </a:lnTo>
                  <a:lnTo>
                    <a:pt x="1836" y="576"/>
                  </a:lnTo>
                  <a:lnTo>
                    <a:pt x="1882" y="614"/>
                  </a:lnTo>
                  <a:lnTo>
                    <a:pt x="1894" y="616"/>
                  </a:lnTo>
                  <a:lnTo>
                    <a:pt x="1906" y="620"/>
                  </a:lnTo>
                  <a:lnTo>
                    <a:pt x="1918" y="628"/>
                  </a:lnTo>
                  <a:lnTo>
                    <a:pt x="1930" y="640"/>
                  </a:lnTo>
                  <a:lnTo>
                    <a:pt x="1938" y="672"/>
                  </a:lnTo>
                  <a:lnTo>
                    <a:pt x="1944" y="690"/>
                  </a:lnTo>
                  <a:lnTo>
                    <a:pt x="1952" y="710"/>
                  </a:lnTo>
                  <a:lnTo>
                    <a:pt x="1964" y="718"/>
                  </a:lnTo>
                  <a:lnTo>
                    <a:pt x="1968" y="724"/>
                  </a:lnTo>
                  <a:lnTo>
                    <a:pt x="1974" y="736"/>
                  </a:lnTo>
                  <a:lnTo>
                    <a:pt x="1972" y="766"/>
                  </a:lnTo>
                  <a:lnTo>
                    <a:pt x="1980" y="788"/>
                  </a:lnTo>
                  <a:lnTo>
                    <a:pt x="1968" y="796"/>
                  </a:lnTo>
                  <a:lnTo>
                    <a:pt x="1960" y="804"/>
                  </a:lnTo>
                  <a:lnTo>
                    <a:pt x="1956" y="814"/>
                  </a:lnTo>
                  <a:lnTo>
                    <a:pt x="1952" y="832"/>
                  </a:lnTo>
                  <a:lnTo>
                    <a:pt x="1952" y="864"/>
                  </a:lnTo>
                  <a:lnTo>
                    <a:pt x="1958" y="902"/>
                  </a:lnTo>
                  <a:lnTo>
                    <a:pt x="1952" y="906"/>
                  </a:lnTo>
                  <a:lnTo>
                    <a:pt x="1878" y="908"/>
                  </a:lnTo>
                  <a:lnTo>
                    <a:pt x="1844" y="914"/>
                  </a:lnTo>
                  <a:lnTo>
                    <a:pt x="1830" y="918"/>
                  </a:lnTo>
                  <a:lnTo>
                    <a:pt x="1818" y="922"/>
                  </a:lnTo>
                  <a:lnTo>
                    <a:pt x="1808" y="930"/>
                  </a:lnTo>
                  <a:lnTo>
                    <a:pt x="1798" y="940"/>
                  </a:lnTo>
                  <a:lnTo>
                    <a:pt x="1792" y="952"/>
                  </a:lnTo>
                  <a:lnTo>
                    <a:pt x="1786" y="968"/>
                  </a:lnTo>
                  <a:lnTo>
                    <a:pt x="1774" y="980"/>
                  </a:lnTo>
                  <a:lnTo>
                    <a:pt x="1766" y="990"/>
                  </a:lnTo>
                  <a:lnTo>
                    <a:pt x="1760" y="1002"/>
                  </a:lnTo>
                  <a:lnTo>
                    <a:pt x="1754" y="1018"/>
                  </a:lnTo>
                  <a:lnTo>
                    <a:pt x="1744" y="1024"/>
                  </a:lnTo>
                  <a:lnTo>
                    <a:pt x="1732" y="1028"/>
                  </a:lnTo>
                  <a:lnTo>
                    <a:pt x="1710" y="1032"/>
                  </a:lnTo>
                  <a:lnTo>
                    <a:pt x="1690" y="1034"/>
                  </a:lnTo>
                  <a:lnTo>
                    <a:pt x="1672" y="1034"/>
                  </a:lnTo>
                  <a:lnTo>
                    <a:pt x="1670" y="1044"/>
                  </a:lnTo>
                  <a:lnTo>
                    <a:pt x="1664" y="1056"/>
                  </a:lnTo>
                  <a:lnTo>
                    <a:pt x="1656" y="1066"/>
                  </a:lnTo>
                  <a:lnTo>
                    <a:pt x="1648" y="1074"/>
                  </a:lnTo>
                  <a:lnTo>
                    <a:pt x="1644" y="1082"/>
                  </a:lnTo>
                  <a:lnTo>
                    <a:pt x="1644" y="1090"/>
                  </a:lnTo>
                  <a:lnTo>
                    <a:pt x="1646" y="1106"/>
                  </a:lnTo>
                  <a:lnTo>
                    <a:pt x="1652" y="1124"/>
                  </a:lnTo>
                  <a:lnTo>
                    <a:pt x="1658" y="1146"/>
                  </a:lnTo>
                  <a:lnTo>
                    <a:pt x="1660" y="1170"/>
                  </a:lnTo>
                  <a:lnTo>
                    <a:pt x="1604" y="1182"/>
                  </a:lnTo>
                  <a:lnTo>
                    <a:pt x="1592" y="1188"/>
                  </a:lnTo>
                  <a:lnTo>
                    <a:pt x="1580" y="1194"/>
                  </a:lnTo>
                  <a:lnTo>
                    <a:pt x="1560" y="1206"/>
                  </a:lnTo>
                  <a:lnTo>
                    <a:pt x="1526" y="1214"/>
                  </a:lnTo>
                  <a:lnTo>
                    <a:pt x="1490" y="1220"/>
                  </a:lnTo>
                  <a:lnTo>
                    <a:pt x="1458" y="1224"/>
                  </a:lnTo>
                  <a:lnTo>
                    <a:pt x="1426" y="1224"/>
                  </a:lnTo>
                  <a:lnTo>
                    <a:pt x="1408" y="1228"/>
                  </a:lnTo>
                  <a:lnTo>
                    <a:pt x="1396" y="1236"/>
                  </a:lnTo>
                  <a:lnTo>
                    <a:pt x="1396" y="1244"/>
                  </a:lnTo>
                  <a:lnTo>
                    <a:pt x="1398" y="1250"/>
                  </a:lnTo>
                  <a:lnTo>
                    <a:pt x="1402" y="1258"/>
                  </a:lnTo>
                  <a:lnTo>
                    <a:pt x="1412" y="1272"/>
                  </a:lnTo>
                  <a:lnTo>
                    <a:pt x="1406" y="1280"/>
                  </a:lnTo>
                  <a:lnTo>
                    <a:pt x="1404" y="1288"/>
                  </a:lnTo>
                  <a:lnTo>
                    <a:pt x="1404" y="1294"/>
                  </a:lnTo>
                  <a:lnTo>
                    <a:pt x="1408" y="1302"/>
                  </a:lnTo>
                  <a:lnTo>
                    <a:pt x="1412" y="1308"/>
                  </a:lnTo>
                  <a:lnTo>
                    <a:pt x="1420" y="1314"/>
                  </a:lnTo>
                  <a:lnTo>
                    <a:pt x="1438" y="1328"/>
                  </a:lnTo>
                  <a:lnTo>
                    <a:pt x="1460" y="1360"/>
                  </a:lnTo>
                  <a:lnTo>
                    <a:pt x="1468" y="1364"/>
                  </a:lnTo>
                  <a:lnTo>
                    <a:pt x="1474" y="1370"/>
                  </a:lnTo>
                  <a:lnTo>
                    <a:pt x="1476" y="1374"/>
                  </a:lnTo>
                  <a:lnTo>
                    <a:pt x="1476" y="1380"/>
                  </a:lnTo>
                  <a:lnTo>
                    <a:pt x="1476" y="1396"/>
                  </a:lnTo>
                  <a:lnTo>
                    <a:pt x="1464" y="1408"/>
                  </a:lnTo>
                  <a:lnTo>
                    <a:pt x="1444" y="1418"/>
                  </a:lnTo>
                  <a:lnTo>
                    <a:pt x="1438" y="1422"/>
                  </a:lnTo>
                  <a:lnTo>
                    <a:pt x="1434" y="1426"/>
                  </a:lnTo>
                  <a:lnTo>
                    <a:pt x="1430" y="1432"/>
                  </a:lnTo>
                  <a:lnTo>
                    <a:pt x="1428" y="1438"/>
                  </a:lnTo>
                  <a:lnTo>
                    <a:pt x="1428" y="1460"/>
                  </a:lnTo>
                  <a:lnTo>
                    <a:pt x="1434" y="1466"/>
                  </a:lnTo>
                  <a:lnTo>
                    <a:pt x="1442" y="1476"/>
                  </a:lnTo>
                  <a:lnTo>
                    <a:pt x="1448" y="1488"/>
                  </a:lnTo>
                  <a:lnTo>
                    <a:pt x="1450" y="1496"/>
                  </a:lnTo>
                  <a:lnTo>
                    <a:pt x="1450" y="1504"/>
                  </a:lnTo>
                  <a:lnTo>
                    <a:pt x="1440" y="1510"/>
                  </a:lnTo>
                  <a:lnTo>
                    <a:pt x="1430" y="1512"/>
                  </a:lnTo>
                  <a:lnTo>
                    <a:pt x="1416" y="1516"/>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44" name="Freeform 34"/>
            <p:cNvSpPr/>
            <p:nvPr/>
          </p:nvSpPr>
          <p:spPr bwMode="auto">
            <a:xfrm>
              <a:off x="4575542" y="1711926"/>
              <a:ext cx="2295953" cy="1965555"/>
            </a:xfrm>
            <a:custGeom>
              <a:avLst/>
              <a:gdLst>
                <a:gd name="T0" fmla="*/ 538 w 2182"/>
                <a:gd name="T1" fmla="*/ 1714 h 1868"/>
                <a:gd name="T2" fmla="*/ 526 w 2182"/>
                <a:gd name="T3" fmla="*/ 1632 h 1868"/>
                <a:gd name="T4" fmla="*/ 362 w 2182"/>
                <a:gd name="T5" fmla="*/ 1664 h 1868"/>
                <a:gd name="T6" fmla="*/ 286 w 2182"/>
                <a:gd name="T7" fmla="*/ 1690 h 1868"/>
                <a:gd name="T8" fmla="*/ 168 w 2182"/>
                <a:gd name="T9" fmla="*/ 1576 h 1868"/>
                <a:gd name="T10" fmla="*/ 220 w 2182"/>
                <a:gd name="T11" fmla="*/ 1468 h 1868"/>
                <a:gd name="T12" fmla="*/ 66 w 2182"/>
                <a:gd name="T13" fmla="*/ 1450 h 1868"/>
                <a:gd name="T14" fmla="*/ 20 w 2182"/>
                <a:gd name="T15" fmla="*/ 1304 h 1868"/>
                <a:gd name="T16" fmla="*/ 400 w 2182"/>
                <a:gd name="T17" fmla="*/ 1336 h 1868"/>
                <a:gd name="T18" fmla="*/ 594 w 2182"/>
                <a:gd name="T19" fmla="*/ 1418 h 1868"/>
                <a:gd name="T20" fmla="*/ 724 w 2182"/>
                <a:gd name="T21" fmla="*/ 1354 h 1868"/>
                <a:gd name="T22" fmla="*/ 828 w 2182"/>
                <a:gd name="T23" fmla="*/ 1308 h 1868"/>
                <a:gd name="T24" fmla="*/ 1006 w 2182"/>
                <a:gd name="T25" fmla="*/ 1300 h 1868"/>
                <a:gd name="T26" fmla="*/ 1170 w 2182"/>
                <a:gd name="T27" fmla="*/ 1170 h 1868"/>
                <a:gd name="T28" fmla="*/ 1178 w 2182"/>
                <a:gd name="T29" fmla="*/ 1032 h 1868"/>
                <a:gd name="T30" fmla="*/ 1260 w 2182"/>
                <a:gd name="T31" fmla="*/ 1006 h 1868"/>
                <a:gd name="T32" fmla="*/ 1410 w 2182"/>
                <a:gd name="T33" fmla="*/ 924 h 1868"/>
                <a:gd name="T34" fmla="*/ 1524 w 2182"/>
                <a:gd name="T35" fmla="*/ 876 h 1868"/>
                <a:gd name="T36" fmla="*/ 1632 w 2182"/>
                <a:gd name="T37" fmla="*/ 776 h 1868"/>
                <a:gd name="T38" fmla="*/ 1798 w 2182"/>
                <a:gd name="T39" fmla="*/ 740 h 1868"/>
                <a:gd name="T40" fmla="*/ 1712 w 2182"/>
                <a:gd name="T41" fmla="*/ 614 h 1868"/>
                <a:gd name="T42" fmla="*/ 1586 w 2182"/>
                <a:gd name="T43" fmla="*/ 646 h 1868"/>
                <a:gd name="T44" fmla="*/ 1456 w 2182"/>
                <a:gd name="T45" fmla="*/ 650 h 1868"/>
                <a:gd name="T46" fmla="*/ 1480 w 2182"/>
                <a:gd name="T47" fmla="*/ 512 h 1868"/>
                <a:gd name="T48" fmla="*/ 1602 w 2182"/>
                <a:gd name="T49" fmla="*/ 428 h 1868"/>
                <a:gd name="T50" fmla="*/ 1698 w 2182"/>
                <a:gd name="T51" fmla="*/ 250 h 1868"/>
                <a:gd name="T52" fmla="*/ 1738 w 2182"/>
                <a:gd name="T53" fmla="*/ 108 h 1868"/>
                <a:gd name="T54" fmla="*/ 1736 w 2182"/>
                <a:gd name="T55" fmla="*/ 20 h 1868"/>
                <a:gd name="T56" fmla="*/ 1800 w 2182"/>
                <a:gd name="T57" fmla="*/ 42 h 1868"/>
                <a:gd name="T58" fmla="*/ 1848 w 2182"/>
                <a:gd name="T59" fmla="*/ 80 h 1868"/>
                <a:gd name="T60" fmla="*/ 1926 w 2182"/>
                <a:gd name="T61" fmla="*/ 178 h 1868"/>
                <a:gd name="T62" fmla="*/ 2052 w 2182"/>
                <a:gd name="T63" fmla="*/ 152 h 1868"/>
                <a:gd name="T64" fmla="*/ 2136 w 2182"/>
                <a:gd name="T65" fmla="*/ 246 h 1868"/>
                <a:gd name="T66" fmla="*/ 2136 w 2182"/>
                <a:gd name="T67" fmla="*/ 440 h 1868"/>
                <a:gd name="T68" fmla="*/ 2118 w 2182"/>
                <a:gd name="T69" fmla="*/ 476 h 1868"/>
                <a:gd name="T70" fmla="*/ 2064 w 2182"/>
                <a:gd name="T71" fmla="*/ 514 h 1868"/>
                <a:gd name="T72" fmla="*/ 2020 w 2182"/>
                <a:gd name="T73" fmla="*/ 674 h 1868"/>
                <a:gd name="T74" fmla="*/ 2068 w 2182"/>
                <a:gd name="T75" fmla="*/ 716 h 1868"/>
                <a:gd name="T76" fmla="*/ 2026 w 2182"/>
                <a:gd name="T77" fmla="*/ 796 h 1868"/>
                <a:gd name="T78" fmla="*/ 1968 w 2182"/>
                <a:gd name="T79" fmla="*/ 828 h 1868"/>
                <a:gd name="T80" fmla="*/ 2054 w 2182"/>
                <a:gd name="T81" fmla="*/ 986 h 1868"/>
                <a:gd name="T82" fmla="*/ 2154 w 2182"/>
                <a:gd name="T83" fmla="*/ 1034 h 1868"/>
                <a:gd name="T84" fmla="*/ 2156 w 2182"/>
                <a:gd name="T85" fmla="*/ 1130 h 1868"/>
                <a:gd name="T86" fmla="*/ 2054 w 2182"/>
                <a:gd name="T87" fmla="*/ 1170 h 1868"/>
                <a:gd name="T88" fmla="*/ 1920 w 2182"/>
                <a:gd name="T89" fmla="*/ 1272 h 1868"/>
                <a:gd name="T90" fmla="*/ 1850 w 2182"/>
                <a:gd name="T91" fmla="*/ 1260 h 1868"/>
                <a:gd name="T92" fmla="*/ 1786 w 2182"/>
                <a:gd name="T93" fmla="*/ 1338 h 1868"/>
                <a:gd name="T94" fmla="*/ 1696 w 2182"/>
                <a:gd name="T95" fmla="*/ 1206 h 1868"/>
                <a:gd name="T96" fmla="*/ 1524 w 2182"/>
                <a:gd name="T97" fmla="*/ 1346 h 1868"/>
                <a:gd name="T98" fmla="*/ 1494 w 2182"/>
                <a:gd name="T99" fmla="*/ 1334 h 1868"/>
                <a:gd name="T100" fmla="*/ 1424 w 2182"/>
                <a:gd name="T101" fmla="*/ 1310 h 1868"/>
                <a:gd name="T102" fmla="*/ 1392 w 2182"/>
                <a:gd name="T103" fmla="*/ 1430 h 1868"/>
                <a:gd name="T104" fmla="*/ 1288 w 2182"/>
                <a:gd name="T105" fmla="*/ 1520 h 1868"/>
                <a:gd name="T106" fmla="*/ 1140 w 2182"/>
                <a:gd name="T107" fmla="*/ 1612 h 1868"/>
                <a:gd name="T108" fmla="*/ 1076 w 2182"/>
                <a:gd name="T109" fmla="*/ 1650 h 1868"/>
                <a:gd name="T110" fmla="*/ 988 w 2182"/>
                <a:gd name="T111" fmla="*/ 1790 h 1868"/>
                <a:gd name="T112" fmla="*/ 838 w 2182"/>
                <a:gd name="T113" fmla="*/ 1810 h 1868"/>
                <a:gd name="T114" fmla="*/ 814 w 2182"/>
                <a:gd name="T115" fmla="*/ 1666 h 1868"/>
                <a:gd name="T116" fmla="*/ 732 w 2182"/>
                <a:gd name="T117" fmla="*/ 1678 h 1868"/>
                <a:gd name="T118" fmla="*/ 662 w 2182"/>
                <a:gd name="T119" fmla="*/ 1816 h 186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182" h="1868">
                  <a:moveTo>
                    <a:pt x="556" y="1868"/>
                  </a:moveTo>
                  <a:lnTo>
                    <a:pt x="556" y="1868"/>
                  </a:lnTo>
                  <a:lnTo>
                    <a:pt x="518" y="1832"/>
                  </a:lnTo>
                  <a:lnTo>
                    <a:pt x="498" y="1792"/>
                  </a:lnTo>
                  <a:lnTo>
                    <a:pt x="500" y="1764"/>
                  </a:lnTo>
                  <a:lnTo>
                    <a:pt x="502" y="1754"/>
                  </a:lnTo>
                  <a:lnTo>
                    <a:pt x="506" y="1744"/>
                  </a:lnTo>
                  <a:lnTo>
                    <a:pt x="512" y="1736"/>
                  </a:lnTo>
                  <a:lnTo>
                    <a:pt x="518" y="1728"/>
                  </a:lnTo>
                  <a:lnTo>
                    <a:pt x="528" y="1720"/>
                  </a:lnTo>
                  <a:lnTo>
                    <a:pt x="538" y="1714"/>
                  </a:lnTo>
                  <a:lnTo>
                    <a:pt x="556" y="1698"/>
                  </a:lnTo>
                  <a:lnTo>
                    <a:pt x="572" y="1674"/>
                  </a:lnTo>
                  <a:lnTo>
                    <a:pt x="570" y="1658"/>
                  </a:lnTo>
                  <a:lnTo>
                    <a:pt x="562" y="1646"/>
                  </a:lnTo>
                  <a:lnTo>
                    <a:pt x="556" y="1638"/>
                  </a:lnTo>
                  <a:lnTo>
                    <a:pt x="548" y="1634"/>
                  </a:lnTo>
                  <a:lnTo>
                    <a:pt x="542" y="1632"/>
                  </a:lnTo>
                  <a:lnTo>
                    <a:pt x="534" y="1630"/>
                  </a:lnTo>
                  <a:lnTo>
                    <a:pt x="526" y="1632"/>
                  </a:lnTo>
                  <a:lnTo>
                    <a:pt x="506" y="1638"/>
                  </a:lnTo>
                  <a:lnTo>
                    <a:pt x="482" y="1658"/>
                  </a:lnTo>
                  <a:lnTo>
                    <a:pt x="448" y="1674"/>
                  </a:lnTo>
                  <a:lnTo>
                    <a:pt x="442" y="1668"/>
                  </a:lnTo>
                  <a:lnTo>
                    <a:pt x="436" y="1664"/>
                  </a:lnTo>
                  <a:lnTo>
                    <a:pt x="426" y="1658"/>
                  </a:lnTo>
                  <a:lnTo>
                    <a:pt x="384" y="1658"/>
                  </a:lnTo>
                  <a:lnTo>
                    <a:pt x="370" y="1660"/>
                  </a:lnTo>
                  <a:lnTo>
                    <a:pt x="362" y="1664"/>
                  </a:lnTo>
                  <a:lnTo>
                    <a:pt x="356" y="1672"/>
                  </a:lnTo>
                  <a:lnTo>
                    <a:pt x="352" y="1682"/>
                  </a:lnTo>
                  <a:lnTo>
                    <a:pt x="350" y="1700"/>
                  </a:lnTo>
                  <a:lnTo>
                    <a:pt x="348" y="1722"/>
                  </a:lnTo>
                  <a:lnTo>
                    <a:pt x="342" y="1726"/>
                  </a:lnTo>
                  <a:lnTo>
                    <a:pt x="336" y="1726"/>
                  </a:lnTo>
                  <a:lnTo>
                    <a:pt x="330" y="1726"/>
                  </a:lnTo>
                  <a:lnTo>
                    <a:pt x="324" y="1724"/>
                  </a:lnTo>
                  <a:lnTo>
                    <a:pt x="314" y="1718"/>
                  </a:lnTo>
                  <a:lnTo>
                    <a:pt x="306" y="1716"/>
                  </a:lnTo>
                  <a:lnTo>
                    <a:pt x="286" y="1690"/>
                  </a:lnTo>
                  <a:lnTo>
                    <a:pt x="270" y="1674"/>
                  </a:lnTo>
                  <a:lnTo>
                    <a:pt x="262" y="1654"/>
                  </a:lnTo>
                  <a:lnTo>
                    <a:pt x="252" y="1638"/>
                  </a:lnTo>
                  <a:lnTo>
                    <a:pt x="248" y="1632"/>
                  </a:lnTo>
                  <a:lnTo>
                    <a:pt x="242" y="1626"/>
                  </a:lnTo>
                  <a:lnTo>
                    <a:pt x="234" y="1624"/>
                  </a:lnTo>
                  <a:lnTo>
                    <a:pt x="226" y="1620"/>
                  </a:lnTo>
                  <a:lnTo>
                    <a:pt x="190" y="1582"/>
                  </a:lnTo>
                  <a:lnTo>
                    <a:pt x="168" y="1576"/>
                  </a:lnTo>
                  <a:lnTo>
                    <a:pt x="170" y="1568"/>
                  </a:lnTo>
                  <a:lnTo>
                    <a:pt x="172" y="1560"/>
                  </a:lnTo>
                  <a:lnTo>
                    <a:pt x="178" y="1554"/>
                  </a:lnTo>
                  <a:lnTo>
                    <a:pt x="184" y="1548"/>
                  </a:lnTo>
                  <a:lnTo>
                    <a:pt x="198" y="1538"/>
                  </a:lnTo>
                  <a:lnTo>
                    <a:pt x="206" y="1532"/>
                  </a:lnTo>
                  <a:lnTo>
                    <a:pt x="212" y="1526"/>
                  </a:lnTo>
                  <a:lnTo>
                    <a:pt x="226" y="1496"/>
                  </a:lnTo>
                  <a:lnTo>
                    <a:pt x="226" y="1484"/>
                  </a:lnTo>
                  <a:lnTo>
                    <a:pt x="224" y="1474"/>
                  </a:lnTo>
                  <a:lnTo>
                    <a:pt x="220" y="1468"/>
                  </a:lnTo>
                  <a:lnTo>
                    <a:pt x="216" y="1464"/>
                  </a:lnTo>
                  <a:lnTo>
                    <a:pt x="182" y="1464"/>
                  </a:lnTo>
                  <a:lnTo>
                    <a:pt x="150" y="1468"/>
                  </a:lnTo>
                  <a:lnTo>
                    <a:pt x="120" y="1474"/>
                  </a:lnTo>
                  <a:lnTo>
                    <a:pt x="92" y="1484"/>
                  </a:lnTo>
                  <a:lnTo>
                    <a:pt x="84" y="1490"/>
                  </a:lnTo>
                  <a:lnTo>
                    <a:pt x="76" y="1492"/>
                  </a:lnTo>
                  <a:lnTo>
                    <a:pt x="70" y="1492"/>
                  </a:lnTo>
                  <a:lnTo>
                    <a:pt x="64" y="1492"/>
                  </a:lnTo>
                  <a:lnTo>
                    <a:pt x="66" y="1450"/>
                  </a:lnTo>
                  <a:lnTo>
                    <a:pt x="50" y="1428"/>
                  </a:lnTo>
                  <a:lnTo>
                    <a:pt x="14" y="1398"/>
                  </a:lnTo>
                  <a:lnTo>
                    <a:pt x="14" y="1386"/>
                  </a:lnTo>
                  <a:lnTo>
                    <a:pt x="18" y="1376"/>
                  </a:lnTo>
                  <a:lnTo>
                    <a:pt x="26" y="1358"/>
                  </a:lnTo>
                  <a:lnTo>
                    <a:pt x="24" y="1328"/>
                  </a:lnTo>
                  <a:lnTo>
                    <a:pt x="24" y="1316"/>
                  </a:lnTo>
                  <a:lnTo>
                    <a:pt x="20" y="1304"/>
                  </a:lnTo>
                  <a:lnTo>
                    <a:pt x="0" y="1278"/>
                  </a:lnTo>
                  <a:lnTo>
                    <a:pt x="0" y="1244"/>
                  </a:lnTo>
                  <a:lnTo>
                    <a:pt x="100" y="1268"/>
                  </a:lnTo>
                  <a:lnTo>
                    <a:pt x="274" y="1270"/>
                  </a:lnTo>
                  <a:lnTo>
                    <a:pt x="306" y="1278"/>
                  </a:lnTo>
                  <a:lnTo>
                    <a:pt x="326" y="1284"/>
                  </a:lnTo>
                  <a:lnTo>
                    <a:pt x="344" y="1290"/>
                  </a:lnTo>
                  <a:lnTo>
                    <a:pt x="400" y="1336"/>
                  </a:lnTo>
                  <a:lnTo>
                    <a:pt x="414" y="1342"/>
                  </a:lnTo>
                  <a:lnTo>
                    <a:pt x="466" y="1350"/>
                  </a:lnTo>
                  <a:lnTo>
                    <a:pt x="490" y="1366"/>
                  </a:lnTo>
                  <a:lnTo>
                    <a:pt x="556" y="1388"/>
                  </a:lnTo>
                  <a:lnTo>
                    <a:pt x="562" y="1392"/>
                  </a:lnTo>
                  <a:lnTo>
                    <a:pt x="568" y="1398"/>
                  </a:lnTo>
                  <a:lnTo>
                    <a:pt x="584" y="1412"/>
                  </a:lnTo>
                  <a:lnTo>
                    <a:pt x="594" y="1418"/>
                  </a:lnTo>
                  <a:lnTo>
                    <a:pt x="604" y="1420"/>
                  </a:lnTo>
                  <a:lnTo>
                    <a:pt x="614" y="1418"/>
                  </a:lnTo>
                  <a:lnTo>
                    <a:pt x="628" y="1412"/>
                  </a:lnTo>
                  <a:lnTo>
                    <a:pt x="632" y="1406"/>
                  </a:lnTo>
                  <a:lnTo>
                    <a:pt x="638" y="1400"/>
                  </a:lnTo>
                  <a:lnTo>
                    <a:pt x="650" y="1392"/>
                  </a:lnTo>
                  <a:lnTo>
                    <a:pt x="666" y="1386"/>
                  </a:lnTo>
                  <a:lnTo>
                    <a:pt x="680" y="1380"/>
                  </a:lnTo>
                  <a:lnTo>
                    <a:pt x="696" y="1368"/>
                  </a:lnTo>
                  <a:lnTo>
                    <a:pt x="708" y="1360"/>
                  </a:lnTo>
                  <a:lnTo>
                    <a:pt x="724" y="1354"/>
                  </a:lnTo>
                  <a:lnTo>
                    <a:pt x="746" y="1350"/>
                  </a:lnTo>
                  <a:lnTo>
                    <a:pt x="746" y="1346"/>
                  </a:lnTo>
                  <a:lnTo>
                    <a:pt x="750" y="1344"/>
                  </a:lnTo>
                  <a:lnTo>
                    <a:pt x="758" y="1340"/>
                  </a:lnTo>
                  <a:lnTo>
                    <a:pt x="768" y="1336"/>
                  </a:lnTo>
                  <a:lnTo>
                    <a:pt x="778" y="1332"/>
                  </a:lnTo>
                  <a:lnTo>
                    <a:pt x="784" y="1332"/>
                  </a:lnTo>
                  <a:lnTo>
                    <a:pt x="792" y="1328"/>
                  </a:lnTo>
                  <a:lnTo>
                    <a:pt x="806" y="1320"/>
                  </a:lnTo>
                  <a:lnTo>
                    <a:pt x="820" y="1310"/>
                  </a:lnTo>
                  <a:lnTo>
                    <a:pt x="828" y="1308"/>
                  </a:lnTo>
                  <a:lnTo>
                    <a:pt x="836" y="1306"/>
                  </a:lnTo>
                  <a:lnTo>
                    <a:pt x="848" y="1300"/>
                  </a:lnTo>
                  <a:lnTo>
                    <a:pt x="862" y="1296"/>
                  </a:lnTo>
                  <a:lnTo>
                    <a:pt x="876" y="1296"/>
                  </a:lnTo>
                  <a:lnTo>
                    <a:pt x="894" y="1296"/>
                  </a:lnTo>
                  <a:lnTo>
                    <a:pt x="918" y="1302"/>
                  </a:lnTo>
                  <a:lnTo>
                    <a:pt x="952" y="1306"/>
                  </a:lnTo>
                  <a:lnTo>
                    <a:pt x="970" y="1306"/>
                  </a:lnTo>
                  <a:lnTo>
                    <a:pt x="986" y="1306"/>
                  </a:lnTo>
                  <a:lnTo>
                    <a:pt x="1000" y="1302"/>
                  </a:lnTo>
                  <a:lnTo>
                    <a:pt x="1006" y="1300"/>
                  </a:lnTo>
                  <a:lnTo>
                    <a:pt x="1010" y="1296"/>
                  </a:lnTo>
                  <a:lnTo>
                    <a:pt x="1028" y="1294"/>
                  </a:lnTo>
                  <a:lnTo>
                    <a:pt x="1044" y="1286"/>
                  </a:lnTo>
                  <a:lnTo>
                    <a:pt x="1060" y="1278"/>
                  </a:lnTo>
                  <a:lnTo>
                    <a:pt x="1074" y="1266"/>
                  </a:lnTo>
                  <a:lnTo>
                    <a:pt x="1086" y="1254"/>
                  </a:lnTo>
                  <a:lnTo>
                    <a:pt x="1100" y="1240"/>
                  </a:lnTo>
                  <a:lnTo>
                    <a:pt x="1122" y="1212"/>
                  </a:lnTo>
                  <a:lnTo>
                    <a:pt x="1156" y="1182"/>
                  </a:lnTo>
                  <a:lnTo>
                    <a:pt x="1170" y="1170"/>
                  </a:lnTo>
                  <a:lnTo>
                    <a:pt x="1186" y="1158"/>
                  </a:lnTo>
                  <a:lnTo>
                    <a:pt x="1202" y="1150"/>
                  </a:lnTo>
                  <a:lnTo>
                    <a:pt x="1210" y="1146"/>
                  </a:lnTo>
                  <a:lnTo>
                    <a:pt x="1218" y="1138"/>
                  </a:lnTo>
                  <a:lnTo>
                    <a:pt x="1216" y="1112"/>
                  </a:lnTo>
                  <a:lnTo>
                    <a:pt x="1182" y="1080"/>
                  </a:lnTo>
                  <a:lnTo>
                    <a:pt x="1176" y="1058"/>
                  </a:lnTo>
                  <a:lnTo>
                    <a:pt x="1178" y="1032"/>
                  </a:lnTo>
                  <a:lnTo>
                    <a:pt x="1180" y="1020"/>
                  </a:lnTo>
                  <a:lnTo>
                    <a:pt x="1182" y="1010"/>
                  </a:lnTo>
                  <a:lnTo>
                    <a:pt x="1186" y="1002"/>
                  </a:lnTo>
                  <a:lnTo>
                    <a:pt x="1192" y="994"/>
                  </a:lnTo>
                  <a:lnTo>
                    <a:pt x="1200" y="986"/>
                  </a:lnTo>
                  <a:lnTo>
                    <a:pt x="1212" y="982"/>
                  </a:lnTo>
                  <a:lnTo>
                    <a:pt x="1214" y="978"/>
                  </a:lnTo>
                  <a:lnTo>
                    <a:pt x="1216" y="976"/>
                  </a:lnTo>
                  <a:lnTo>
                    <a:pt x="1220" y="978"/>
                  </a:lnTo>
                  <a:lnTo>
                    <a:pt x="1226" y="982"/>
                  </a:lnTo>
                  <a:lnTo>
                    <a:pt x="1260" y="1006"/>
                  </a:lnTo>
                  <a:lnTo>
                    <a:pt x="1286" y="1014"/>
                  </a:lnTo>
                  <a:lnTo>
                    <a:pt x="1314" y="1014"/>
                  </a:lnTo>
                  <a:lnTo>
                    <a:pt x="1326" y="1010"/>
                  </a:lnTo>
                  <a:lnTo>
                    <a:pt x="1336" y="1002"/>
                  </a:lnTo>
                  <a:lnTo>
                    <a:pt x="1348" y="992"/>
                  </a:lnTo>
                  <a:lnTo>
                    <a:pt x="1358" y="980"/>
                  </a:lnTo>
                  <a:lnTo>
                    <a:pt x="1380" y="956"/>
                  </a:lnTo>
                  <a:lnTo>
                    <a:pt x="1398" y="932"/>
                  </a:lnTo>
                  <a:lnTo>
                    <a:pt x="1404" y="928"/>
                  </a:lnTo>
                  <a:lnTo>
                    <a:pt x="1410" y="924"/>
                  </a:lnTo>
                  <a:lnTo>
                    <a:pt x="1416" y="924"/>
                  </a:lnTo>
                  <a:lnTo>
                    <a:pt x="1424" y="922"/>
                  </a:lnTo>
                  <a:lnTo>
                    <a:pt x="1438" y="924"/>
                  </a:lnTo>
                  <a:lnTo>
                    <a:pt x="1454" y="926"/>
                  </a:lnTo>
                  <a:lnTo>
                    <a:pt x="1464" y="918"/>
                  </a:lnTo>
                  <a:lnTo>
                    <a:pt x="1472" y="914"/>
                  </a:lnTo>
                  <a:lnTo>
                    <a:pt x="1492" y="906"/>
                  </a:lnTo>
                  <a:lnTo>
                    <a:pt x="1518" y="882"/>
                  </a:lnTo>
                  <a:lnTo>
                    <a:pt x="1522" y="880"/>
                  </a:lnTo>
                  <a:lnTo>
                    <a:pt x="1524" y="876"/>
                  </a:lnTo>
                  <a:lnTo>
                    <a:pt x="1530" y="866"/>
                  </a:lnTo>
                  <a:lnTo>
                    <a:pt x="1534" y="848"/>
                  </a:lnTo>
                  <a:lnTo>
                    <a:pt x="1540" y="832"/>
                  </a:lnTo>
                  <a:lnTo>
                    <a:pt x="1546" y="822"/>
                  </a:lnTo>
                  <a:lnTo>
                    <a:pt x="1554" y="816"/>
                  </a:lnTo>
                  <a:lnTo>
                    <a:pt x="1562" y="812"/>
                  </a:lnTo>
                  <a:lnTo>
                    <a:pt x="1580" y="806"/>
                  </a:lnTo>
                  <a:lnTo>
                    <a:pt x="1594" y="804"/>
                  </a:lnTo>
                  <a:lnTo>
                    <a:pt x="1610" y="798"/>
                  </a:lnTo>
                  <a:lnTo>
                    <a:pt x="1620" y="786"/>
                  </a:lnTo>
                  <a:lnTo>
                    <a:pt x="1632" y="776"/>
                  </a:lnTo>
                  <a:lnTo>
                    <a:pt x="1646" y="768"/>
                  </a:lnTo>
                  <a:lnTo>
                    <a:pt x="1660" y="760"/>
                  </a:lnTo>
                  <a:lnTo>
                    <a:pt x="1670" y="754"/>
                  </a:lnTo>
                  <a:lnTo>
                    <a:pt x="1680" y="752"/>
                  </a:lnTo>
                  <a:lnTo>
                    <a:pt x="1696" y="750"/>
                  </a:lnTo>
                  <a:lnTo>
                    <a:pt x="1712" y="750"/>
                  </a:lnTo>
                  <a:lnTo>
                    <a:pt x="1746" y="752"/>
                  </a:lnTo>
                  <a:lnTo>
                    <a:pt x="1776" y="756"/>
                  </a:lnTo>
                  <a:lnTo>
                    <a:pt x="1792" y="748"/>
                  </a:lnTo>
                  <a:lnTo>
                    <a:pt x="1798" y="740"/>
                  </a:lnTo>
                  <a:lnTo>
                    <a:pt x="1802" y="730"/>
                  </a:lnTo>
                  <a:lnTo>
                    <a:pt x="1804" y="720"/>
                  </a:lnTo>
                  <a:lnTo>
                    <a:pt x="1804" y="712"/>
                  </a:lnTo>
                  <a:lnTo>
                    <a:pt x="1802" y="702"/>
                  </a:lnTo>
                  <a:lnTo>
                    <a:pt x="1798" y="694"/>
                  </a:lnTo>
                  <a:lnTo>
                    <a:pt x="1790" y="680"/>
                  </a:lnTo>
                  <a:lnTo>
                    <a:pt x="1764" y="656"/>
                  </a:lnTo>
                  <a:lnTo>
                    <a:pt x="1718" y="628"/>
                  </a:lnTo>
                  <a:lnTo>
                    <a:pt x="1716" y="622"/>
                  </a:lnTo>
                  <a:lnTo>
                    <a:pt x="1712" y="614"/>
                  </a:lnTo>
                  <a:lnTo>
                    <a:pt x="1702" y="604"/>
                  </a:lnTo>
                  <a:lnTo>
                    <a:pt x="1688" y="590"/>
                  </a:lnTo>
                  <a:lnTo>
                    <a:pt x="1656" y="590"/>
                  </a:lnTo>
                  <a:lnTo>
                    <a:pt x="1640" y="608"/>
                  </a:lnTo>
                  <a:lnTo>
                    <a:pt x="1610" y="608"/>
                  </a:lnTo>
                  <a:lnTo>
                    <a:pt x="1604" y="644"/>
                  </a:lnTo>
                  <a:lnTo>
                    <a:pt x="1596" y="646"/>
                  </a:lnTo>
                  <a:lnTo>
                    <a:pt x="1586" y="646"/>
                  </a:lnTo>
                  <a:lnTo>
                    <a:pt x="1578" y="644"/>
                  </a:lnTo>
                  <a:lnTo>
                    <a:pt x="1570" y="642"/>
                  </a:lnTo>
                  <a:lnTo>
                    <a:pt x="1554" y="634"/>
                  </a:lnTo>
                  <a:lnTo>
                    <a:pt x="1544" y="630"/>
                  </a:lnTo>
                  <a:lnTo>
                    <a:pt x="1516" y="630"/>
                  </a:lnTo>
                  <a:lnTo>
                    <a:pt x="1504" y="634"/>
                  </a:lnTo>
                  <a:lnTo>
                    <a:pt x="1494" y="640"/>
                  </a:lnTo>
                  <a:lnTo>
                    <a:pt x="1476" y="654"/>
                  </a:lnTo>
                  <a:lnTo>
                    <a:pt x="1466" y="654"/>
                  </a:lnTo>
                  <a:lnTo>
                    <a:pt x="1456" y="650"/>
                  </a:lnTo>
                  <a:lnTo>
                    <a:pt x="1450" y="646"/>
                  </a:lnTo>
                  <a:lnTo>
                    <a:pt x="1446" y="640"/>
                  </a:lnTo>
                  <a:lnTo>
                    <a:pt x="1442" y="634"/>
                  </a:lnTo>
                  <a:lnTo>
                    <a:pt x="1440" y="628"/>
                  </a:lnTo>
                  <a:lnTo>
                    <a:pt x="1440" y="616"/>
                  </a:lnTo>
                  <a:lnTo>
                    <a:pt x="1470" y="588"/>
                  </a:lnTo>
                  <a:lnTo>
                    <a:pt x="1468" y="556"/>
                  </a:lnTo>
                  <a:lnTo>
                    <a:pt x="1470" y="544"/>
                  </a:lnTo>
                  <a:lnTo>
                    <a:pt x="1470" y="532"/>
                  </a:lnTo>
                  <a:lnTo>
                    <a:pt x="1480" y="512"/>
                  </a:lnTo>
                  <a:lnTo>
                    <a:pt x="1488" y="494"/>
                  </a:lnTo>
                  <a:lnTo>
                    <a:pt x="1488" y="472"/>
                  </a:lnTo>
                  <a:lnTo>
                    <a:pt x="1490" y="456"/>
                  </a:lnTo>
                  <a:lnTo>
                    <a:pt x="1494" y="440"/>
                  </a:lnTo>
                  <a:lnTo>
                    <a:pt x="1502" y="426"/>
                  </a:lnTo>
                  <a:lnTo>
                    <a:pt x="1522" y="426"/>
                  </a:lnTo>
                  <a:lnTo>
                    <a:pt x="1546" y="430"/>
                  </a:lnTo>
                  <a:lnTo>
                    <a:pt x="1574" y="432"/>
                  </a:lnTo>
                  <a:lnTo>
                    <a:pt x="1588" y="430"/>
                  </a:lnTo>
                  <a:lnTo>
                    <a:pt x="1602" y="428"/>
                  </a:lnTo>
                  <a:lnTo>
                    <a:pt x="1616" y="424"/>
                  </a:lnTo>
                  <a:lnTo>
                    <a:pt x="1628" y="416"/>
                  </a:lnTo>
                  <a:lnTo>
                    <a:pt x="1642" y="404"/>
                  </a:lnTo>
                  <a:lnTo>
                    <a:pt x="1658" y="390"/>
                  </a:lnTo>
                  <a:lnTo>
                    <a:pt x="1672" y="376"/>
                  </a:lnTo>
                  <a:lnTo>
                    <a:pt x="1684" y="362"/>
                  </a:lnTo>
                  <a:lnTo>
                    <a:pt x="1684" y="332"/>
                  </a:lnTo>
                  <a:lnTo>
                    <a:pt x="1686" y="296"/>
                  </a:lnTo>
                  <a:lnTo>
                    <a:pt x="1688" y="278"/>
                  </a:lnTo>
                  <a:lnTo>
                    <a:pt x="1692" y="262"/>
                  </a:lnTo>
                  <a:lnTo>
                    <a:pt x="1698" y="250"/>
                  </a:lnTo>
                  <a:lnTo>
                    <a:pt x="1702" y="246"/>
                  </a:lnTo>
                  <a:lnTo>
                    <a:pt x="1708" y="242"/>
                  </a:lnTo>
                  <a:lnTo>
                    <a:pt x="1714" y="232"/>
                  </a:lnTo>
                  <a:lnTo>
                    <a:pt x="1720" y="220"/>
                  </a:lnTo>
                  <a:lnTo>
                    <a:pt x="1724" y="198"/>
                  </a:lnTo>
                  <a:lnTo>
                    <a:pt x="1730" y="176"/>
                  </a:lnTo>
                  <a:lnTo>
                    <a:pt x="1736" y="166"/>
                  </a:lnTo>
                  <a:lnTo>
                    <a:pt x="1742" y="158"/>
                  </a:lnTo>
                  <a:lnTo>
                    <a:pt x="1742" y="116"/>
                  </a:lnTo>
                  <a:lnTo>
                    <a:pt x="1738" y="108"/>
                  </a:lnTo>
                  <a:lnTo>
                    <a:pt x="1716" y="82"/>
                  </a:lnTo>
                  <a:lnTo>
                    <a:pt x="1696" y="72"/>
                  </a:lnTo>
                  <a:lnTo>
                    <a:pt x="1696" y="62"/>
                  </a:lnTo>
                  <a:lnTo>
                    <a:pt x="1698" y="54"/>
                  </a:lnTo>
                  <a:lnTo>
                    <a:pt x="1702" y="46"/>
                  </a:lnTo>
                  <a:lnTo>
                    <a:pt x="1706" y="40"/>
                  </a:lnTo>
                  <a:lnTo>
                    <a:pt x="1712" y="34"/>
                  </a:lnTo>
                  <a:lnTo>
                    <a:pt x="1720" y="28"/>
                  </a:lnTo>
                  <a:lnTo>
                    <a:pt x="1736" y="20"/>
                  </a:lnTo>
                  <a:lnTo>
                    <a:pt x="1744" y="20"/>
                  </a:lnTo>
                  <a:lnTo>
                    <a:pt x="1750" y="16"/>
                  </a:lnTo>
                  <a:lnTo>
                    <a:pt x="1764" y="10"/>
                  </a:lnTo>
                  <a:lnTo>
                    <a:pt x="1778" y="4"/>
                  </a:lnTo>
                  <a:lnTo>
                    <a:pt x="1784" y="2"/>
                  </a:lnTo>
                  <a:lnTo>
                    <a:pt x="1794" y="0"/>
                  </a:lnTo>
                  <a:lnTo>
                    <a:pt x="1794" y="6"/>
                  </a:lnTo>
                  <a:lnTo>
                    <a:pt x="1796" y="8"/>
                  </a:lnTo>
                  <a:lnTo>
                    <a:pt x="1804" y="16"/>
                  </a:lnTo>
                  <a:lnTo>
                    <a:pt x="1800" y="42"/>
                  </a:lnTo>
                  <a:lnTo>
                    <a:pt x="1792" y="52"/>
                  </a:lnTo>
                  <a:lnTo>
                    <a:pt x="1786" y="58"/>
                  </a:lnTo>
                  <a:lnTo>
                    <a:pt x="1782" y="66"/>
                  </a:lnTo>
                  <a:lnTo>
                    <a:pt x="1780" y="78"/>
                  </a:lnTo>
                  <a:lnTo>
                    <a:pt x="1804" y="96"/>
                  </a:lnTo>
                  <a:lnTo>
                    <a:pt x="1810" y="104"/>
                  </a:lnTo>
                  <a:lnTo>
                    <a:pt x="1816" y="110"/>
                  </a:lnTo>
                  <a:lnTo>
                    <a:pt x="1826" y="114"/>
                  </a:lnTo>
                  <a:lnTo>
                    <a:pt x="1842" y="116"/>
                  </a:lnTo>
                  <a:lnTo>
                    <a:pt x="1848" y="80"/>
                  </a:lnTo>
                  <a:lnTo>
                    <a:pt x="1856" y="80"/>
                  </a:lnTo>
                  <a:lnTo>
                    <a:pt x="1866" y="80"/>
                  </a:lnTo>
                  <a:lnTo>
                    <a:pt x="1878" y="84"/>
                  </a:lnTo>
                  <a:lnTo>
                    <a:pt x="1892" y="92"/>
                  </a:lnTo>
                  <a:lnTo>
                    <a:pt x="1900" y="104"/>
                  </a:lnTo>
                  <a:lnTo>
                    <a:pt x="1904" y="122"/>
                  </a:lnTo>
                  <a:lnTo>
                    <a:pt x="1908" y="140"/>
                  </a:lnTo>
                  <a:lnTo>
                    <a:pt x="1914" y="160"/>
                  </a:lnTo>
                  <a:lnTo>
                    <a:pt x="1920" y="168"/>
                  </a:lnTo>
                  <a:lnTo>
                    <a:pt x="1926" y="178"/>
                  </a:lnTo>
                  <a:lnTo>
                    <a:pt x="1938" y="184"/>
                  </a:lnTo>
                  <a:lnTo>
                    <a:pt x="1968" y="182"/>
                  </a:lnTo>
                  <a:lnTo>
                    <a:pt x="1978" y="178"/>
                  </a:lnTo>
                  <a:lnTo>
                    <a:pt x="1988" y="174"/>
                  </a:lnTo>
                  <a:lnTo>
                    <a:pt x="2010" y="172"/>
                  </a:lnTo>
                  <a:lnTo>
                    <a:pt x="2022" y="168"/>
                  </a:lnTo>
                  <a:lnTo>
                    <a:pt x="2032" y="166"/>
                  </a:lnTo>
                  <a:lnTo>
                    <a:pt x="2042" y="160"/>
                  </a:lnTo>
                  <a:lnTo>
                    <a:pt x="2052" y="152"/>
                  </a:lnTo>
                  <a:lnTo>
                    <a:pt x="2060" y="138"/>
                  </a:lnTo>
                  <a:lnTo>
                    <a:pt x="2068" y="128"/>
                  </a:lnTo>
                  <a:lnTo>
                    <a:pt x="2076" y="122"/>
                  </a:lnTo>
                  <a:lnTo>
                    <a:pt x="2084" y="118"/>
                  </a:lnTo>
                  <a:lnTo>
                    <a:pt x="2094" y="120"/>
                  </a:lnTo>
                  <a:lnTo>
                    <a:pt x="2104" y="124"/>
                  </a:lnTo>
                  <a:lnTo>
                    <a:pt x="2114" y="132"/>
                  </a:lnTo>
                  <a:lnTo>
                    <a:pt x="2126" y="146"/>
                  </a:lnTo>
                  <a:lnTo>
                    <a:pt x="2146" y="200"/>
                  </a:lnTo>
                  <a:lnTo>
                    <a:pt x="2142" y="220"/>
                  </a:lnTo>
                  <a:lnTo>
                    <a:pt x="2136" y="246"/>
                  </a:lnTo>
                  <a:lnTo>
                    <a:pt x="2128" y="274"/>
                  </a:lnTo>
                  <a:lnTo>
                    <a:pt x="2118" y="296"/>
                  </a:lnTo>
                  <a:lnTo>
                    <a:pt x="2118" y="320"/>
                  </a:lnTo>
                  <a:lnTo>
                    <a:pt x="2142" y="366"/>
                  </a:lnTo>
                  <a:lnTo>
                    <a:pt x="2140" y="374"/>
                  </a:lnTo>
                  <a:lnTo>
                    <a:pt x="2138" y="384"/>
                  </a:lnTo>
                  <a:lnTo>
                    <a:pt x="2130" y="406"/>
                  </a:lnTo>
                  <a:lnTo>
                    <a:pt x="2128" y="418"/>
                  </a:lnTo>
                  <a:lnTo>
                    <a:pt x="2130" y="428"/>
                  </a:lnTo>
                  <a:lnTo>
                    <a:pt x="2136" y="440"/>
                  </a:lnTo>
                  <a:lnTo>
                    <a:pt x="2140" y="444"/>
                  </a:lnTo>
                  <a:lnTo>
                    <a:pt x="2148" y="450"/>
                  </a:lnTo>
                  <a:lnTo>
                    <a:pt x="2150" y="462"/>
                  </a:lnTo>
                  <a:lnTo>
                    <a:pt x="2150" y="476"/>
                  </a:lnTo>
                  <a:lnTo>
                    <a:pt x="2148" y="510"/>
                  </a:lnTo>
                  <a:lnTo>
                    <a:pt x="2126" y="514"/>
                  </a:lnTo>
                  <a:lnTo>
                    <a:pt x="2122" y="508"/>
                  </a:lnTo>
                  <a:lnTo>
                    <a:pt x="2118" y="502"/>
                  </a:lnTo>
                  <a:lnTo>
                    <a:pt x="2116" y="492"/>
                  </a:lnTo>
                  <a:lnTo>
                    <a:pt x="2118" y="476"/>
                  </a:lnTo>
                  <a:lnTo>
                    <a:pt x="2114" y="466"/>
                  </a:lnTo>
                  <a:lnTo>
                    <a:pt x="2108" y="458"/>
                  </a:lnTo>
                  <a:lnTo>
                    <a:pt x="2094" y="460"/>
                  </a:lnTo>
                  <a:lnTo>
                    <a:pt x="2086" y="462"/>
                  </a:lnTo>
                  <a:lnTo>
                    <a:pt x="2084" y="466"/>
                  </a:lnTo>
                  <a:lnTo>
                    <a:pt x="2082" y="470"/>
                  </a:lnTo>
                  <a:lnTo>
                    <a:pt x="2084" y="484"/>
                  </a:lnTo>
                  <a:lnTo>
                    <a:pt x="2082" y="492"/>
                  </a:lnTo>
                  <a:lnTo>
                    <a:pt x="2078" y="500"/>
                  </a:lnTo>
                  <a:lnTo>
                    <a:pt x="2064" y="514"/>
                  </a:lnTo>
                  <a:lnTo>
                    <a:pt x="2054" y="528"/>
                  </a:lnTo>
                  <a:lnTo>
                    <a:pt x="2046" y="544"/>
                  </a:lnTo>
                  <a:lnTo>
                    <a:pt x="2042" y="564"/>
                  </a:lnTo>
                  <a:lnTo>
                    <a:pt x="2034" y="576"/>
                  </a:lnTo>
                  <a:lnTo>
                    <a:pt x="2024" y="586"/>
                  </a:lnTo>
                  <a:lnTo>
                    <a:pt x="2012" y="598"/>
                  </a:lnTo>
                  <a:lnTo>
                    <a:pt x="2002" y="606"/>
                  </a:lnTo>
                  <a:lnTo>
                    <a:pt x="2000" y="642"/>
                  </a:lnTo>
                  <a:lnTo>
                    <a:pt x="2008" y="654"/>
                  </a:lnTo>
                  <a:lnTo>
                    <a:pt x="2020" y="674"/>
                  </a:lnTo>
                  <a:lnTo>
                    <a:pt x="2054" y="694"/>
                  </a:lnTo>
                  <a:lnTo>
                    <a:pt x="2078" y="692"/>
                  </a:lnTo>
                  <a:lnTo>
                    <a:pt x="2094" y="668"/>
                  </a:lnTo>
                  <a:lnTo>
                    <a:pt x="2100" y="680"/>
                  </a:lnTo>
                  <a:lnTo>
                    <a:pt x="2104" y="690"/>
                  </a:lnTo>
                  <a:lnTo>
                    <a:pt x="2106" y="702"/>
                  </a:lnTo>
                  <a:lnTo>
                    <a:pt x="2086" y="708"/>
                  </a:lnTo>
                  <a:lnTo>
                    <a:pt x="2068" y="716"/>
                  </a:lnTo>
                  <a:lnTo>
                    <a:pt x="2068" y="724"/>
                  </a:lnTo>
                  <a:lnTo>
                    <a:pt x="2070" y="732"/>
                  </a:lnTo>
                  <a:lnTo>
                    <a:pt x="2070" y="738"/>
                  </a:lnTo>
                  <a:lnTo>
                    <a:pt x="2074" y="742"/>
                  </a:lnTo>
                  <a:lnTo>
                    <a:pt x="2078" y="748"/>
                  </a:lnTo>
                  <a:lnTo>
                    <a:pt x="2084" y="750"/>
                  </a:lnTo>
                  <a:lnTo>
                    <a:pt x="2064" y="778"/>
                  </a:lnTo>
                  <a:lnTo>
                    <a:pt x="2052" y="790"/>
                  </a:lnTo>
                  <a:lnTo>
                    <a:pt x="2040" y="800"/>
                  </a:lnTo>
                  <a:lnTo>
                    <a:pt x="2026" y="796"/>
                  </a:lnTo>
                  <a:lnTo>
                    <a:pt x="1986" y="770"/>
                  </a:lnTo>
                  <a:lnTo>
                    <a:pt x="1968" y="770"/>
                  </a:lnTo>
                  <a:lnTo>
                    <a:pt x="1960" y="780"/>
                  </a:lnTo>
                  <a:lnTo>
                    <a:pt x="1958" y="786"/>
                  </a:lnTo>
                  <a:lnTo>
                    <a:pt x="1956" y="792"/>
                  </a:lnTo>
                  <a:lnTo>
                    <a:pt x="1958" y="818"/>
                  </a:lnTo>
                  <a:lnTo>
                    <a:pt x="1962" y="824"/>
                  </a:lnTo>
                  <a:lnTo>
                    <a:pt x="1968" y="828"/>
                  </a:lnTo>
                  <a:lnTo>
                    <a:pt x="1982" y="838"/>
                  </a:lnTo>
                  <a:lnTo>
                    <a:pt x="2000" y="852"/>
                  </a:lnTo>
                  <a:lnTo>
                    <a:pt x="2008" y="860"/>
                  </a:lnTo>
                  <a:lnTo>
                    <a:pt x="2016" y="870"/>
                  </a:lnTo>
                  <a:lnTo>
                    <a:pt x="2016" y="908"/>
                  </a:lnTo>
                  <a:lnTo>
                    <a:pt x="2024" y="920"/>
                  </a:lnTo>
                  <a:lnTo>
                    <a:pt x="2032" y="938"/>
                  </a:lnTo>
                  <a:lnTo>
                    <a:pt x="2046" y="976"/>
                  </a:lnTo>
                  <a:lnTo>
                    <a:pt x="2054" y="986"/>
                  </a:lnTo>
                  <a:lnTo>
                    <a:pt x="2070" y="986"/>
                  </a:lnTo>
                  <a:lnTo>
                    <a:pt x="2084" y="958"/>
                  </a:lnTo>
                  <a:lnTo>
                    <a:pt x="2110" y="940"/>
                  </a:lnTo>
                  <a:lnTo>
                    <a:pt x="2124" y="962"/>
                  </a:lnTo>
                  <a:lnTo>
                    <a:pt x="2134" y="976"/>
                  </a:lnTo>
                  <a:lnTo>
                    <a:pt x="2142" y="994"/>
                  </a:lnTo>
                  <a:lnTo>
                    <a:pt x="2144" y="1010"/>
                  </a:lnTo>
                  <a:lnTo>
                    <a:pt x="2150" y="1026"/>
                  </a:lnTo>
                  <a:lnTo>
                    <a:pt x="2154" y="1034"/>
                  </a:lnTo>
                  <a:lnTo>
                    <a:pt x="2160" y="1040"/>
                  </a:lnTo>
                  <a:lnTo>
                    <a:pt x="2168" y="1048"/>
                  </a:lnTo>
                  <a:lnTo>
                    <a:pt x="2178" y="1054"/>
                  </a:lnTo>
                  <a:lnTo>
                    <a:pt x="2182" y="1062"/>
                  </a:lnTo>
                  <a:lnTo>
                    <a:pt x="2180" y="1074"/>
                  </a:lnTo>
                  <a:lnTo>
                    <a:pt x="2180" y="1088"/>
                  </a:lnTo>
                  <a:lnTo>
                    <a:pt x="2180" y="1120"/>
                  </a:lnTo>
                  <a:lnTo>
                    <a:pt x="2168" y="1132"/>
                  </a:lnTo>
                  <a:lnTo>
                    <a:pt x="2156" y="1130"/>
                  </a:lnTo>
                  <a:lnTo>
                    <a:pt x="2150" y="1126"/>
                  </a:lnTo>
                  <a:lnTo>
                    <a:pt x="2138" y="1120"/>
                  </a:lnTo>
                  <a:lnTo>
                    <a:pt x="2108" y="1122"/>
                  </a:lnTo>
                  <a:lnTo>
                    <a:pt x="2096" y="1124"/>
                  </a:lnTo>
                  <a:lnTo>
                    <a:pt x="2088" y="1128"/>
                  </a:lnTo>
                  <a:lnTo>
                    <a:pt x="2080" y="1134"/>
                  </a:lnTo>
                  <a:lnTo>
                    <a:pt x="2074" y="1140"/>
                  </a:lnTo>
                  <a:lnTo>
                    <a:pt x="2062" y="1162"/>
                  </a:lnTo>
                  <a:lnTo>
                    <a:pt x="2058" y="1166"/>
                  </a:lnTo>
                  <a:lnTo>
                    <a:pt x="2054" y="1170"/>
                  </a:lnTo>
                  <a:lnTo>
                    <a:pt x="2052" y="1176"/>
                  </a:lnTo>
                  <a:lnTo>
                    <a:pt x="2046" y="1182"/>
                  </a:lnTo>
                  <a:lnTo>
                    <a:pt x="2028" y="1196"/>
                  </a:lnTo>
                  <a:lnTo>
                    <a:pt x="1994" y="1218"/>
                  </a:lnTo>
                  <a:lnTo>
                    <a:pt x="1988" y="1228"/>
                  </a:lnTo>
                  <a:lnTo>
                    <a:pt x="1974" y="1238"/>
                  </a:lnTo>
                  <a:lnTo>
                    <a:pt x="1948" y="1256"/>
                  </a:lnTo>
                  <a:lnTo>
                    <a:pt x="1938" y="1268"/>
                  </a:lnTo>
                  <a:lnTo>
                    <a:pt x="1920" y="1272"/>
                  </a:lnTo>
                  <a:lnTo>
                    <a:pt x="1902" y="1254"/>
                  </a:lnTo>
                  <a:lnTo>
                    <a:pt x="1894" y="1236"/>
                  </a:lnTo>
                  <a:lnTo>
                    <a:pt x="1890" y="1230"/>
                  </a:lnTo>
                  <a:lnTo>
                    <a:pt x="1884" y="1226"/>
                  </a:lnTo>
                  <a:lnTo>
                    <a:pt x="1880" y="1222"/>
                  </a:lnTo>
                  <a:lnTo>
                    <a:pt x="1874" y="1222"/>
                  </a:lnTo>
                  <a:lnTo>
                    <a:pt x="1860" y="1220"/>
                  </a:lnTo>
                  <a:lnTo>
                    <a:pt x="1856" y="1228"/>
                  </a:lnTo>
                  <a:lnTo>
                    <a:pt x="1854" y="1238"/>
                  </a:lnTo>
                  <a:lnTo>
                    <a:pt x="1852" y="1248"/>
                  </a:lnTo>
                  <a:lnTo>
                    <a:pt x="1850" y="1260"/>
                  </a:lnTo>
                  <a:lnTo>
                    <a:pt x="1852" y="1270"/>
                  </a:lnTo>
                  <a:lnTo>
                    <a:pt x="1854" y="1282"/>
                  </a:lnTo>
                  <a:lnTo>
                    <a:pt x="1860" y="1292"/>
                  </a:lnTo>
                  <a:lnTo>
                    <a:pt x="1868" y="1302"/>
                  </a:lnTo>
                  <a:lnTo>
                    <a:pt x="1872" y="1344"/>
                  </a:lnTo>
                  <a:lnTo>
                    <a:pt x="1846" y="1346"/>
                  </a:lnTo>
                  <a:lnTo>
                    <a:pt x="1824" y="1348"/>
                  </a:lnTo>
                  <a:lnTo>
                    <a:pt x="1812" y="1346"/>
                  </a:lnTo>
                  <a:lnTo>
                    <a:pt x="1802" y="1344"/>
                  </a:lnTo>
                  <a:lnTo>
                    <a:pt x="1794" y="1342"/>
                  </a:lnTo>
                  <a:lnTo>
                    <a:pt x="1786" y="1338"/>
                  </a:lnTo>
                  <a:lnTo>
                    <a:pt x="1782" y="1316"/>
                  </a:lnTo>
                  <a:lnTo>
                    <a:pt x="1776" y="1302"/>
                  </a:lnTo>
                  <a:lnTo>
                    <a:pt x="1768" y="1292"/>
                  </a:lnTo>
                  <a:lnTo>
                    <a:pt x="1758" y="1280"/>
                  </a:lnTo>
                  <a:lnTo>
                    <a:pt x="1732" y="1222"/>
                  </a:lnTo>
                  <a:lnTo>
                    <a:pt x="1720" y="1210"/>
                  </a:lnTo>
                  <a:lnTo>
                    <a:pt x="1712" y="1206"/>
                  </a:lnTo>
                  <a:lnTo>
                    <a:pt x="1706" y="1206"/>
                  </a:lnTo>
                  <a:lnTo>
                    <a:pt x="1696" y="1206"/>
                  </a:lnTo>
                  <a:lnTo>
                    <a:pt x="1684" y="1216"/>
                  </a:lnTo>
                  <a:lnTo>
                    <a:pt x="1670" y="1226"/>
                  </a:lnTo>
                  <a:lnTo>
                    <a:pt x="1658" y="1234"/>
                  </a:lnTo>
                  <a:lnTo>
                    <a:pt x="1646" y="1244"/>
                  </a:lnTo>
                  <a:lnTo>
                    <a:pt x="1642" y="1256"/>
                  </a:lnTo>
                  <a:lnTo>
                    <a:pt x="1640" y="1270"/>
                  </a:lnTo>
                  <a:lnTo>
                    <a:pt x="1640" y="1288"/>
                  </a:lnTo>
                  <a:lnTo>
                    <a:pt x="1644" y="1306"/>
                  </a:lnTo>
                  <a:lnTo>
                    <a:pt x="1580" y="1312"/>
                  </a:lnTo>
                  <a:lnTo>
                    <a:pt x="1524" y="1346"/>
                  </a:lnTo>
                  <a:lnTo>
                    <a:pt x="1516" y="1362"/>
                  </a:lnTo>
                  <a:lnTo>
                    <a:pt x="1510" y="1368"/>
                  </a:lnTo>
                  <a:lnTo>
                    <a:pt x="1508" y="1370"/>
                  </a:lnTo>
                  <a:lnTo>
                    <a:pt x="1504" y="1370"/>
                  </a:lnTo>
                  <a:lnTo>
                    <a:pt x="1492" y="1362"/>
                  </a:lnTo>
                  <a:lnTo>
                    <a:pt x="1486" y="1356"/>
                  </a:lnTo>
                  <a:lnTo>
                    <a:pt x="1484" y="1348"/>
                  </a:lnTo>
                  <a:lnTo>
                    <a:pt x="1482" y="1342"/>
                  </a:lnTo>
                  <a:lnTo>
                    <a:pt x="1494" y="1334"/>
                  </a:lnTo>
                  <a:lnTo>
                    <a:pt x="1492" y="1322"/>
                  </a:lnTo>
                  <a:lnTo>
                    <a:pt x="1490" y="1312"/>
                  </a:lnTo>
                  <a:lnTo>
                    <a:pt x="1486" y="1304"/>
                  </a:lnTo>
                  <a:lnTo>
                    <a:pt x="1480" y="1298"/>
                  </a:lnTo>
                  <a:lnTo>
                    <a:pt x="1474" y="1292"/>
                  </a:lnTo>
                  <a:lnTo>
                    <a:pt x="1466" y="1288"/>
                  </a:lnTo>
                  <a:lnTo>
                    <a:pt x="1458" y="1286"/>
                  </a:lnTo>
                  <a:lnTo>
                    <a:pt x="1450" y="1286"/>
                  </a:lnTo>
                  <a:lnTo>
                    <a:pt x="1440" y="1290"/>
                  </a:lnTo>
                  <a:lnTo>
                    <a:pt x="1434" y="1296"/>
                  </a:lnTo>
                  <a:lnTo>
                    <a:pt x="1428" y="1302"/>
                  </a:lnTo>
                  <a:lnTo>
                    <a:pt x="1424" y="1310"/>
                  </a:lnTo>
                  <a:lnTo>
                    <a:pt x="1424" y="1318"/>
                  </a:lnTo>
                  <a:lnTo>
                    <a:pt x="1424" y="1328"/>
                  </a:lnTo>
                  <a:lnTo>
                    <a:pt x="1428" y="1352"/>
                  </a:lnTo>
                  <a:lnTo>
                    <a:pt x="1408" y="1356"/>
                  </a:lnTo>
                  <a:lnTo>
                    <a:pt x="1404" y="1362"/>
                  </a:lnTo>
                  <a:lnTo>
                    <a:pt x="1402" y="1370"/>
                  </a:lnTo>
                  <a:lnTo>
                    <a:pt x="1392" y="1374"/>
                  </a:lnTo>
                  <a:lnTo>
                    <a:pt x="1392" y="1430"/>
                  </a:lnTo>
                  <a:lnTo>
                    <a:pt x="1412" y="1454"/>
                  </a:lnTo>
                  <a:lnTo>
                    <a:pt x="1412" y="1472"/>
                  </a:lnTo>
                  <a:lnTo>
                    <a:pt x="1402" y="1490"/>
                  </a:lnTo>
                  <a:lnTo>
                    <a:pt x="1380" y="1504"/>
                  </a:lnTo>
                  <a:lnTo>
                    <a:pt x="1356" y="1510"/>
                  </a:lnTo>
                  <a:lnTo>
                    <a:pt x="1336" y="1514"/>
                  </a:lnTo>
                  <a:lnTo>
                    <a:pt x="1314" y="1514"/>
                  </a:lnTo>
                  <a:lnTo>
                    <a:pt x="1298" y="1516"/>
                  </a:lnTo>
                  <a:lnTo>
                    <a:pt x="1288" y="1520"/>
                  </a:lnTo>
                  <a:lnTo>
                    <a:pt x="1280" y="1526"/>
                  </a:lnTo>
                  <a:lnTo>
                    <a:pt x="1270" y="1534"/>
                  </a:lnTo>
                  <a:lnTo>
                    <a:pt x="1256" y="1546"/>
                  </a:lnTo>
                  <a:lnTo>
                    <a:pt x="1244" y="1566"/>
                  </a:lnTo>
                  <a:lnTo>
                    <a:pt x="1228" y="1586"/>
                  </a:lnTo>
                  <a:lnTo>
                    <a:pt x="1192" y="1626"/>
                  </a:lnTo>
                  <a:lnTo>
                    <a:pt x="1168" y="1610"/>
                  </a:lnTo>
                  <a:lnTo>
                    <a:pt x="1140" y="1612"/>
                  </a:lnTo>
                  <a:lnTo>
                    <a:pt x="1136" y="1626"/>
                  </a:lnTo>
                  <a:lnTo>
                    <a:pt x="1132" y="1632"/>
                  </a:lnTo>
                  <a:lnTo>
                    <a:pt x="1128" y="1636"/>
                  </a:lnTo>
                  <a:lnTo>
                    <a:pt x="1124" y="1630"/>
                  </a:lnTo>
                  <a:lnTo>
                    <a:pt x="1118" y="1626"/>
                  </a:lnTo>
                  <a:lnTo>
                    <a:pt x="1108" y="1622"/>
                  </a:lnTo>
                  <a:lnTo>
                    <a:pt x="1100" y="1622"/>
                  </a:lnTo>
                  <a:lnTo>
                    <a:pt x="1092" y="1622"/>
                  </a:lnTo>
                  <a:lnTo>
                    <a:pt x="1088" y="1632"/>
                  </a:lnTo>
                  <a:lnTo>
                    <a:pt x="1082" y="1640"/>
                  </a:lnTo>
                  <a:lnTo>
                    <a:pt x="1076" y="1650"/>
                  </a:lnTo>
                  <a:lnTo>
                    <a:pt x="1066" y="1658"/>
                  </a:lnTo>
                  <a:lnTo>
                    <a:pt x="1056" y="1664"/>
                  </a:lnTo>
                  <a:lnTo>
                    <a:pt x="1046" y="1674"/>
                  </a:lnTo>
                  <a:lnTo>
                    <a:pt x="1038" y="1684"/>
                  </a:lnTo>
                  <a:lnTo>
                    <a:pt x="1030" y="1696"/>
                  </a:lnTo>
                  <a:lnTo>
                    <a:pt x="1014" y="1718"/>
                  </a:lnTo>
                  <a:lnTo>
                    <a:pt x="1004" y="1728"/>
                  </a:lnTo>
                  <a:lnTo>
                    <a:pt x="994" y="1736"/>
                  </a:lnTo>
                  <a:lnTo>
                    <a:pt x="990" y="1748"/>
                  </a:lnTo>
                  <a:lnTo>
                    <a:pt x="988" y="1760"/>
                  </a:lnTo>
                  <a:lnTo>
                    <a:pt x="988" y="1790"/>
                  </a:lnTo>
                  <a:lnTo>
                    <a:pt x="988" y="1798"/>
                  </a:lnTo>
                  <a:lnTo>
                    <a:pt x="988" y="1812"/>
                  </a:lnTo>
                  <a:lnTo>
                    <a:pt x="982" y="1836"/>
                  </a:lnTo>
                  <a:lnTo>
                    <a:pt x="976" y="1840"/>
                  </a:lnTo>
                  <a:lnTo>
                    <a:pt x="946" y="1838"/>
                  </a:lnTo>
                  <a:lnTo>
                    <a:pt x="920" y="1834"/>
                  </a:lnTo>
                  <a:lnTo>
                    <a:pt x="870" y="1826"/>
                  </a:lnTo>
                  <a:lnTo>
                    <a:pt x="838" y="1810"/>
                  </a:lnTo>
                  <a:lnTo>
                    <a:pt x="820" y="1790"/>
                  </a:lnTo>
                  <a:lnTo>
                    <a:pt x="784" y="1782"/>
                  </a:lnTo>
                  <a:lnTo>
                    <a:pt x="784" y="1752"/>
                  </a:lnTo>
                  <a:lnTo>
                    <a:pt x="796" y="1734"/>
                  </a:lnTo>
                  <a:lnTo>
                    <a:pt x="808" y="1716"/>
                  </a:lnTo>
                  <a:lnTo>
                    <a:pt x="816" y="1696"/>
                  </a:lnTo>
                  <a:lnTo>
                    <a:pt x="818" y="1686"/>
                  </a:lnTo>
                  <a:lnTo>
                    <a:pt x="818" y="1676"/>
                  </a:lnTo>
                  <a:lnTo>
                    <a:pt x="814" y="1666"/>
                  </a:lnTo>
                  <a:lnTo>
                    <a:pt x="810" y="1660"/>
                  </a:lnTo>
                  <a:lnTo>
                    <a:pt x="804" y="1656"/>
                  </a:lnTo>
                  <a:lnTo>
                    <a:pt x="798" y="1652"/>
                  </a:lnTo>
                  <a:lnTo>
                    <a:pt x="784" y="1652"/>
                  </a:lnTo>
                  <a:lnTo>
                    <a:pt x="772" y="1652"/>
                  </a:lnTo>
                  <a:lnTo>
                    <a:pt x="764" y="1656"/>
                  </a:lnTo>
                  <a:lnTo>
                    <a:pt x="758" y="1660"/>
                  </a:lnTo>
                  <a:lnTo>
                    <a:pt x="740" y="1662"/>
                  </a:lnTo>
                  <a:lnTo>
                    <a:pt x="734" y="1664"/>
                  </a:lnTo>
                  <a:lnTo>
                    <a:pt x="732" y="1668"/>
                  </a:lnTo>
                  <a:lnTo>
                    <a:pt x="732" y="1678"/>
                  </a:lnTo>
                  <a:lnTo>
                    <a:pt x="730" y="1700"/>
                  </a:lnTo>
                  <a:lnTo>
                    <a:pt x="722" y="1708"/>
                  </a:lnTo>
                  <a:lnTo>
                    <a:pt x="718" y="1720"/>
                  </a:lnTo>
                  <a:lnTo>
                    <a:pt x="698" y="1756"/>
                  </a:lnTo>
                  <a:lnTo>
                    <a:pt x="700" y="1796"/>
                  </a:lnTo>
                  <a:lnTo>
                    <a:pt x="688" y="1810"/>
                  </a:lnTo>
                  <a:lnTo>
                    <a:pt x="672" y="1814"/>
                  </a:lnTo>
                  <a:lnTo>
                    <a:pt x="662" y="1816"/>
                  </a:lnTo>
                  <a:lnTo>
                    <a:pt x="654" y="1822"/>
                  </a:lnTo>
                  <a:lnTo>
                    <a:pt x="644" y="1830"/>
                  </a:lnTo>
                  <a:lnTo>
                    <a:pt x="618" y="1836"/>
                  </a:lnTo>
                  <a:lnTo>
                    <a:pt x="590" y="1842"/>
                  </a:lnTo>
                  <a:lnTo>
                    <a:pt x="580" y="1850"/>
                  </a:lnTo>
                  <a:lnTo>
                    <a:pt x="572" y="1856"/>
                  </a:lnTo>
                  <a:lnTo>
                    <a:pt x="566" y="1864"/>
                  </a:lnTo>
                  <a:lnTo>
                    <a:pt x="556" y="1868"/>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45" name="Freeform 35"/>
            <p:cNvSpPr/>
            <p:nvPr/>
          </p:nvSpPr>
          <p:spPr bwMode="auto">
            <a:xfrm>
              <a:off x="6208595" y="3195562"/>
              <a:ext cx="244116" cy="277787"/>
            </a:xfrm>
            <a:custGeom>
              <a:avLst/>
              <a:gdLst>
                <a:gd name="T0" fmla="*/ 196 w 232"/>
                <a:gd name="T1" fmla="*/ 264 h 264"/>
                <a:gd name="T2" fmla="*/ 170 w 232"/>
                <a:gd name="T3" fmla="*/ 248 h 264"/>
                <a:gd name="T4" fmla="*/ 158 w 232"/>
                <a:gd name="T5" fmla="*/ 238 h 264"/>
                <a:gd name="T6" fmla="*/ 148 w 232"/>
                <a:gd name="T7" fmla="*/ 218 h 264"/>
                <a:gd name="T8" fmla="*/ 144 w 232"/>
                <a:gd name="T9" fmla="*/ 186 h 264"/>
                <a:gd name="T10" fmla="*/ 140 w 232"/>
                <a:gd name="T11" fmla="*/ 178 h 264"/>
                <a:gd name="T12" fmla="*/ 136 w 232"/>
                <a:gd name="T13" fmla="*/ 166 h 264"/>
                <a:gd name="T14" fmla="*/ 116 w 232"/>
                <a:gd name="T15" fmla="*/ 148 h 264"/>
                <a:gd name="T16" fmla="*/ 100 w 232"/>
                <a:gd name="T17" fmla="*/ 140 h 264"/>
                <a:gd name="T18" fmla="*/ 82 w 232"/>
                <a:gd name="T19" fmla="*/ 140 h 264"/>
                <a:gd name="T20" fmla="*/ 62 w 232"/>
                <a:gd name="T21" fmla="*/ 144 h 264"/>
                <a:gd name="T22" fmla="*/ 50 w 232"/>
                <a:gd name="T23" fmla="*/ 158 h 264"/>
                <a:gd name="T24" fmla="*/ 0 w 232"/>
                <a:gd name="T25" fmla="*/ 160 h 264"/>
                <a:gd name="T26" fmla="*/ 0 w 232"/>
                <a:gd name="T27" fmla="*/ 146 h 264"/>
                <a:gd name="T28" fmla="*/ 2 w 232"/>
                <a:gd name="T29" fmla="*/ 130 h 264"/>
                <a:gd name="T30" fmla="*/ 10 w 232"/>
                <a:gd name="T31" fmla="*/ 124 h 264"/>
                <a:gd name="T32" fmla="*/ 18 w 232"/>
                <a:gd name="T33" fmla="*/ 122 h 264"/>
                <a:gd name="T34" fmla="*/ 40 w 232"/>
                <a:gd name="T35" fmla="*/ 104 h 264"/>
                <a:gd name="T36" fmla="*/ 44 w 232"/>
                <a:gd name="T37" fmla="*/ 88 h 264"/>
                <a:gd name="T38" fmla="*/ 42 w 232"/>
                <a:gd name="T39" fmla="*/ 76 h 264"/>
                <a:gd name="T40" fmla="*/ 34 w 232"/>
                <a:gd name="T41" fmla="*/ 60 h 264"/>
                <a:gd name="T42" fmla="*/ 34 w 232"/>
                <a:gd name="T43" fmla="*/ 56 h 264"/>
                <a:gd name="T44" fmla="*/ 70 w 232"/>
                <a:gd name="T45" fmla="*/ 32 h 264"/>
                <a:gd name="T46" fmla="*/ 82 w 232"/>
                <a:gd name="T47" fmla="*/ 22 h 264"/>
                <a:gd name="T48" fmla="*/ 86 w 232"/>
                <a:gd name="T49" fmla="*/ 6 h 264"/>
                <a:gd name="T50" fmla="*/ 100 w 232"/>
                <a:gd name="T51" fmla="*/ 0 h 264"/>
                <a:gd name="T52" fmla="*/ 118 w 232"/>
                <a:gd name="T53" fmla="*/ 16 h 264"/>
                <a:gd name="T54" fmla="*/ 154 w 232"/>
                <a:gd name="T55" fmla="*/ 20 h 264"/>
                <a:gd name="T56" fmla="*/ 150 w 232"/>
                <a:gd name="T57" fmla="*/ 32 h 264"/>
                <a:gd name="T58" fmla="*/ 150 w 232"/>
                <a:gd name="T59" fmla="*/ 74 h 264"/>
                <a:gd name="T60" fmla="*/ 156 w 232"/>
                <a:gd name="T61" fmla="*/ 94 h 264"/>
                <a:gd name="T62" fmla="*/ 174 w 232"/>
                <a:gd name="T63" fmla="*/ 96 h 264"/>
                <a:gd name="T64" fmla="*/ 186 w 232"/>
                <a:gd name="T65" fmla="*/ 104 h 264"/>
                <a:gd name="T66" fmla="*/ 184 w 232"/>
                <a:gd name="T67" fmla="*/ 124 h 264"/>
                <a:gd name="T68" fmla="*/ 186 w 232"/>
                <a:gd name="T69" fmla="*/ 140 h 264"/>
                <a:gd name="T70" fmla="*/ 194 w 232"/>
                <a:gd name="T71" fmla="*/ 154 h 264"/>
                <a:gd name="T72" fmla="*/ 212 w 232"/>
                <a:gd name="T73" fmla="*/ 170 h 264"/>
                <a:gd name="T74" fmla="*/ 232 w 232"/>
                <a:gd name="T75" fmla="*/ 196 h 264"/>
                <a:gd name="T76" fmla="*/ 208 w 232"/>
                <a:gd name="T77" fmla="*/ 208 h 264"/>
                <a:gd name="T78" fmla="*/ 194 w 232"/>
                <a:gd name="T79" fmla="*/ 224 h 264"/>
                <a:gd name="T80" fmla="*/ 196 w 232"/>
                <a:gd name="T81" fmla="*/ 264 h 26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32" h="264">
                  <a:moveTo>
                    <a:pt x="196" y="264"/>
                  </a:moveTo>
                  <a:lnTo>
                    <a:pt x="196" y="264"/>
                  </a:lnTo>
                  <a:lnTo>
                    <a:pt x="182" y="256"/>
                  </a:lnTo>
                  <a:lnTo>
                    <a:pt x="170" y="248"/>
                  </a:lnTo>
                  <a:lnTo>
                    <a:pt x="158" y="238"/>
                  </a:lnTo>
                  <a:lnTo>
                    <a:pt x="152" y="228"/>
                  </a:lnTo>
                  <a:lnTo>
                    <a:pt x="148" y="218"/>
                  </a:lnTo>
                  <a:lnTo>
                    <a:pt x="146" y="202"/>
                  </a:lnTo>
                  <a:lnTo>
                    <a:pt x="144" y="186"/>
                  </a:lnTo>
                  <a:lnTo>
                    <a:pt x="142" y="182"/>
                  </a:lnTo>
                  <a:lnTo>
                    <a:pt x="140" y="178"/>
                  </a:lnTo>
                  <a:lnTo>
                    <a:pt x="136" y="166"/>
                  </a:lnTo>
                  <a:lnTo>
                    <a:pt x="116" y="148"/>
                  </a:lnTo>
                  <a:lnTo>
                    <a:pt x="108" y="144"/>
                  </a:lnTo>
                  <a:lnTo>
                    <a:pt x="100" y="140"/>
                  </a:lnTo>
                  <a:lnTo>
                    <a:pt x="92" y="138"/>
                  </a:lnTo>
                  <a:lnTo>
                    <a:pt x="82" y="140"/>
                  </a:lnTo>
                  <a:lnTo>
                    <a:pt x="62" y="144"/>
                  </a:lnTo>
                  <a:lnTo>
                    <a:pt x="56" y="152"/>
                  </a:lnTo>
                  <a:lnTo>
                    <a:pt x="50" y="158"/>
                  </a:lnTo>
                  <a:lnTo>
                    <a:pt x="0" y="160"/>
                  </a:lnTo>
                  <a:lnTo>
                    <a:pt x="0" y="146"/>
                  </a:lnTo>
                  <a:lnTo>
                    <a:pt x="2" y="134"/>
                  </a:lnTo>
                  <a:lnTo>
                    <a:pt x="2" y="130"/>
                  </a:lnTo>
                  <a:lnTo>
                    <a:pt x="6" y="126"/>
                  </a:lnTo>
                  <a:lnTo>
                    <a:pt x="10" y="124"/>
                  </a:lnTo>
                  <a:lnTo>
                    <a:pt x="18" y="122"/>
                  </a:lnTo>
                  <a:lnTo>
                    <a:pt x="40" y="104"/>
                  </a:lnTo>
                  <a:lnTo>
                    <a:pt x="42" y="96"/>
                  </a:lnTo>
                  <a:lnTo>
                    <a:pt x="44" y="88"/>
                  </a:lnTo>
                  <a:lnTo>
                    <a:pt x="44" y="82"/>
                  </a:lnTo>
                  <a:lnTo>
                    <a:pt x="42" y="76"/>
                  </a:lnTo>
                  <a:lnTo>
                    <a:pt x="36" y="66"/>
                  </a:lnTo>
                  <a:lnTo>
                    <a:pt x="34" y="60"/>
                  </a:lnTo>
                  <a:lnTo>
                    <a:pt x="34" y="56"/>
                  </a:lnTo>
                  <a:lnTo>
                    <a:pt x="58" y="42"/>
                  </a:lnTo>
                  <a:lnTo>
                    <a:pt x="70" y="32"/>
                  </a:lnTo>
                  <a:lnTo>
                    <a:pt x="82" y="22"/>
                  </a:lnTo>
                  <a:lnTo>
                    <a:pt x="84" y="12"/>
                  </a:lnTo>
                  <a:lnTo>
                    <a:pt x="86" y="6"/>
                  </a:lnTo>
                  <a:lnTo>
                    <a:pt x="90" y="2"/>
                  </a:lnTo>
                  <a:lnTo>
                    <a:pt x="100" y="0"/>
                  </a:lnTo>
                  <a:lnTo>
                    <a:pt x="118" y="16"/>
                  </a:lnTo>
                  <a:lnTo>
                    <a:pt x="154" y="20"/>
                  </a:lnTo>
                  <a:lnTo>
                    <a:pt x="150" y="32"/>
                  </a:lnTo>
                  <a:lnTo>
                    <a:pt x="148" y="52"/>
                  </a:lnTo>
                  <a:lnTo>
                    <a:pt x="150" y="74"/>
                  </a:lnTo>
                  <a:lnTo>
                    <a:pt x="152" y="84"/>
                  </a:lnTo>
                  <a:lnTo>
                    <a:pt x="156" y="94"/>
                  </a:lnTo>
                  <a:lnTo>
                    <a:pt x="174" y="96"/>
                  </a:lnTo>
                  <a:lnTo>
                    <a:pt x="186" y="104"/>
                  </a:lnTo>
                  <a:lnTo>
                    <a:pt x="184" y="124"/>
                  </a:lnTo>
                  <a:lnTo>
                    <a:pt x="184" y="132"/>
                  </a:lnTo>
                  <a:lnTo>
                    <a:pt x="186" y="140"/>
                  </a:lnTo>
                  <a:lnTo>
                    <a:pt x="188" y="146"/>
                  </a:lnTo>
                  <a:lnTo>
                    <a:pt x="194" y="154"/>
                  </a:lnTo>
                  <a:lnTo>
                    <a:pt x="200" y="162"/>
                  </a:lnTo>
                  <a:lnTo>
                    <a:pt x="212" y="170"/>
                  </a:lnTo>
                  <a:lnTo>
                    <a:pt x="232" y="196"/>
                  </a:lnTo>
                  <a:lnTo>
                    <a:pt x="208" y="208"/>
                  </a:lnTo>
                  <a:lnTo>
                    <a:pt x="200" y="214"/>
                  </a:lnTo>
                  <a:lnTo>
                    <a:pt x="194" y="224"/>
                  </a:lnTo>
                  <a:lnTo>
                    <a:pt x="196" y="264"/>
                  </a:lnTo>
                  <a:close/>
                </a:path>
              </a:pathLst>
            </a:custGeom>
            <a:solidFill>
              <a:srgbClr val="023FA1"/>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46" name="Freeform 36"/>
            <p:cNvSpPr/>
            <p:nvPr/>
          </p:nvSpPr>
          <p:spPr bwMode="auto">
            <a:xfrm>
              <a:off x="6513740" y="2825179"/>
              <a:ext cx="618708" cy="582932"/>
            </a:xfrm>
            <a:custGeom>
              <a:avLst/>
              <a:gdLst>
                <a:gd name="T0" fmla="*/ 234 w 588"/>
                <a:gd name="T1" fmla="*/ 550 h 554"/>
                <a:gd name="T2" fmla="*/ 248 w 588"/>
                <a:gd name="T3" fmla="*/ 530 h 554"/>
                <a:gd name="T4" fmla="*/ 264 w 588"/>
                <a:gd name="T5" fmla="*/ 516 h 554"/>
                <a:gd name="T6" fmla="*/ 274 w 588"/>
                <a:gd name="T7" fmla="*/ 480 h 554"/>
                <a:gd name="T8" fmla="*/ 252 w 588"/>
                <a:gd name="T9" fmla="*/ 468 h 554"/>
                <a:gd name="T10" fmla="*/ 252 w 588"/>
                <a:gd name="T11" fmla="*/ 438 h 554"/>
                <a:gd name="T12" fmla="*/ 280 w 588"/>
                <a:gd name="T13" fmla="*/ 404 h 554"/>
                <a:gd name="T14" fmla="*/ 288 w 588"/>
                <a:gd name="T15" fmla="*/ 388 h 554"/>
                <a:gd name="T16" fmla="*/ 290 w 588"/>
                <a:gd name="T17" fmla="*/ 342 h 554"/>
                <a:gd name="T18" fmla="*/ 252 w 588"/>
                <a:gd name="T19" fmla="*/ 300 h 554"/>
                <a:gd name="T20" fmla="*/ 200 w 588"/>
                <a:gd name="T21" fmla="*/ 304 h 554"/>
                <a:gd name="T22" fmla="*/ 174 w 588"/>
                <a:gd name="T23" fmla="*/ 330 h 554"/>
                <a:gd name="T24" fmla="*/ 130 w 588"/>
                <a:gd name="T25" fmla="*/ 390 h 554"/>
                <a:gd name="T26" fmla="*/ 110 w 588"/>
                <a:gd name="T27" fmla="*/ 416 h 554"/>
                <a:gd name="T28" fmla="*/ 36 w 588"/>
                <a:gd name="T29" fmla="*/ 364 h 554"/>
                <a:gd name="T30" fmla="*/ 12 w 588"/>
                <a:gd name="T31" fmla="*/ 358 h 554"/>
                <a:gd name="T32" fmla="*/ 0 w 588"/>
                <a:gd name="T33" fmla="*/ 348 h 554"/>
                <a:gd name="T34" fmla="*/ 4 w 588"/>
                <a:gd name="T35" fmla="*/ 324 h 554"/>
                <a:gd name="T36" fmla="*/ 18 w 588"/>
                <a:gd name="T37" fmla="*/ 320 h 554"/>
                <a:gd name="T38" fmla="*/ 40 w 588"/>
                <a:gd name="T39" fmla="*/ 292 h 554"/>
                <a:gd name="T40" fmla="*/ 34 w 588"/>
                <a:gd name="T41" fmla="*/ 238 h 554"/>
                <a:gd name="T42" fmla="*/ 28 w 588"/>
                <a:gd name="T43" fmla="*/ 228 h 554"/>
                <a:gd name="T44" fmla="*/ 20 w 588"/>
                <a:gd name="T45" fmla="*/ 186 h 554"/>
                <a:gd name="T46" fmla="*/ 26 w 588"/>
                <a:gd name="T47" fmla="*/ 172 h 554"/>
                <a:gd name="T48" fmla="*/ 44 w 588"/>
                <a:gd name="T49" fmla="*/ 190 h 554"/>
                <a:gd name="T50" fmla="*/ 58 w 588"/>
                <a:gd name="T51" fmla="*/ 210 h 554"/>
                <a:gd name="T52" fmla="*/ 80 w 588"/>
                <a:gd name="T53" fmla="*/ 224 h 554"/>
                <a:gd name="T54" fmla="*/ 100 w 588"/>
                <a:gd name="T55" fmla="*/ 222 h 554"/>
                <a:gd name="T56" fmla="*/ 142 w 588"/>
                <a:gd name="T57" fmla="*/ 186 h 554"/>
                <a:gd name="T58" fmla="*/ 216 w 588"/>
                <a:gd name="T59" fmla="*/ 128 h 554"/>
                <a:gd name="T60" fmla="*/ 232 w 588"/>
                <a:gd name="T61" fmla="*/ 104 h 554"/>
                <a:gd name="T62" fmla="*/ 262 w 588"/>
                <a:gd name="T63" fmla="*/ 76 h 554"/>
                <a:gd name="T64" fmla="*/ 292 w 588"/>
                <a:gd name="T65" fmla="*/ 74 h 554"/>
                <a:gd name="T66" fmla="*/ 312 w 588"/>
                <a:gd name="T67" fmla="*/ 84 h 554"/>
                <a:gd name="T68" fmla="*/ 348 w 588"/>
                <a:gd name="T69" fmla="*/ 66 h 554"/>
                <a:gd name="T70" fmla="*/ 348 w 588"/>
                <a:gd name="T71" fmla="*/ 16 h 554"/>
                <a:gd name="T72" fmla="*/ 362 w 588"/>
                <a:gd name="T73" fmla="*/ 2 h 554"/>
                <a:gd name="T74" fmla="*/ 396 w 588"/>
                <a:gd name="T75" fmla="*/ 32 h 554"/>
                <a:gd name="T76" fmla="*/ 418 w 588"/>
                <a:gd name="T77" fmla="*/ 46 h 554"/>
                <a:gd name="T78" fmla="*/ 436 w 588"/>
                <a:gd name="T79" fmla="*/ 44 h 554"/>
                <a:gd name="T80" fmla="*/ 440 w 588"/>
                <a:gd name="T81" fmla="*/ 28 h 554"/>
                <a:gd name="T82" fmla="*/ 458 w 588"/>
                <a:gd name="T83" fmla="*/ 24 h 554"/>
                <a:gd name="T84" fmla="*/ 460 w 588"/>
                <a:gd name="T85" fmla="*/ 62 h 554"/>
                <a:gd name="T86" fmla="*/ 498 w 588"/>
                <a:gd name="T87" fmla="*/ 110 h 554"/>
                <a:gd name="T88" fmla="*/ 516 w 588"/>
                <a:gd name="T89" fmla="*/ 178 h 554"/>
                <a:gd name="T90" fmla="*/ 530 w 588"/>
                <a:gd name="T91" fmla="*/ 196 h 554"/>
                <a:gd name="T92" fmla="*/ 588 w 588"/>
                <a:gd name="T93" fmla="*/ 236 h 554"/>
                <a:gd name="T94" fmla="*/ 580 w 588"/>
                <a:gd name="T95" fmla="*/ 250 h 554"/>
                <a:gd name="T96" fmla="*/ 520 w 588"/>
                <a:gd name="T97" fmla="*/ 292 h 554"/>
                <a:gd name="T98" fmla="*/ 502 w 588"/>
                <a:gd name="T99" fmla="*/ 310 h 554"/>
                <a:gd name="T100" fmla="*/ 472 w 588"/>
                <a:gd name="T101" fmla="*/ 346 h 554"/>
                <a:gd name="T102" fmla="*/ 466 w 588"/>
                <a:gd name="T103" fmla="*/ 374 h 554"/>
                <a:gd name="T104" fmla="*/ 448 w 588"/>
                <a:gd name="T105" fmla="*/ 390 h 554"/>
                <a:gd name="T106" fmla="*/ 412 w 588"/>
                <a:gd name="T107" fmla="*/ 402 h 554"/>
                <a:gd name="T108" fmla="*/ 362 w 588"/>
                <a:gd name="T109" fmla="*/ 424 h 554"/>
                <a:gd name="T110" fmla="*/ 322 w 588"/>
                <a:gd name="T111" fmla="*/ 460 h 554"/>
                <a:gd name="T112" fmla="*/ 304 w 588"/>
                <a:gd name="T113" fmla="*/ 494 h 554"/>
                <a:gd name="T114" fmla="*/ 290 w 588"/>
                <a:gd name="T115" fmla="*/ 542 h 554"/>
                <a:gd name="T116" fmla="*/ 236 w 588"/>
                <a:gd name="T117" fmla="*/ 554 h 55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88" h="554">
                  <a:moveTo>
                    <a:pt x="236" y="554"/>
                  </a:moveTo>
                  <a:lnTo>
                    <a:pt x="236" y="554"/>
                  </a:lnTo>
                  <a:lnTo>
                    <a:pt x="234" y="550"/>
                  </a:lnTo>
                  <a:lnTo>
                    <a:pt x="240" y="536"/>
                  </a:lnTo>
                  <a:lnTo>
                    <a:pt x="248" y="530"/>
                  </a:lnTo>
                  <a:lnTo>
                    <a:pt x="254" y="524"/>
                  </a:lnTo>
                  <a:lnTo>
                    <a:pt x="264" y="516"/>
                  </a:lnTo>
                  <a:lnTo>
                    <a:pt x="274" y="496"/>
                  </a:lnTo>
                  <a:lnTo>
                    <a:pt x="274" y="480"/>
                  </a:lnTo>
                  <a:lnTo>
                    <a:pt x="252" y="468"/>
                  </a:lnTo>
                  <a:lnTo>
                    <a:pt x="250" y="456"/>
                  </a:lnTo>
                  <a:lnTo>
                    <a:pt x="250" y="446"/>
                  </a:lnTo>
                  <a:lnTo>
                    <a:pt x="252" y="438"/>
                  </a:lnTo>
                  <a:lnTo>
                    <a:pt x="256" y="430"/>
                  </a:lnTo>
                  <a:lnTo>
                    <a:pt x="266" y="416"/>
                  </a:lnTo>
                  <a:lnTo>
                    <a:pt x="280" y="404"/>
                  </a:lnTo>
                  <a:lnTo>
                    <a:pt x="284" y="396"/>
                  </a:lnTo>
                  <a:lnTo>
                    <a:pt x="288" y="388"/>
                  </a:lnTo>
                  <a:lnTo>
                    <a:pt x="290" y="370"/>
                  </a:lnTo>
                  <a:lnTo>
                    <a:pt x="290" y="356"/>
                  </a:lnTo>
                  <a:lnTo>
                    <a:pt x="290" y="342"/>
                  </a:lnTo>
                  <a:lnTo>
                    <a:pt x="252" y="300"/>
                  </a:lnTo>
                  <a:lnTo>
                    <a:pt x="234" y="298"/>
                  </a:lnTo>
                  <a:lnTo>
                    <a:pt x="200" y="304"/>
                  </a:lnTo>
                  <a:lnTo>
                    <a:pt x="186" y="316"/>
                  </a:lnTo>
                  <a:lnTo>
                    <a:pt x="174" y="330"/>
                  </a:lnTo>
                  <a:lnTo>
                    <a:pt x="148" y="360"/>
                  </a:lnTo>
                  <a:lnTo>
                    <a:pt x="130" y="390"/>
                  </a:lnTo>
                  <a:lnTo>
                    <a:pt x="120" y="404"/>
                  </a:lnTo>
                  <a:lnTo>
                    <a:pt x="110" y="416"/>
                  </a:lnTo>
                  <a:lnTo>
                    <a:pt x="70" y="390"/>
                  </a:lnTo>
                  <a:lnTo>
                    <a:pt x="52" y="376"/>
                  </a:lnTo>
                  <a:lnTo>
                    <a:pt x="36" y="364"/>
                  </a:lnTo>
                  <a:lnTo>
                    <a:pt x="22" y="362"/>
                  </a:lnTo>
                  <a:lnTo>
                    <a:pt x="12" y="358"/>
                  </a:lnTo>
                  <a:lnTo>
                    <a:pt x="6" y="352"/>
                  </a:lnTo>
                  <a:lnTo>
                    <a:pt x="0" y="348"/>
                  </a:lnTo>
                  <a:lnTo>
                    <a:pt x="0" y="334"/>
                  </a:lnTo>
                  <a:lnTo>
                    <a:pt x="2" y="326"/>
                  </a:lnTo>
                  <a:lnTo>
                    <a:pt x="4" y="324"/>
                  </a:lnTo>
                  <a:lnTo>
                    <a:pt x="6" y="322"/>
                  </a:lnTo>
                  <a:lnTo>
                    <a:pt x="18" y="320"/>
                  </a:lnTo>
                  <a:lnTo>
                    <a:pt x="28" y="306"/>
                  </a:lnTo>
                  <a:lnTo>
                    <a:pt x="40" y="292"/>
                  </a:lnTo>
                  <a:lnTo>
                    <a:pt x="38" y="240"/>
                  </a:lnTo>
                  <a:lnTo>
                    <a:pt x="34" y="238"/>
                  </a:lnTo>
                  <a:lnTo>
                    <a:pt x="28" y="228"/>
                  </a:lnTo>
                  <a:lnTo>
                    <a:pt x="20" y="206"/>
                  </a:lnTo>
                  <a:lnTo>
                    <a:pt x="20" y="186"/>
                  </a:lnTo>
                  <a:lnTo>
                    <a:pt x="22" y="178"/>
                  </a:lnTo>
                  <a:lnTo>
                    <a:pt x="26" y="172"/>
                  </a:lnTo>
                  <a:lnTo>
                    <a:pt x="34" y="176"/>
                  </a:lnTo>
                  <a:lnTo>
                    <a:pt x="40" y="180"/>
                  </a:lnTo>
                  <a:lnTo>
                    <a:pt x="44" y="190"/>
                  </a:lnTo>
                  <a:lnTo>
                    <a:pt x="48" y="202"/>
                  </a:lnTo>
                  <a:lnTo>
                    <a:pt x="58" y="210"/>
                  </a:lnTo>
                  <a:lnTo>
                    <a:pt x="68" y="218"/>
                  </a:lnTo>
                  <a:lnTo>
                    <a:pt x="74" y="222"/>
                  </a:lnTo>
                  <a:lnTo>
                    <a:pt x="80" y="224"/>
                  </a:lnTo>
                  <a:lnTo>
                    <a:pt x="88" y="224"/>
                  </a:lnTo>
                  <a:lnTo>
                    <a:pt x="100" y="222"/>
                  </a:lnTo>
                  <a:lnTo>
                    <a:pt x="118" y="204"/>
                  </a:lnTo>
                  <a:lnTo>
                    <a:pt x="142" y="186"/>
                  </a:lnTo>
                  <a:lnTo>
                    <a:pt x="168" y="166"/>
                  </a:lnTo>
                  <a:lnTo>
                    <a:pt x="192" y="146"/>
                  </a:lnTo>
                  <a:lnTo>
                    <a:pt x="216" y="128"/>
                  </a:lnTo>
                  <a:lnTo>
                    <a:pt x="226" y="116"/>
                  </a:lnTo>
                  <a:lnTo>
                    <a:pt x="232" y="104"/>
                  </a:lnTo>
                  <a:lnTo>
                    <a:pt x="244" y="82"/>
                  </a:lnTo>
                  <a:lnTo>
                    <a:pt x="262" y="76"/>
                  </a:lnTo>
                  <a:lnTo>
                    <a:pt x="278" y="72"/>
                  </a:lnTo>
                  <a:lnTo>
                    <a:pt x="284" y="72"/>
                  </a:lnTo>
                  <a:lnTo>
                    <a:pt x="292" y="74"/>
                  </a:lnTo>
                  <a:lnTo>
                    <a:pt x="302" y="78"/>
                  </a:lnTo>
                  <a:lnTo>
                    <a:pt x="312" y="84"/>
                  </a:lnTo>
                  <a:lnTo>
                    <a:pt x="332" y="84"/>
                  </a:lnTo>
                  <a:lnTo>
                    <a:pt x="348" y="66"/>
                  </a:lnTo>
                  <a:lnTo>
                    <a:pt x="348" y="16"/>
                  </a:lnTo>
                  <a:lnTo>
                    <a:pt x="354" y="0"/>
                  </a:lnTo>
                  <a:lnTo>
                    <a:pt x="362" y="2"/>
                  </a:lnTo>
                  <a:lnTo>
                    <a:pt x="374" y="8"/>
                  </a:lnTo>
                  <a:lnTo>
                    <a:pt x="384" y="18"/>
                  </a:lnTo>
                  <a:lnTo>
                    <a:pt x="396" y="32"/>
                  </a:lnTo>
                  <a:lnTo>
                    <a:pt x="408" y="42"/>
                  </a:lnTo>
                  <a:lnTo>
                    <a:pt x="418" y="46"/>
                  </a:lnTo>
                  <a:lnTo>
                    <a:pt x="432" y="48"/>
                  </a:lnTo>
                  <a:lnTo>
                    <a:pt x="436" y="44"/>
                  </a:lnTo>
                  <a:lnTo>
                    <a:pt x="438" y="36"/>
                  </a:lnTo>
                  <a:lnTo>
                    <a:pt x="440" y="28"/>
                  </a:lnTo>
                  <a:lnTo>
                    <a:pt x="450" y="16"/>
                  </a:lnTo>
                  <a:lnTo>
                    <a:pt x="458" y="24"/>
                  </a:lnTo>
                  <a:lnTo>
                    <a:pt x="460" y="62"/>
                  </a:lnTo>
                  <a:lnTo>
                    <a:pt x="472" y="76"/>
                  </a:lnTo>
                  <a:lnTo>
                    <a:pt x="484" y="92"/>
                  </a:lnTo>
                  <a:lnTo>
                    <a:pt x="498" y="110"/>
                  </a:lnTo>
                  <a:lnTo>
                    <a:pt x="516" y="128"/>
                  </a:lnTo>
                  <a:lnTo>
                    <a:pt x="516" y="178"/>
                  </a:lnTo>
                  <a:lnTo>
                    <a:pt x="530" y="196"/>
                  </a:lnTo>
                  <a:lnTo>
                    <a:pt x="564" y="220"/>
                  </a:lnTo>
                  <a:lnTo>
                    <a:pt x="588" y="236"/>
                  </a:lnTo>
                  <a:lnTo>
                    <a:pt x="586" y="242"/>
                  </a:lnTo>
                  <a:lnTo>
                    <a:pt x="580" y="250"/>
                  </a:lnTo>
                  <a:lnTo>
                    <a:pt x="558" y="266"/>
                  </a:lnTo>
                  <a:lnTo>
                    <a:pt x="534" y="282"/>
                  </a:lnTo>
                  <a:lnTo>
                    <a:pt x="520" y="292"/>
                  </a:lnTo>
                  <a:lnTo>
                    <a:pt x="502" y="310"/>
                  </a:lnTo>
                  <a:lnTo>
                    <a:pt x="486" y="328"/>
                  </a:lnTo>
                  <a:lnTo>
                    <a:pt x="472" y="346"/>
                  </a:lnTo>
                  <a:lnTo>
                    <a:pt x="470" y="354"/>
                  </a:lnTo>
                  <a:lnTo>
                    <a:pt x="468" y="364"/>
                  </a:lnTo>
                  <a:lnTo>
                    <a:pt x="466" y="374"/>
                  </a:lnTo>
                  <a:lnTo>
                    <a:pt x="462" y="384"/>
                  </a:lnTo>
                  <a:lnTo>
                    <a:pt x="448" y="390"/>
                  </a:lnTo>
                  <a:lnTo>
                    <a:pt x="432" y="398"/>
                  </a:lnTo>
                  <a:lnTo>
                    <a:pt x="412" y="402"/>
                  </a:lnTo>
                  <a:lnTo>
                    <a:pt x="394" y="408"/>
                  </a:lnTo>
                  <a:lnTo>
                    <a:pt x="378" y="416"/>
                  </a:lnTo>
                  <a:lnTo>
                    <a:pt x="362" y="424"/>
                  </a:lnTo>
                  <a:lnTo>
                    <a:pt x="348" y="434"/>
                  </a:lnTo>
                  <a:lnTo>
                    <a:pt x="336" y="446"/>
                  </a:lnTo>
                  <a:lnTo>
                    <a:pt x="322" y="460"/>
                  </a:lnTo>
                  <a:lnTo>
                    <a:pt x="310" y="476"/>
                  </a:lnTo>
                  <a:lnTo>
                    <a:pt x="304" y="494"/>
                  </a:lnTo>
                  <a:lnTo>
                    <a:pt x="296" y="518"/>
                  </a:lnTo>
                  <a:lnTo>
                    <a:pt x="290" y="542"/>
                  </a:lnTo>
                  <a:lnTo>
                    <a:pt x="260" y="550"/>
                  </a:lnTo>
                  <a:lnTo>
                    <a:pt x="236" y="554"/>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47" name="Freeform 37"/>
            <p:cNvSpPr/>
            <p:nvPr/>
          </p:nvSpPr>
          <p:spPr bwMode="auto">
            <a:xfrm>
              <a:off x="6644215" y="2501094"/>
              <a:ext cx="881764" cy="559783"/>
            </a:xfrm>
            <a:custGeom>
              <a:avLst/>
              <a:gdLst>
                <a:gd name="T0" fmla="*/ 410 w 838"/>
                <a:gd name="T1" fmla="*/ 492 h 532"/>
                <a:gd name="T2" fmla="*/ 402 w 838"/>
                <a:gd name="T3" fmla="*/ 438 h 532"/>
                <a:gd name="T4" fmla="*/ 376 w 838"/>
                <a:gd name="T5" fmla="*/ 398 h 532"/>
                <a:gd name="T6" fmla="*/ 346 w 838"/>
                <a:gd name="T7" fmla="*/ 366 h 532"/>
                <a:gd name="T8" fmla="*/ 324 w 838"/>
                <a:gd name="T9" fmla="*/ 314 h 532"/>
                <a:gd name="T10" fmla="*/ 300 w 838"/>
                <a:gd name="T11" fmla="*/ 346 h 532"/>
                <a:gd name="T12" fmla="*/ 258 w 838"/>
                <a:gd name="T13" fmla="*/ 308 h 532"/>
                <a:gd name="T14" fmla="*/ 206 w 838"/>
                <a:gd name="T15" fmla="*/ 288 h 532"/>
                <a:gd name="T16" fmla="*/ 186 w 838"/>
                <a:gd name="T17" fmla="*/ 240 h 532"/>
                <a:gd name="T18" fmla="*/ 152 w 838"/>
                <a:gd name="T19" fmla="*/ 174 h 532"/>
                <a:gd name="T20" fmla="*/ 112 w 838"/>
                <a:gd name="T21" fmla="*/ 200 h 532"/>
                <a:gd name="T22" fmla="*/ 80 w 838"/>
                <a:gd name="T23" fmla="*/ 200 h 532"/>
                <a:gd name="T24" fmla="*/ 60 w 838"/>
                <a:gd name="T25" fmla="*/ 152 h 532"/>
                <a:gd name="T26" fmla="*/ 36 w 838"/>
                <a:gd name="T27" fmla="*/ 88 h 532"/>
                <a:gd name="T28" fmla="*/ 0 w 838"/>
                <a:gd name="T29" fmla="*/ 58 h 532"/>
                <a:gd name="T30" fmla="*/ 14 w 838"/>
                <a:gd name="T31" fmla="*/ 30 h 532"/>
                <a:gd name="T32" fmla="*/ 68 w 838"/>
                <a:gd name="T33" fmla="*/ 60 h 532"/>
                <a:gd name="T34" fmla="*/ 108 w 838"/>
                <a:gd name="T35" fmla="*/ 32 h 532"/>
                <a:gd name="T36" fmla="*/ 138 w 838"/>
                <a:gd name="T37" fmla="*/ 0 h 532"/>
                <a:gd name="T38" fmla="*/ 166 w 838"/>
                <a:gd name="T39" fmla="*/ 22 h 532"/>
                <a:gd name="T40" fmla="*/ 198 w 838"/>
                <a:gd name="T41" fmla="*/ 68 h 532"/>
                <a:gd name="T42" fmla="*/ 294 w 838"/>
                <a:gd name="T43" fmla="*/ 66 h 532"/>
                <a:gd name="T44" fmla="*/ 350 w 838"/>
                <a:gd name="T45" fmla="*/ 30 h 532"/>
                <a:gd name="T46" fmla="*/ 358 w 838"/>
                <a:gd name="T47" fmla="*/ 80 h 532"/>
                <a:gd name="T48" fmla="*/ 398 w 838"/>
                <a:gd name="T49" fmla="*/ 78 h 532"/>
                <a:gd name="T50" fmla="*/ 422 w 838"/>
                <a:gd name="T51" fmla="*/ 76 h 532"/>
                <a:gd name="T52" fmla="*/ 470 w 838"/>
                <a:gd name="T53" fmla="*/ 110 h 532"/>
                <a:gd name="T54" fmla="*/ 518 w 838"/>
                <a:gd name="T55" fmla="*/ 166 h 532"/>
                <a:gd name="T56" fmla="*/ 546 w 838"/>
                <a:gd name="T57" fmla="*/ 134 h 532"/>
                <a:gd name="T58" fmla="*/ 572 w 838"/>
                <a:gd name="T59" fmla="*/ 140 h 532"/>
                <a:gd name="T60" fmla="*/ 606 w 838"/>
                <a:gd name="T61" fmla="*/ 184 h 532"/>
                <a:gd name="T62" fmla="*/ 664 w 838"/>
                <a:gd name="T63" fmla="*/ 204 h 532"/>
                <a:gd name="T64" fmla="*/ 684 w 838"/>
                <a:gd name="T65" fmla="*/ 186 h 532"/>
                <a:gd name="T66" fmla="*/ 684 w 838"/>
                <a:gd name="T67" fmla="*/ 168 h 532"/>
                <a:gd name="T68" fmla="*/ 724 w 838"/>
                <a:gd name="T69" fmla="*/ 146 h 532"/>
                <a:gd name="T70" fmla="*/ 742 w 838"/>
                <a:gd name="T71" fmla="*/ 132 h 532"/>
                <a:gd name="T72" fmla="*/ 756 w 838"/>
                <a:gd name="T73" fmla="*/ 154 h 532"/>
                <a:gd name="T74" fmla="*/ 806 w 838"/>
                <a:gd name="T75" fmla="*/ 188 h 532"/>
                <a:gd name="T76" fmla="*/ 838 w 838"/>
                <a:gd name="T77" fmla="*/ 228 h 532"/>
                <a:gd name="T78" fmla="*/ 818 w 838"/>
                <a:gd name="T79" fmla="*/ 272 h 532"/>
                <a:gd name="T80" fmla="*/ 802 w 838"/>
                <a:gd name="T81" fmla="*/ 308 h 532"/>
                <a:gd name="T82" fmla="*/ 778 w 838"/>
                <a:gd name="T83" fmla="*/ 300 h 532"/>
                <a:gd name="T84" fmla="*/ 770 w 838"/>
                <a:gd name="T85" fmla="*/ 258 h 532"/>
                <a:gd name="T86" fmla="*/ 744 w 838"/>
                <a:gd name="T87" fmla="*/ 242 h 532"/>
                <a:gd name="T88" fmla="*/ 716 w 838"/>
                <a:gd name="T89" fmla="*/ 282 h 532"/>
                <a:gd name="T90" fmla="*/ 686 w 838"/>
                <a:gd name="T91" fmla="*/ 346 h 532"/>
                <a:gd name="T92" fmla="*/ 632 w 838"/>
                <a:gd name="T93" fmla="*/ 368 h 532"/>
                <a:gd name="T94" fmla="*/ 618 w 838"/>
                <a:gd name="T95" fmla="*/ 410 h 532"/>
                <a:gd name="T96" fmla="*/ 638 w 838"/>
                <a:gd name="T97" fmla="*/ 444 h 532"/>
                <a:gd name="T98" fmla="*/ 588 w 838"/>
                <a:gd name="T99" fmla="*/ 456 h 532"/>
                <a:gd name="T100" fmla="*/ 540 w 838"/>
                <a:gd name="T101" fmla="*/ 438 h 532"/>
                <a:gd name="T102" fmla="*/ 502 w 838"/>
                <a:gd name="T103" fmla="*/ 456 h 532"/>
                <a:gd name="T104" fmla="*/ 476 w 838"/>
                <a:gd name="T105" fmla="*/ 530 h 53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38" h="532">
                  <a:moveTo>
                    <a:pt x="464" y="532"/>
                  </a:moveTo>
                  <a:lnTo>
                    <a:pt x="464" y="532"/>
                  </a:lnTo>
                  <a:lnTo>
                    <a:pt x="452" y="520"/>
                  </a:lnTo>
                  <a:lnTo>
                    <a:pt x="436" y="508"/>
                  </a:lnTo>
                  <a:lnTo>
                    <a:pt x="410" y="492"/>
                  </a:lnTo>
                  <a:lnTo>
                    <a:pt x="402" y="482"/>
                  </a:lnTo>
                  <a:lnTo>
                    <a:pt x="404" y="450"/>
                  </a:lnTo>
                  <a:lnTo>
                    <a:pt x="402" y="438"/>
                  </a:lnTo>
                  <a:lnTo>
                    <a:pt x="398" y="426"/>
                  </a:lnTo>
                  <a:lnTo>
                    <a:pt x="388" y="416"/>
                  </a:lnTo>
                  <a:lnTo>
                    <a:pt x="382" y="410"/>
                  </a:lnTo>
                  <a:lnTo>
                    <a:pt x="376" y="398"/>
                  </a:lnTo>
                  <a:lnTo>
                    <a:pt x="348" y="368"/>
                  </a:lnTo>
                  <a:lnTo>
                    <a:pt x="346" y="366"/>
                  </a:lnTo>
                  <a:lnTo>
                    <a:pt x="344" y="326"/>
                  </a:lnTo>
                  <a:lnTo>
                    <a:pt x="336" y="318"/>
                  </a:lnTo>
                  <a:lnTo>
                    <a:pt x="330" y="314"/>
                  </a:lnTo>
                  <a:lnTo>
                    <a:pt x="324" y="314"/>
                  </a:lnTo>
                  <a:lnTo>
                    <a:pt x="318" y="314"/>
                  </a:lnTo>
                  <a:lnTo>
                    <a:pt x="312" y="322"/>
                  </a:lnTo>
                  <a:lnTo>
                    <a:pt x="308" y="328"/>
                  </a:lnTo>
                  <a:lnTo>
                    <a:pt x="300" y="346"/>
                  </a:lnTo>
                  <a:lnTo>
                    <a:pt x="296" y="346"/>
                  </a:lnTo>
                  <a:lnTo>
                    <a:pt x="270" y="320"/>
                  </a:lnTo>
                  <a:lnTo>
                    <a:pt x="258" y="308"/>
                  </a:lnTo>
                  <a:lnTo>
                    <a:pt x="246" y="300"/>
                  </a:lnTo>
                  <a:lnTo>
                    <a:pt x="228" y="296"/>
                  </a:lnTo>
                  <a:lnTo>
                    <a:pt x="216" y="292"/>
                  </a:lnTo>
                  <a:lnTo>
                    <a:pt x="206" y="288"/>
                  </a:lnTo>
                  <a:lnTo>
                    <a:pt x="200" y="280"/>
                  </a:lnTo>
                  <a:lnTo>
                    <a:pt x="194" y="274"/>
                  </a:lnTo>
                  <a:lnTo>
                    <a:pt x="192" y="264"/>
                  </a:lnTo>
                  <a:lnTo>
                    <a:pt x="186" y="240"/>
                  </a:lnTo>
                  <a:lnTo>
                    <a:pt x="180" y="224"/>
                  </a:lnTo>
                  <a:lnTo>
                    <a:pt x="170" y="210"/>
                  </a:lnTo>
                  <a:lnTo>
                    <a:pt x="156" y="190"/>
                  </a:lnTo>
                  <a:lnTo>
                    <a:pt x="152" y="174"/>
                  </a:lnTo>
                  <a:lnTo>
                    <a:pt x="144" y="172"/>
                  </a:lnTo>
                  <a:lnTo>
                    <a:pt x="112" y="200"/>
                  </a:lnTo>
                  <a:lnTo>
                    <a:pt x="98" y="226"/>
                  </a:lnTo>
                  <a:lnTo>
                    <a:pt x="90" y="220"/>
                  </a:lnTo>
                  <a:lnTo>
                    <a:pt x="86" y="214"/>
                  </a:lnTo>
                  <a:lnTo>
                    <a:pt x="80" y="200"/>
                  </a:lnTo>
                  <a:lnTo>
                    <a:pt x="76" y="186"/>
                  </a:lnTo>
                  <a:lnTo>
                    <a:pt x="74" y="182"/>
                  </a:lnTo>
                  <a:lnTo>
                    <a:pt x="72" y="178"/>
                  </a:lnTo>
                  <a:lnTo>
                    <a:pt x="60" y="152"/>
                  </a:lnTo>
                  <a:lnTo>
                    <a:pt x="60" y="116"/>
                  </a:lnTo>
                  <a:lnTo>
                    <a:pt x="48" y="100"/>
                  </a:lnTo>
                  <a:lnTo>
                    <a:pt x="36" y="88"/>
                  </a:lnTo>
                  <a:lnTo>
                    <a:pt x="12" y="68"/>
                  </a:lnTo>
                  <a:lnTo>
                    <a:pt x="6" y="66"/>
                  </a:lnTo>
                  <a:lnTo>
                    <a:pt x="2" y="64"/>
                  </a:lnTo>
                  <a:lnTo>
                    <a:pt x="0" y="58"/>
                  </a:lnTo>
                  <a:lnTo>
                    <a:pt x="0" y="52"/>
                  </a:lnTo>
                  <a:lnTo>
                    <a:pt x="4" y="38"/>
                  </a:lnTo>
                  <a:lnTo>
                    <a:pt x="8" y="32"/>
                  </a:lnTo>
                  <a:lnTo>
                    <a:pt x="14" y="30"/>
                  </a:lnTo>
                  <a:lnTo>
                    <a:pt x="28" y="40"/>
                  </a:lnTo>
                  <a:lnTo>
                    <a:pt x="42" y="50"/>
                  </a:lnTo>
                  <a:lnTo>
                    <a:pt x="58" y="56"/>
                  </a:lnTo>
                  <a:lnTo>
                    <a:pt x="68" y="60"/>
                  </a:lnTo>
                  <a:lnTo>
                    <a:pt x="78" y="60"/>
                  </a:lnTo>
                  <a:lnTo>
                    <a:pt x="88" y="52"/>
                  </a:lnTo>
                  <a:lnTo>
                    <a:pt x="98" y="42"/>
                  </a:lnTo>
                  <a:lnTo>
                    <a:pt x="108" y="32"/>
                  </a:lnTo>
                  <a:lnTo>
                    <a:pt x="118" y="24"/>
                  </a:lnTo>
                  <a:lnTo>
                    <a:pt x="128" y="8"/>
                  </a:lnTo>
                  <a:lnTo>
                    <a:pt x="134" y="4"/>
                  </a:lnTo>
                  <a:lnTo>
                    <a:pt x="138" y="0"/>
                  </a:lnTo>
                  <a:lnTo>
                    <a:pt x="144" y="0"/>
                  </a:lnTo>
                  <a:lnTo>
                    <a:pt x="152" y="4"/>
                  </a:lnTo>
                  <a:lnTo>
                    <a:pt x="158" y="10"/>
                  </a:lnTo>
                  <a:lnTo>
                    <a:pt x="166" y="22"/>
                  </a:lnTo>
                  <a:lnTo>
                    <a:pt x="168" y="32"/>
                  </a:lnTo>
                  <a:lnTo>
                    <a:pt x="172" y="42"/>
                  </a:lnTo>
                  <a:lnTo>
                    <a:pt x="180" y="52"/>
                  </a:lnTo>
                  <a:lnTo>
                    <a:pt x="188" y="60"/>
                  </a:lnTo>
                  <a:lnTo>
                    <a:pt x="198" y="68"/>
                  </a:lnTo>
                  <a:lnTo>
                    <a:pt x="210" y="74"/>
                  </a:lnTo>
                  <a:lnTo>
                    <a:pt x="224" y="78"/>
                  </a:lnTo>
                  <a:lnTo>
                    <a:pt x="238" y="82"/>
                  </a:lnTo>
                  <a:lnTo>
                    <a:pt x="294" y="66"/>
                  </a:lnTo>
                  <a:lnTo>
                    <a:pt x="340" y="26"/>
                  </a:lnTo>
                  <a:lnTo>
                    <a:pt x="350" y="30"/>
                  </a:lnTo>
                  <a:lnTo>
                    <a:pt x="348" y="46"/>
                  </a:lnTo>
                  <a:lnTo>
                    <a:pt x="348" y="54"/>
                  </a:lnTo>
                  <a:lnTo>
                    <a:pt x="348" y="64"/>
                  </a:lnTo>
                  <a:lnTo>
                    <a:pt x="352" y="72"/>
                  </a:lnTo>
                  <a:lnTo>
                    <a:pt x="358" y="80"/>
                  </a:lnTo>
                  <a:lnTo>
                    <a:pt x="366" y="84"/>
                  </a:lnTo>
                  <a:lnTo>
                    <a:pt x="380" y="86"/>
                  </a:lnTo>
                  <a:lnTo>
                    <a:pt x="388" y="82"/>
                  </a:lnTo>
                  <a:lnTo>
                    <a:pt x="398" y="78"/>
                  </a:lnTo>
                  <a:lnTo>
                    <a:pt x="404" y="74"/>
                  </a:lnTo>
                  <a:lnTo>
                    <a:pt x="410" y="72"/>
                  </a:lnTo>
                  <a:lnTo>
                    <a:pt x="416" y="74"/>
                  </a:lnTo>
                  <a:lnTo>
                    <a:pt x="422" y="76"/>
                  </a:lnTo>
                  <a:lnTo>
                    <a:pt x="434" y="88"/>
                  </a:lnTo>
                  <a:lnTo>
                    <a:pt x="446" y="102"/>
                  </a:lnTo>
                  <a:lnTo>
                    <a:pt x="470" y="110"/>
                  </a:lnTo>
                  <a:lnTo>
                    <a:pt x="478" y="122"/>
                  </a:lnTo>
                  <a:lnTo>
                    <a:pt x="488" y="136"/>
                  </a:lnTo>
                  <a:lnTo>
                    <a:pt x="500" y="152"/>
                  </a:lnTo>
                  <a:lnTo>
                    <a:pt x="518" y="166"/>
                  </a:lnTo>
                  <a:lnTo>
                    <a:pt x="526" y="166"/>
                  </a:lnTo>
                  <a:lnTo>
                    <a:pt x="536" y="156"/>
                  </a:lnTo>
                  <a:lnTo>
                    <a:pt x="542" y="144"/>
                  </a:lnTo>
                  <a:lnTo>
                    <a:pt x="546" y="134"/>
                  </a:lnTo>
                  <a:lnTo>
                    <a:pt x="550" y="122"/>
                  </a:lnTo>
                  <a:lnTo>
                    <a:pt x="568" y="128"/>
                  </a:lnTo>
                  <a:lnTo>
                    <a:pt x="572" y="140"/>
                  </a:lnTo>
                  <a:lnTo>
                    <a:pt x="580" y="154"/>
                  </a:lnTo>
                  <a:lnTo>
                    <a:pt x="592" y="168"/>
                  </a:lnTo>
                  <a:lnTo>
                    <a:pt x="606" y="180"/>
                  </a:lnTo>
                  <a:lnTo>
                    <a:pt x="606" y="184"/>
                  </a:lnTo>
                  <a:lnTo>
                    <a:pt x="632" y="206"/>
                  </a:lnTo>
                  <a:lnTo>
                    <a:pt x="664" y="204"/>
                  </a:lnTo>
                  <a:lnTo>
                    <a:pt x="670" y="196"/>
                  </a:lnTo>
                  <a:lnTo>
                    <a:pt x="678" y="190"/>
                  </a:lnTo>
                  <a:lnTo>
                    <a:pt x="680" y="188"/>
                  </a:lnTo>
                  <a:lnTo>
                    <a:pt x="684" y="186"/>
                  </a:lnTo>
                  <a:lnTo>
                    <a:pt x="690" y="180"/>
                  </a:lnTo>
                  <a:lnTo>
                    <a:pt x="690" y="172"/>
                  </a:lnTo>
                  <a:lnTo>
                    <a:pt x="684" y="168"/>
                  </a:lnTo>
                  <a:lnTo>
                    <a:pt x="684" y="164"/>
                  </a:lnTo>
                  <a:lnTo>
                    <a:pt x="688" y="160"/>
                  </a:lnTo>
                  <a:lnTo>
                    <a:pt x="700" y="154"/>
                  </a:lnTo>
                  <a:lnTo>
                    <a:pt x="724" y="146"/>
                  </a:lnTo>
                  <a:lnTo>
                    <a:pt x="730" y="142"/>
                  </a:lnTo>
                  <a:lnTo>
                    <a:pt x="734" y="140"/>
                  </a:lnTo>
                  <a:lnTo>
                    <a:pt x="742" y="132"/>
                  </a:lnTo>
                  <a:lnTo>
                    <a:pt x="744" y="134"/>
                  </a:lnTo>
                  <a:lnTo>
                    <a:pt x="746" y="136"/>
                  </a:lnTo>
                  <a:lnTo>
                    <a:pt x="750" y="144"/>
                  </a:lnTo>
                  <a:lnTo>
                    <a:pt x="756" y="154"/>
                  </a:lnTo>
                  <a:lnTo>
                    <a:pt x="762" y="158"/>
                  </a:lnTo>
                  <a:lnTo>
                    <a:pt x="770" y="162"/>
                  </a:lnTo>
                  <a:lnTo>
                    <a:pt x="806" y="188"/>
                  </a:lnTo>
                  <a:lnTo>
                    <a:pt x="838" y="194"/>
                  </a:lnTo>
                  <a:lnTo>
                    <a:pt x="838" y="204"/>
                  </a:lnTo>
                  <a:lnTo>
                    <a:pt x="838" y="220"/>
                  </a:lnTo>
                  <a:lnTo>
                    <a:pt x="838" y="228"/>
                  </a:lnTo>
                  <a:lnTo>
                    <a:pt x="836" y="236"/>
                  </a:lnTo>
                  <a:lnTo>
                    <a:pt x="834" y="242"/>
                  </a:lnTo>
                  <a:lnTo>
                    <a:pt x="828" y="246"/>
                  </a:lnTo>
                  <a:lnTo>
                    <a:pt x="818" y="272"/>
                  </a:lnTo>
                  <a:lnTo>
                    <a:pt x="812" y="306"/>
                  </a:lnTo>
                  <a:lnTo>
                    <a:pt x="802" y="308"/>
                  </a:lnTo>
                  <a:lnTo>
                    <a:pt x="800" y="302"/>
                  </a:lnTo>
                  <a:lnTo>
                    <a:pt x="796" y="300"/>
                  </a:lnTo>
                  <a:lnTo>
                    <a:pt x="792" y="298"/>
                  </a:lnTo>
                  <a:lnTo>
                    <a:pt x="788" y="298"/>
                  </a:lnTo>
                  <a:lnTo>
                    <a:pt x="778" y="300"/>
                  </a:lnTo>
                  <a:lnTo>
                    <a:pt x="774" y="302"/>
                  </a:lnTo>
                  <a:lnTo>
                    <a:pt x="770" y="300"/>
                  </a:lnTo>
                  <a:lnTo>
                    <a:pt x="770" y="258"/>
                  </a:lnTo>
                  <a:lnTo>
                    <a:pt x="762" y="248"/>
                  </a:lnTo>
                  <a:lnTo>
                    <a:pt x="756" y="244"/>
                  </a:lnTo>
                  <a:lnTo>
                    <a:pt x="750" y="242"/>
                  </a:lnTo>
                  <a:lnTo>
                    <a:pt x="744" y="242"/>
                  </a:lnTo>
                  <a:lnTo>
                    <a:pt x="738" y="244"/>
                  </a:lnTo>
                  <a:lnTo>
                    <a:pt x="732" y="250"/>
                  </a:lnTo>
                  <a:lnTo>
                    <a:pt x="722" y="264"/>
                  </a:lnTo>
                  <a:lnTo>
                    <a:pt x="716" y="282"/>
                  </a:lnTo>
                  <a:lnTo>
                    <a:pt x="708" y="302"/>
                  </a:lnTo>
                  <a:lnTo>
                    <a:pt x="698" y="320"/>
                  </a:lnTo>
                  <a:lnTo>
                    <a:pt x="690" y="340"/>
                  </a:lnTo>
                  <a:lnTo>
                    <a:pt x="686" y="346"/>
                  </a:lnTo>
                  <a:lnTo>
                    <a:pt x="680" y="354"/>
                  </a:lnTo>
                  <a:lnTo>
                    <a:pt x="666" y="362"/>
                  </a:lnTo>
                  <a:lnTo>
                    <a:pt x="652" y="366"/>
                  </a:lnTo>
                  <a:lnTo>
                    <a:pt x="632" y="368"/>
                  </a:lnTo>
                  <a:lnTo>
                    <a:pt x="624" y="372"/>
                  </a:lnTo>
                  <a:lnTo>
                    <a:pt x="622" y="374"/>
                  </a:lnTo>
                  <a:lnTo>
                    <a:pt x="620" y="378"/>
                  </a:lnTo>
                  <a:lnTo>
                    <a:pt x="618" y="390"/>
                  </a:lnTo>
                  <a:lnTo>
                    <a:pt x="618" y="410"/>
                  </a:lnTo>
                  <a:lnTo>
                    <a:pt x="644" y="432"/>
                  </a:lnTo>
                  <a:lnTo>
                    <a:pt x="642" y="438"/>
                  </a:lnTo>
                  <a:lnTo>
                    <a:pt x="638" y="444"/>
                  </a:lnTo>
                  <a:lnTo>
                    <a:pt x="628" y="454"/>
                  </a:lnTo>
                  <a:lnTo>
                    <a:pt x="620" y="456"/>
                  </a:lnTo>
                  <a:lnTo>
                    <a:pt x="610" y="456"/>
                  </a:lnTo>
                  <a:lnTo>
                    <a:pt x="588" y="456"/>
                  </a:lnTo>
                  <a:lnTo>
                    <a:pt x="570" y="452"/>
                  </a:lnTo>
                  <a:lnTo>
                    <a:pt x="556" y="448"/>
                  </a:lnTo>
                  <a:lnTo>
                    <a:pt x="548" y="442"/>
                  </a:lnTo>
                  <a:lnTo>
                    <a:pt x="540" y="438"/>
                  </a:lnTo>
                  <a:lnTo>
                    <a:pt x="532" y="436"/>
                  </a:lnTo>
                  <a:lnTo>
                    <a:pt x="526" y="438"/>
                  </a:lnTo>
                  <a:lnTo>
                    <a:pt x="520" y="440"/>
                  </a:lnTo>
                  <a:lnTo>
                    <a:pt x="514" y="446"/>
                  </a:lnTo>
                  <a:lnTo>
                    <a:pt x="502" y="456"/>
                  </a:lnTo>
                  <a:lnTo>
                    <a:pt x="480" y="520"/>
                  </a:lnTo>
                  <a:lnTo>
                    <a:pt x="476" y="530"/>
                  </a:lnTo>
                  <a:lnTo>
                    <a:pt x="464" y="532"/>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48" name="Freeform 38"/>
            <p:cNvSpPr/>
            <p:nvPr/>
          </p:nvSpPr>
          <p:spPr bwMode="auto">
            <a:xfrm>
              <a:off x="6461128" y="1661419"/>
              <a:ext cx="1172178" cy="1048015"/>
            </a:xfrm>
            <a:custGeom>
              <a:avLst/>
              <a:gdLst>
                <a:gd name="T0" fmla="*/ 750 w 1114"/>
                <a:gd name="T1" fmla="*/ 920 h 996"/>
                <a:gd name="T2" fmla="*/ 698 w 1114"/>
                <a:gd name="T3" fmla="*/ 952 h 996"/>
                <a:gd name="T4" fmla="*/ 656 w 1114"/>
                <a:gd name="T5" fmla="*/ 908 h 996"/>
                <a:gd name="T6" fmla="*/ 614 w 1114"/>
                <a:gd name="T7" fmla="*/ 872 h 996"/>
                <a:gd name="T8" fmla="*/ 568 w 1114"/>
                <a:gd name="T9" fmla="*/ 866 h 996"/>
                <a:gd name="T10" fmla="*/ 534 w 1114"/>
                <a:gd name="T11" fmla="*/ 824 h 996"/>
                <a:gd name="T12" fmla="*/ 488 w 1114"/>
                <a:gd name="T13" fmla="*/ 834 h 996"/>
                <a:gd name="T14" fmla="*/ 442 w 1114"/>
                <a:gd name="T15" fmla="*/ 860 h 996"/>
                <a:gd name="T16" fmla="*/ 360 w 1114"/>
                <a:gd name="T17" fmla="*/ 840 h 996"/>
                <a:gd name="T18" fmla="*/ 320 w 1114"/>
                <a:gd name="T19" fmla="*/ 790 h 996"/>
                <a:gd name="T20" fmla="*/ 288 w 1114"/>
                <a:gd name="T21" fmla="*/ 776 h 996"/>
                <a:gd name="T22" fmla="*/ 324 w 1114"/>
                <a:gd name="T23" fmla="*/ 756 h 996"/>
                <a:gd name="T24" fmla="*/ 288 w 1114"/>
                <a:gd name="T25" fmla="*/ 712 h 996"/>
                <a:gd name="T26" fmla="*/ 244 w 1114"/>
                <a:gd name="T27" fmla="*/ 716 h 996"/>
                <a:gd name="T28" fmla="*/ 220 w 1114"/>
                <a:gd name="T29" fmla="*/ 662 h 996"/>
                <a:gd name="T30" fmla="*/ 268 w 1114"/>
                <a:gd name="T31" fmla="*/ 592 h 996"/>
                <a:gd name="T32" fmla="*/ 304 w 1114"/>
                <a:gd name="T33" fmla="*/ 516 h 996"/>
                <a:gd name="T34" fmla="*/ 314 w 1114"/>
                <a:gd name="T35" fmla="*/ 550 h 996"/>
                <a:gd name="T36" fmla="*/ 358 w 1114"/>
                <a:gd name="T37" fmla="*/ 568 h 996"/>
                <a:gd name="T38" fmla="*/ 358 w 1114"/>
                <a:gd name="T39" fmla="*/ 484 h 996"/>
                <a:gd name="T40" fmla="*/ 360 w 1114"/>
                <a:gd name="T41" fmla="*/ 428 h 996"/>
                <a:gd name="T42" fmla="*/ 338 w 1114"/>
                <a:gd name="T43" fmla="*/ 348 h 996"/>
                <a:gd name="T44" fmla="*/ 362 w 1114"/>
                <a:gd name="T45" fmla="*/ 252 h 996"/>
                <a:gd name="T46" fmla="*/ 314 w 1114"/>
                <a:gd name="T47" fmla="*/ 158 h 996"/>
                <a:gd name="T48" fmla="*/ 252 w 1114"/>
                <a:gd name="T49" fmla="*/ 188 h 996"/>
                <a:gd name="T50" fmla="*/ 166 w 1114"/>
                <a:gd name="T51" fmla="*/ 218 h 996"/>
                <a:gd name="T52" fmla="*/ 130 w 1114"/>
                <a:gd name="T53" fmla="*/ 192 h 996"/>
                <a:gd name="T54" fmla="*/ 102 w 1114"/>
                <a:gd name="T55" fmla="*/ 126 h 996"/>
                <a:gd name="T56" fmla="*/ 44 w 1114"/>
                <a:gd name="T57" fmla="*/ 140 h 996"/>
                <a:gd name="T58" fmla="*/ 20 w 1114"/>
                <a:gd name="T59" fmla="*/ 96 h 996"/>
                <a:gd name="T60" fmla="*/ 72 w 1114"/>
                <a:gd name="T61" fmla="*/ 10 h 996"/>
                <a:gd name="T62" fmla="*/ 168 w 1114"/>
                <a:gd name="T63" fmla="*/ 16 h 996"/>
                <a:gd name="T64" fmla="*/ 282 w 1114"/>
                <a:gd name="T65" fmla="*/ 26 h 996"/>
                <a:gd name="T66" fmla="*/ 392 w 1114"/>
                <a:gd name="T67" fmla="*/ 184 h 996"/>
                <a:gd name="T68" fmla="*/ 458 w 1114"/>
                <a:gd name="T69" fmla="*/ 278 h 996"/>
                <a:gd name="T70" fmla="*/ 498 w 1114"/>
                <a:gd name="T71" fmla="*/ 330 h 996"/>
                <a:gd name="T72" fmla="*/ 570 w 1114"/>
                <a:gd name="T73" fmla="*/ 354 h 996"/>
                <a:gd name="T74" fmla="*/ 638 w 1114"/>
                <a:gd name="T75" fmla="*/ 366 h 996"/>
                <a:gd name="T76" fmla="*/ 716 w 1114"/>
                <a:gd name="T77" fmla="*/ 396 h 996"/>
                <a:gd name="T78" fmla="*/ 770 w 1114"/>
                <a:gd name="T79" fmla="*/ 448 h 996"/>
                <a:gd name="T80" fmla="*/ 814 w 1114"/>
                <a:gd name="T81" fmla="*/ 512 h 996"/>
                <a:gd name="T82" fmla="*/ 912 w 1114"/>
                <a:gd name="T83" fmla="*/ 486 h 996"/>
                <a:gd name="T84" fmla="*/ 990 w 1114"/>
                <a:gd name="T85" fmla="*/ 404 h 996"/>
                <a:gd name="T86" fmla="*/ 1084 w 1114"/>
                <a:gd name="T87" fmla="*/ 340 h 996"/>
                <a:gd name="T88" fmla="*/ 1084 w 1114"/>
                <a:gd name="T89" fmla="*/ 412 h 996"/>
                <a:gd name="T90" fmla="*/ 1112 w 1114"/>
                <a:gd name="T91" fmla="*/ 498 h 996"/>
                <a:gd name="T92" fmla="*/ 1096 w 1114"/>
                <a:gd name="T93" fmla="*/ 584 h 996"/>
                <a:gd name="T94" fmla="*/ 1088 w 1114"/>
                <a:gd name="T95" fmla="*/ 732 h 996"/>
                <a:gd name="T96" fmla="*/ 1028 w 1114"/>
                <a:gd name="T97" fmla="*/ 748 h 996"/>
                <a:gd name="T98" fmla="*/ 974 w 1114"/>
                <a:gd name="T99" fmla="*/ 772 h 996"/>
                <a:gd name="T100" fmla="*/ 942 w 1114"/>
                <a:gd name="T101" fmla="*/ 800 h 996"/>
                <a:gd name="T102" fmla="*/ 984 w 1114"/>
                <a:gd name="T103" fmla="*/ 910 h 996"/>
                <a:gd name="T104" fmla="*/ 972 w 1114"/>
                <a:gd name="T105" fmla="*/ 968 h 996"/>
                <a:gd name="T106" fmla="*/ 928 w 1114"/>
                <a:gd name="T107" fmla="*/ 924 h 996"/>
                <a:gd name="T108" fmla="*/ 904 w 1114"/>
                <a:gd name="T109" fmla="*/ 930 h 996"/>
                <a:gd name="T110" fmla="*/ 848 w 1114"/>
                <a:gd name="T111" fmla="*/ 972 h 996"/>
                <a:gd name="T112" fmla="*/ 812 w 1114"/>
                <a:gd name="T113" fmla="*/ 996 h 99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114" h="996">
                  <a:moveTo>
                    <a:pt x="812" y="996"/>
                  </a:moveTo>
                  <a:lnTo>
                    <a:pt x="812" y="996"/>
                  </a:lnTo>
                  <a:lnTo>
                    <a:pt x="772" y="958"/>
                  </a:lnTo>
                  <a:lnTo>
                    <a:pt x="760" y="936"/>
                  </a:lnTo>
                  <a:lnTo>
                    <a:pt x="754" y="926"/>
                  </a:lnTo>
                  <a:lnTo>
                    <a:pt x="750" y="920"/>
                  </a:lnTo>
                  <a:lnTo>
                    <a:pt x="742" y="916"/>
                  </a:lnTo>
                  <a:lnTo>
                    <a:pt x="736" y="912"/>
                  </a:lnTo>
                  <a:lnTo>
                    <a:pt x="726" y="910"/>
                  </a:lnTo>
                  <a:lnTo>
                    <a:pt x="716" y="912"/>
                  </a:lnTo>
                  <a:lnTo>
                    <a:pt x="698" y="952"/>
                  </a:lnTo>
                  <a:lnTo>
                    <a:pt x="692" y="950"/>
                  </a:lnTo>
                  <a:lnTo>
                    <a:pt x="684" y="946"/>
                  </a:lnTo>
                  <a:lnTo>
                    <a:pt x="672" y="932"/>
                  </a:lnTo>
                  <a:lnTo>
                    <a:pt x="664" y="918"/>
                  </a:lnTo>
                  <a:lnTo>
                    <a:pt x="660" y="910"/>
                  </a:lnTo>
                  <a:lnTo>
                    <a:pt x="656" y="908"/>
                  </a:lnTo>
                  <a:lnTo>
                    <a:pt x="654" y="904"/>
                  </a:lnTo>
                  <a:lnTo>
                    <a:pt x="650" y="896"/>
                  </a:lnTo>
                  <a:lnTo>
                    <a:pt x="628" y="892"/>
                  </a:lnTo>
                  <a:lnTo>
                    <a:pt x="620" y="880"/>
                  </a:lnTo>
                  <a:lnTo>
                    <a:pt x="614" y="872"/>
                  </a:lnTo>
                  <a:lnTo>
                    <a:pt x="608" y="868"/>
                  </a:lnTo>
                  <a:lnTo>
                    <a:pt x="602" y="864"/>
                  </a:lnTo>
                  <a:lnTo>
                    <a:pt x="588" y="862"/>
                  </a:lnTo>
                  <a:lnTo>
                    <a:pt x="572" y="860"/>
                  </a:lnTo>
                  <a:lnTo>
                    <a:pt x="568" y="866"/>
                  </a:lnTo>
                  <a:lnTo>
                    <a:pt x="554" y="870"/>
                  </a:lnTo>
                  <a:lnTo>
                    <a:pt x="544" y="870"/>
                  </a:lnTo>
                  <a:lnTo>
                    <a:pt x="538" y="866"/>
                  </a:lnTo>
                  <a:lnTo>
                    <a:pt x="536" y="860"/>
                  </a:lnTo>
                  <a:lnTo>
                    <a:pt x="534" y="852"/>
                  </a:lnTo>
                  <a:lnTo>
                    <a:pt x="534" y="842"/>
                  </a:lnTo>
                  <a:lnTo>
                    <a:pt x="534" y="824"/>
                  </a:lnTo>
                  <a:lnTo>
                    <a:pt x="526" y="816"/>
                  </a:lnTo>
                  <a:lnTo>
                    <a:pt x="520" y="814"/>
                  </a:lnTo>
                  <a:lnTo>
                    <a:pt x="514" y="812"/>
                  </a:lnTo>
                  <a:lnTo>
                    <a:pt x="506" y="812"/>
                  </a:lnTo>
                  <a:lnTo>
                    <a:pt x="488" y="834"/>
                  </a:lnTo>
                  <a:lnTo>
                    <a:pt x="474" y="842"/>
                  </a:lnTo>
                  <a:lnTo>
                    <a:pt x="468" y="848"/>
                  </a:lnTo>
                  <a:lnTo>
                    <a:pt x="460" y="852"/>
                  </a:lnTo>
                  <a:lnTo>
                    <a:pt x="452" y="858"/>
                  </a:lnTo>
                  <a:lnTo>
                    <a:pt x="442" y="860"/>
                  </a:lnTo>
                  <a:lnTo>
                    <a:pt x="422" y="866"/>
                  </a:lnTo>
                  <a:lnTo>
                    <a:pt x="404" y="868"/>
                  </a:lnTo>
                  <a:lnTo>
                    <a:pt x="380" y="858"/>
                  </a:lnTo>
                  <a:lnTo>
                    <a:pt x="372" y="852"/>
                  </a:lnTo>
                  <a:lnTo>
                    <a:pt x="364" y="846"/>
                  </a:lnTo>
                  <a:lnTo>
                    <a:pt x="360" y="840"/>
                  </a:lnTo>
                  <a:lnTo>
                    <a:pt x="354" y="832"/>
                  </a:lnTo>
                  <a:lnTo>
                    <a:pt x="348" y="814"/>
                  </a:lnTo>
                  <a:lnTo>
                    <a:pt x="336" y="796"/>
                  </a:lnTo>
                  <a:lnTo>
                    <a:pt x="332" y="792"/>
                  </a:lnTo>
                  <a:lnTo>
                    <a:pt x="330" y="790"/>
                  </a:lnTo>
                  <a:lnTo>
                    <a:pt x="320" y="790"/>
                  </a:lnTo>
                  <a:lnTo>
                    <a:pt x="304" y="788"/>
                  </a:lnTo>
                  <a:lnTo>
                    <a:pt x="302" y="790"/>
                  </a:lnTo>
                  <a:lnTo>
                    <a:pt x="294" y="786"/>
                  </a:lnTo>
                  <a:lnTo>
                    <a:pt x="290" y="782"/>
                  </a:lnTo>
                  <a:lnTo>
                    <a:pt x="288" y="776"/>
                  </a:lnTo>
                  <a:lnTo>
                    <a:pt x="286" y="770"/>
                  </a:lnTo>
                  <a:lnTo>
                    <a:pt x="294" y="768"/>
                  </a:lnTo>
                  <a:lnTo>
                    <a:pt x="304" y="766"/>
                  </a:lnTo>
                  <a:lnTo>
                    <a:pt x="314" y="762"/>
                  </a:lnTo>
                  <a:lnTo>
                    <a:pt x="324" y="756"/>
                  </a:lnTo>
                  <a:lnTo>
                    <a:pt x="322" y="736"/>
                  </a:lnTo>
                  <a:lnTo>
                    <a:pt x="318" y="722"/>
                  </a:lnTo>
                  <a:lnTo>
                    <a:pt x="310" y="708"/>
                  </a:lnTo>
                  <a:lnTo>
                    <a:pt x="296" y="708"/>
                  </a:lnTo>
                  <a:lnTo>
                    <a:pt x="288" y="712"/>
                  </a:lnTo>
                  <a:lnTo>
                    <a:pt x="284" y="720"/>
                  </a:lnTo>
                  <a:lnTo>
                    <a:pt x="278" y="732"/>
                  </a:lnTo>
                  <a:lnTo>
                    <a:pt x="270" y="732"/>
                  </a:lnTo>
                  <a:lnTo>
                    <a:pt x="264" y="730"/>
                  </a:lnTo>
                  <a:lnTo>
                    <a:pt x="252" y="724"/>
                  </a:lnTo>
                  <a:lnTo>
                    <a:pt x="244" y="716"/>
                  </a:lnTo>
                  <a:lnTo>
                    <a:pt x="234" y="712"/>
                  </a:lnTo>
                  <a:lnTo>
                    <a:pt x="232" y="702"/>
                  </a:lnTo>
                  <a:lnTo>
                    <a:pt x="228" y="696"/>
                  </a:lnTo>
                  <a:lnTo>
                    <a:pt x="220" y="686"/>
                  </a:lnTo>
                  <a:lnTo>
                    <a:pt x="220" y="662"/>
                  </a:lnTo>
                  <a:lnTo>
                    <a:pt x="232" y="650"/>
                  </a:lnTo>
                  <a:lnTo>
                    <a:pt x="244" y="640"/>
                  </a:lnTo>
                  <a:lnTo>
                    <a:pt x="260" y="616"/>
                  </a:lnTo>
                  <a:lnTo>
                    <a:pt x="264" y="602"/>
                  </a:lnTo>
                  <a:lnTo>
                    <a:pt x="268" y="592"/>
                  </a:lnTo>
                  <a:lnTo>
                    <a:pt x="274" y="582"/>
                  </a:lnTo>
                  <a:lnTo>
                    <a:pt x="280" y="572"/>
                  </a:lnTo>
                  <a:lnTo>
                    <a:pt x="292" y="556"/>
                  </a:lnTo>
                  <a:lnTo>
                    <a:pt x="298" y="546"/>
                  </a:lnTo>
                  <a:lnTo>
                    <a:pt x="302" y="536"/>
                  </a:lnTo>
                  <a:lnTo>
                    <a:pt x="304" y="516"/>
                  </a:lnTo>
                  <a:lnTo>
                    <a:pt x="308" y="518"/>
                  </a:lnTo>
                  <a:lnTo>
                    <a:pt x="312" y="520"/>
                  </a:lnTo>
                  <a:lnTo>
                    <a:pt x="316" y="528"/>
                  </a:lnTo>
                  <a:lnTo>
                    <a:pt x="316" y="538"/>
                  </a:lnTo>
                  <a:lnTo>
                    <a:pt x="314" y="550"/>
                  </a:lnTo>
                  <a:lnTo>
                    <a:pt x="316" y="556"/>
                  </a:lnTo>
                  <a:lnTo>
                    <a:pt x="318" y="562"/>
                  </a:lnTo>
                  <a:lnTo>
                    <a:pt x="322" y="568"/>
                  </a:lnTo>
                  <a:lnTo>
                    <a:pt x="330" y="572"/>
                  </a:lnTo>
                  <a:lnTo>
                    <a:pt x="348" y="572"/>
                  </a:lnTo>
                  <a:lnTo>
                    <a:pt x="358" y="568"/>
                  </a:lnTo>
                  <a:lnTo>
                    <a:pt x="366" y="562"/>
                  </a:lnTo>
                  <a:lnTo>
                    <a:pt x="368" y="524"/>
                  </a:lnTo>
                  <a:lnTo>
                    <a:pt x="368" y="508"/>
                  </a:lnTo>
                  <a:lnTo>
                    <a:pt x="366" y="494"/>
                  </a:lnTo>
                  <a:lnTo>
                    <a:pt x="358" y="484"/>
                  </a:lnTo>
                  <a:lnTo>
                    <a:pt x="352" y="474"/>
                  </a:lnTo>
                  <a:lnTo>
                    <a:pt x="348" y="466"/>
                  </a:lnTo>
                  <a:lnTo>
                    <a:pt x="348" y="458"/>
                  </a:lnTo>
                  <a:lnTo>
                    <a:pt x="350" y="452"/>
                  </a:lnTo>
                  <a:lnTo>
                    <a:pt x="352" y="444"/>
                  </a:lnTo>
                  <a:lnTo>
                    <a:pt x="360" y="428"/>
                  </a:lnTo>
                  <a:lnTo>
                    <a:pt x="358" y="410"/>
                  </a:lnTo>
                  <a:lnTo>
                    <a:pt x="352" y="392"/>
                  </a:lnTo>
                  <a:lnTo>
                    <a:pt x="346" y="380"/>
                  </a:lnTo>
                  <a:lnTo>
                    <a:pt x="340" y="372"/>
                  </a:lnTo>
                  <a:lnTo>
                    <a:pt x="338" y="348"/>
                  </a:lnTo>
                  <a:lnTo>
                    <a:pt x="350" y="320"/>
                  </a:lnTo>
                  <a:lnTo>
                    <a:pt x="352" y="306"/>
                  </a:lnTo>
                  <a:lnTo>
                    <a:pt x="354" y="294"/>
                  </a:lnTo>
                  <a:lnTo>
                    <a:pt x="364" y="268"/>
                  </a:lnTo>
                  <a:lnTo>
                    <a:pt x="362" y="252"/>
                  </a:lnTo>
                  <a:lnTo>
                    <a:pt x="360" y="236"/>
                  </a:lnTo>
                  <a:lnTo>
                    <a:pt x="356" y="218"/>
                  </a:lnTo>
                  <a:lnTo>
                    <a:pt x="350" y="202"/>
                  </a:lnTo>
                  <a:lnTo>
                    <a:pt x="342" y="188"/>
                  </a:lnTo>
                  <a:lnTo>
                    <a:pt x="334" y="174"/>
                  </a:lnTo>
                  <a:lnTo>
                    <a:pt x="324" y="164"/>
                  </a:lnTo>
                  <a:lnTo>
                    <a:pt x="314" y="158"/>
                  </a:lnTo>
                  <a:lnTo>
                    <a:pt x="296" y="158"/>
                  </a:lnTo>
                  <a:lnTo>
                    <a:pt x="284" y="160"/>
                  </a:lnTo>
                  <a:lnTo>
                    <a:pt x="272" y="164"/>
                  </a:lnTo>
                  <a:lnTo>
                    <a:pt x="262" y="172"/>
                  </a:lnTo>
                  <a:lnTo>
                    <a:pt x="252" y="188"/>
                  </a:lnTo>
                  <a:lnTo>
                    <a:pt x="244" y="198"/>
                  </a:lnTo>
                  <a:lnTo>
                    <a:pt x="234" y="204"/>
                  </a:lnTo>
                  <a:lnTo>
                    <a:pt x="216" y="208"/>
                  </a:lnTo>
                  <a:lnTo>
                    <a:pt x="198" y="210"/>
                  </a:lnTo>
                  <a:lnTo>
                    <a:pt x="182" y="214"/>
                  </a:lnTo>
                  <a:lnTo>
                    <a:pt x="166" y="218"/>
                  </a:lnTo>
                  <a:lnTo>
                    <a:pt x="152" y="222"/>
                  </a:lnTo>
                  <a:lnTo>
                    <a:pt x="144" y="218"/>
                  </a:lnTo>
                  <a:lnTo>
                    <a:pt x="138" y="212"/>
                  </a:lnTo>
                  <a:lnTo>
                    <a:pt x="134" y="208"/>
                  </a:lnTo>
                  <a:lnTo>
                    <a:pt x="132" y="202"/>
                  </a:lnTo>
                  <a:lnTo>
                    <a:pt x="130" y="192"/>
                  </a:lnTo>
                  <a:lnTo>
                    <a:pt x="128" y="184"/>
                  </a:lnTo>
                  <a:lnTo>
                    <a:pt x="124" y="164"/>
                  </a:lnTo>
                  <a:lnTo>
                    <a:pt x="118" y="148"/>
                  </a:lnTo>
                  <a:lnTo>
                    <a:pt x="110" y="136"/>
                  </a:lnTo>
                  <a:lnTo>
                    <a:pt x="102" y="126"/>
                  </a:lnTo>
                  <a:lnTo>
                    <a:pt x="86" y="120"/>
                  </a:lnTo>
                  <a:lnTo>
                    <a:pt x="72" y="116"/>
                  </a:lnTo>
                  <a:lnTo>
                    <a:pt x="62" y="114"/>
                  </a:lnTo>
                  <a:lnTo>
                    <a:pt x="54" y="116"/>
                  </a:lnTo>
                  <a:lnTo>
                    <a:pt x="48" y="122"/>
                  </a:lnTo>
                  <a:lnTo>
                    <a:pt x="46" y="130"/>
                  </a:lnTo>
                  <a:lnTo>
                    <a:pt x="44" y="140"/>
                  </a:lnTo>
                  <a:lnTo>
                    <a:pt x="44" y="156"/>
                  </a:lnTo>
                  <a:lnTo>
                    <a:pt x="0" y="124"/>
                  </a:lnTo>
                  <a:lnTo>
                    <a:pt x="0" y="118"/>
                  </a:lnTo>
                  <a:lnTo>
                    <a:pt x="20" y="96"/>
                  </a:lnTo>
                  <a:lnTo>
                    <a:pt x="24" y="58"/>
                  </a:lnTo>
                  <a:lnTo>
                    <a:pt x="10" y="46"/>
                  </a:lnTo>
                  <a:lnTo>
                    <a:pt x="72" y="10"/>
                  </a:lnTo>
                  <a:lnTo>
                    <a:pt x="88" y="4"/>
                  </a:lnTo>
                  <a:lnTo>
                    <a:pt x="104" y="0"/>
                  </a:lnTo>
                  <a:lnTo>
                    <a:pt x="122" y="0"/>
                  </a:lnTo>
                  <a:lnTo>
                    <a:pt x="142" y="2"/>
                  </a:lnTo>
                  <a:lnTo>
                    <a:pt x="156" y="10"/>
                  </a:lnTo>
                  <a:lnTo>
                    <a:pt x="168" y="16"/>
                  </a:lnTo>
                  <a:lnTo>
                    <a:pt x="184" y="18"/>
                  </a:lnTo>
                  <a:lnTo>
                    <a:pt x="204" y="20"/>
                  </a:lnTo>
                  <a:lnTo>
                    <a:pt x="224" y="16"/>
                  </a:lnTo>
                  <a:lnTo>
                    <a:pt x="240" y="14"/>
                  </a:lnTo>
                  <a:lnTo>
                    <a:pt x="258" y="18"/>
                  </a:lnTo>
                  <a:lnTo>
                    <a:pt x="282" y="26"/>
                  </a:lnTo>
                  <a:lnTo>
                    <a:pt x="324" y="78"/>
                  </a:lnTo>
                  <a:lnTo>
                    <a:pt x="348" y="106"/>
                  </a:lnTo>
                  <a:lnTo>
                    <a:pt x="374" y="136"/>
                  </a:lnTo>
                  <a:lnTo>
                    <a:pt x="392" y="184"/>
                  </a:lnTo>
                  <a:lnTo>
                    <a:pt x="436" y="222"/>
                  </a:lnTo>
                  <a:lnTo>
                    <a:pt x="446" y="236"/>
                  </a:lnTo>
                  <a:lnTo>
                    <a:pt x="452" y="246"/>
                  </a:lnTo>
                  <a:lnTo>
                    <a:pt x="456" y="258"/>
                  </a:lnTo>
                  <a:lnTo>
                    <a:pt x="458" y="278"/>
                  </a:lnTo>
                  <a:lnTo>
                    <a:pt x="464" y="284"/>
                  </a:lnTo>
                  <a:lnTo>
                    <a:pt x="470" y="290"/>
                  </a:lnTo>
                  <a:lnTo>
                    <a:pt x="492" y="306"/>
                  </a:lnTo>
                  <a:lnTo>
                    <a:pt x="496" y="314"/>
                  </a:lnTo>
                  <a:lnTo>
                    <a:pt x="498" y="330"/>
                  </a:lnTo>
                  <a:lnTo>
                    <a:pt x="504" y="354"/>
                  </a:lnTo>
                  <a:lnTo>
                    <a:pt x="514" y="358"/>
                  </a:lnTo>
                  <a:lnTo>
                    <a:pt x="532" y="358"/>
                  </a:lnTo>
                  <a:lnTo>
                    <a:pt x="552" y="356"/>
                  </a:lnTo>
                  <a:lnTo>
                    <a:pt x="570" y="354"/>
                  </a:lnTo>
                  <a:lnTo>
                    <a:pt x="580" y="354"/>
                  </a:lnTo>
                  <a:lnTo>
                    <a:pt x="588" y="354"/>
                  </a:lnTo>
                  <a:lnTo>
                    <a:pt x="600" y="358"/>
                  </a:lnTo>
                  <a:lnTo>
                    <a:pt x="614" y="366"/>
                  </a:lnTo>
                  <a:lnTo>
                    <a:pt x="638" y="366"/>
                  </a:lnTo>
                  <a:lnTo>
                    <a:pt x="642" y="362"/>
                  </a:lnTo>
                  <a:lnTo>
                    <a:pt x="646" y="360"/>
                  </a:lnTo>
                  <a:lnTo>
                    <a:pt x="662" y="358"/>
                  </a:lnTo>
                  <a:lnTo>
                    <a:pt x="704" y="396"/>
                  </a:lnTo>
                  <a:lnTo>
                    <a:pt x="716" y="396"/>
                  </a:lnTo>
                  <a:lnTo>
                    <a:pt x="728" y="396"/>
                  </a:lnTo>
                  <a:lnTo>
                    <a:pt x="740" y="400"/>
                  </a:lnTo>
                  <a:lnTo>
                    <a:pt x="748" y="404"/>
                  </a:lnTo>
                  <a:lnTo>
                    <a:pt x="754" y="410"/>
                  </a:lnTo>
                  <a:lnTo>
                    <a:pt x="770" y="448"/>
                  </a:lnTo>
                  <a:lnTo>
                    <a:pt x="772" y="458"/>
                  </a:lnTo>
                  <a:lnTo>
                    <a:pt x="778" y="470"/>
                  </a:lnTo>
                  <a:lnTo>
                    <a:pt x="784" y="484"/>
                  </a:lnTo>
                  <a:lnTo>
                    <a:pt x="792" y="496"/>
                  </a:lnTo>
                  <a:lnTo>
                    <a:pt x="802" y="506"/>
                  </a:lnTo>
                  <a:lnTo>
                    <a:pt x="808" y="510"/>
                  </a:lnTo>
                  <a:lnTo>
                    <a:pt x="814" y="512"/>
                  </a:lnTo>
                  <a:lnTo>
                    <a:pt x="822" y="514"/>
                  </a:lnTo>
                  <a:lnTo>
                    <a:pt x="830" y="512"/>
                  </a:lnTo>
                  <a:lnTo>
                    <a:pt x="838" y="510"/>
                  </a:lnTo>
                  <a:lnTo>
                    <a:pt x="846" y="506"/>
                  </a:lnTo>
                  <a:lnTo>
                    <a:pt x="878" y="498"/>
                  </a:lnTo>
                  <a:lnTo>
                    <a:pt x="912" y="486"/>
                  </a:lnTo>
                  <a:lnTo>
                    <a:pt x="928" y="476"/>
                  </a:lnTo>
                  <a:lnTo>
                    <a:pt x="942" y="454"/>
                  </a:lnTo>
                  <a:lnTo>
                    <a:pt x="956" y="436"/>
                  </a:lnTo>
                  <a:lnTo>
                    <a:pt x="972" y="420"/>
                  </a:lnTo>
                  <a:lnTo>
                    <a:pt x="990" y="404"/>
                  </a:lnTo>
                  <a:lnTo>
                    <a:pt x="1016" y="376"/>
                  </a:lnTo>
                  <a:lnTo>
                    <a:pt x="1064" y="336"/>
                  </a:lnTo>
                  <a:lnTo>
                    <a:pt x="1078" y="338"/>
                  </a:lnTo>
                  <a:lnTo>
                    <a:pt x="1084" y="340"/>
                  </a:lnTo>
                  <a:lnTo>
                    <a:pt x="1086" y="342"/>
                  </a:lnTo>
                  <a:lnTo>
                    <a:pt x="1088" y="346"/>
                  </a:lnTo>
                  <a:lnTo>
                    <a:pt x="1086" y="350"/>
                  </a:lnTo>
                  <a:lnTo>
                    <a:pt x="1084" y="370"/>
                  </a:lnTo>
                  <a:lnTo>
                    <a:pt x="1084" y="412"/>
                  </a:lnTo>
                  <a:lnTo>
                    <a:pt x="1100" y="428"/>
                  </a:lnTo>
                  <a:lnTo>
                    <a:pt x="1108" y="442"/>
                  </a:lnTo>
                  <a:lnTo>
                    <a:pt x="1112" y="448"/>
                  </a:lnTo>
                  <a:lnTo>
                    <a:pt x="1114" y="456"/>
                  </a:lnTo>
                  <a:lnTo>
                    <a:pt x="1112" y="498"/>
                  </a:lnTo>
                  <a:lnTo>
                    <a:pt x="1102" y="524"/>
                  </a:lnTo>
                  <a:lnTo>
                    <a:pt x="1098" y="530"/>
                  </a:lnTo>
                  <a:lnTo>
                    <a:pt x="1094" y="536"/>
                  </a:lnTo>
                  <a:lnTo>
                    <a:pt x="1092" y="550"/>
                  </a:lnTo>
                  <a:lnTo>
                    <a:pt x="1094" y="566"/>
                  </a:lnTo>
                  <a:lnTo>
                    <a:pt x="1096" y="584"/>
                  </a:lnTo>
                  <a:lnTo>
                    <a:pt x="1096" y="650"/>
                  </a:lnTo>
                  <a:lnTo>
                    <a:pt x="1086" y="690"/>
                  </a:lnTo>
                  <a:lnTo>
                    <a:pt x="1088" y="732"/>
                  </a:lnTo>
                  <a:lnTo>
                    <a:pt x="1080" y="742"/>
                  </a:lnTo>
                  <a:lnTo>
                    <a:pt x="1074" y="746"/>
                  </a:lnTo>
                  <a:lnTo>
                    <a:pt x="1068" y="750"/>
                  </a:lnTo>
                  <a:lnTo>
                    <a:pt x="1046" y="752"/>
                  </a:lnTo>
                  <a:lnTo>
                    <a:pt x="1028" y="748"/>
                  </a:lnTo>
                  <a:lnTo>
                    <a:pt x="1014" y="746"/>
                  </a:lnTo>
                  <a:lnTo>
                    <a:pt x="990" y="744"/>
                  </a:lnTo>
                  <a:lnTo>
                    <a:pt x="986" y="752"/>
                  </a:lnTo>
                  <a:lnTo>
                    <a:pt x="982" y="758"/>
                  </a:lnTo>
                  <a:lnTo>
                    <a:pt x="978" y="764"/>
                  </a:lnTo>
                  <a:lnTo>
                    <a:pt x="974" y="772"/>
                  </a:lnTo>
                  <a:lnTo>
                    <a:pt x="964" y="774"/>
                  </a:lnTo>
                  <a:lnTo>
                    <a:pt x="956" y="778"/>
                  </a:lnTo>
                  <a:lnTo>
                    <a:pt x="950" y="782"/>
                  </a:lnTo>
                  <a:lnTo>
                    <a:pt x="946" y="788"/>
                  </a:lnTo>
                  <a:lnTo>
                    <a:pt x="944" y="794"/>
                  </a:lnTo>
                  <a:lnTo>
                    <a:pt x="942" y="800"/>
                  </a:lnTo>
                  <a:lnTo>
                    <a:pt x="944" y="820"/>
                  </a:lnTo>
                  <a:lnTo>
                    <a:pt x="960" y="846"/>
                  </a:lnTo>
                  <a:lnTo>
                    <a:pt x="964" y="866"/>
                  </a:lnTo>
                  <a:lnTo>
                    <a:pt x="972" y="888"/>
                  </a:lnTo>
                  <a:lnTo>
                    <a:pt x="984" y="910"/>
                  </a:lnTo>
                  <a:lnTo>
                    <a:pt x="996" y="936"/>
                  </a:lnTo>
                  <a:lnTo>
                    <a:pt x="1006" y="976"/>
                  </a:lnTo>
                  <a:lnTo>
                    <a:pt x="992" y="976"/>
                  </a:lnTo>
                  <a:lnTo>
                    <a:pt x="982" y="972"/>
                  </a:lnTo>
                  <a:lnTo>
                    <a:pt x="972" y="968"/>
                  </a:lnTo>
                  <a:lnTo>
                    <a:pt x="962" y="962"/>
                  </a:lnTo>
                  <a:lnTo>
                    <a:pt x="948" y="950"/>
                  </a:lnTo>
                  <a:lnTo>
                    <a:pt x="936" y="942"/>
                  </a:lnTo>
                  <a:lnTo>
                    <a:pt x="934" y="934"/>
                  </a:lnTo>
                  <a:lnTo>
                    <a:pt x="932" y="928"/>
                  </a:lnTo>
                  <a:lnTo>
                    <a:pt x="928" y="924"/>
                  </a:lnTo>
                  <a:lnTo>
                    <a:pt x="924" y="920"/>
                  </a:lnTo>
                  <a:lnTo>
                    <a:pt x="918" y="920"/>
                  </a:lnTo>
                  <a:lnTo>
                    <a:pt x="914" y="918"/>
                  </a:lnTo>
                  <a:lnTo>
                    <a:pt x="910" y="920"/>
                  </a:lnTo>
                  <a:lnTo>
                    <a:pt x="906" y="922"/>
                  </a:lnTo>
                  <a:lnTo>
                    <a:pt x="904" y="930"/>
                  </a:lnTo>
                  <a:lnTo>
                    <a:pt x="888" y="934"/>
                  </a:lnTo>
                  <a:lnTo>
                    <a:pt x="874" y="940"/>
                  </a:lnTo>
                  <a:lnTo>
                    <a:pt x="848" y="954"/>
                  </a:lnTo>
                  <a:lnTo>
                    <a:pt x="848" y="972"/>
                  </a:lnTo>
                  <a:lnTo>
                    <a:pt x="852" y="976"/>
                  </a:lnTo>
                  <a:lnTo>
                    <a:pt x="840" y="982"/>
                  </a:lnTo>
                  <a:lnTo>
                    <a:pt x="832" y="992"/>
                  </a:lnTo>
                  <a:lnTo>
                    <a:pt x="812" y="996"/>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sp>
          <p:nvSpPr>
            <p:cNvPr id="49" name="Freeform 39"/>
            <p:cNvSpPr/>
            <p:nvPr/>
          </p:nvSpPr>
          <p:spPr bwMode="auto">
            <a:xfrm>
              <a:off x="4110459" y="2997744"/>
              <a:ext cx="1483636" cy="1262669"/>
            </a:xfrm>
            <a:custGeom>
              <a:avLst/>
              <a:gdLst>
                <a:gd name="T0" fmla="*/ 1230 w 1410"/>
                <a:gd name="T1" fmla="*/ 918 h 1200"/>
                <a:gd name="T2" fmla="*/ 1196 w 1410"/>
                <a:gd name="T3" fmla="*/ 976 h 1200"/>
                <a:gd name="T4" fmla="*/ 1214 w 1410"/>
                <a:gd name="T5" fmla="*/ 1092 h 1200"/>
                <a:gd name="T6" fmla="*/ 1172 w 1410"/>
                <a:gd name="T7" fmla="*/ 1136 h 1200"/>
                <a:gd name="T8" fmla="*/ 1124 w 1410"/>
                <a:gd name="T9" fmla="*/ 1194 h 1200"/>
                <a:gd name="T10" fmla="*/ 1036 w 1410"/>
                <a:gd name="T11" fmla="*/ 1182 h 1200"/>
                <a:gd name="T12" fmla="*/ 972 w 1410"/>
                <a:gd name="T13" fmla="*/ 1096 h 1200"/>
                <a:gd name="T14" fmla="*/ 908 w 1410"/>
                <a:gd name="T15" fmla="*/ 1054 h 1200"/>
                <a:gd name="T16" fmla="*/ 834 w 1410"/>
                <a:gd name="T17" fmla="*/ 1030 h 1200"/>
                <a:gd name="T18" fmla="*/ 826 w 1410"/>
                <a:gd name="T19" fmla="*/ 1080 h 1200"/>
                <a:gd name="T20" fmla="*/ 788 w 1410"/>
                <a:gd name="T21" fmla="*/ 1120 h 1200"/>
                <a:gd name="T22" fmla="*/ 696 w 1410"/>
                <a:gd name="T23" fmla="*/ 1046 h 1200"/>
                <a:gd name="T24" fmla="*/ 764 w 1410"/>
                <a:gd name="T25" fmla="*/ 1022 h 1200"/>
                <a:gd name="T26" fmla="*/ 812 w 1410"/>
                <a:gd name="T27" fmla="*/ 1010 h 1200"/>
                <a:gd name="T28" fmla="*/ 818 w 1410"/>
                <a:gd name="T29" fmla="*/ 922 h 1200"/>
                <a:gd name="T30" fmla="*/ 878 w 1410"/>
                <a:gd name="T31" fmla="*/ 860 h 1200"/>
                <a:gd name="T32" fmla="*/ 876 w 1410"/>
                <a:gd name="T33" fmla="*/ 776 h 1200"/>
                <a:gd name="T34" fmla="*/ 846 w 1410"/>
                <a:gd name="T35" fmla="*/ 662 h 1200"/>
                <a:gd name="T36" fmla="*/ 760 w 1410"/>
                <a:gd name="T37" fmla="*/ 608 h 1200"/>
                <a:gd name="T38" fmla="*/ 638 w 1410"/>
                <a:gd name="T39" fmla="*/ 510 h 1200"/>
                <a:gd name="T40" fmla="*/ 506 w 1410"/>
                <a:gd name="T41" fmla="*/ 456 h 1200"/>
                <a:gd name="T42" fmla="*/ 412 w 1410"/>
                <a:gd name="T43" fmla="*/ 428 h 1200"/>
                <a:gd name="T44" fmla="*/ 356 w 1410"/>
                <a:gd name="T45" fmla="*/ 460 h 1200"/>
                <a:gd name="T46" fmla="*/ 318 w 1410"/>
                <a:gd name="T47" fmla="*/ 494 h 1200"/>
                <a:gd name="T48" fmla="*/ 182 w 1410"/>
                <a:gd name="T49" fmla="*/ 398 h 1200"/>
                <a:gd name="T50" fmla="*/ 42 w 1410"/>
                <a:gd name="T51" fmla="*/ 378 h 1200"/>
                <a:gd name="T52" fmla="*/ 8 w 1410"/>
                <a:gd name="T53" fmla="*/ 326 h 1200"/>
                <a:gd name="T54" fmla="*/ 12 w 1410"/>
                <a:gd name="T55" fmla="*/ 278 h 1200"/>
                <a:gd name="T56" fmla="*/ 100 w 1410"/>
                <a:gd name="T57" fmla="*/ 232 h 1200"/>
                <a:gd name="T58" fmla="*/ 156 w 1410"/>
                <a:gd name="T59" fmla="*/ 146 h 1200"/>
                <a:gd name="T60" fmla="*/ 274 w 1410"/>
                <a:gd name="T61" fmla="*/ 120 h 1200"/>
                <a:gd name="T62" fmla="*/ 308 w 1410"/>
                <a:gd name="T63" fmla="*/ 38 h 1200"/>
                <a:gd name="T64" fmla="*/ 346 w 1410"/>
                <a:gd name="T65" fmla="*/ 4 h 1200"/>
                <a:gd name="T66" fmla="*/ 450 w 1410"/>
                <a:gd name="T67" fmla="*/ 90 h 1200"/>
                <a:gd name="T68" fmla="*/ 446 w 1410"/>
                <a:gd name="T69" fmla="*/ 180 h 1200"/>
                <a:gd name="T70" fmla="*/ 506 w 1410"/>
                <a:gd name="T71" fmla="*/ 280 h 1200"/>
                <a:gd name="T72" fmla="*/ 652 w 1410"/>
                <a:gd name="T73" fmla="*/ 252 h 1200"/>
                <a:gd name="T74" fmla="*/ 626 w 1410"/>
                <a:gd name="T75" fmla="*/ 314 h 1200"/>
                <a:gd name="T76" fmla="*/ 632 w 1410"/>
                <a:gd name="T77" fmla="*/ 372 h 1200"/>
                <a:gd name="T78" fmla="*/ 702 w 1410"/>
                <a:gd name="T79" fmla="*/ 456 h 1200"/>
                <a:gd name="T80" fmla="*/ 780 w 1410"/>
                <a:gd name="T81" fmla="*/ 514 h 1200"/>
                <a:gd name="T82" fmla="*/ 808 w 1410"/>
                <a:gd name="T83" fmla="*/ 456 h 1200"/>
                <a:gd name="T84" fmla="*/ 868 w 1410"/>
                <a:gd name="T85" fmla="*/ 450 h 1200"/>
                <a:gd name="T86" fmla="*/ 938 w 1410"/>
                <a:gd name="T87" fmla="*/ 438 h 1200"/>
                <a:gd name="T88" fmla="*/ 1002 w 1410"/>
                <a:gd name="T89" fmla="*/ 440 h 1200"/>
                <a:gd name="T90" fmla="*/ 940 w 1410"/>
                <a:gd name="T91" fmla="*/ 512 h 1200"/>
                <a:gd name="T92" fmla="*/ 974 w 1410"/>
                <a:gd name="T93" fmla="*/ 642 h 1200"/>
                <a:gd name="T94" fmla="*/ 1024 w 1410"/>
                <a:gd name="T95" fmla="*/ 652 h 1200"/>
                <a:gd name="T96" fmla="*/ 1106 w 1410"/>
                <a:gd name="T97" fmla="*/ 762 h 1200"/>
                <a:gd name="T98" fmla="*/ 1152 w 1410"/>
                <a:gd name="T99" fmla="*/ 868 h 1200"/>
                <a:gd name="T100" fmla="*/ 1230 w 1410"/>
                <a:gd name="T101" fmla="*/ 850 h 1200"/>
                <a:gd name="T102" fmla="*/ 1250 w 1410"/>
                <a:gd name="T103" fmla="*/ 792 h 1200"/>
                <a:gd name="T104" fmla="*/ 1214 w 1410"/>
                <a:gd name="T105" fmla="*/ 742 h 1200"/>
                <a:gd name="T106" fmla="*/ 1258 w 1410"/>
                <a:gd name="T107" fmla="*/ 678 h 1200"/>
                <a:gd name="T108" fmla="*/ 1278 w 1410"/>
                <a:gd name="T109" fmla="*/ 688 h 1200"/>
                <a:gd name="T110" fmla="*/ 1344 w 1410"/>
                <a:gd name="T111" fmla="*/ 736 h 1200"/>
                <a:gd name="T112" fmla="*/ 1404 w 1410"/>
                <a:gd name="T113" fmla="*/ 860 h 1200"/>
                <a:gd name="T114" fmla="*/ 1360 w 1410"/>
                <a:gd name="T115" fmla="*/ 880 h 1200"/>
                <a:gd name="T116" fmla="*/ 1324 w 1410"/>
                <a:gd name="T117" fmla="*/ 938 h 12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410" h="1200">
                  <a:moveTo>
                    <a:pt x="1314" y="940"/>
                  </a:moveTo>
                  <a:lnTo>
                    <a:pt x="1314" y="940"/>
                  </a:lnTo>
                  <a:lnTo>
                    <a:pt x="1302" y="932"/>
                  </a:lnTo>
                  <a:lnTo>
                    <a:pt x="1290" y="926"/>
                  </a:lnTo>
                  <a:lnTo>
                    <a:pt x="1280" y="922"/>
                  </a:lnTo>
                  <a:lnTo>
                    <a:pt x="1270" y="918"/>
                  </a:lnTo>
                  <a:lnTo>
                    <a:pt x="1250" y="916"/>
                  </a:lnTo>
                  <a:lnTo>
                    <a:pt x="1230" y="918"/>
                  </a:lnTo>
                  <a:lnTo>
                    <a:pt x="1220" y="920"/>
                  </a:lnTo>
                  <a:lnTo>
                    <a:pt x="1208" y="924"/>
                  </a:lnTo>
                  <a:lnTo>
                    <a:pt x="1202" y="936"/>
                  </a:lnTo>
                  <a:lnTo>
                    <a:pt x="1198" y="950"/>
                  </a:lnTo>
                  <a:lnTo>
                    <a:pt x="1196" y="962"/>
                  </a:lnTo>
                  <a:lnTo>
                    <a:pt x="1196" y="976"/>
                  </a:lnTo>
                  <a:lnTo>
                    <a:pt x="1200" y="990"/>
                  </a:lnTo>
                  <a:lnTo>
                    <a:pt x="1204" y="1006"/>
                  </a:lnTo>
                  <a:lnTo>
                    <a:pt x="1216" y="1036"/>
                  </a:lnTo>
                  <a:lnTo>
                    <a:pt x="1218" y="1062"/>
                  </a:lnTo>
                  <a:lnTo>
                    <a:pt x="1218" y="1076"/>
                  </a:lnTo>
                  <a:lnTo>
                    <a:pt x="1214" y="1092"/>
                  </a:lnTo>
                  <a:lnTo>
                    <a:pt x="1164" y="1092"/>
                  </a:lnTo>
                  <a:lnTo>
                    <a:pt x="1154" y="1098"/>
                  </a:lnTo>
                  <a:lnTo>
                    <a:pt x="1152" y="1102"/>
                  </a:lnTo>
                  <a:lnTo>
                    <a:pt x="1150" y="1120"/>
                  </a:lnTo>
                  <a:lnTo>
                    <a:pt x="1172" y="1136"/>
                  </a:lnTo>
                  <a:lnTo>
                    <a:pt x="1172" y="1150"/>
                  </a:lnTo>
                  <a:lnTo>
                    <a:pt x="1166" y="1166"/>
                  </a:lnTo>
                  <a:lnTo>
                    <a:pt x="1160" y="1182"/>
                  </a:lnTo>
                  <a:lnTo>
                    <a:pt x="1144" y="1184"/>
                  </a:lnTo>
                  <a:lnTo>
                    <a:pt x="1134" y="1188"/>
                  </a:lnTo>
                  <a:lnTo>
                    <a:pt x="1124" y="1194"/>
                  </a:lnTo>
                  <a:lnTo>
                    <a:pt x="1112" y="1198"/>
                  </a:lnTo>
                  <a:lnTo>
                    <a:pt x="1056" y="1200"/>
                  </a:lnTo>
                  <a:lnTo>
                    <a:pt x="1050" y="1198"/>
                  </a:lnTo>
                  <a:lnTo>
                    <a:pt x="1044" y="1188"/>
                  </a:lnTo>
                  <a:lnTo>
                    <a:pt x="1036" y="1182"/>
                  </a:lnTo>
                  <a:lnTo>
                    <a:pt x="1030" y="1178"/>
                  </a:lnTo>
                  <a:lnTo>
                    <a:pt x="1024" y="1176"/>
                  </a:lnTo>
                  <a:lnTo>
                    <a:pt x="1018" y="1160"/>
                  </a:lnTo>
                  <a:lnTo>
                    <a:pt x="996" y="1116"/>
                  </a:lnTo>
                  <a:lnTo>
                    <a:pt x="972" y="1096"/>
                  </a:lnTo>
                  <a:lnTo>
                    <a:pt x="968" y="1090"/>
                  </a:lnTo>
                  <a:lnTo>
                    <a:pt x="962" y="1084"/>
                  </a:lnTo>
                  <a:lnTo>
                    <a:pt x="950" y="1074"/>
                  </a:lnTo>
                  <a:lnTo>
                    <a:pt x="938" y="1070"/>
                  </a:lnTo>
                  <a:lnTo>
                    <a:pt x="928" y="1066"/>
                  </a:lnTo>
                  <a:lnTo>
                    <a:pt x="908" y="1054"/>
                  </a:lnTo>
                  <a:lnTo>
                    <a:pt x="900" y="1036"/>
                  </a:lnTo>
                  <a:lnTo>
                    <a:pt x="892" y="1024"/>
                  </a:lnTo>
                  <a:lnTo>
                    <a:pt x="884" y="1016"/>
                  </a:lnTo>
                  <a:lnTo>
                    <a:pt x="876" y="1014"/>
                  </a:lnTo>
                  <a:lnTo>
                    <a:pt x="868" y="1014"/>
                  </a:lnTo>
                  <a:lnTo>
                    <a:pt x="858" y="1016"/>
                  </a:lnTo>
                  <a:lnTo>
                    <a:pt x="834" y="1030"/>
                  </a:lnTo>
                  <a:lnTo>
                    <a:pt x="826" y="1038"/>
                  </a:lnTo>
                  <a:lnTo>
                    <a:pt x="820" y="1044"/>
                  </a:lnTo>
                  <a:lnTo>
                    <a:pt x="818" y="1052"/>
                  </a:lnTo>
                  <a:lnTo>
                    <a:pt x="818" y="1066"/>
                  </a:lnTo>
                  <a:lnTo>
                    <a:pt x="822" y="1074"/>
                  </a:lnTo>
                  <a:lnTo>
                    <a:pt x="826" y="1080"/>
                  </a:lnTo>
                  <a:lnTo>
                    <a:pt x="828" y="1090"/>
                  </a:lnTo>
                  <a:lnTo>
                    <a:pt x="830" y="1104"/>
                  </a:lnTo>
                  <a:lnTo>
                    <a:pt x="818" y="1112"/>
                  </a:lnTo>
                  <a:lnTo>
                    <a:pt x="812" y="1116"/>
                  </a:lnTo>
                  <a:lnTo>
                    <a:pt x="804" y="1118"/>
                  </a:lnTo>
                  <a:lnTo>
                    <a:pt x="788" y="1120"/>
                  </a:lnTo>
                  <a:lnTo>
                    <a:pt x="764" y="1104"/>
                  </a:lnTo>
                  <a:lnTo>
                    <a:pt x="742" y="1090"/>
                  </a:lnTo>
                  <a:lnTo>
                    <a:pt x="724" y="1074"/>
                  </a:lnTo>
                  <a:lnTo>
                    <a:pt x="708" y="1058"/>
                  </a:lnTo>
                  <a:lnTo>
                    <a:pt x="702" y="1052"/>
                  </a:lnTo>
                  <a:lnTo>
                    <a:pt x="696" y="1046"/>
                  </a:lnTo>
                  <a:lnTo>
                    <a:pt x="692" y="1036"/>
                  </a:lnTo>
                  <a:lnTo>
                    <a:pt x="690" y="1028"/>
                  </a:lnTo>
                  <a:lnTo>
                    <a:pt x="688" y="1010"/>
                  </a:lnTo>
                  <a:lnTo>
                    <a:pt x="688" y="998"/>
                  </a:lnTo>
                  <a:lnTo>
                    <a:pt x="730" y="1000"/>
                  </a:lnTo>
                  <a:lnTo>
                    <a:pt x="764" y="1022"/>
                  </a:lnTo>
                  <a:lnTo>
                    <a:pt x="776" y="1022"/>
                  </a:lnTo>
                  <a:lnTo>
                    <a:pt x="788" y="1022"/>
                  </a:lnTo>
                  <a:lnTo>
                    <a:pt x="794" y="1022"/>
                  </a:lnTo>
                  <a:lnTo>
                    <a:pt x="800" y="1020"/>
                  </a:lnTo>
                  <a:lnTo>
                    <a:pt x="806" y="1016"/>
                  </a:lnTo>
                  <a:lnTo>
                    <a:pt x="812" y="1010"/>
                  </a:lnTo>
                  <a:lnTo>
                    <a:pt x="812" y="994"/>
                  </a:lnTo>
                  <a:lnTo>
                    <a:pt x="790" y="974"/>
                  </a:lnTo>
                  <a:lnTo>
                    <a:pt x="782" y="966"/>
                  </a:lnTo>
                  <a:lnTo>
                    <a:pt x="778" y="958"/>
                  </a:lnTo>
                  <a:lnTo>
                    <a:pt x="798" y="944"/>
                  </a:lnTo>
                  <a:lnTo>
                    <a:pt x="818" y="922"/>
                  </a:lnTo>
                  <a:lnTo>
                    <a:pt x="836" y="900"/>
                  </a:lnTo>
                  <a:lnTo>
                    <a:pt x="842" y="888"/>
                  </a:lnTo>
                  <a:lnTo>
                    <a:pt x="846" y="878"/>
                  </a:lnTo>
                  <a:lnTo>
                    <a:pt x="862" y="870"/>
                  </a:lnTo>
                  <a:lnTo>
                    <a:pt x="874" y="862"/>
                  </a:lnTo>
                  <a:lnTo>
                    <a:pt x="878" y="860"/>
                  </a:lnTo>
                  <a:lnTo>
                    <a:pt x="884" y="856"/>
                  </a:lnTo>
                  <a:lnTo>
                    <a:pt x="892" y="846"/>
                  </a:lnTo>
                  <a:lnTo>
                    <a:pt x="890" y="804"/>
                  </a:lnTo>
                  <a:lnTo>
                    <a:pt x="884" y="796"/>
                  </a:lnTo>
                  <a:lnTo>
                    <a:pt x="878" y="786"/>
                  </a:lnTo>
                  <a:lnTo>
                    <a:pt x="876" y="776"/>
                  </a:lnTo>
                  <a:lnTo>
                    <a:pt x="874" y="768"/>
                  </a:lnTo>
                  <a:lnTo>
                    <a:pt x="874" y="754"/>
                  </a:lnTo>
                  <a:lnTo>
                    <a:pt x="874" y="748"/>
                  </a:lnTo>
                  <a:lnTo>
                    <a:pt x="872" y="746"/>
                  </a:lnTo>
                  <a:lnTo>
                    <a:pt x="852" y="696"/>
                  </a:lnTo>
                  <a:lnTo>
                    <a:pt x="846" y="662"/>
                  </a:lnTo>
                  <a:lnTo>
                    <a:pt x="830" y="630"/>
                  </a:lnTo>
                  <a:lnTo>
                    <a:pt x="824" y="618"/>
                  </a:lnTo>
                  <a:lnTo>
                    <a:pt x="818" y="612"/>
                  </a:lnTo>
                  <a:lnTo>
                    <a:pt x="770" y="612"/>
                  </a:lnTo>
                  <a:lnTo>
                    <a:pt x="760" y="608"/>
                  </a:lnTo>
                  <a:lnTo>
                    <a:pt x="748" y="602"/>
                  </a:lnTo>
                  <a:lnTo>
                    <a:pt x="728" y="588"/>
                  </a:lnTo>
                  <a:lnTo>
                    <a:pt x="710" y="576"/>
                  </a:lnTo>
                  <a:lnTo>
                    <a:pt x="696" y="566"/>
                  </a:lnTo>
                  <a:lnTo>
                    <a:pt x="648" y="510"/>
                  </a:lnTo>
                  <a:lnTo>
                    <a:pt x="638" y="510"/>
                  </a:lnTo>
                  <a:lnTo>
                    <a:pt x="630" y="512"/>
                  </a:lnTo>
                  <a:lnTo>
                    <a:pt x="618" y="516"/>
                  </a:lnTo>
                  <a:lnTo>
                    <a:pt x="594" y="514"/>
                  </a:lnTo>
                  <a:lnTo>
                    <a:pt x="548" y="476"/>
                  </a:lnTo>
                  <a:lnTo>
                    <a:pt x="506" y="456"/>
                  </a:lnTo>
                  <a:lnTo>
                    <a:pt x="486" y="454"/>
                  </a:lnTo>
                  <a:lnTo>
                    <a:pt x="470" y="452"/>
                  </a:lnTo>
                  <a:lnTo>
                    <a:pt x="442" y="446"/>
                  </a:lnTo>
                  <a:lnTo>
                    <a:pt x="430" y="436"/>
                  </a:lnTo>
                  <a:lnTo>
                    <a:pt x="422" y="432"/>
                  </a:lnTo>
                  <a:lnTo>
                    <a:pt x="412" y="428"/>
                  </a:lnTo>
                  <a:lnTo>
                    <a:pt x="406" y="426"/>
                  </a:lnTo>
                  <a:lnTo>
                    <a:pt x="390" y="426"/>
                  </a:lnTo>
                  <a:lnTo>
                    <a:pt x="370" y="426"/>
                  </a:lnTo>
                  <a:lnTo>
                    <a:pt x="352" y="436"/>
                  </a:lnTo>
                  <a:lnTo>
                    <a:pt x="354" y="448"/>
                  </a:lnTo>
                  <a:lnTo>
                    <a:pt x="356" y="460"/>
                  </a:lnTo>
                  <a:lnTo>
                    <a:pt x="358" y="472"/>
                  </a:lnTo>
                  <a:lnTo>
                    <a:pt x="356" y="490"/>
                  </a:lnTo>
                  <a:lnTo>
                    <a:pt x="352" y="494"/>
                  </a:lnTo>
                  <a:lnTo>
                    <a:pt x="346" y="496"/>
                  </a:lnTo>
                  <a:lnTo>
                    <a:pt x="338" y="498"/>
                  </a:lnTo>
                  <a:lnTo>
                    <a:pt x="332" y="498"/>
                  </a:lnTo>
                  <a:lnTo>
                    <a:pt x="318" y="494"/>
                  </a:lnTo>
                  <a:lnTo>
                    <a:pt x="304" y="486"/>
                  </a:lnTo>
                  <a:lnTo>
                    <a:pt x="290" y="478"/>
                  </a:lnTo>
                  <a:lnTo>
                    <a:pt x="278" y="468"/>
                  </a:lnTo>
                  <a:lnTo>
                    <a:pt x="262" y="452"/>
                  </a:lnTo>
                  <a:lnTo>
                    <a:pt x="222" y="420"/>
                  </a:lnTo>
                  <a:lnTo>
                    <a:pt x="182" y="398"/>
                  </a:lnTo>
                  <a:lnTo>
                    <a:pt x="164" y="390"/>
                  </a:lnTo>
                  <a:lnTo>
                    <a:pt x="148" y="384"/>
                  </a:lnTo>
                  <a:lnTo>
                    <a:pt x="116" y="384"/>
                  </a:lnTo>
                  <a:lnTo>
                    <a:pt x="86" y="384"/>
                  </a:lnTo>
                  <a:lnTo>
                    <a:pt x="70" y="384"/>
                  </a:lnTo>
                  <a:lnTo>
                    <a:pt x="56" y="382"/>
                  </a:lnTo>
                  <a:lnTo>
                    <a:pt x="42" y="378"/>
                  </a:lnTo>
                  <a:lnTo>
                    <a:pt x="30" y="374"/>
                  </a:lnTo>
                  <a:lnTo>
                    <a:pt x="20" y="372"/>
                  </a:lnTo>
                  <a:lnTo>
                    <a:pt x="18" y="358"/>
                  </a:lnTo>
                  <a:lnTo>
                    <a:pt x="14" y="344"/>
                  </a:lnTo>
                  <a:lnTo>
                    <a:pt x="12" y="332"/>
                  </a:lnTo>
                  <a:lnTo>
                    <a:pt x="8" y="326"/>
                  </a:lnTo>
                  <a:lnTo>
                    <a:pt x="4" y="310"/>
                  </a:lnTo>
                  <a:lnTo>
                    <a:pt x="0" y="296"/>
                  </a:lnTo>
                  <a:lnTo>
                    <a:pt x="0" y="290"/>
                  </a:lnTo>
                  <a:lnTo>
                    <a:pt x="2" y="284"/>
                  </a:lnTo>
                  <a:lnTo>
                    <a:pt x="4" y="280"/>
                  </a:lnTo>
                  <a:lnTo>
                    <a:pt x="12" y="278"/>
                  </a:lnTo>
                  <a:lnTo>
                    <a:pt x="20" y="262"/>
                  </a:lnTo>
                  <a:lnTo>
                    <a:pt x="28" y="246"/>
                  </a:lnTo>
                  <a:lnTo>
                    <a:pt x="46" y="246"/>
                  </a:lnTo>
                  <a:lnTo>
                    <a:pt x="68" y="244"/>
                  </a:lnTo>
                  <a:lnTo>
                    <a:pt x="80" y="242"/>
                  </a:lnTo>
                  <a:lnTo>
                    <a:pt x="90" y="238"/>
                  </a:lnTo>
                  <a:lnTo>
                    <a:pt x="100" y="232"/>
                  </a:lnTo>
                  <a:lnTo>
                    <a:pt x="108" y="226"/>
                  </a:lnTo>
                  <a:lnTo>
                    <a:pt x="120" y="200"/>
                  </a:lnTo>
                  <a:lnTo>
                    <a:pt x="142" y="176"/>
                  </a:lnTo>
                  <a:lnTo>
                    <a:pt x="150" y="158"/>
                  </a:lnTo>
                  <a:lnTo>
                    <a:pt x="156" y="146"/>
                  </a:lnTo>
                  <a:lnTo>
                    <a:pt x="166" y="136"/>
                  </a:lnTo>
                  <a:lnTo>
                    <a:pt x="176" y="130"/>
                  </a:lnTo>
                  <a:lnTo>
                    <a:pt x="188" y="126"/>
                  </a:lnTo>
                  <a:lnTo>
                    <a:pt x="202" y="124"/>
                  </a:lnTo>
                  <a:lnTo>
                    <a:pt x="238" y="120"/>
                  </a:lnTo>
                  <a:lnTo>
                    <a:pt x="252" y="120"/>
                  </a:lnTo>
                  <a:lnTo>
                    <a:pt x="274" y="120"/>
                  </a:lnTo>
                  <a:lnTo>
                    <a:pt x="286" y="120"/>
                  </a:lnTo>
                  <a:lnTo>
                    <a:pt x="298" y="118"/>
                  </a:lnTo>
                  <a:lnTo>
                    <a:pt x="308" y="114"/>
                  </a:lnTo>
                  <a:lnTo>
                    <a:pt x="316" y="108"/>
                  </a:lnTo>
                  <a:lnTo>
                    <a:pt x="308" y="62"/>
                  </a:lnTo>
                  <a:lnTo>
                    <a:pt x="308" y="38"/>
                  </a:lnTo>
                  <a:lnTo>
                    <a:pt x="310" y="26"/>
                  </a:lnTo>
                  <a:lnTo>
                    <a:pt x="312" y="16"/>
                  </a:lnTo>
                  <a:lnTo>
                    <a:pt x="318" y="8"/>
                  </a:lnTo>
                  <a:lnTo>
                    <a:pt x="324" y="2"/>
                  </a:lnTo>
                  <a:lnTo>
                    <a:pt x="328" y="0"/>
                  </a:lnTo>
                  <a:lnTo>
                    <a:pt x="334" y="0"/>
                  </a:lnTo>
                  <a:lnTo>
                    <a:pt x="346" y="4"/>
                  </a:lnTo>
                  <a:lnTo>
                    <a:pt x="434" y="16"/>
                  </a:lnTo>
                  <a:lnTo>
                    <a:pt x="432" y="24"/>
                  </a:lnTo>
                  <a:lnTo>
                    <a:pt x="430" y="36"/>
                  </a:lnTo>
                  <a:lnTo>
                    <a:pt x="432" y="60"/>
                  </a:lnTo>
                  <a:lnTo>
                    <a:pt x="444" y="80"/>
                  </a:lnTo>
                  <a:lnTo>
                    <a:pt x="450" y="90"/>
                  </a:lnTo>
                  <a:lnTo>
                    <a:pt x="456" y="106"/>
                  </a:lnTo>
                  <a:lnTo>
                    <a:pt x="456" y="130"/>
                  </a:lnTo>
                  <a:lnTo>
                    <a:pt x="448" y="152"/>
                  </a:lnTo>
                  <a:lnTo>
                    <a:pt x="444" y="166"/>
                  </a:lnTo>
                  <a:lnTo>
                    <a:pt x="446" y="180"/>
                  </a:lnTo>
                  <a:lnTo>
                    <a:pt x="490" y="222"/>
                  </a:lnTo>
                  <a:lnTo>
                    <a:pt x="496" y="234"/>
                  </a:lnTo>
                  <a:lnTo>
                    <a:pt x="496" y="276"/>
                  </a:lnTo>
                  <a:lnTo>
                    <a:pt x="500" y="278"/>
                  </a:lnTo>
                  <a:lnTo>
                    <a:pt x="506" y="280"/>
                  </a:lnTo>
                  <a:lnTo>
                    <a:pt x="526" y="282"/>
                  </a:lnTo>
                  <a:lnTo>
                    <a:pt x="538" y="274"/>
                  </a:lnTo>
                  <a:lnTo>
                    <a:pt x="552" y="266"/>
                  </a:lnTo>
                  <a:lnTo>
                    <a:pt x="566" y="262"/>
                  </a:lnTo>
                  <a:lnTo>
                    <a:pt x="582" y="258"/>
                  </a:lnTo>
                  <a:lnTo>
                    <a:pt x="618" y="254"/>
                  </a:lnTo>
                  <a:lnTo>
                    <a:pt x="652" y="252"/>
                  </a:lnTo>
                  <a:lnTo>
                    <a:pt x="658" y="268"/>
                  </a:lnTo>
                  <a:lnTo>
                    <a:pt x="650" y="284"/>
                  </a:lnTo>
                  <a:lnTo>
                    <a:pt x="644" y="298"/>
                  </a:lnTo>
                  <a:lnTo>
                    <a:pt x="636" y="308"/>
                  </a:lnTo>
                  <a:lnTo>
                    <a:pt x="626" y="314"/>
                  </a:lnTo>
                  <a:lnTo>
                    <a:pt x="612" y="324"/>
                  </a:lnTo>
                  <a:lnTo>
                    <a:pt x="606" y="330"/>
                  </a:lnTo>
                  <a:lnTo>
                    <a:pt x="602" y="338"/>
                  </a:lnTo>
                  <a:lnTo>
                    <a:pt x="600" y="348"/>
                  </a:lnTo>
                  <a:lnTo>
                    <a:pt x="600" y="360"/>
                  </a:lnTo>
                  <a:lnTo>
                    <a:pt x="632" y="372"/>
                  </a:lnTo>
                  <a:lnTo>
                    <a:pt x="640" y="384"/>
                  </a:lnTo>
                  <a:lnTo>
                    <a:pt x="652" y="396"/>
                  </a:lnTo>
                  <a:lnTo>
                    <a:pt x="664" y="406"/>
                  </a:lnTo>
                  <a:lnTo>
                    <a:pt x="680" y="416"/>
                  </a:lnTo>
                  <a:lnTo>
                    <a:pt x="686" y="428"/>
                  </a:lnTo>
                  <a:lnTo>
                    <a:pt x="692" y="442"/>
                  </a:lnTo>
                  <a:lnTo>
                    <a:pt x="702" y="456"/>
                  </a:lnTo>
                  <a:lnTo>
                    <a:pt x="706" y="460"/>
                  </a:lnTo>
                  <a:lnTo>
                    <a:pt x="714" y="464"/>
                  </a:lnTo>
                  <a:lnTo>
                    <a:pt x="744" y="504"/>
                  </a:lnTo>
                  <a:lnTo>
                    <a:pt x="754" y="508"/>
                  </a:lnTo>
                  <a:lnTo>
                    <a:pt x="772" y="514"/>
                  </a:lnTo>
                  <a:lnTo>
                    <a:pt x="780" y="514"/>
                  </a:lnTo>
                  <a:lnTo>
                    <a:pt x="788" y="514"/>
                  </a:lnTo>
                  <a:lnTo>
                    <a:pt x="796" y="510"/>
                  </a:lnTo>
                  <a:lnTo>
                    <a:pt x="802" y="504"/>
                  </a:lnTo>
                  <a:lnTo>
                    <a:pt x="802" y="476"/>
                  </a:lnTo>
                  <a:lnTo>
                    <a:pt x="802" y="468"/>
                  </a:lnTo>
                  <a:lnTo>
                    <a:pt x="804" y="460"/>
                  </a:lnTo>
                  <a:lnTo>
                    <a:pt x="808" y="456"/>
                  </a:lnTo>
                  <a:lnTo>
                    <a:pt x="812" y="452"/>
                  </a:lnTo>
                  <a:lnTo>
                    <a:pt x="822" y="448"/>
                  </a:lnTo>
                  <a:lnTo>
                    <a:pt x="834" y="446"/>
                  </a:lnTo>
                  <a:lnTo>
                    <a:pt x="846" y="446"/>
                  </a:lnTo>
                  <a:lnTo>
                    <a:pt x="856" y="446"/>
                  </a:lnTo>
                  <a:lnTo>
                    <a:pt x="862" y="448"/>
                  </a:lnTo>
                  <a:lnTo>
                    <a:pt x="868" y="450"/>
                  </a:lnTo>
                  <a:lnTo>
                    <a:pt x="876" y="454"/>
                  </a:lnTo>
                  <a:lnTo>
                    <a:pt x="882" y="460"/>
                  </a:lnTo>
                  <a:lnTo>
                    <a:pt x="898" y="462"/>
                  </a:lnTo>
                  <a:lnTo>
                    <a:pt x="912" y="454"/>
                  </a:lnTo>
                  <a:lnTo>
                    <a:pt x="926" y="446"/>
                  </a:lnTo>
                  <a:lnTo>
                    <a:pt x="938" y="438"/>
                  </a:lnTo>
                  <a:lnTo>
                    <a:pt x="950" y="430"/>
                  </a:lnTo>
                  <a:lnTo>
                    <a:pt x="956" y="424"/>
                  </a:lnTo>
                  <a:lnTo>
                    <a:pt x="964" y="422"/>
                  </a:lnTo>
                  <a:lnTo>
                    <a:pt x="988" y="420"/>
                  </a:lnTo>
                  <a:lnTo>
                    <a:pt x="1002" y="440"/>
                  </a:lnTo>
                  <a:lnTo>
                    <a:pt x="1000" y="448"/>
                  </a:lnTo>
                  <a:lnTo>
                    <a:pt x="996" y="456"/>
                  </a:lnTo>
                  <a:lnTo>
                    <a:pt x="990" y="464"/>
                  </a:lnTo>
                  <a:lnTo>
                    <a:pt x="984" y="472"/>
                  </a:lnTo>
                  <a:lnTo>
                    <a:pt x="968" y="484"/>
                  </a:lnTo>
                  <a:lnTo>
                    <a:pt x="952" y="496"/>
                  </a:lnTo>
                  <a:lnTo>
                    <a:pt x="940" y="512"/>
                  </a:lnTo>
                  <a:lnTo>
                    <a:pt x="934" y="530"/>
                  </a:lnTo>
                  <a:lnTo>
                    <a:pt x="932" y="550"/>
                  </a:lnTo>
                  <a:lnTo>
                    <a:pt x="930" y="574"/>
                  </a:lnTo>
                  <a:lnTo>
                    <a:pt x="954" y="618"/>
                  </a:lnTo>
                  <a:lnTo>
                    <a:pt x="962" y="630"/>
                  </a:lnTo>
                  <a:lnTo>
                    <a:pt x="974" y="642"/>
                  </a:lnTo>
                  <a:lnTo>
                    <a:pt x="982" y="648"/>
                  </a:lnTo>
                  <a:lnTo>
                    <a:pt x="990" y="652"/>
                  </a:lnTo>
                  <a:lnTo>
                    <a:pt x="1000" y="656"/>
                  </a:lnTo>
                  <a:lnTo>
                    <a:pt x="1010" y="656"/>
                  </a:lnTo>
                  <a:lnTo>
                    <a:pt x="1012" y="652"/>
                  </a:lnTo>
                  <a:lnTo>
                    <a:pt x="1024" y="652"/>
                  </a:lnTo>
                  <a:lnTo>
                    <a:pt x="1032" y="656"/>
                  </a:lnTo>
                  <a:lnTo>
                    <a:pt x="1040" y="662"/>
                  </a:lnTo>
                  <a:lnTo>
                    <a:pt x="1060" y="680"/>
                  </a:lnTo>
                  <a:lnTo>
                    <a:pt x="1082" y="704"/>
                  </a:lnTo>
                  <a:lnTo>
                    <a:pt x="1098" y="726"/>
                  </a:lnTo>
                  <a:lnTo>
                    <a:pt x="1106" y="762"/>
                  </a:lnTo>
                  <a:lnTo>
                    <a:pt x="1108" y="784"/>
                  </a:lnTo>
                  <a:lnTo>
                    <a:pt x="1112" y="810"/>
                  </a:lnTo>
                  <a:lnTo>
                    <a:pt x="1118" y="840"/>
                  </a:lnTo>
                  <a:lnTo>
                    <a:pt x="1130" y="852"/>
                  </a:lnTo>
                  <a:lnTo>
                    <a:pt x="1140" y="860"/>
                  </a:lnTo>
                  <a:lnTo>
                    <a:pt x="1152" y="868"/>
                  </a:lnTo>
                  <a:lnTo>
                    <a:pt x="1172" y="882"/>
                  </a:lnTo>
                  <a:lnTo>
                    <a:pt x="1188" y="876"/>
                  </a:lnTo>
                  <a:lnTo>
                    <a:pt x="1214" y="866"/>
                  </a:lnTo>
                  <a:lnTo>
                    <a:pt x="1216" y="858"/>
                  </a:lnTo>
                  <a:lnTo>
                    <a:pt x="1220" y="854"/>
                  </a:lnTo>
                  <a:lnTo>
                    <a:pt x="1230" y="850"/>
                  </a:lnTo>
                  <a:lnTo>
                    <a:pt x="1246" y="846"/>
                  </a:lnTo>
                  <a:lnTo>
                    <a:pt x="1252" y="836"/>
                  </a:lnTo>
                  <a:lnTo>
                    <a:pt x="1258" y="826"/>
                  </a:lnTo>
                  <a:lnTo>
                    <a:pt x="1258" y="818"/>
                  </a:lnTo>
                  <a:lnTo>
                    <a:pt x="1258" y="808"/>
                  </a:lnTo>
                  <a:lnTo>
                    <a:pt x="1254" y="800"/>
                  </a:lnTo>
                  <a:lnTo>
                    <a:pt x="1250" y="792"/>
                  </a:lnTo>
                  <a:lnTo>
                    <a:pt x="1240" y="780"/>
                  </a:lnTo>
                  <a:lnTo>
                    <a:pt x="1222" y="774"/>
                  </a:lnTo>
                  <a:lnTo>
                    <a:pt x="1216" y="770"/>
                  </a:lnTo>
                  <a:lnTo>
                    <a:pt x="1214" y="766"/>
                  </a:lnTo>
                  <a:lnTo>
                    <a:pt x="1212" y="762"/>
                  </a:lnTo>
                  <a:lnTo>
                    <a:pt x="1212" y="756"/>
                  </a:lnTo>
                  <a:lnTo>
                    <a:pt x="1214" y="742"/>
                  </a:lnTo>
                  <a:lnTo>
                    <a:pt x="1234" y="712"/>
                  </a:lnTo>
                  <a:lnTo>
                    <a:pt x="1234" y="682"/>
                  </a:lnTo>
                  <a:lnTo>
                    <a:pt x="1240" y="678"/>
                  </a:lnTo>
                  <a:lnTo>
                    <a:pt x="1244" y="678"/>
                  </a:lnTo>
                  <a:lnTo>
                    <a:pt x="1258" y="678"/>
                  </a:lnTo>
                  <a:lnTo>
                    <a:pt x="1270" y="664"/>
                  </a:lnTo>
                  <a:lnTo>
                    <a:pt x="1284" y="656"/>
                  </a:lnTo>
                  <a:lnTo>
                    <a:pt x="1286" y="670"/>
                  </a:lnTo>
                  <a:lnTo>
                    <a:pt x="1284" y="678"/>
                  </a:lnTo>
                  <a:lnTo>
                    <a:pt x="1280" y="684"/>
                  </a:lnTo>
                  <a:lnTo>
                    <a:pt x="1278" y="688"/>
                  </a:lnTo>
                  <a:lnTo>
                    <a:pt x="1276" y="708"/>
                  </a:lnTo>
                  <a:lnTo>
                    <a:pt x="1280" y="714"/>
                  </a:lnTo>
                  <a:lnTo>
                    <a:pt x="1288" y="718"/>
                  </a:lnTo>
                  <a:lnTo>
                    <a:pt x="1304" y="726"/>
                  </a:lnTo>
                  <a:lnTo>
                    <a:pt x="1344" y="736"/>
                  </a:lnTo>
                  <a:lnTo>
                    <a:pt x="1394" y="770"/>
                  </a:lnTo>
                  <a:lnTo>
                    <a:pt x="1410" y="770"/>
                  </a:lnTo>
                  <a:lnTo>
                    <a:pt x="1404" y="784"/>
                  </a:lnTo>
                  <a:lnTo>
                    <a:pt x="1396" y="800"/>
                  </a:lnTo>
                  <a:lnTo>
                    <a:pt x="1404" y="860"/>
                  </a:lnTo>
                  <a:lnTo>
                    <a:pt x="1394" y="888"/>
                  </a:lnTo>
                  <a:lnTo>
                    <a:pt x="1386" y="888"/>
                  </a:lnTo>
                  <a:lnTo>
                    <a:pt x="1382" y="886"/>
                  </a:lnTo>
                  <a:lnTo>
                    <a:pt x="1376" y="884"/>
                  </a:lnTo>
                  <a:lnTo>
                    <a:pt x="1360" y="880"/>
                  </a:lnTo>
                  <a:lnTo>
                    <a:pt x="1346" y="882"/>
                  </a:lnTo>
                  <a:lnTo>
                    <a:pt x="1340" y="884"/>
                  </a:lnTo>
                  <a:lnTo>
                    <a:pt x="1334" y="886"/>
                  </a:lnTo>
                  <a:lnTo>
                    <a:pt x="1328" y="892"/>
                  </a:lnTo>
                  <a:lnTo>
                    <a:pt x="1324" y="898"/>
                  </a:lnTo>
                  <a:lnTo>
                    <a:pt x="1324" y="938"/>
                  </a:lnTo>
                  <a:lnTo>
                    <a:pt x="1314" y="940"/>
                  </a:lnTo>
                  <a:close/>
                </a:path>
              </a:pathLst>
            </a:custGeom>
            <a:solidFill>
              <a:srgbClr val="FFFFFF">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endParaRPr>
            </a:p>
          </p:txBody>
        </p:sp>
      </p:grpSp>
      <p:cxnSp>
        <p:nvCxnSpPr>
          <p:cNvPr id="50" name="直接箭头连接符 49"/>
          <p:cNvCxnSpPr/>
          <p:nvPr/>
        </p:nvCxnSpPr>
        <p:spPr>
          <a:xfrm flipV="1">
            <a:off x="5421665" y="3312731"/>
            <a:ext cx="1448993" cy="1"/>
          </a:xfrm>
          <a:prstGeom prst="straightConnector1">
            <a:avLst/>
          </a:prstGeom>
          <a:noFill/>
          <a:ln w="6350" cap="flat" cmpd="sng" algn="ctr">
            <a:solidFill>
              <a:srgbClr val="333333">
                <a:lumMod val="60000"/>
                <a:lumOff val="40000"/>
              </a:srgbClr>
            </a:solidFill>
            <a:prstDash val="dash"/>
            <a:miter lim="800000"/>
            <a:tailEnd type="triangle"/>
          </a:ln>
          <a:effectLst/>
        </p:spPr>
      </p:cxnSp>
      <p:sp>
        <p:nvSpPr>
          <p:cNvPr id="51" name="文本框 50"/>
          <p:cNvSpPr txBox="1"/>
          <p:nvPr/>
        </p:nvSpPr>
        <p:spPr>
          <a:xfrm>
            <a:off x="1135071" y="5526987"/>
            <a:ext cx="9482136" cy="786754"/>
          </a:xfrm>
          <a:prstGeom prst="rect">
            <a:avLst/>
          </a:prstGeom>
          <a:noFill/>
        </p:spPr>
        <p:txBody>
          <a:bodyPr wrap="square" rtlCol="0">
            <a:spAutoFit/>
          </a:bodyPr>
          <a:lstStyle/>
          <a:p>
            <a:pPr algn="ctr">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右键点击图片选择设置图片格式可直接替换图片，在此录入上述图表的描述说明。您可以点击文字框输入您的描述说明，或者通过复制粘贴。</a:t>
            </a:r>
          </a:p>
        </p:txBody>
      </p:sp>
      <p:cxnSp>
        <p:nvCxnSpPr>
          <p:cNvPr id="52" name="直接连接符 51"/>
          <p:cNvCxnSpPr/>
          <p:nvPr/>
        </p:nvCxnSpPr>
        <p:spPr>
          <a:xfrm>
            <a:off x="1167728" y="5257192"/>
            <a:ext cx="9361487" cy="0"/>
          </a:xfrm>
          <a:prstGeom prst="line">
            <a:avLst/>
          </a:prstGeom>
          <a:noFill/>
          <a:ln w="6350" cap="flat" cmpd="sng" algn="ctr">
            <a:solidFill>
              <a:srgbClr val="FFFFFF">
                <a:lumMod val="65000"/>
              </a:srgbClr>
            </a:solidFill>
            <a:prstDash val="dash"/>
            <a:miter lim="800000"/>
          </a:ln>
          <a:effectLst/>
        </p:spPr>
      </p:cxnSp>
      <p:sp>
        <p:nvSpPr>
          <p:cNvPr id="53" name="等腰三角形 52"/>
          <p:cNvSpPr/>
          <p:nvPr/>
        </p:nvSpPr>
        <p:spPr>
          <a:xfrm flipV="1">
            <a:off x="5765943" y="5256071"/>
            <a:ext cx="165056" cy="102712"/>
          </a:xfrm>
          <a:prstGeom prst="triangle">
            <a:avLst/>
          </a:prstGeom>
          <a:solidFill>
            <a:srgbClr val="023F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aphicFrame>
        <p:nvGraphicFramePr>
          <p:cNvPr id="54" name="图表 53"/>
          <p:cNvGraphicFramePr/>
          <p:nvPr/>
        </p:nvGraphicFramePr>
        <p:xfrm>
          <a:off x="5569497" y="1159913"/>
          <a:ext cx="6647183" cy="4011334"/>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0" y="0"/>
            <a:ext cx="12192000" cy="6912403"/>
          </a:xfrm>
          <a:prstGeom prst="rect">
            <a:avLst/>
          </a:prstGeom>
          <a:gradFill flip="none" rotWithShape="1">
            <a:gsLst>
              <a:gs pos="85000">
                <a:srgbClr val="0B47B3">
                  <a:alpha val="88000"/>
                </a:srgbClr>
              </a:gs>
              <a:gs pos="0">
                <a:srgbClr val="0B47B3">
                  <a:alpha val="95000"/>
                </a:srgbClr>
              </a:gs>
              <a:gs pos="100000">
                <a:srgbClr val="0B47B3"/>
              </a:gs>
            </a:gsLst>
            <a:lin ang="162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5" name="文本框 4"/>
          <p:cNvSpPr txBox="1"/>
          <p:nvPr/>
        </p:nvSpPr>
        <p:spPr>
          <a:xfrm>
            <a:off x="995219" y="1224329"/>
            <a:ext cx="5328592" cy="45089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700" b="0" i="0" u="none" strike="noStrike" kern="1200" cap="none" spc="0" normalizeH="0" baseline="0" noProof="0" dirty="0">
                <a:ln>
                  <a:noFill/>
                </a:ln>
                <a:solidFill>
                  <a:prstClr val="white"/>
                </a:solidFill>
                <a:effectLst/>
                <a:uLnTx/>
                <a:uFillTx/>
                <a:latin typeface="Arial Black" panose="020B0A04020102020204" pitchFamily="34" charset="0"/>
                <a:ea typeface="宋体" panose="02010600030101010101" pitchFamily="2" charset="-122"/>
                <a:cs typeface="+mn-cs"/>
              </a:rPr>
              <a:t>06</a:t>
            </a:r>
            <a:endParaRPr kumimoji="0" lang="zh-CN" altLang="en-US" sz="28700" b="0" i="0" u="none" strike="noStrike" kern="1200" cap="none" spc="0" normalizeH="0" baseline="0" noProof="0" dirty="0">
              <a:ln>
                <a:noFill/>
              </a:ln>
              <a:solidFill>
                <a:prstClr val="white"/>
              </a:solidFill>
              <a:effectLst/>
              <a:uLnTx/>
              <a:uFillTx/>
              <a:latin typeface="Arial Black" panose="020B0A04020102020204" pitchFamily="34" charset="0"/>
              <a:ea typeface="宋体" panose="02010600030101010101" pitchFamily="2" charset="-122"/>
              <a:cs typeface="+mn-cs"/>
            </a:endParaRPr>
          </a:p>
        </p:txBody>
      </p:sp>
      <p:sp>
        <p:nvSpPr>
          <p:cNvPr id="6" name="标题 4"/>
          <p:cNvSpPr txBox="1"/>
          <p:nvPr/>
        </p:nvSpPr>
        <p:spPr>
          <a:xfrm>
            <a:off x="6079784" y="2062596"/>
            <a:ext cx="5328592"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j-cs"/>
              </a:rPr>
              <a:t>请输入你的标题</a:t>
            </a:r>
          </a:p>
        </p:txBody>
      </p:sp>
      <p:cxnSp>
        <p:nvCxnSpPr>
          <p:cNvPr id="7" name="直接连接符 6"/>
          <p:cNvCxnSpPr/>
          <p:nvPr/>
        </p:nvCxnSpPr>
        <p:spPr>
          <a:xfrm>
            <a:off x="6255757" y="3143336"/>
            <a:ext cx="3594498" cy="0"/>
          </a:xfrm>
          <a:prstGeom prst="line">
            <a:avLst/>
          </a:prstGeom>
          <a:noFill/>
          <a:ln w="28575" cap="flat" cmpd="sng" algn="ctr">
            <a:solidFill>
              <a:sysClr val="window" lastClr="FFFFFF"/>
            </a:solidFill>
            <a:prstDash val="solid"/>
            <a:headEnd type="oval" w="med" len="med"/>
            <a:tailEnd type="oval" w="med" len="med"/>
          </a:ln>
          <a:effectLst/>
        </p:spPr>
      </p:cxnSp>
      <p:sp>
        <p:nvSpPr>
          <p:cNvPr id="8" name="标题 4"/>
          <p:cNvSpPr txBox="1"/>
          <p:nvPr/>
        </p:nvSpPr>
        <p:spPr>
          <a:xfrm>
            <a:off x="6225638" y="3862063"/>
            <a:ext cx="4754488"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25000"/>
              </a:lnSpc>
              <a:spcBef>
                <a:spcPct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j-cs"/>
              </a:rPr>
              <a:t>请输入你的副标题或标题说明以简洁为主说明本章的内容关键要点请输入你的副标题或标题说明以简洁为主说明本章的内容关键要点</a:t>
            </a:r>
          </a:p>
          <a:p>
            <a:pPr marL="0" marR="0" lvl="0" indent="0" algn="l" defTabSz="914400" rtl="0" eaLnBrk="1" fontAlgn="auto" latinLnBrk="0" hangingPunct="1">
              <a:lnSpc>
                <a:spcPct val="125000"/>
              </a:lnSpc>
              <a:spcBef>
                <a:spcPct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j-cs"/>
            </a:endParaRPr>
          </a:p>
        </p:txBody>
      </p:sp>
      <p:grpSp>
        <p:nvGrpSpPr>
          <p:cNvPr id="9" name="组合 8"/>
          <p:cNvGrpSpPr/>
          <p:nvPr/>
        </p:nvGrpSpPr>
        <p:grpSpPr>
          <a:xfrm>
            <a:off x="8968955" y="220196"/>
            <a:ext cx="2851680" cy="726950"/>
            <a:chOff x="751446" y="486412"/>
            <a:chExt cx="4918925" cy="1253932"/>
          </a:xfrm>
        </p:grpSpPr>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1446" y="486412"/>
              <a:ext cx="1253932" cy="1253932"/>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1960351" y="558072"/>
              <a:ext cx="3710020" cy="607919"/>
            </a:xfrm>
            <a:prstGeom prst="rect">
              <a:avLst/>
            </a:prstGeom>
          </p:spPr>
        </p:pic>
        <p:sp>
          <p:nvSpPr>
            <p:cNvPr id="12" name="矩形 11"/>
            <p:cNvSpPr/>
            <p:nvPr/>
          </p:nvSpPr>
          <p:spPr>
            <a:xfrm>
              <a:off x="2063872" y="1156394"/>
              <a:ext cx="3606499" cy="530891"/>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rPr>
                <a:t>BEIHANG UNIVERSITY</a:t>
              </a:r>
              <a:endParaRPr kumimoji="0" lang="zh-CN" altLang="en-US" sz="14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3" name="组合 12"/>
          <p:cNvGrpSpPr/>
          <p:nvPr/>
        </p:nvGrpSpPr>
        <p:grpSpPr>
          <a:xfrm>
            <a:off x="227727" y="5858748"/>
            <a:ext cx="2412444" cy="929311"/>
            <a:chOff x="227727" y="5753818"/>
            <a:chExt cx="2412444" cy="929311"/>
          </a:xfrm>
        </p:grpSpPr>
        <p:pic>
          <p:nvPicPr>
            <p:cNvPr id="14" name="图片 13"/>
            <p:cNvPicPr>
              <a:picLocks noChangeAspect="1"/>
            </p:cNvPicPr>
            <p:nvPr/>
          </p:nvPicPr>
          <p:blipFill rotWithShape="1">
            <a:blip r:embed="rId5" cstate="print">
              <a:extLst>
                <a:ext uri="{28A0092B-C50C-407E-A947-70E740481C1C}">
                  <a14:useLocalDpi xmlns:a14="http://schemas.microsoft.com/office/drawing/2010/main" val="0"/>
                </a:ext>
              </a:extLst>
            </a:blip>
            <a:srcRect r="50000" b="-2912"/>
            <a:stretch>
              <a:fillRect/>
            </a:stretch>
          </p:blipFill>
          <p:spPr>
            <a:xfrm>
              <a:off x="227727" y="5753818"/>
              <a:ext cx="1475785" cy="485334"/>
            </a:xfrm>
            <a:prstGeom prst="rect">
              <a:avLst/>
            </a:prstGeom>
          </p:spPr>
        </p:pic>
        <p:pic>
          <p:nvPicPr>
            <p:cNvPr id="15" name="图片 14"/>
            <p:cNvPicPr>
              <a:picLocks noChangeAspect="1"/>
            </p:cNvPicPr>
            <p:nvPr/>
          </p:nvPicPr>
          <p:blipFill rotWithShape="1">
            <a:blip r:embed="rId5" cstate="print">
              <a:extLst>
                <a:ext uri="{28A0092B-C50C-407E-A947-70E740481C1C}">
                  <a14:useLocalDpi xmlns:a14="http://schemas.microsoft.com/office/drawing/2010/main" val="0"/>
                </a:ext>
              </a:extLst>
            </a:blip>
            <a:srcRect l="50000"/>
            <a:stretch>
              <a:fillRect/>
            </a:stretch>
          </p:blipFill>
          <p:spPr>
            <a:xfrm>
              <a:off x="1164385" y="6211529"/>
              <a:ext cx="1475786" cy="4716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7512"/>
          </a:xfrm>
          <a:prstGeom prst="rect">
            <a:avLst/>
          </a:prstGeom>
        </p:spPr>
      </p:pic>
      <p:sp>
        <p:nvSpPr>
          <p:cNvPr id="6" name="矩形 5"/>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7" name="组合 6"/>
          <p:cNvGrpSpPr/>
          <p:nvPr/>
        </p:nvGrpSpPr>
        <p:grpSpPr>
          <a:xfrm>
            <a:off x="0" y="260648"/>
            <a:ext cx="4367671" cy="1043832"/>
            <a:chOff x="0" y="260648"/>
            <a:chExt cx="4367671" cy="1043832"/>
          </a:xfrm>
        </p:grpSpPr>
        <p:sp>
          <p:nvSpPr>
            <p:cNvPr id="8" name="矩形 7"/>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9" name="组合 8"/>
            <p:cNvGrpSpPr/>
            <p:nvPr/>
          </p:nvGrpSpPr>
          <p:grpSpPr>
            <a:xfrm>
              <a:off x="695400" y="260648"/>
              <a:ext cx="3672271" cy="1043832"/>
              <a:chOff x="623392" y="310880"/>
              <a:chExt cx="3672271" cy="1043832"/>
            </a:xfrm>
          </p:grpSpPr>
          <p:sp>
            <p:nvSpPr>
              <p:cNvPr id="10" name="文本框 9"/>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11" name="直接连接符 10"/>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2" name="文本框 11"/>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3" name="文本框 12"/>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4" name="图片 13"/>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5" name="组合 14"/>
          <p:cNvGrpSpPr/>
          <p:nvPr/>
        </p:nvGrpSpPr>
        <p:grpSpPr>
          <a:xfrm>
            <a:off x="8925185" y="381902"/>
            <a:ext cx="2879308" cy="743473"/>
            <a:chOff x="825667" y="458497"/>
            <a:chExt cx="4856203" cy="1253932"/>
          </a:xfrm>
        </p:grpSpPr>
        <p:pic>
          <p:nvPicPr>
            <p:cNvPr id="16" name="图片 15"/>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7" name="图片 16"/>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8" name="矩形 17"/>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grpSp>
        <p:nvGrpSpPr>
          <p:cNvPr id="19" name="组合 18"/>
          <p:cNvGrpSpPr/>
          <p:nvPr/>
        </p:nvGrpSpPr>
        <p:grpSpPr>
          <a:xfrm>
            <a:off x="567909" y="1700808"/>
            <a:ext cx="2256024" cy="3900556"/>
            <a:chOff x="676332" y="1715341"/>
            <a:chExt cx="2256024" cy="3900556"/>
          </a:xfrm>
        </p:grpSpPr>
        <p:sp>
          <p:nvSpPr>
            <p:cNvPr id="20" name="圆角矩形 5"/>
            <p:cNvSpPr/>
            <p:nvPr/>
          </p:nvSpPr>
          <p:spPr>
            <a:xfrm>
              <a:off x="676332" y="2414093"/>
              <a:ext cx="2256024" cy="3178588"/>
            </a:xfrm>
            <a:prstGeom prst="roundRect">
              <a:avLst>
                <a:gd name="adj" fmla="val 3185"/>
              </a:avLst>
            </a:prstGeom>
            <a:solidFill>
              <a:sysClr val="window" lastClr="FFFFFF"/>
            </a:solidFill>
            <a:ln w="12700" cap="flat" cmpd="sng" algn="ctr">
              <a:noFill/>
              <a:prstDash val="solid"/>
              <a:miter lim="800000"/>
            </a:ln>
            <a:effectLst>
              <a:outerShdw blurRad="330200" dist="38100" dir="5400000" algn="t" rotWithShape="0">
                <a:prstClr val="black">
                  <a:alpha val="20000"/>
                </a:prstClr>
              </a:outerShdw>
            </a:effectLst>
          </p:spPr>
          <p:txBody>
            <a:bodyPr rtlCol="0" anchor="ctr"/>
            <a:lstStyle/>
            <a:p>
              <a:pPr algn="ctr">
                <a:defRPr/>
              </a:pPr>
              <a:endParaRPr kumimoji="1" lang="zh-CN" altLang="en-US" kern="0" dirty="0">
                <a:solidFill>
                  <a:prstClr val="white"/>
                </a:solidFill>
                <a:latin typeface="Arial" panose="020B0604020202020204" pitchFamily="34" charset="0"/>
                <a:ea typeface="等线" panose="02010600030101010101" charset="-122"/>
                <a:cs typeface="Arial" panose="020B0604020202020204" pitchFamily="34" charset="0"/>
              </a:endParaRPr>
            </a:p>
          </p:txBody>
        </p:sp>
        <p:grpSp>
          <p:nvGrpSpPr>
            <p:cNvPr id="21" name="组合 20"/>
            <p:cNvGrpSpPr/>
            <p:nvPr/>
          </p:nvGrpSpPr>
          <p:grpSpPr>
            <a:xfrm>
              <a:off x="1030846" y="1715341"/>
              <a:ext cx="1567490" cy="1574601"/>
              <a:chOff x="1424888" y="1980223"/>
              <a:chExt cx="3097405" cy="3111456"/>
            </a:xfrm>
          </p:grpSpPr>
          <p:sp>
            <p:nvSpPr>
              <p:cNvPr id="28" name="椭圆 27"/>
              <p:cNvSpPr/>
              <p:nvPr/>
            </p:nvSpPr>
            <p:spPr>
              <a:xfrm>
                <a:off x="1475710" y="2045094"/>
                <a:ext cx="3046583" cy="3046585"/>
              </a:xfrm>
              <a:prstGeom prst="ellipse">
                <a:avLst/>
              </a:prstGeom>
              <a:solidFill>
                <a:srgbClr val="0B47B3"/>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Arial" panose="020B0604020202020204" pitchFamily="34" charset="0"/>
                  <a:ea typeface="等线" panose="02010600030101010101" charset="-122"/>
                  <a:cs typeface="Arial" panose="020B0604020202020204" pitchFamily="34" charset="0"/>
                </a:endParaRPr>
              </a:p>
            </p:txBody>
          </p:sp>
          <p:pic>
            <p:nvPicPr>
              <p:cNvPr id="29" name="图片 28"/>
              <p:cNvPicPr>
                <a:picLocks noChangeAspect="1"/>
              </p:cNvPicPr>
              <p:nvPr/>
            </p:nvPicPr>
            <p:blipFill>
              <a:blip r:embed="rId7"/>
              <a:srcRect/>
              <a:stretch>
                <a:fillRect/>
              </a:stretch>
            </p:blipFill>
            <p:spPr>
              <a:xfrm>
                <a:off x="1424888" y="1980223"/>
                <a:ext cx="3012708" cy="3071007"/>
              </a:xfrm>
              <a:prstGeom prst="ellipse">
                <a:avLst/>
              </a:prstGeom>
              <a:ln w="66675">
                <a:noFill/>
              </a:ln>
            </p:spPr>
          </p:pic>
        </p:grpSp>
        <p:sp>
          <p:nvSpPr>
            <p:cNvPr id="22" name="文本框 21"/>
            <p:cNvSpPr txBox="1"/>
            <p:nvPr/>
          </p:nvSpPr>
          <p:spPr>
            <a:xfrm>
              <a:off x="1417059" y="3325255"/>
              <a:ext cx="774571" cy="453650"/>
            </a:xfrm>
            <a:prstGeom prst="rect">
              <a:avLst/>
            </a:prstGeom>
            <a:noFill/>
          </p:spPr>
          <p:txBody>
            <a:bodyPr wrap="none" rtlCol="0">
              <a:spAutoFit/>
            </a:bodyPr>
            <a:lstStyle/>
            <a:p>
              <a:pPr algn="ctr">
                <a:lnSpc>
                  <a:spcPct val="130000"/>
                </a:lnSpc>
                <a:defRPr/>
              </a:pPr>
              <a:r>
                <a:rPr kumimoji="1" lang="zh-CN" altLang="en-US" sz="2000" b="1" kern="0" spc="300" dirty="0">
                  <a:gradFill>
                    <a:gsLst>
                      <a:gs pos="0">
                        <a:prstClr val="black"/>
                      </a:gs>
                      <a:gs pos="100000">
                        <a:prstClr val="black">
                          <a:lumMod val="65000"/>
                          <a:lumOff val="35000"/>
                        </a:prstClr>
                      </a:gs>
                    </a:gsLst>
                    <a:lin ang="5400000" scaled="0"/>
                  </a:gradFill>
                  <a:latin typeface="Arial" panose="020B0604020202020204" pitchFamily="34" charset="0"/>
                  <a:ea typeface="微软雅黑" panose="020B0503020204020204" pitchFamily="34" charset="-122"/>
                  <a:cs typeface="Arial" panose="020B0604020202020204" pitchFamily="34" charset="0"/>
                </a:rPr>
                <a:t>姓名</a:t>
              </a:r>
            </a:p>
          </p:txBody>
        </p:sp>
        <p:grpSp>
          <p:nvGrpSpPr>
            <p:cNvPr id="23" name="组合 22"/>
            <p:cNvGrpSpPr/>
            <p:nvPr/>
          </p:nvGrpSpPr>
          <p:grpSpPr>
            <a:xfrm>
              <a:off x="1542766" y="3782496"/>
              <a:ext cx="569387" cy="309124"/>
              <a:chOff x="8277165" y="2442916"/>
              <a:chExt cx="569387" cy="309124"/>
            </a:xfrm>
          </p:grpSpPr>
          <p:sp>
            <p:nvSpPr>
              <p:cNvPr id="26" name="圆角矩形 16"/>
              <p:cNvSpPr/>
              <p:nvPr/>
            </p:nvSpPr>
            <p:spPr>
              <a:xfrm>
                <a:off x="8308690" y="2477890"/>
                <a:ext cx="460106" cy="246982"/>
              </a:xfrm>
              <a:prstGeom prst="roundRect">
                <a:avLst/>
              </a:prstGeom>
              <a:solidFill>
                <a:srgbClr val="0B47B3"/>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Arial" panose="020B0604020202020204" pitchFamily="34" charset="0"/>
                  <a:ea typeface="等线" panose="02010600030101010101" charset="-122"/>
                  <a:cs typeface="Arial" panose="020B0604020202020204" pitchFamily="34" charset="0"/>
                </a:endParaRPr>
              </a:p>
            </p:txBody>
          </p:sp>
          <p:sp>
            <p:nvSpPr>
              <p:cNvPr id="27" name="文本框 26"/>
              <p:cNvSpPr txBox="1"/>
              <p:nvPr/>
            </p:nvSpPr>
            <p:spPr>
              <a:xfrm>
                <a:off x="8277165" y="2442916"/>
                <a:ext cx="569387" cy="309124"/>
              </a:xfrm>
              <a:prstGeom prst="rect">
                <a:avLst/>
              </a:prstGeom>
              <a:noFill/>
            </p:spPr>
            <p:txBody>
              <a:bodyPr wrap="square" rtlCol="0">
                <a:spAutoFit/>
              </a:bodyPr>
              <a:lstStyle/>
              <a:p>
                <a:pPr algn="ctr">
                  <a:lnSpc>
                    <a:spcPct val="130000"/>
                  </a:lnSpc>
                  <a:defRPr/>
                </a:pPr>
                <a:r>
                  <a:rPr kumimoji="1" lang="zh-CN" altLang="en-US" sz="1200" kern="0" spc="300" dirty="0">
                    <a:solidFill>
                      <a:prstClr val="white"/>
                    </a:solidFill>
                    <a:latin typeface="Arial" panose="020B0604020202020204" pitchFamily="34" charset="0"/>
                    <a:ea typeface="微软雅黑" panose="020B0503020204020204" pitchFamily="34" charset="-122"/>
                    <a:cs typeface="Arial" panose="020B0604020202020204" pitchFamily="34" charset="0"/>
                  </a:rPr>
                  <a:t>职位</a:t>
                </a:r>
              </a:p>
            </p:txBody>
          </p:sp>
        </p:grpSp>
        <p:sp>
          <p:nvSpPr>
            <p:cNvPr id="24" name="文本框 23"/>
            <p:cNvSpPr txBox="1"/>
            <p:nvPr/>
          </p:nvSpPr>
          <p:spPr>
            <a:xfrm>
              <a:off x="754079" y="4133453"/>
              <a:ext cx="2146742" cy="1185453"/>
            </a:xfrm>
            <a:prstGeom prst="rect">
              <a:avLst/>
            </a:prstGeom>
            <a:noFill/>
          </p:spPr>
          <p:txBody>
            <a:bodyPr wrap="none" rtlCol="0">
              <a:spAutoFit/>
            </a:bodyPr>
            <a:lstStyle/>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endParaRPr kumimoji="1" lang="en-US" altLang="zh-CN" sz="1400" kern="0" spc="300" dirty="0">
                <a:solidFill>
                  <a:prstClr val="black"/>
                </a:solidFill>
                <a:latin typeface="Arial" panose="020B0604020202020204" pitchFamily="34" charset="0"/>
                <a:ea typeface="微软雅黑 Light" panose="020B0502040204020203" charset="-122"/>
                <a:cs typeface="Arial" panose="020B0604020202020204" pitchFamily="34" charset="0"/>
              </a:endParaRPr>
            </a:p>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p>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endParaRPr kumimoji="1" lang="en-US" altLang="zh-CN" sz="1400" kern="0" spc="300" dirty="0">
                <a:solidFill>
                  <a:prstClr val="black"/>
                </a:solidFill>
                <a:latin typeface="Arial" panose="020B0604020202020204" pitchFamily="34" charset="0"/>
                <a:ea typeface="微软雅黑 Light" panose="020B0502040204020203" charset="-122"/>
                <a:cs typeface="Arial" panose="020B0604020202020204" pitchFamily="34" charset="0"/>
              </a:endParaRPr>
            </a:p>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endParaRPr kumimoji="1" lang="en-US" altLang="zh-CN" sz="1400" kern="0" spc="300" dirty="0">
                <a:solidFill>
                  <a:prstClr val="black"/>
                </a:solidFill>
                <a:latin typeface="Arial" panose="020B0604020202020204" pitchFamily="34" charset="0"/>
                <a:ea typeface="微软雅黑 Light" panose="020B0502040204020203" charset="-122"/>
                <a:cs typeface="Arial" panose="020B0604020202020204" pitchFamily="34" charset="0"/>
              </a:endParaRPr>
            </a:p>
          </p:txBody>
        </p:sp>
        <p:sp>
          <p:nvSpPr>
            <p:cNvPr id="25" name="平行四边形 24"/>
            <p:cNvSpPr/>
            <p:nvPr/>
          </p:nvSpPr>
          <p:spPr>
            <a:xfrm>
              <a:off x="1563107" y="5531426"/>
              <a:ext cx="460106" cy="84471"/>
            </a:xfrm>
            <a:prstGeom prst="parallelogram">
              <a:avLst/>
            </a:prstGeom>
            <a:solidFill>
              <a:srgbClr val="0B47B3"/>
            </a:solidFill>
            <a:ln w="12700" cap="flat" cmpd="sng" algn="ctr">
              <a:noFill/>
              <a:prstDash val="solid"/>
              <a:miter lim="800000"/>
            </a:ln>
            <a:effectLst/>
          </p:spPr>
          <p:txBody>
            <a:bodyPr rtlCol="0" anchor="ctr"/>
            <a:lstStyle/>
            <a:p>
              <a:pPr algn="ctr">
                <a:defRPr/>
              </a:pPr>
              <a:endParaRPr kumimoji="1" lang="zh-CN" altLang="en-US" kern="0" dirty="0">
                <a:solidFill>
                  <a:prstClr val="white"/>
                </a:solidFill>
                <a:latin typeface="Arial" panose="020B0604020202020204" pitchFamily="34" charset="0"/>
                <a:ea typeface="等线" panose="02010600030101010101" charset="-122"/>
                <a:cs typeface="Arial" panose="020B0604020202020204" pitchFamily="34" charset="0"/>
              </a:endParaRPr>
            </a:p>
          </p:txBody>
        </p:sp>
      </p:grpSp>
      <p:grpSp>
        <p:nvGrpSpPr>
          <p:cNvPr id="30" name="组合 29"/>
          <p:cNvGrpSpPr/>
          <p:nvPr/>
        </p:nvGrpSpPr>
        <p:grpSpPr>
          <a:xfrm>
            <a:off x="3533969" y="1700808"/>
            <a:ext cx="2256024" cy="3930169"/>
            <a:chOff x="3395328" y="1648998"/>
            <a:chExt cx="2256024" cy="3930169"/>
          </a:xfrm>
        </p:grpSpPr>
        <p:grpSp>
          <p:nvGrpSpPr>
            <p:cNvPr id="31" name="组合 30"/>
            <p:cNvGrpSpPr/>
            <p:nvPr/>
          </p:nvGrpSpPr>
          <p:grpSpPr>
            <a:xfrm>
              <a:off x="3395328" y="1711440"/>
              <a:ext cx="2256024" cy="3867727"/>
              <a:chOff x="676332" y="1748170"/>
              <a:chExt cx="2256024" cy="3867727"/>
            </a:xfrm>
          </p:grpSpPr>
          <p:sp>
            <p:nvSpPr>
              <p:cNvPr id="33" name="圆角矩形 55"/>
              <p:cNvSpPr/>
              <p:nvPr/>
            </p:nvSpPr>
            <p:spPr>
              <a:xfrm>
                <a:off x="676332" y="2414093"/>
                <a:ext cx="2256024" cy="3178588"/>
              </a:xfrm>
              <a:prstGeom prst="roundRect">
                <a:avLst>
                  <a:gd name="adj" fmla="val 3185"/>
                </a:avLst>
              </a:prstGeom>
              <a:solidFill>
                <a:sysClr val="window" lastClr="FFFFFF"/>
              </a:solidFill>
              <a:ln w="12700" cap="flat" cmpd="sng" algn="ctr">
                <a:noFill/>
                <a:prstDash val="solid"/>
                <a:miter lim="800000"/>
              </a:ln>
              <a:effectLst>
                <a:outerShdw blurRad="330200" dist="38100" dir="5400000" algn="t" rotWithShape="0">
                  <a:prstClr val="black">
                    <a:alpha val="20000"/>
                  </a:prstClr>
                </a:outerShdw>
              </a:effectLst>
            </p:spPr>
            <p:txBody>
              <a:bodyPr rtlCol="0" anchor="ctr"/>
              <a:lstStyle/>
              <a:p>
                <a:pPr algn="ctr">
                  <a:defRPr/>
                </a:pPr>
                <a:endParaRPr kumimoji="1" lang="zh-CN" altLang="en-US" kern="0">
                  <a:solidFill>
                    <a:prstClr val="white"/>
                  </a:solidFill>
                  <a:latin typeface="Arial" panose="020B0604020202020204" pitchFamily="34" charset="0"/>
                  <a:ea typeface="等线" panose="02010600030101010101" charset="-122"/>
                  <a:cs typeface="Arial" panose="020B0604020202020204" pitchFamily="34" charset="0"/>
                </a:endParaRPr>
              </a:p>
            </p:txBody>
          </p:sp>
          <p:sp>
            <p:nvSpPr>
              <p:cNvPr id="34" name="椭圆 33"/>
              <p:cNvSpPr/>
              <p:nvPr/>
            </p:nvSpPr>
            <p:spPr>
              <a:xfrm>
                <a:off x="1056565" y="1748170"/>
                <a:ext cx="1541771" cy="1541772"/>
              </a:xfrm>
              <a:prstGeom prst="ellipse">
                <a:avLst/>
              </a:prstGeom>
              <a:solidFill>
                <a:srgbClr val="0B47B3"/>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Arial" panose="020B0604020202020204" pitchFamily="34" charset="0"/>
                  <a:ea typeface="等线" panose="02010600030101010101" charset="-122"/>
                  <a:cs typeface="Arial" panose="020B0604020202020204" pitchFamily="34" charset="0"/>
                </a:endParaRPr>
              </a:p>
            </p:txBody>
          </p:sp>
          <p:sp>
            <p:nvSpPr>
              <p:cNvPr id="35" name="文本框 34"/>
              <p:cNvSpPr txBox="1"/>
              <p:nvPr/>
            </p:nvSpPr>
            <p:spPr>
              <a:xfrm>
                <a:off x="1417059" y="3325255"/>
                <a:ext cx="774571" cy="453650"/>
              </a:xfrm>
              <a:prstGeom prst="rect">
                <a:avLst/>
              </a:prstGeom>
              <a:noFill/>
            </p:spPr>
            <p:txBody>
              <a:bodyPr wrap="none" rtlCol="0">
                <a:spAutoFit/>
              </a:bodyPr>
              <a:lstStyle/>
              <a:p>
                <a:pPr algn="ctr">
                  <a:lnSpc>
                    <a:spcPct val="130000"/>
                  </a:lnSpc>
                  <a:defRPr/>
                </a:pPr>
                <a:r>
                  <a:rPr kumimoji="1" lang="zh-CN" altLang="en-US" sz="2000" b="1" kern="0" spc="300" dirty="0">
                    <a:gradFill>
                      <a:gsLst>
                        <a:gs pos="0">
                          <a:prstClr val="black"/>
                        </a:gs>
                        <a:gs pos="100000">
                          <a:prstClr val="black">
                            <a:lumMod val="65000"/>
                            <a:lumOff val="35000"/>
                          </a:prstClr>
                        </a:gs>
                      </a:gsLst>
                      <a:lin ang="5400000" scaled="0"/>
                    </a:gradFill>
                    <a:latin typeface="Arial" panose="020B0604020202020204" pitchFamily="34" charset="0"/>
                    <a:ea typeface="微软雅黑" panose="020B0503020204020204" pitchFamily="34" charset="-122"/>
                    <a:cs typeface="Arial" panose="020B0604020202020204" pitchFamily="34" charset="0"/>
                  </a:rPr>
                  <a:t>姓名</a:t>
                </a:r>
              </a:p>
            </p:txBody>
          </p:sp>
          <p:grpSp>
            <p:nvGrpSpPr>
              <p:cNvPr id="36" name="组合 35"/>
              <p:cNvGrpSpPr/>
              <p:nvPr/>
            </p:nvGrpSpPr>
            <p:grpSpPr>
              <a:xfrm>
                <a:off x="1508466" y="3751220"/>
                <a:ext cx="569387" cy="309124"/>
                <a:chOff x="8242865" y="2411640"/>
                <a:chExt cx="569387" cy="309124"/>
              </a:xfrm>
            </p:grpSpPr>
            <p:sp>
              <p:nvSpPr>
                <p:cNvPr id="39" name="圆角矩形 61"/>
                <p:cNvSpPr/>
                <p:nvPr/>
              </p:nvSpPr>
              <p:spPr>
                <a:xfrm>
                  <a:off x="8301487" y="2448277"/>
                  <a:ext cx="460106" cy="246982"/>
                </a:xfrm>
                <a:prstGeom prst="roundRect">
                  <a:avLst/>
                </a:prstGeom>
                <a:solidFill>
                  <a:srgbClr val="0B47B3"/>
                </a:solidFill>
                <a:ln w="12700" cap="flat" cmpd="sng" algn="ctr">
                  <a:noFill/>
                  <a:prstDash val="solid"/>
                  <a:miter lim="800000"/>
                </a:ln>
                <a:effectLst/>
              </p:spPr>
              <p:txBody>
                <a:bodyPr rtlCol="0" anchor="ctr"/>
                <a:lstStyle/>
                <a:p>
                  <a:pPr algn="ctr">
                    <a:defRPr/>
                  </a:pPr>
                  <a:endParaRPr kumimoji="1" lang="zh-CN" altLang="en-US" kern="0" dirty="0">
                    <a:solidFill>
                      <a:prstClr val="white"/>
                    </a:solidFill>
                    <a:latin typeface="Arial" panose="020B0604020202020204" pitchFamily="34" charset="0"/>
                    <a:ea typeface="等线" panose="02010600030101010101" charset="-122"/>
                    <a:cs typeface="Arial" panose="020B0604020202020204" pitchFamily="34" charset="0"/>
                  </a:endParaRPr>
                </a:p>
              </p:txBody>
            </p:sp>
            <p:sp>
              <p:nvSpPr>
                <p:cNvPr id="40" name="文本框 39"/>
                <p:cNvSpPr txBox="1"/>
                <p:nvPr/>
              </p:nvSpPr>
              <p:spPr>
                <a:xfrm>
                  <a:off x="8242865" y="2411640"/>
                  <a:ext cx="569387" cy="309124"/>
                </a:xfrm>
                <a:prstGeom prst="rect">
                  <a:avLst/>
                </a:prstGeom>
                <a:noFill/>
              </p:spPr>
              <p:txBody>
                <a:bodyPr wrap="none" rtlCol="0">
                  <a:spAutoFit/>
                </a:bodyPr>
                <a:lstStyle/>
                <a:p>
                  <a:pPr algn="ctr">
                    <a:lnSpc>
                      <a:spcPct val="130000"/>
                    </a:lnSpc>
                    <a:defRPr/>
                  </a:pPr>
                  <a:r>
                    <a:rPr kumimoji="1" lang="zh-CN" altLang="en-US" sz="1200" kern="0" spc="300" dirty="0">
                      <a:solidFill>
                        <a:prstClr val="white"/>
                      </a:solidFill>
                      <a:latin typeface="Arial" panose="020B0604020202020204" pitchFamily="34" charset="0"/>
                      <a:ea typeface="微软雅黑" panose="020B0503020204020204" pitchFamily="34" charset="-122"/>
                      <a:cs typeface="Arial" panose="020B0604020202020204" pitchFamily="34" charset="0"/>
                    </a:rPr>
                    <a:t>职位</a:t>
                  </a:r>
                </a:p>
              </p:txBody>
            </p:sp>
          </p:grpSp>
          <p:sp>
            <p:nvSpPr>
              <p:cNvPr id="37" name="文本框 36"/>
              <p:cNvSpPr txBox="1"/>
              <p:nvPr/>
            </p:nvSpPr>
            <p:spPr>
              <a:xfrm>
                <a:off x="754079" y="4133453"/>
                <a:ext cx="2146742" cy="1185453"/>
              </a:xfrm>
              <a:prstGeom prst="rect">
                <a:avLst/>
              </a:prstGeom>
              <a:noFill/>
            </p:spPr>
            <p:txBody>
              <a:bodyPr wrap="none" rtlCol="0">
                <a:spAutoFit/>
              </a:bodyPr>
              <a:lstStyle/>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endParaRPr kumimoji="1" lang="en-US" altLang="zh-CN" sz="1400" kern="0" spc="300" dirty="0">
                  <a:solidFill>
                    <a:prstClr val="black"/>
                  </a:solidFill>
                  <a:latin typeface="Arial" panose="020B0604020202020204" pitchFamily="34" charset="0"/>
                  <a:ea typeface="微软雅黑 Light" panose="020B0502040204020203" charset="-122"/>
                  <a:cs typeface="Arial" panose="020B0604020202020204" pitchFamily="34" charset="0"/>
                </a:endParaRPr>
              </a:p>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p>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endParaRPr kumimoji="1" lang="en-US" altLang="zh-CN" sz="1400" kern="0" spc="300" dirty="0">
                  <a:solidFill>
                    <a:prstClr val="black"/>
                  </a:solidFill>
                  <a:latin typeface="Arial" panose="020B0604020202020204" pitchFamily="34" charset="0"/>
                  <a:ea typeface="微软雅黑 Light" panose="020B0502040204020203" charset="-122"/>
                  <a:cs typeface="Arial" panose="020B0604020202020204" pitchFamily="34" charset="0"/>
                </a:endParaRPr>
              </a:p>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endParaRPr kumimoji="1" lang="en-US" altLang="zh-CN" sz="1400" kern="0" spc="300" dirty="0">
                  <a:solidFill>
                    <a:prstClr val="black"/>
                  </a:solidFill>
                  <a:latin typeface="Arial" panose="020B0604020202020204" pitchFamily="34" charset="0"/>
                  <a:ea typeface="微软雅黑 Light" panose="020B0502040204020203" charset="-122"/>
                  <a:cs typeface="Arial" panose="020B0604020202020204" pitchFamily="34" charset="0"/>
                </a:endParaRPr>
              </a:p>
            </p:txBody>
          </p:sp>
          <p:sp>
            <p:nvSpPr>
              <p:cNvPr id="38" name="平行四边形 37"/>
              <p:cNvSpPr/>
              <p:nvPr/>
            </p:nvSpPr>
            <p:spPr>
              <a:xfrm>
                <a:off x="1563107" y="5531426"/>
                <a:ext cx="460106" cy="84471"/>
              </a:xfrm>
              <a:prstGeom prst="parallelogram">
                <a:avLst/>
              </a:prstGeom>
              <a:solidFill>
                <a:srgbClr val="0B47B3"/>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Arial" panose="020B0604020202020204" pitchFamily="34" charset="0"/>
                  <a:ea typeface="等线" panose="02010600030101010101" charset="-122"/>
                  <a:cs typeface="Arial" panose="020B0604020202020204" pitchFamily="34" charset="0"/>
                </a:endParaRPr>
              </a:p>
            </p:txBody>
          </p:sp>
        </p:grpSp>
        <p:pic>
          <p:nvPicPr>
            <p:cNvPr id="32" name="图片 31"/>
            <p:cNvPicPr>
              <a:picLocks noChangeAspect="1"/>
            </p:cNvPicPr>
            <p:nvPr/>
          </p:nvPicPr>
          <p:blipFill>
            <a:blip r:embed="rId7"/>
            <a:srcRect/>
            <a:stretch>
              <a:fillRect/>
            </a:stretch>
          </p:blipFill>
          <p:spPr>
            <a:xfrm>
              <a:off x="3749842" y="1648998"/>
              <a:ext cx="1524628" cy="1554131"/>
            </a:xfrm>
            <a:prstGeom prst="ellipse">
              <a:avLst/>
            </a:prstGeom>
            <a:ln w="66675">
              <a:noFill/>
            </a:ln>
          </p:spPr>
        </p:pic>
      </p:grpSp>
      <p:grpSp>
        <p:nvGrpSpPr>
          <p:cNvPr id="41" name="组合 40"/>
          <p:cNvGrpSpPr/>
          <p:nvPr/>
        </p:nvGrpSpPr>
        <p:grpSpPr>
          <a:xfrm>
            <a:off x="6500029" y="1700808"/>
            <a:ext cx="2256024" cy="3930169"/>
            <a:chOff x="6699602" y="1648998"/>
            <a:chExt cx="2256024" cy="3930169"/>
          </a:xfrm>
        </p:grpSpPr>
        <p:grpSp>
          <p:nvGrpSpPr>
            <p:cNvPr id="42" name="组合 41"/>
            <p:cNvGrpSpPr/>
            <p:nvPr/>
          </p:nvGrpSpPr>
          <p:grpSpPr>
            <a:xfrm>
              <a:off x="6699602" y="1711440"/>
              <a:ext cx="2256024" cy="3867727"/>
              <a:chOff x="676332" y="1748170"/>
              <a:chExt cx="2256024" cy="3867727"/>
            </a:xfrm>
          </p:grpSpPr>
          <p:sp>
            <p:nvSpPr>
              <p:cNvPr id="44" name="圆角矩形 66"/>
              <p:cNvSpPr/>
              <p:nvPr/>
            </p:nvSpPr>
            <p:spPr>
              <a:xfrm>
                <a:off x="676332" y="2414093"/>
                <a:ext cx="2256024" cy="3178588"/>
              </a:xfrm>
              <a:prstGeom prst="roundRect">
                <a:avLst>
                  <a:gd name="adj" fmla="val 3185"/>
                </a:avLst>
              </a:prstGeom>
              <a:solidFill>
                <a:sysClr val="window" lastClr="FFFFFF"/>
              </a:solidFill>
              <a:ln w="12700" cap="flat" cmpd="sng" algn="ctr">
                <a:noFill/>
                <a:prstDash val="solid"/>
                <a:miter lim="800000"/>
              </a:ln>
              <a:effectLst>
                <a:outerShdw blurRad="330200" dist="38100" dir="5400000" algn="t" rotWithShape="0">
                  <a:prstClr val="black">
                    <a:alpha val="20000"/>
                  </a:prstClr>
                </a:outerShdw>
              </a:effectLst>
            </p:spPr>
            <p:txBody>
              <a:bodyPr rtlCol="0" anchor="ctr"/>
              <a:lstStyle/>
              <a:p>
                <a:pPr algn="ctr">
                  <a:defRPr/>
                </a:pPr>
                <a:endParaRPr kumimoji="1" lang="zh-CN" altLang="en-US" kern="0">
                  <a:solidFill>
                    <a:prstClr val="white"/>
                  </a:solidFill>
                  <a:latin typeface="Arial" panose="020B0604020202020204" pitchFamily="34" charset="0"/>
                  <a:ea typeface="等线" panose="02010600030101010101" charset="-122"/>
                  <a:cs typeface="Arial" panose="020B0604020202020204" pitchFamily="34" charset="0"/>
                </a:endParaRPr>
              </a:p>
            </p:txBody>
          </p:sp>
          <p:sp>
            <p:nvSpPr>
              <p:cNvPr id="45" name="椭圆 44"/>
              <p:cNvSpPr/>
              <p:nvPr/>
            </p:nvSpPr>
            <p:spPr>
              <a:xfrm>
                <a:off x="1056565" y="1748170"/>
                <a:ext cx="1541771" cy="1541772"/>
              </a:xfrm>
              <a:prstGeom prst="ellipse">
                <a:avLst/>
              </a:prstGeom>
              <a:solidFill>
                <a:srgbClr val="0B47B3"/>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Arial" panose="020B0604020202020204" pitchFamily="34" charset="0"/>
                  <a:ea typeface="等线" panose="02010600030101010101" charset="-122"/>
                  <a:cs typeface="Arial" panose="020B0604020202020204" pitchFamily="34" charset="0"/>
                </a:endParaRPr>
              </a:p>
            </p:txBody>
          </p:sp>
          <p:sp>
            <p:nvSpPr>
              <p:cNvPr id="46" name="文本框 45"/>
              <p:cNvSpPr txBox="1"/>
              <p:nvPr/>
            </p:nvSpPr>
            <p:spPr>
              <a:xfrm>
                <a:off x="1417059" y="3325255"/>
                <a:ext cx="774571" cy="453650"/>
              </a:xfrm>
              <a:prstGeom prst="rect">
                <a:avLst/>
              </a:prstGeom>
              <a:noFill/>
            </p:spPr>
            <p:txBody>
              <a:bodyPr wrap="none" rtlCol="0">
                <a:spAutoFit/>
              </a:bodyPr>
              <a:lstStyle/>
              <a:p>
                <a:pPr algn="ctr">
                  <a:lnSpc>
                    <a:spcPct val="130000"/>
                  </a:lnSpc>
                  <a:defRPr/>
                </a:pPr>
                <a:r>
                  <a:rPr kumimoji="1" lang="zh-CN" altLang="en-US" sz="2000" b="1" kern="0" spc="300" dirty="0">
                    <a:gradFill>
                      <a:gsLst>
                        <a:gs pos="0">
                          <a:prstClr val="black"/>
                        </a:gs>
                        <a:gs pos="100000">
                          <a:prstClr val="black">
                            <a:lumMod val="65000"/>
                            <a:lumOff val="35000"/>
                          </a:prstClr>
                        </a:gs>
                      </a:gsLst>
                      <a:lin ang="5400000" scaled="0"/>
                    </a:gradFill>
                    <a:latin typeface="Arial" panose="020B0604020202020204" pitchFamily="34" charset="0"/>
                    <a:ea typeface="微软雅黑" panose="020B0503020204020204" pitchFamily="34" charset="-122"/>
                    <a:cs typeface="Arial" panose="020B0604020202020204" pitchFamily="34" charset="0"/>
                  </a:rPr>
                  <a:t>姓名</a:t>
                </a:r>
              </a:p>
            </p:txBody>
          </p:sp>
          <p:grpSp>
            <p:nvGrpSpPr>
              <p:cNvPr id="47" name="组合 46"/>
              <p:cNvGrpSpPr/>
              <p:nvPr/>
            </p:nvGrpSpPr>
            <p:grpSpPr>
              <a:xfrm>
                <a:off x="1508466" y="3759256"/>
                <a:ext cx="569387" cy="309124"/>
                <a:chOff x="8242865" y="2419676"/>
                <a:chExt cx="569387" cy="309124"/>
              </a:xfrm>
            </p:grpSpPr>
            <p:sp>
              <p:nvSpPr>
                <p:cNvPr id="50" name="圆角矩形 72"/>
                <p:cNvSpPr/>
                <p:nvPr/>
              </p:nvSpPr>
              <p:spPr>
                <a:xfrm>
                  <a:off x="8272625" y="2462541"/>
                  <a:ext cx="460106" cy="246982"/>
                </a:xfrm>
                <a:prstGeom prst="roundRect">
                  <a:avLst/>
                </a:prstGeom>
                <a:solidFill>
                  <a:srgbClr val="0B47B3"/>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Arial" panose="020B0604020202020204" pitchFamily="34" charset="0"/>
                    <a:ea typeface="等线" panose="02010600030101010101" charset="-122"/>
                    <a:cs typeface="Arial" panose="020B0604020202020204" pitchFamily="34" charset="0"/>
                  </a:endParaRPr>
                </a:p>
              </p:txBody>
            </p:sp>
            <p:sp>
              <p:nvSpPr>
                <p:cNvPr id="51" name="文本框 50"/>
                <p:cNvSpPr txBox="1"/>
                <p:nvPr/>
              </p:nvSpPr>
              <p:spPr>
                <a:xfrm>
                  <a:off x="8242865" y="2419676"/>
                  <a:ext cx="569387" cy="309124"/>
                </a:xfrm>
                <a:prstGeom prst="rect">
                  <a:avLst/>
                </a:prstGeom>
                <a:noFill/>
              </p:spPr>
              <p:txBody>
                <a:bodyPr wrap="none" rtlCol="0">
                  <a:spAutoFit/>
                </a:bodyPr>
                <a:lstStyle/>
                <a:p>
                  <a:pPr algn="ctr">
                    <a:lnSpc>
                      <a:spcPct val="130000"/>
                    </a:lnSpc>
                    <a:defRPr/>
                  </a:pPr>
                  <a:r>
                    <a:rPr kumimoji="1" lang="zh-CN" altLang="en-US" sz="1200" kern="0" spc="300" dirty="0">
                      <a:solidFill>
                        <a:prstClr val="white"/>
                      </a:solidFill>
                      <a:latin typeface="Arial" panose="020B0604020202020204" pitchFamily="34" charset="0"/>
                      <a:ea typeface="微软雅黑" panose="020B0503020204020204" pitchFamily="34" charset="-122"/>
                      <a:cs typeface="Arial" panose="020B0604020202020204" pitchFamily="34" charset="0"/>
                    </a:rPr>
                    <a:t>职位</a:t>
                  </a:r>
                </a:p>
              </p:txBody>
            </p:sp>
          </p:grpSp>
          <p:sp>
            <p:nvSpPr>
              <p:cNvPr id="48" name="文本框 47"/>
              <p:cNvSpPr txBox="1"/>
              <p:nvPr/>
            </p:nvSpPr>
            <p:spPr>
              <a:xfrm>
                <a:off x="754079" y="4133453"/>
                <a:ext cx="2146742" cy="1185453"/>
              </a:xfrm>
              <a:prstGeom prst="rect">
                <a:avLst/>
              </a:prstGeom>
              <a:noFill/>
            </p:spPr>
            <p:txBody>
              <a:bodyPr wrap="none" rtlCol="0">
                <a:spAutoFit/>
              </a:bodyPr>
              <a:lstStyle/>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endParaRPr kumimoji="1" lang="en-US" altLang="zh-CN" sz="1400" kern="0" spc="300" dirty="0">
                  <a:solidFill>
                    <a:prstClr val="black"/>
                  </a:solidFill>
                  <a:latin typeface="Arial" panose="020B0604020202020204" pitchFamily="34" charset="0"/>
                  <a:ea typeface="微软雅黑 Light" panose="020B0502040204020203" charset="-122"/>
                  <a:cs typeface="Arial" panose="020B0604020202020204" pitchFamily="34" charset="0"/>
                </a:endParaRPr>
              </a:p>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p>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endParaRPr kumimoji="1" lang="en-US" altLang="zh-CN" sz="1400" kern="0" spc="300" dirty="0">
                  <a:solidFill>
                    <a:prstClr val="black"/>
                  </a:solidFill>
                  <a:latin typeface="Arial" panose="020B0604020202020204" pitchFamily="34" charset="0"/>
                  <a:ea typeface="微软雅黑 Light" panose="020B0502040204020203" charset="-122"/>
                  <a:cs typeface="Arial" panose="020B0604020202020204" pitchFamily="34" charset="0"/>
                </a:endParaRPr>
              </a:p>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endParaRPr kumimoji="1" lang="en-US" altLang="zh-CN" sz="1400" kern="0" spc="300" dirty="0">
                  <a:solidFill>
                    <a:prstClr val="black"/>
                  </a:solidFill>
                  <a:latin typeface="Arial" panose="020B0604020202020204" pitchFamily="34" charset="0"/>
                  <a:ea typeface="微软雅黑 Light" panose="020B0502040204020203" charset="-122"/>
                  <a:cs typeface="Arial" panose="020B0604020202020204" pitchFamily="34" charset="0"/>
                </a:endParaRPr>
              </a:p>
            </p:txBody>
          </p:sp>
          <p:sp>
            <p:nvSpPr>
              <p:cNvPr id="49" name="平行四边形 48"/>
              <p:cNvSpPr/>
              <p:nvPr/>
            </p:nvSpPr>
            <p:spPr>
              <a:xfrm>
                <a:off x="1563107" y="5531426"/>
                <a:ext cx="460106" cy="84471"/>
              </a:xfrm>
              <a:prstGeom prst="parallelogram">
                <a:avLst/>
              </a:prstGeom>
              <a:solidFill>
                <a:srgbClr val="0B47B3"/>
              </a:solidFill>
              <a:ln w="12700" cap="flat" cmpd="sng" algn="ctr">
                <a:noFill/>
                <a:prstDash val="solid"/>
                <a:miter lim="800000"/>
              </a:ln>
              <a:effectLst/>
            </p:spPr>
            <p:txBody>
              <a:bodyPr rtlCol="0" anchor="ctr"/>
              <a:lstStyle/>
              <a:p>
                <a:pPr algn="ctr">
                  <a:defRPr/>
                </a:pPr>
                <a:endParaRPr kumimoji="1" lang="zh-CN" altLang="en-US" kern="0" dirty="0">
                  <a:solidFill>
                    <a:prstClr val="white"/>
                  </a:solidFill>
                  <a:latin typeface="Arial" panose="020B0604020202020204" pitchFamily="34" charset="0"/>
                  <a:ea typeface="等线" panose="02010600030101010101" charset="-122"/>
                  <a:cs typeface="Arial" panose="020B0604020202020204" pitchFamily="34" charset="0"/>
                </a:endParaRPr>
              </a:p>
            </p:txBody>
          </p:sp>
        </p:grpSp>
        <p:pic>
          <p:nvPicPr>
            <p:cNvPr id="43" name="图片 42"/>
            <p:cNvPicPr>
              <a:picLocks noChangeAspect="1"/>
            </p:cNvPicPr>
            <p:nvPr/>
          </p:nvPicPr>
          <p:blipFill>
            <a:blip r:embed="rId7"/>
            <a:srcRect/>
            <a:stretch>
              <a:fillRect/>
            </a:stretch>
          </p:blipFill>
          <p:spPr>
            <a:xfrm>
              <a:off x="7011254" y="1648998"/>
              <a:ext cx="1524628" cy="1554131"/>
            </a:xfrm>
            <a:prstGeom prst="ellipse">
              <a:avLst/>
            </a:prstGeom>
            <a:ln w="66675">
              <a:noFill/>
            </a:ln>
          </p:spPr>
        </p:pic>
      </p:grpSp>
      <p:grpSp>
        <p:nvGrpSpPr>
          <p:cNvPr id="52" name="组合 51"/>
          <p:cNvGrpSpPr/>
          <p:nvPr/>
        </p:nvGrpSpPr>
        <p:grpSpPr>
          <a:xfrm>
            <a:off x="9466089" y="1700808"/>
            <a:ext cx="2256024" cy="3930169"/>
            <a:chOff x="9466089" y="1648998"/>
            <a:chExt cx="2256024" cy="3930169"/>
          </a:xfrm>
        </p:grpSpPr>
        <p:grpSp>
          <p:nvGrpSpPr>
            <p:cNvPr id="53" name="组合 52"/>
            <p:cNvGrpSpPr/>
            <p:nvPr/>
          </p:nvGrpSpPr>
          <p:grpSpPr>
            <a:xfrm>
              <a:off x="9466089" y="1711440"/>
              <a:ext cx="2256024" cy="3867727"/>
              <a:chOff x="676332" y="1748170"/>
              <a:chExt cx="2256024" cy="3867727"/>
            </a:xfrm>
          </p:grpSpPr>
          <p:sp>
            <p:nvSpPr>
              <p:cNvPr id="55" name="圆角矩形 66"/>
              <p:cNvSpPr/>
              <p:nvPr/>
            </p:nvSpPr>
            <p:spPr>
              <a:xfrm>
                <a:off x="676332" y="2414093"/>
                <a:ext cx="2256024" cy="3178588"/>
              </a:xfrm>
              <a:prstGeom prst="roundRect">
                <a:avLst>
                  <a:gd name="adj" fmla="val 3185"/>
                </a:avLst>
              </a:prstGeom>
              <a:solidFill>
                <a:sysClr val="window" lastClr="FFFFFF"/>
              </a:solidFill>
              <a:ln w="12700" cap="flat" cmpd="sng" algn="ctr">
                <a:noFill/>
                <a:prstDash val="solid"/>
                <a:miter lim="800000"/>
              </a:ln>
              <a:effectLst>
                <a:outerShdw blurRad="330200" dist="38100" dir="5400000" algn="t" rotWithShape="0">
                  <a:prstClr val="black">
                    <a:alpha val="20000"/>
                  </a:prstClr>
                </a:outerShdw>
              </a:effectLst>
            </p:spPr>
            <p:txBody>
              <a:bodyPr rtlCol="0" anchor="ctr"/>
              <a:lstStyle/>
              <a:p>
                <a:pPr algn="ctr">
                  <a:defRPr/>
                </a:pPr>
                <a:endParaRPr kumimoji="1" lang="zh-CN" altLang="en-US" kern="0" dirty="0">
                  <a:solidFill>
                    <a:prstClr val="white"/>
                  </a:solidFill>
                  <a:latin typeface="Arial" panose="020B0604020202020204" pitchFamily="34" charset="0"/>
                  <a:ea typeface="等线" panose="02010600030101010101" charset="-122"/>
                  <a:cs typeface="Arial" panose="020B0604020202020204" pitchFamily="34" charset="0"/>
                </a:endParaRPr>
              </a:p>
            </p:txBody>
          </p:sp>
          <p:sp>
            <p:nvSpPr>
              <p:cNvPr id="56" name="椭圆 55"/>
              <p:cNvSpPr/>
              <p:nvPr/>
            </p:nvSpPr>
            <p:spPr>
              <a:xfrm>
                <a:off x="1056565" y="1748170"/>
                <a:ext cx="1541771" cy="1541772"/>
              </a:xfrm>
              <a:prstGeom prst="ellipse">
                <a:avLst/>
              </a:prstGeom>
              <a:solidFill>
                <a:srgbClr val="0B47B3"/>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Arial" panose="020B0604020202020204" pitchFamily="34" charset="0"/>
                  <a:ea typeface="等线" panose="02010600030101010101" charset="-122"/>
                  <a:cs typeface="Arial" panose="020B0604020202020204" pitchFamily="34" charset="0"/>
                </a:endParaRPr>
              </a:p>
            </p:txBody>
          </p:sp>
          <p:sp>
            <p:nvSpPr>
              <p:cNvPr id="57" name="文本框 56"/>
              <p:cNvSpPr txBox="1"/>
              <p:nvPr/>
            </p:nvSpPr>
            <p:spPr>
              <a:xfrm>
                <a:off x="1417059" y="3325255"/>
                <a:ext cx="774571" cy="453650"/>
              </a:xfrm>
              <a:prstGeom prst="rect">
                <a:avLst/>
              </a:prstGeom>
              <a:noFill/>
            </p:spPr>
            <p:txBody>
              <a:bodyPr wrap="none" rtlCol="0">
                <a:spAutoFit/>
              </a:bodyPr>
              <a:lstStyle/>
              <a:p>
                <a:pPr algn="ctr">
                  <a:lnSpc>
                    <a:spcPct val="130000"/>
                  </a:lnSpc>
                  <a:defRPr/>
                </a:pPr>
                <a:r>
                  <a:rPr kumimoji="1" lang="zh-CN" altLang="en-US" sz="2000" b="1" kern="0" spc="300" dirty="0">
                    <a:gradFill>
                      <a:gsLst>
                        <a:gs pos="0">
                          <a:prstClr val="black"/>
                        </a:gs>
                        <a:gs pos="100000">
                          <a:prstClr val="black">
                            <a:lumMod val="65000"/>
                            <a:lumOff val="35000"/>
                          </a:prstClr>
                        </a:gs>
                      </a:gsLst>
                      <a:lin ang="5400000" scaled="0"/>
                    </a:gradFill>
                    <a:latin typeface="Arial" panose="020B0604020202020204" pitchFamily="34" charset="0"/>
                    <a:ea typeface="微软雅黑" panose="020B0503020204020204" pitchFamily="34" charset="-122"/>
                    <a:cs typeface="Arial" panose="020B0604020202020204" pitchFamily="34" charset="0"/>
                  </a:rPr>
                  <a:t>姓名</a:t>
                </a:r>
              </a:p>
            </p:txBody>
          </p:sp>
          <p:grpSp>
            <p:nvGrpSpPr>
              <p:cNvPr id="58" name="组合 57"/>
              <p:cNvGrpSpPr/>
              <p:nvPr/>
            </p:nvGrpSpPr>
            <p:grpSpPr>
              <a:xfrm>
                <a:off x="1504660" y="3751220"/>
                <a:ext cx="569387" cy="309124"/>
                <a:chOff x="8239059" y="2411640"/>
                <a:chExt cx="569387" cy="309124"/>
              </a:xfrm>
            </p:grpSpPr>
            <p:sp>
              <p:nvSpPr>
                <p:cNvPr id="61" name="圆角矩形 72"/>
                <p:cNvSpPr/>
                <p:nvPr/>
              </p:nvSpPr>
              <p:spPr>
                <a:xfrm>
                  <a:off x="8265514" y="2462541"/>
                  <a:ext cx="460106" cy="246982"/>
                </a:xfrm>
                <a:prstGeom prst="roundRect">
                  <a:avLst/>
                </a:prstGeom>
                <a:solidFill>
                  <a:srgbClr val="0B47B3"/>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Arial" panose="020B0604020202020204" pitchFamily="34" charset="0"/>
                    <a:ea typeface="等线" panose="02010600030101010101" charset="-122"/>
                    <a:cs typeface="Arial" panose="020B0604020202020204" pitchFamily="34" charset="0"/>
                  </a:endParaRPr>
                </a:p>
              </p:txBody>
            </p:sp>
            <p:sp>
              <p:nvSpPr>
                <p:cNvPr id="62" name="文本框 61"/>
                <p:cNvSpPr txBox="1"/>
                <p:nvPr/>
              </p:nvSpPr>
              <p:spPr>
                <a:xfrm>
                  <a:off x="8239059" y="2411640"/>
                  <a:ext cx="569387" cy="309124"/>
                </a:xfrm>
                <a:prstGeom prst="rect">
                  <a:avLst/>
                </a:prstGeom>
                <a:noFill/>
              </p:spPr>
              <p:txBody>
                <a:bodyPr wrap="none" rtlCol="0">
                  <a:spAutoFit/>
                </a:bodyPr>
                <a:lstStyle/>
                <a:p>
                  <a:pPr algn="ctr">
                    <a:lnSpc>
                      <a:spcPct val="130000"/>
                    </a:lnSpc>
                    <a:defRPr/>
                  </a:pPr>
                  <a:r>
                    <a:rPr kumimoji="1" lang="zh-CN" altLang="en-US" sz="1200" kern="0" spc="300" dirty="0">
                      <a:solidFill>
                        <a:prstClr val="white"/>
                      </a:solidFill>
                      <a:latin typeface="Arial" panose="020B0604020202020204" pitchFamily="34" charset="0"/>
                      <a:ea typeface="微软雅黑" panose="020B0503020204020204" pitchFamily="34" charset="-122"/>
                      <a:cs typeface="Arial" panose="020B0604020202020204" pitchFamily="34" charset="0"/>
                    </a:rPr>
                    <a:t>职位</a:t>
                  </a:r>
                </a:p>
              </p:txBody>
            </p:sp>
          </p:grpSp>
          <p:sp>
            <p:nvSpPr>
              <p:cNvPr id="59" name="文本框 58"/>
              <p:cNvSpPr txBox="1"/>
              <p:nvPr/>
            </p:nvSpPr>
            <p:spPr>
              <a:xfrm>
                <a:off x="754079" y="4133453"/>
                <a:ext cx="2146742" cy="1185453"/>
              </a:xfrm>
              <a:prstGeom prst="rect">
                <a:avLst/>
              </a:prstGeom>
              <a:noFill/>
            </p:spPr>
            <p:txBody>
              <a:bodyPr wrap="none" rtlCol="0">
                <a:spAutoFit/>
              </a:bodyPr>
              <a:lstStyle/>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endParaRPr kumimoji="1" lang="en-US" altLang="zh-CN" sz="1400" kern="0" spc="300" dirty="0">
                  <a:solidFill>
                    <a:prstClr val="black"/>
                  </a:solidFill>
                  <a:latin typeface="Arial" panose="020B0604020202020204" pitchFamily="34" charset="0"/>
                  <a:ea typeface="微软雅黑 Light" panose="020B0502040204020203" charset="-122"/>
                  <a:cs typeface="Arial" panose="020B0604020202020204" pitchFamily="34" charset="0"/>
                </a:endParaRPr>
              </a:p>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p>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endParaRPr kumimoji="1" lang="en-US" altLang="zh-CN" sz="1400" kern="0" spc="300" dirty="0">
                  <a:solidFill>
                    <a:prstClr val="black"/>
                  </a:solidFill>
                  <a:latin typeface="Arial" panose="020B0604020202020204" pitchFamily="34" charset="0"/>
                  <a:ea typeface="微软雅黑 Light" panose="020B0502040204020203" charset="-122"/>
                  <a:cs typeface="Arial" panose="020B0604020202020204" pitchFamily="34" charset="0"/>
                </a:endParaRPr>
              </a:p>
              <a:p>
                <a:pPr algn="ctr">
                  <a:lnSpc>
                    <a:spcPct val="130000"/>
                  </a:lnSpc>
                  <a:defRPr/>
                </a:pPr>
                <a:r>
                  <a:rPr kumimoji="1" lang="zh-CN" altLang="en-US" sz="1400" kern="0" spc="300" dirty="0">
                    <a:solidFill>
                      <a:prstClr val="black"/>
                    </a:solidFill>
                    <a:latin typeface="Arial" panose="020B0604020202020204" pitchFamily="34" charset="0"/>
                    <a:ea typeface="微软雅黑 Light" panose="020B0502040204020203" charset="-122"/>
                    <a:cs typeface="Arial" panose="020B0604020202020204" pitchFamily="34" charset="0"/>
                  </a:rPr>
                  <a:t>这里是他的个人介绍</a:t>
                </a:r>
                <a:endParaRPr kumimoji="1" lang="en-US" altLang="zh-CN" sz="1400" kern="0" spc="300" dirty="0">
                  <a:solidFill>
                    <a:prstClr val="black"/>
                  </a:solidFill>
                  <a:latin typeface="Arial" panose="020B0604020202020204" pitchFamily="34" charset="0"/>
                  <a:ea typeface="微软雅黑 Light" panose="020B0502040204020203" charset="-122"/>
                  <a:cs typeface="Arial" panose="020B0604020202020204" pitchFamily="34" charset="0"/>
                </a:endParaRPr>
              </a:p>
            </p:txBody>
          </p:sp>
          <p:sp>
            <p:nvSpPr>
              <p:cNvPr id="60" name="平行四边形 59"/>
              <p:cNvSpPr/>
              <p:nvPr/>
            </p:nvSpPr>
            <p:spPr>
              <a:xfrm>
                <a:off x="1563107" y="5531426"/>
                <a:ext cx="460106" cy="84471"/>
              </a:xfrm>
              <a:prstGeom prst="parallelogram">
                <a:avLst/>
              </a:prstGeom>
              <a:solidFill>
                <a:srgbClr val="0B47B3"/>
              </a:solidFill>
              <a:ln w="12700" cap="flat" cmpd="sng" algn="ctr">
                <a:noFill/>
                <a:prstDash val="solid"/>
                <a:miter lim="800000"/>
              </a:ln>
              <a:effectLst/>
            </p:spPr>
            <p:txBody>
              <a:bodyPr rtlCol="0" anchor="ctr"/>
              <a:lstStyle/>
              <a:p>
                <a:pPr algn="ctr">
                  <a:defRPr/>
                </a:pPr>
                <a:endParaRPr kumimoji="1" lang="zh-CN" altLang="en-US" kern="0">
                  <a:solidFill>
                    <a:prstClr val="white"/>
                  </a:solidFill>
                  <a:latin typeface="Arial" panose="020B0604020202020204" pitchFamily="34" charset="0"/>
                  <a:ea typeface="等线" panose="02010600030101010101" charset="-122"/>
                  <a:cs typeface="Arial" panose="020B0604020202020204" pitchFamily="34" charset="0"/>
                </a:endParaRPr>
              </a:p>
            </p:txBody>
          </p:sp>
        </p:grpSp>
        <p:pic>
          <p:nvPicPr>
            <p:cNvPr id="54" name="图片 53"/>
            <p:cNvPicPr>
              <a:picLocks noChangeAspect="1"/>
            </p:cNvPicPr>
            <p:nvPr/>
          </p:nvPicPr>
          <p:blipFill>
            <a:blip r:embed="rId7"/>
            <a:srcRect/>
            <a:stretch>
              <a:fillRect/>
            </a:stretch>
          </p:blipFill>
          <p:spPr>
            <a:xfrm>
              <a:off x="9777741" y="1648998"/>
              <a:ext cx="1524628" cy="1554131"/>
            </a:xfrm>
            <a:prstGeom prst="ellipse">
              <a:avLst/>
            </a:prstGeom>
            <a:ln w="66675">
              <a:noFill/>
            </a:ln>
          </p:spPr>
        </p:pic>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2" name="图片 1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cxnSp>
        <p:nvCxnSpPr>
          <p:cNvPr id="17" name="直接连接符 16"/>
          <p:cNvCxnSpPr>
            <a:stCxn id="45" idx="2"/>
            <a:endCxn id="36" idx="0"/>
          </p:cNvCxnSpPr>
          <p:nvPr/>
        </p:nvCxnSpPr>
        <p:spPr>
          <a:xfrm>
            <a:off x="2063787" y="4005600"/>
            <a:ext cx="0" cy="481066"/>
          </a:xfrm>
          <a:prstGeom prst="line">
            <a:avLst/>
          </a:prstGeom>
          <a:noFill/>
          <a:ln w="3175" cap="rnd" cmpd="sng" algn="ctr">
            <a:solidFill>
              <a:srgbClr val="FFFFFF">
                <a:lumMod val="85000"/>
              </a:srgbClr>
            </a:solidFill>
            <a:prstDash val="solid"/>
            <a:round/>
            <a:headEnd type="oval"/>
            <a:tailEnd type="oval" w="med" len="med"/>
          </a:ln>
          <a:effectLst/>
        </p:spPr>
      </p:cxnSp>
      <p:cxnSp>
        <p:nvCxnSpPr>
          <p:cNvPr id="18" name="直接连接符 17"/>
          <p:cNvCxnSpPr>
            <a:stCxn id="46" idx="2"/>
            <a:endCxn id="38" idx="0"/>
          </p:cNvCxnSpPr>
          <p:nvPr/>
        </p:nvCxnSpPr>
        <p:spPr>
          <a:xfrm>
            <a:off x="4080674" y="4005600"/>
            <a:ext cx="0" cy="1299612"/>
          </a:xfrm>
          <a:prstGeom prst="line">
            <a:avLst/>
          </a:prstGeom>
          <a:noFill/>
          <a:ln w="3175" cap="rnd" cmpd="sng" algn="ctr">
            <a:solidFill>
              <a:srgbClr val="FFFFFF">
                <a:lumMod val="85000"/>
              </a:srgbClr>
            </a:solidFill>
            <a:prstDash val="solid"/>
            <a:round/>
            <a:headEnd type="oval"/>
            <a:tailEnd type="oval" w="med" len="med"/>
          </a:ln>
          <a:effectLst/>
        </p:spPr>
      </p:cxnSp>
      <p:cxnSp>
        <p:nvCxnSpPr>
          <p:cNvPr id="19" name="直接连接符 18"/>
          <p:cNvCxnSpPr>
            <a:stCxn id="47" idx="2"/>
            <a:endCxn id="40" idx="0"/>
          </p:cNvCxnSpPr>
          <p:nvPr/>
        </p:nvCxnSpPr>
        <p:spPr>
          <a:xfrm flipH="1">
            <a:off x="6097560" y="4005600"/>
            <a:ext cx="1" cy="481066"/>
          </a:xfrm>
          <a:prstGeom prst="line">
            <a:avLst/>
          </a:prstGeom>
          <a:noFill/>
          <a:ln w="3175" cap="rnd" cmpd="sng" algn="ctr">
            <a:solidFill>
              <a:srgbClr val="FFFFFF">
                <a:lumMod val="85000"/>
              </a:srgbClr>
            </a:solidFill>
            <a:prstDash val="solid"/>
            <a:round/>
            <a:headEnd type="oval"/>
            <a:tailEnd type="oval" w="med" len="med"/>
          </a:ln>
          <a:effectLst/>
        </p:spPr>
      </p:cxnSp>
      <p:cxnSp>
        <p:nvCxnSpPr>
          <p:cNvPr id="20" name="直接连接符 19"/>
          <p:cNvCxnSpPr>
            <a:stCxn id="48" idx="2"/>
            <a:endCxn id="42" idx="0"/>
          </p:cNvCxnSpPr>
          <p:nvPr/>
        </p:nvCxnSpPr>
        <p:spPr>
          <a:xfrm flipH="1">
            <a:off x="8112886" y="4005600"/>
            <a:ext cx="1562" cy="1299612"/>
          </a:xfrm>
          <a:prstGeom prst="line">
            <a:avLst/>
          </a:prstGeom>
          <a:noFill/>
          <a:ln w="3175" cap="rnd" cmpd="sng" algn="ctr">
            <a:solidFill>
              <a:srgbClr val="FFFFFF">
                <a:lumMod val="85000"/>
              </a:srgbClr>
            </a:solidFill>
            <a:prstDash val="solid"/>
            <a:round/>
            <a:headEnd type="oval"/>
            <a:tailEnd type="oval" w="med" len="med"/>
          </a:ln>
          <a:effectLst/>
        </p:spPr>
      </p:cxnSp>
      <p:cxnSp>
        <p:nvCxnSpPr>
          <p:cNvPr id="21" name="直接连接符 20"/>
          <p:cNvCxnSpPr>
            <a:stCxn id="49" idx="2"/>
            <a:endCxn id="44" idx="0"/>
          </p:cNvCxnSpPr>
          <p:nvPr/>
        </p:nvCxnSpPr>
        <p:spPr>
          <a:xfrm flipH="1">
            <a:off x="10128213" y="4005600"/>
            <a:ext cx="3122" cy="481066"/>
          </a:xfrm>
          <a:prstGeom prst="line">
            <a:avLst/>
          </a:prstGeom>
          <a:noFill/>
          <a:ln w="3175" cap="rnd" cmpd="sng" algn="ctr">
            <a:solidFill>
              <a:srgbClr val="FFFFFF">
                <a:lumMod val="85000"/>
              </a:srgbClr>
            </a:solidFill>
            <a:prstDash val="solid"/>
            <a:round/>
            <a:headEnd type="oval"/>
            <a:tailEnd type="oval" w="med" len="med"/>
          </a:ln>
          <a:effectLst/>
        </p:spPr>
      </p:cxnSp>
      <p:sp>
        <p:nvSpPr>
          <p:cNvPr id="22" name="îśļîḍé"/>
          <p:cNvSpPr/>
          <p:nvPr/>
        </p:nvSpPr>
        <p:spPr>
          <a:xfrm>
            <a:off x="1758183" y="1892689"/>
            <a:ext cx="611212" cy="546810"/>
          </a:xfrm>
          <a:custGeom>
            <a:avLst/>
            <a:gdLst/>
            <a:ahLst/>
            <a:cxnLst/>
            <a:rect l="0" t="0" r="0" b="0"/>
            <a:pathLst>
              <a:path w="120000" h="120000" extrusionOk="0">
                <a:moveTo>
                  <a:pt x="120000" y="0"/>
                </a:moveTo>
                <a:cubicBezTo>
                  <a:pt x="0" y="0"/>
                  <a:pt x="0" y="0"/>
                  <a:pt x="0" y="0"/>
                </a:cubicBezTo>
                <a:cubicBezTo>
                  <a:pt x="45804" y="108591"/>
                  <a:pt x="45804" y="108591"/>
                  <a:pt x="45804" y="108591"/>
                </a:cubicBezTo>
                <a:cubicBezTo>
                  <a:pt x="48454" y="115774"/>
                  <a:pt x="54132" y="120000"/>
                  <a:pt x="60189" y="120000"/>
                </a:cubicBezTo>
                <a:cubicBezTo>
                  <a:pt x="66246" y="120000"/>
                  <a:pt x="71545" y="115774"/>
                  <a:pt x="74574" y="108591"/>
                </a:cubicBezTo>
                <a:lnTo>
                  <a:pt x="120000" y="0"/>
                </a:lnTo>
                <a:close/>
              </a:path>
            </a:pathLst>
          </a:custGeom>
          <a:solidFill>
            <a:srgbClr val="023FA1"/>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3" name="îSḻïḋê"/>
          <p:cNvSpPr/>
          <p:nvPr/>
        </p:nvSpPr>
        <p:spPr>
          <a:xfrm>
            <a:off x="1522030" y="1635070"/>
            <a:ext cx="1083515" cy="1923303"/>
          </a:xfrm>
          <a:custGeom>
            <a:avLst/>
            <a:gdLst/>
            <a:ahLst/>
            <a:cxnLst/>
            <a:rect l="0" t="0" r="0" b="0"/>
            <a:pathLst>
              <a:path w="120000" h="120000" extrusionOk="0">
                <a:moveTo>
                  <a:pt x="111459" y="13573"/>
                </a:moveTo>
                <a:cubicBezTo>
                  <a:pt x="120000" y="13573"/>
                  <a:pt x="120000" y="13573"/>
                  <a:pt x="120000" y="13573"/>
                </a:cubicBezTo>
                <a:cubicBezTo>
                  <a:pt x="120000" y="8888"/>
                  <a:pt x="120000" y="8888"/>
                  <a:pt x="120000" y="8888"/>
                </a:cubicBezTo>
                <a:cubicBezTo>
                  <a:pt x="120000" y="3963"/>
                  <a:pt x="112953" y="0"/>
                  <a:pt x="104199" y="0"/>
                </a:cubicBezTo>
                <a:cubicBezTo>
                  <a:pt x="15800" y="0"/>
                  <a:pt x="15800" y="0"/>
                  <a:pt x="15800" y="0"/>
                </a:cubicBezTo>
                <a:cubicBezTo>
                  <a:pt x="7046" y="0"/>
                  <a:pt x="0" y="3963"/>
                  <a:pt x="0" y="8888"/>
                </a:cubicBezTo>
                <a:cubicBezTo>
                  <a:pt x="0" y="13573"/>
                  <a:pt x="0" y="13573"/>
                  <a:pt x="0" y="13573"/>
                </a:cubicBezTo>
                <a:cubicBezTo>
                  <a:pt x="8540" y="13573"/>
                  <a:pt x="8540" y="13573"/>
                  <a:pt x="8540" y="13573"/>
                </a:cubicBezTo>
                <a:cubicBezTo>
                  <a:pt x="8540" y="28228"/>
                  <a:pt x="8540" y="28228"/>
                  <a:pt x="8540" y="28228"/>
                </a:cubicBezTo>
                <a:cubicBezTo>
                  <a:pt x="8540" y="32312"/>
                  <a:pt x="10462" y="36396"/>
                  <a:pt x="13879" y="39879"/>
                </a:cubicBezTo>
                <a:cubicBezTo>
                  <a:pt x="30747" y="57177"/>
                  <a:pt x="30747" y="57177"/>
                  <a:pt x="30747" y="57177"/>
                </a:cubicBezTo>
                <a:cubicBezTo>
                  <a:pt x="32455" y="58858"/>
                  <a:pt x="32455" y="61021"/>
                  <a:pt x="30747" y="62702"/>
                </a:cubicBezTo>
                <a:cubicBezTo>
                  <a:pt x="14519" y="78198"/>
                  <a:pt x="14519" y="78198"/>
                  <a:pt x="14519" y="78198"/>
                </a:cubicBezTo>
                <a:cubicBezTo>
                  <a:pt x="10676" y="81921"/>
                  <a:pt x="8540" y="86126"/>
                  <a:pt x="8540" y="90450"/>
                </a:cubicBezTo>
                <a:cubicBezTo>
                  <a:pt x="8540" y="106306"/>
                  <a:pt x="8540" y="106306"/>
                  <a:pt x="8540" y="106306"/>
                </a:cubicBezTo>
                <a:cubicBezTo>
                  <a:pt x="0" y="106306"/>
                  <a:pt x="0" y="106306"/>
                  <a:pt x="0" y="106306"/>
                </a:cubicBezTo>
                <a:cubicBezTo>
                  <a:pt x="0" y="111111"/>
                  <a:pt x="0" y="111111"/>
                  <a:pt x="0" y="111111"/>
                </a:cubicBezTo>
                <a:cubicBezTo>
                  <a:pt x="0" y="115915"/>
                  <a:pt x="7046" y="120000"/>
                  <a:pt x="15800" y="120000"/>
                </a:cubicBezTo>
                <a:cubicBezTo>
                  <a:pt x="104199" y="120000"/>
                  <a:pt x="104199" y="120000"/>
                  <a:pt x="104199" y="120000"/>
                </a:cubicBezTo>
                <a:cubicBezTo>
                  <a:pt x="112953" y="120000"/>
                  <a:pt x="120000" y="115915"/>
                  <a:pt x="120000" y="111111"/>
                </a:cubicBezTo>
                <a:cubicBezTo>
                  <a:pt x="120000" y="106306"/>
                  <a:pt x="120000" y="106306"/>
                  <a:pt x="120000" y="106306"/>
                </a:cubicBezTo>
                <a:cubicBezTo>
                  <a:pt x="111459" y="106306"/>
                  <a:pt x="111459" y="106306"/>
                  <a:pt x="111459" y="106306"/>
                </a:cubicBezTo>
                <a:cubicBezTo>
                  <a:pt x="111459" y="90450"/>
                  <a:pt x="111459" y="90450"/>
                  <a:pt x="111459" y="90450"/>
                </a:cubicBezTo>
                <a:cubicBezTo>
                  <a:pt x="111459" y="86126"/>
                  <a:pt x="109323" y="81921"/>
                  <a:pt x="105480" y="78198"/>
                </a:cubicBezTo>
                <a:cubicBezTo>
                  <a:pt x="89252" y="62702"/>
                  <a:pt x="89252" y="62702"/>
                  <a:pt x="89252" y="62702"/>
                </a:cubicBezTo>
                <a:cubicBezTo>
                  <a:pt x="87544" y="61021"/>
                  <a:pt x="87544" y="58858"/>
                  <a:pt x="89252" y="57177"/>
                </a:cubicBezTo>
                <a:cubicBezTo>
                  <a:pt x="106120" y="39879"/>
                  <a:pt x="106120" y="39879"/>
                  <a:pt x="106120" y="39879"/>
                </a:cubicBezTo>
                <a:cubicBezTo>
                  <a:pt x="109537" y="36396"/>
                  <a:pt x="111459" y="32312"/>
                  <a:pt x="111459" y="28228"/>
                </a:cubicBezTo>
                <a:lnTo>
                  <a:pt x="111459" y="13573"/>
                </a:lnTo>
                <a:close/>
                <a:moveTo>
                  <a:pt x="97793" y="27027"/>
                </a:moveTo>
                <a:cubicBezTo>
                  <a:pt x="97793" y="30630"/>
                  <a:pt x="96085" y="34114"/>
                  <a:pt x="93096" y="37357"/>
                </a:cubicBezTo>
                <a:cubicBezTo>
                  <a:pt x="75160" y="55495"/>
                  <a:pt x="75160" y="55495"/>
                  <a:pt x="75160" y="55495"/>
                </a:cubicBezTo>
                <a:cubicBezTo>
                  <a:pt x="72384" y="58258"/>
                  <a:pt x="72597" y="61861"/>
                  <a:pt x="75373" y="64624"/>
                </a:cubicBezTo>
                <a:cubicBezTo>
                  <a:pt x="92455" y="80960"/>
                  <a:pt x="92455" y="80960"/>
                  <a:pt x="92455" y="80960"/>
                </a:cubicBezTo>
                <a:cubicBezTo>
                  <a:pt x="95871" y="84204"/>
                  <a:pt x="97793" y="87927"/>
                  <a:pt x="97793" y="91771"/>
                </a:cubicBezTo>
                <a:cubicBezTo>
                  <a:pt x="97793" y="106306"/>
                  <a:pt x="97793" y="106306"/>
                  <a:pt x="97793" y="106306"/>
                </a:cubicBezTo>
                <a:cubicBezTo>
                  <a:pt x="88185" y="106306"/>
                  <a:pt x="88185" y="106306"/>
                  <a:pt x="88185" y="106306"/>
                </a:cubicBezTo>
                <a:cubicBezTo>
                  <a:pt x="83701" y="102942"/>
                  <a:pt x="72811" y="100540"/>
                  <a:pt x="60000" y="100540"/>
                </a:cubicBezTo>
                <a:cubicBezTo>
                  <a:pt x="47188" y="100540"/>
                  <a:pt x="36085" y="102942"/>
                  <a:pt x="31814" y="106306"/>
                </a:cubicBezTo>
                <a:cubicBezTo>
                  <a:pt x="22206" y="106306"/>
                  <a:pt x="22206" y="106306"/>
                  <a:pt x="22206" y="106306"/>
                </a:cubicBezTo>
                <a:cubicBezTo>
                  <a:pt x="22206" y="91771"/>
                  <a:pt x="22206" y="91771"/>
                  <a:pt x="22206" y="91771"/>
                </a:cubicBezTo>
                <a:cubicBezTo>
                  <a:pt x="22206" y="87927"/>
                  <a:pt x="23914" y="84204"/>
                  <a:pt x="27544" y="80960"/>
                </a:cubicBezTo>
                <a:cubicBezTo>
                  <a:pt x="44412" y="64624"/>
                  <a:pt x="44412" y="64624"/>
                  <a:pt x="44412" y="64624"/>
                </a:cubicBezTo>
                <a:cubicBezTo>
                  <a:pt x="47402" y="61861"/>
                  <a:pt x="47402" y="58258"/>
                  <a:pt x="44626" y="55495"/>
                </a:cubicBezTo>
                <a:cubicBezTo>
                  <a:pt x="26903" y="37357"/>
                  <a:pt x="26903" y="37357"/>
                  <a:pt x="26903" y="37357"/>
                </a:cubicBezTo>
                <a:cubicBezTo>
                  <a:pt x="23914" y="34114"/>
                  <a:pt x="22206" y="30630"/>
                  <a:pt x="22206" y="27027"/>
                </a:cubicBezTo>
                <a:cubicBezTo>
                  <a:pt x="22206" y="13573"/>
                  <a:pt x="22206" y="13573"/>
                  <a:pt x="22206" y="13573"/>
                </a:cubicBezTo>
                <a:cubicBezTo>
                  <a:pt x="97793" y="13573"/>
                  <a:pt x="97793" y="13573"/>
                  <a:pt x="97793" y="13573"/>
                </a:cubicBezTo>
                <a:lnTo>
                  <a:pt x="97793" y="27027"/>
                </a:lnTo>
                <a:close/>
              </a:path>
            </a:pathLst>
          </a:custGeom>
          <a:solidFill>
            <a:srgbClr val="768395">
              <a:lumMod val="20000"/>
              <a:lumOff val="80000"/>
            </a:srgbClr>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4" name="ïṧḻïḓe"/>
          <p:cNvSpPr/>
          <p:nvPr/>
        </p:nvSpPr>
        <p:spPr>
          <a:xfrm>
            <a:off x="3539548" y="1628800"/>
            <a:ext cx="1082253" cy="1924566"/>
          </a:xfrm>
          <a:custGeom>
            <a:avLst/>
            <a:gdLst/>
            <a:ahLst/>
            <a:cxnLst/>
            <a:rect l="0" t="0" r="0" b="0"/>
            <a:pathLst>
              <a:path w="120000" h="120000" extrusionOk="0">
                <a:moveTo>
                  <a:pt x="111459" y="13573"/>
                </a:moveTo>
                <a:cubicBezTo>
                  <a:pt x="120000" y="13573"/>
                  <a:pt x="120000" y="13573"/>
                  <a:pt x="120000" y="13573"/>
                </a:cubicBezTo>
                <a:cubicBezTo>
                  <a:pt x="120000" y="8888"/>
                  <a:pt x="120000" y="8888"/>
                  <a:pt x="120000" y="8888"/>
                </a:cubicBezTo>
                <a:cubicBezTo>
                  <a:pt x="120000" y="3963"/>
                  <a:pt x="112953" y="0"/>
                  <a:pt x="104199" y="0"/>
                </a:cubicBezTo>
                <a:cubicBezTo>
                  <a:pt x="15800" y="0"/>
                  <a:pt x="15800" y="0"/>
                  <a:pt x="15800" y="0"/>
                </a:cubicBezTo>
                <a:cubicBezTo>
                  <a:pt x="7046" y="0"/>
                  <a:pt x="0" y="3963"/>
                  <a:pt x="0" y="8888"/>
                </a:cubicBezTo>
                <a:cubicBezTo>
                  <a:pt x="0" y="13573"/>
                  <a:pt x="0" y="13573"/>
                  <a:pt x="0" y="13573"/>
                </a:cubicBezTo>
                <a:cubicBezTo>
                  <a:pt x="8540" y="13573"/>
                  <a:pt x="8540" y="13573"/>
                  <a:pt x="8540" y="13573"/>
                </a:cubicBezTo>
                <a:cubicBezTo>
                  <a:pt x="8540" y="28228"/>
                  <a:pt x="8540" y="28228"/>
                  <a:pt x="8540" y="28228"/>
                </a:cubicBezTo>
                <a:cubicBezTo>
                  <a:pt x="8540" y="32312"/>
                  <a:pt x="10462" y="36396"/>
                  <a:pt x="13879" y="40000"/>
                </a:cubicBezTo>
                <a:cubicBezTo>
                  <a:pt x="30747" y="57297"/>
                  <a:pt x="30747" y="57297"/>
                  <a:pt x="30747" y="57297"/>
                </a:cubicBezTo>
                <a:cubicBezTo>
                  <a:pt x="32455" y="58978"/>
                  <a:pt x="32455" y="61021"/>
                  <a:pt x="30747" y="62702"/>
                </a:cubicBezTo>
                <a:cubicBezTo>
                  <a:pt x="14519" y="78198"/>
                  <a:pt x="14519" y="78198"/>
                  <a:pt x="14519" y="78198"/>
                </a:cubicBezTo>
                <a:cubicBezTo>
                  <a:pt x="10676" y="81921"/>
                  <a:pt x="8540" y="86126"/>
                  <a:pt x="8540" y="90450"/>
                </a:cubicBezTo>
                <a:cubicBezTo>
                  <a:pt x="8540" y="106426"/>
                  <a:pt x="8540" y="106426"/>
                  <a:pt x="8540" y="106426"/>
                </a:cubicBezTo>
                <a:cubicBezTo>
                  <a:pt x="0" y="106426"/>
                  <a:pt x="0" y="106426"/>
                  <a:pt x="0" y="106426"/>
                </a:cubicBezTo>
                <a:cubicBezTo>
                  <a:pt x="0" y="111111"/>
                  <a:pt x="0" y="111111"/>
                  <a:pt x="0" y="111111"/>
                </a:cubicBezTo>
                <a:cubicBezTo>
                  <a:pt x="0" y="116036"/>
                  <a:pt x="7046" y="120000"/>
                  <a:pt x="15800" y="120000"/>
                </a:cubicBezTo>
                <a:cubicBezTo>
                  <a:pt x="104199" y="120000"/>
                  <a:pt x="104199" y="120000"/>
                  <a:pt x="104199" y="120000"/>
                </a:cubicBezTo>
                <a:cubicBezTo>
                  <a:pt x="112953" y="120000"/>
                  <a:pt x="120000" y="116036"/>
                  <a:pt x="120000" y="111111"/>
                </a:cubicBezTo>
                <a:cubicBezTo>
                  <a:pt x="120000" y="106426"/>
                  <a:pt x="120000" y="106426"/>
                  <a:pt x="120000" y="106426"/>
                </a:cubicBezTo>
                <a:cubicBezTo>
                  <a:pt x="111459" y="106426"/>
                  <a:pt x="111459" y="106426"/>
                  <a:pt x="111459" y="106426"/>
                </a:cubicBezTo>
                <a:cubicBezTo>
                  <a:pt x="111459" y="90450"/>
                  <a:pt x="111459" y="90450"/>
                  <a:pt x="111459" y="90450"/>
                </a:cubicBezTo>
                <a:cubicBezTo>
                  <a:pt x="111459" y="86126"/>
                  <a:pt x="109323" y="81921"/>
                  <a:pt x="105480" y="78198"/>
                </a:cubicBezTo>
                <a:cubicBezTo>
                  <a:pt x="89252" y="62702"/>
                  <a:pt x="89252" y="62702"/>
                  <a:pt x="89252" y="62702"/>
                </a:cubicBezTo>
                <a:cubicBezTo>
                  <a:pt x="87544" y="61021"/>
                  <a:pt x="87544" y="58978"/>
                  <a:pt x="89252" y="57177"/>
                </a:cubicBezTo>
                <a:cubicBezTo>
                  <a:pt x="106120" y="40000"/>
                  <a:pt x="106120" y="40000"/>
                  <a:pt x="106120" y="40000"/>
                </a:cubicBezTo>
                <a:cubicBezTo>
                  <a:pt x="109537" y="36396"/>
                  <a:pt x="111459" y="32312"/>
                  <a:pt x="111459" y="28228"/>
                </a:cubicBezTo>
                <a:lnTo>
                  <a:pt x="111459" y="13573"/>
                </a:lnTo>
                <a:close/>
                <a:moveTo>
                  <a:pt x="97793" y="27027"/>
                </a:moveTo>
                <a:cubicBezTo>
                  <a:pt x="97793" y="30630"/>
                  <a:pt x="96085" y="34234"/>
                  <a:pt x="93096" y="37357"/>
                </a:cubicBezTo>
                <a:cubicBezTo>
                  <a:pt x="75160" y="55495"/>
                  <a:pt x="75160" y="55495"/>
                  <a:pt x="75160" y="55495"/>
                </a:cubicBezTo>
                <a:cubicBezTo>
                  <a:pt x="72384" y="58378"/>
                  <a:pt x="72597" y="61861"/>
                  <a:pt x="75373" y="64624"/>
                </a:cubicBezTo>
                <a:cubicBezTo>
                  <a:pt x="92455" y="80960"/>
                  <a:pt x="92455" y="80960"/>
                  <a:pt x="92455" y="80960"/>
                </a:cubicBezTo>
                <a:cubicBezTo>
                  <a:pt x="95871" y="84204"/>
                  <a:pt x="97793" y="88048"/>
                  <a:pt x="97793" y="91771"/>
                </a:cubicBezTo>
                <a:cubicBezTo>
                  <a:pt x="97793" y="106426"/>
                  <a:pt x="97793" y="106426"/>
                  <a:pt x="97793" y="106426"/>
                </a:cubicBezTo>
                <a:cubicBezTo>
                  <a:pt x="88185" y="106426"/>
                  <a:pt x="88185" y="106426"/>
                  <a:pt x="88185" y="106426"/>
                </a:cubicBezTo>
                <a:cubicBezTo>
                  <a:pt x="83701" y="102942"/>
                  <a:pt x="72811" y="100540"/>
                  <a:pt x="60000" y="100540"/>
                </a:cubicBezTo>
                <a:cubicBezTo>
                  <a:pt x="47188" y="100540"/>
                  <a:pt x="36085" y="102942"/>
                  <a:pt x="31814" y="106426"/>
                </a:cubicBezTo>
                <a:cubicBezTo>
                  <a:pt x="22206" y="106426"/>
                  <a:pt x="22206" y="106426"/>
                  <a:pt x="22206" y="106426"/>
                </a:cubicBezTo>
                <a:cubicBezTo>
                  <a:pt x="22206" y="91771"/>
                  <a:pt x="22206" y="91771"/>
                  <a:pt x="22206" y="91771"/>
                </a:cubicBezTo>
                <a:cubicBezTo>
                  <a:pt x="22206" y="88048"/>
                  <a:pt x="23914" y="84204"/>
                  <a:pt x="27544" y="80960"/>
                </a:cubicBezTo>
                <a:cubicBezTo>
                  <a:pt x="44412" y="64624"/>
                  <a:pt x="44412" y="64624"/>
                  <a:pt x="44412" y="64624"/>
                </a:cubicBezTo>
                <a:cubicBezTo>
                  <a:pt x="47402" y="61861"/>
                  <a:pt x="47402" y="58378"/>
                  <a:pt x="44626" y="55495"/>
                </a:cubicBezTo>
                <a:cubicBezTo>
                  <a:pt x="26903" y="37357"/>
                  <a:pt x="26903" y="37357"/>
                  <a:pt x="26903" y="37357"/>
                </a:cubicBezTo>
                <a:cubicBezTo>
                  <a:pt x="23914" y="34234"/>
                  <a:pt x="22206" y="30630"/>
                  <a:pt x="22206" y="27027"/>
                </a:cubicBezTo>
                <a:cubicBezTo>
                  <a:pt x="22206" y="13573"/>
                  <a:pt x="22206" y="13573"/>
                  <a:pt x="22206" y="13573"/>
                </a:cubicBezTo>
                <a:cubicBezTo>
                  <a:pt x="97793" y="13573"/>
                  <a:pt x="97793" y="13573"/>
                  <a:pt x="97793" y="13573"/>
                </a:cubicBezTo>
                <a:lnTo>
                  <a:pt x="97793" y="27027"/>
                </a:lnTo>
                <a:close/>
              </a:path>
            </a:pathLst>
          </a:custGeom>
          <a:solidFill>
            <a:srgbClr val="768395">
              <a:lumMod val="20000"/>
              <a:lumOff val="80000"/>
            </a:srgbClr>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5" name="iṡľïḍè"/>
          <p:cNvSpPr/>
          <p:nvPr/>
        </p:nvSpPr>
        <p:spPr>
          <a:xfrm>
            <a:off x="3852732" y="2687060"/>
            <a:ext cx="455885" cy="261408"/>
          </a:xfrm>
          <a:custGeom>
            <a:avLst/>
            <a:gdLst/>
            <a:ahLst/>
            <a:cxnLst/>
            <a:rect l="0" t="0" r="0" b="0"/>
            <a:pathLst>
              <a:path w="120000" h="120000" extrusionOk="0">
                <a:moveTo>
                  <a:pt x="120000" y="120000"/>
                </a:moveTo>
                <a:cubicBezTo>
                  <a:pt x="0" y="120000"/>
                  <a:pt x="0" y="120000"/>
                  <a:pt x="0" y="120000"/>
                </a:cubicBezTo>
                <a:cubicBezTo>
                  <a:pt x="45569" y="11470"/>
                  <a:pt x="45569" y="11470"/>
                  <a:pt x="45569" y="11470"/>
                </a:cubicBezTo>
                <a:cubicBezTo>
                  <a:pt x="48101" y="4411"/>
                  <a:pt x="53670" y="0"/>
                  <a:pt x="59746" y="0"/>
                </a:cubicBezTo>
                <a:cubicBezTo>
                  <a:pt x="65822" y="0"/>
                  <a:pt x="71392" y="4411"/>
                  <a:pt x="74430" y="11470"/>
                </a:cubicBezTo>
                <a:lnTo>
                  <a:pt x="120000" y="120000"/>
                </a:lnTo>
                <a:close/>
              </a:path>
            </a:pathLst>
          </a:custGeom>
          <a:solidFill>
            <a:srgbClr val="FFC000"/>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6" name="íṧḻîďe"/>
          <p:cNvSpPr/>
          <p:nvPr/>
        </p:nvSpPr>
        <p:spPr>
          <a:xfrm>
            <a:off x="3780539" y="2082162"/>
            <a:ext cx="600270" cy="452095"/>
          </a:xfrm>
          <a:custGeom>
            <a:avLst/>
            <a:gdLst/>
            <a:ahLst/>
            <a:cxnLst/>
            <a:rect l="0" t="0" r="0" b="0"/>
            <a:pathLst>
              <a:path w="120000" h="120000" extrusionOk="0">
                <a:moveTo>
                  <a:pt x="120000" y="0"/>
                </a:moveTo>
                <a:cubicBezTo>
                  <a:pt x="0" y="0"/>
                  <a:pt x="0" y="0"/>
                  <a:pt x="0" y="0"/>
                </a:cubicBezTo>
                <a:cubicBezTo>
                  <a:pt x="45652" y="108972"/>
                  <a:pt x="45652" y="108972"/>
                  <a:pt x="45652" y="108972"/>
                </a:cubicBezTo>
                <a:cubicBezTo>
                  <a:pt x="48260" y="116108"/>
                  <a:pt x="53913" y="120000"/>
                  <a:pt x="60000" y="120000"/>
                </a:cubicBezTo>
                <a:cubicBezTo>
                  <a:pt x="66086" y="120000"/>
                  <a:pt x="71739" y="116108"/>
                  <a:pt x="74347" y="108972"/>
                </a:cubicBezTo>
                <a:lnTo>
                  <a:pt x="120000" y="0"/>
                </a:lnTo>
                <a:close/>
              </a:path>
            </a:pathLst>
          </a:custGeom>
          <a:solidFill>
            <a:srgbClr val="FFC000"/>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7" name="íšľîḋè"/>
          <p:cNvSpPr/>
          <p:nvPr/>
        </p:nvSpPr>
        <p:spPr>
          <a:xfrm>
            <a:off x="5555804" y="1628800"/>
            <a:ext cx="1083515" cy="1924566"/>
          </a:xfrm>
          <a:custGeom>
            <a:avLst/>
            <a:gdLst/>
            <a:ahLst/>
            <a:cxnLst/>
            <a:rect l="0" t="0" r="0" b="0"/>
            <a:pathLst>
              <a:path w="120000" h="120000" extrusionOk="0">
                <a:moveTo>
                  <a:pt x="111459" y="13573"/>
                </a:moveTo>
                <a:cubicBezTo>
                  <a:pt x="120000" y="13573"/>
                  <a:pt x="120000" y="13573"/>
                  <a:pt x="120000" y="13573"/>
                </a:cubicBezTo>
                <a:cubicBezTo>
                  <a:pt x="120000" y="8888"/>
                  <a:pt x="120000" y="8888"/>
                  <a:pt x="120000" y="8888"/>
                </a:cubicBezTo>
                <a:cubicBezTo>
                  <a:pt x="120000" y="3963"/>
                  <a:pt x="112953" y="0"/>
                  <a:pt x="104199" y="0"/>
                </a:cubicBezTo>
                <a:cubicBezTo>
                  <a:pt x="15800" y="0"/>
                  <a:pt x="15800" y="0"/>
                  <a:pt x="15800" y="0"/>
                </a:cubicBezTo>
                <a:cubicBezTo>
                  <a:pt x="7046" y="0"/>
                  <a:pt x="0" y="3963"/>
                  <a:pt x="0" y="8888"/>
                </a:cubicBezTo>
                <a:cubicBezTo>
                  <a:pt x="0" y="13573"/>
                  <a:pt x="0" y="13573"/>
                  <a:pt x="0" y="13573"/>
                </a:cubicBezTo>
                <a:cubicBezTo>
                  <a:pt x="8540" y="13573"/>
                  <a:pt x="8540" y="13573"/>
                  <a:pt x="8540" y="13573"/>
                </a:cubicBezTo>
                <a:cubicBezTo>
                  <a:pt x="8540" y="28228"/>
                  <a:pt x="8540" y="28228"/>
                  <a:pt x="8540" y="28228"/>
                </a:cubicBezTo>
                <a:cubicBezTo>
                  <a:pt x="8540" y="32312"/>
                  <a:pt x="10462" y="36396"/>
                  <a:pt x="13879" y="40000"/>
                </a:cubicBezTo>
                <a:cubicBezTo>
                  <a:pt x="30960" y="57297"/>
                  <a:pt x="30960" y="57297"/>
                  <a:pt x="30960" y="57297"/>
                </a:cubicBezTo>
                <a:cubicBezTo>
                  <a:pt x="32455" y="58978"/>
                  <a:pt x="32455" y="61021"/>
                  <a:pt x="30747" y="62702"/>
                </a:cubicBezTo>
                <a:cubicBezTo>
                  <a:pt x="14519" y="78198"/>
                  <a:pt x="14519" y="78198"/>
                  <a:pt x="14519" y="78198"/>
                </a:cubicBezTo>
                <a:cubicBezTo>
                  <a:pt x="10676" y="81921"/>
                  <a:pt x="8540" y="86126"/>
                  <a:pt x="8540" y="90450"/>
                </a:cubicBezTo>
                <a:cubicBezTo>
                  <a:pt x="8540" y="106426"/>
                  <a:pt x="8540" y="106426"/>
                  <a:pt x="8540" y="106426"/>
                </a:cubicBezTo>
                <a:cubicBezTo>
                  <a:pt x="0" y="106426"/>
                  <a:pt x="0" y="106426"/>
                  <a:pt x="0" y="106426"/>
                </a:cubicBezTo>
                <a:cubicBezTo>
                  <a:pt x="0" y="111111"/>
                  <a:pt x="0" y="111111"/>
                  <a:pt x="0" y="111111"/>
                </a:cubicBezTo>
                <a:cubicBezTo>
                  <a:pt x="0" y="116036"/>
                  <a:pt x="7046" y="120000"/>
                  <a:pt x="15800" y="120000"/>
                </a:cubicBezTo>
                <a:cubicBezTo>
                  <a:pt x="104199" y="120000"/>
                  <a:pt x="104199" y="120000"/>
                  <a:pt x="104199" y="120000"/>
                </a:cubicBezTo>
                <a:cubicBezTo>
                  <a:pt x="112953" y="120000"/>
                  <a:pt x="120000" y="116036"/>
                  <a:pt x="120000" y="111111"/>
                </a:cubicBezTo>
                <a:cubicBezTo>
                  <a:pt x="120000" y="106426"/>
                  <a:pt x="120000" y="106426"/>
                  <a:pt x="120000" y="106426"/>
                </a:cubicBezTo>
                <a:cubicBezTo>
                  <a:pt x="111459" y="106426"/>
                  <a:pt x="111459" y="106426"/>
                  <a:pt x="111459" y="106426"/>
                </a:cubicBezTo>
                <a:cubicBezTo>
                  <a:pt x="111459" y="90450"/>
                  <a:pt x="111459" y="90450"/>
                  <a:pt x="111459" y="90450"/>
                </a:cubicBezTo>
                <a:cubicBezTo>
                  <a:pt x="111459" y="86126"/>
                  <a:pt x="109537" y="81921"/>
                  <a:pt x="105480" y="78198"/>
                </a:cubicBezTo>
                <a:cubicBezTo>
                  <a:pt x="89466" y="62702"/>
                  <a:pt x="89466" y="62702"/>
                  <a:pt x="89466" y="62702"/>
                </a:cubicBezTo>
                <a:cubicBezTo>
                  <a:pt x="87544" y="61021"/>
                  <a:pt x="87544" y="58978"/>
                  <a:pt x="89252" y="57177"/>
                </a:cubicBezTo>
                <a:cubicBezTo>
                  <a:pt x="106120" y="40000"/>
                  <a:pt x="106120" y="40000"/>
                  <a:pt x="106120" y="40000"/>
                </a:cubicBezTo>
                <a:cubicBezTo>
                  <a:pt x="109750" y="36396"/>
                  <a:pt x="111459" y="32312"/>
                  <a:pt x="111459" y="28228"/>
                </a:cubicBezTo>
                <a:lnTo>
                  <a:pt x="111459" y="13573"/>
                </a:lnTo>
                <a:close/>
                <a:moveTo>
                  <a:pt x="97793" y="27027"/>
                </a:moveTo>
                <a:cubicBezTo>
                  <a:pt x="97793" y="30630"/>
                  <a:pt x="96085" y="34234"/>
                  <a:pt x="93096" y="37357"/>
                </a:cubicBezTo>
                <a:cubicBezTo>
                  <a:pt x="75373" y="55495"/>
                  <a:pt x="75373" y="55495"/>
                  <a:pt x="75373" y="55495"/>
                </a:cubicBezTo>
                <a:cubicBezTo>
                  <a:pt x="72597" y="58378"/>
                  <a:pt x="72597" y="61861"/>
                  <a:pt x="75587" y="64624"/>
                </a:cubicBezTo>
                <a:cubicBezTo>
                  <a:pt x="92669" y="80960"/>
                  <a:pt x="92669" y="80960"/>
                  <a:pt x="92669" y="80960"/>
                </a:cubicBezTo>
                <a:cubicBezTo>
                  <a:pt x="96085" y="84204"/>
                  <a:pt x="97793" y="88048"/>
                  <a:pt x="97793" y="91771"/>
                </a:cubicBezTo>
                <a:cubicBezTo>
                  <a:pt x="97793" y="106426"/>
                  <a:pt x="97793" y="106426"/>
                  <a:pt x="97793" y="106426"/>
                </a:cubicBezTo>
                <a:cubicBezTo>
                  <a:pt x="88185" y="106426"/>
                  <a:pt x="88185" y="106426"/>
                  <a:pt x="88185" y="106426"/>
                </a:cubicBezTo>
                <a:cubicBezTo>
                  <a:pt x="83914" y="102942"/>
                  <a:pt x="73024" y="100540"/>
                  <a:pt x="60000" y="100540"/>
                </a:cubicBezTo>
                <a:cubicBezTo>
                  <a:pt x="47188" y="100540"/>
                  <a:pt x="36298" y="102942"/>
                  <a:pt x="31814" y="106426"/>
                </a:cubicBezTo>
                <a:cubicBezTo>
                  <a:pt x="22206" y="106426"/>
                  <a:pt x="22206" y="106426"/>
                  <a:pt x="22206" y="106426"/>
                </a:cubicBezTo>
                <a:cubicBezTo>
                  <a:pt x="22206" y="91771"/>
                  <a:pt x="22206" y="91771"/>
                  <a:pt x="22206" y="91771"/>
                </a:cubicBezTo>
                <a:cubicBezTo>
                  <a:pt x="22206" y="88048"/>
                  <a:pt x="24128" y="84204"/>
                  <a:pt x="27544" y="80960"/>
                </a:cubicBezTo>
                <a:cubicBezTo>
                  <a:pt x="44626" y="64624"/>
                  <a:pt x="44626" y="64624"/>
                  <a:pt x="44626" y="64624"/>
                </a:cubicBezTo>
                <a:cubicBezTo>
                  <a:pt x="47402" y="61861"/>
                  <a:pt x="47615" y="58378"/>
                  <a:pt x="44839" y="55495"/>
                </a:cubicBezTo>
                <a:cubicBezTo>
                  <a:pt x="26903" y="37357"/>
                  <a:pt x="26903" y="37357"/>
                  <a:pt x="26903" y="37357"/>
                </a:cubicBezTo>
                <a:cubicBezTo>
                  <a:pt x="23914" y="34234"/>
                  <a:pt x="22206" y="30630"/>
                  <a:pt x="22206" y="27027"/>
                </a:cubicBezTo>
                <a:cubicBezTo>
                  <a:pt x="22206" y="13573"/>
                  <a:pt x="22206" y="13573"/>
                  <a:pt x="22206" y="13573"/>
                </a:cubicBezTo>
                <a:cubicBezTo>
                  <a:pt x="97793" y="13573"/>
                  <a:pt x="97793" y="13573"/>
                  <a:pt x="97793" y="13573"/>
                </a:cubicBezTo>
                <a:lnTo>
                  <a:pt x="97793" y="27027"/>
                </a:lnTo>
                <a:close/>
              </a:path>
            </a:pathLst>
          </a:custGeom>
          <a:solidFill>
            <a:srgbClr val="768395">
              <a:lumMod val="20000"/>
              <a:lumOff val="80000"/>
            </a:srgbClr>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8" name="iṣļïḍe"/>
          <p:cNvSpPr/>
          <p:nvPr/>
        </p:nvSpPr>
        <p:spPr>
          <a:xfrm>
            <a:off x="5832996" y="2211017"/>
            <a:ext cx="529129" cy="319571"/>
          </a:xfrm>
          <a:custGeom>
            <a:avLst/>
            <a:gdLst/>
            <a:ahLst/>
            <a:cxnLst/>
            <a:rect l="0" t="0" r="0" b="0"/>
            <a:pathLst>
              <a:path w="120000" h="120000" extrusionOk="0">
                <a:moveTo>
                  <a:pt x="120000" y="0"/>
                </a:moveTo>
                <a:cubicBezTo>
                  <a:pt x="0" y="0"/>
                  <a:pt x="0" y="0"/>
                  <a:pt x="0" y="0"/>
                </a:cubicBezTo>
                <a:cubicBezTo>
                  <a:pt x="45569" y="109014"/>
                  <a:pt x="45569" y="109014"/>
                  <a:pt x="45569" y="109014"/>
                </a:cubicBezTo>
                <a:cubicBezTo>
                  <a:pt x="48101" y="115774"/>
                  <a:pt x="53670" y="120000"/>
                  <a:pt x="59746" y="120000"/>
                </a:cubicBezTo>
                <a:cubicBezTo>
                  <a:pt x="65822" y="120000"/>
                  <a:pt x="71392" y="115774"/>
                  <a:pt x="74430" y="109014"/>
                </a:cubicBezTo>
                <a:lnTo>
                  <a:pt x="120000" y="0"/>
                </a:lnTo>
                <a:close/>
              </a:path>
            </a:pathLst>
          </a:custGeom>
          <a:solidFill>
            <a:srgbClr val="023FA1"/>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9" name="ïŝḻidè"/>
          <p:cNvSpPr/>
          <p:nvPr/>
        </p:nvSpPr>
        <p:spPr>
          <a:xfrm rot="10800000">
            <a:off x="5832996" y="2632040"/>
            <a:ext cx="529129" cy="319571"/>
          </a:xfrm>
          <a:custGeom>
            <a:avLst/>
            <a:gdLst/>
            <a:ahLst/>
            <a:cxnLst/>
            <a:rect l="0" t="0" r="0" b="0"/>
            <a:pathLst>
              <a:path w="120000" h="120000" extrusionOk="0">
                <a:moveTo>
                  <a:pt x="120000" y="0"/>
                </a:moveTo>
                <a:cubicBezTo>
                  <a:pt x="0" y="0"/>
                  <a:pt x="0" y="0"/>
                  <a:pt x="0" y="0"/>
                </a:cubicBezTo>
                <a:cubicBezTo>
                  <a:pt x="45569" y="109014"/>
                  <a:pt x="45569" y="109014"/>
                  <a:pt x="45569" y="109014"/>
                </a:cubicBezTo>
                <a:cubicBezTo>
                  <a:pt x="48101" y="115774"/>
                  <a:pt x="53670" y="120000"/>
                  <a:pt x="59746" y="120000"/>
                </a:cubicBezTo>
                <a:cubicBezTo>
                  <a:pt x="65822" y="120000"/>
                  <a:pt x="71392" y="115774"/>
                  <a:pt x="74430" y="109014"/>
                </a:cubicBezTo>
                <a:lnTo>
                  <a:pt x="120000" y="0"/>
                </a:lnTo>
                <a:close/>
              </a:path>
            </a:pathLst>
          </a:custGeom>
          <a:solidFill>
            <a:srgbClr val="023FA1"/>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30" name="ïşḻíḑé"/>
          <p:cNvSpPr/>
          <p:nvPr/>
        </p:nvSpPr>
        <p:spPr>
          <a:xfrm>
            <a:off x="7571761" y="1628800"/>
            <a:ext cx="1082253" cy="1924566"/>
          </a:xfrm>
          <a:custGeom>
            <a:avLst/>
            <a:gdLst/>
            <a:ahLst/>
            <a:cxnLst/>
            <a:rect l="0" t="0" r="0" b="0"/>
            <a:pathLst>
              <a:path w="120000" h="120000" extrusionOk="0">
                <a:moveTo>
                  <a:pt x="111459" y="13573"/>
                </a:moveTo>
                <a:cubicBezTo>
                  <a:pt x="120000" y="13573"/>
                  <a:pt x="120000" y="13573"/>
                  <a:pt x="120000" y="13573"/>
                </a:cubicBezTo>
                <a:cubicBezTo>
                  <a:pt x="120000" y="8888"/>
                  <a:pt x="120000" y="8888"/>
                  <a:pt x="120000" y="8888"/>
                </a:cubicBezTo>
                <a:cubicBezTo>
                  <a:pt x="120000" y="3963"/>
                  <a:pt x="112953" y="0"/>
                  <a:pt x="104199" y="0"/>
                </a:cubicBezTo>
                <a:cubicBezTo>
                  <a:pt x="15800" y="0"/>
                  <a:pt x="15800" y="0"/>
                  <a:pt x="15800" y="0"/>
                </a:cubicBezTo>
                <a:cubicBezTo>
                  <a:pt x="7046" y="0"/>
                  <a:pt x="0" y="3963"/>
                  <a:pt x="0" y="8888"/>
                </a:cubicBezTo>
                <a:cubicBezTo>
                  <a:pt x="0" y="13573"/>
                  <a:pt x="0" y="13573"/>
                  <a:pt x="0" y="13573"/>
                </a:cubicBezTo>
                <a:cubicBezTo>
                  <a:pt x="8540" y="13573"/>
                  <a:pt x="8540" y="13573"/>
                  <a:pt x="8540" y="13573"/>
                </a:cubicBezTo>
                <a:cubicBezTo>
                  <a:pt x="8540" y="28228"/>
                  <a:pt x="8540" y="28228"/>
                  <a:pt x="8540" y="28228"/>
                </a:cubicBezTo>
                <a:cubicBezTo>
                  <a:pt x="8540" y="32312"/>
                  <a:pt x="10462" y="36396"/>
                  <a:pt x="13879" y="40000"/>
                </a:cubicBezTo>
                <a:cubicBezTo>
                  <a:pt x="30747" y="57297"/>
                  <a:pt x="30747" y="57297"/>
                  <a:pt x="30747" y="57297"/>
                </a:cubicBezTo>
                <a:cubicBezTo>
                  <a:pt x="32455" y="58978"/>
                  <a:pt x="32455" y="61021"/>
                  <a:pt x="30747" y="62702"/>
                </a:cubicBezTo>
                <a:cubicBezTo>
                  <a:pt x="14519" y="78198"/>
                  <a:pt x="14519" y="78198"/>
                  <a:pt x="14519" y="78198"/>
                </a:cubicBezTo>
                <a:cubicBezTo>
                  <a:pt x="10676" y="81921"/>
                  <a:pt x="8540" y="86126"/>
                  <a:pt x="8540" y="90450"/>
                </a:cubicBezTo>
                <a:cubicBezTo>
                  <a:pt x="8540" y="106426"/>
                  <a:pt x="8540" y="106426"/>
                  <a:pt x="8540" y="106426"/>
                </a:cubicBezTo>
                <a:cubicBezTo>
                  <a:pt x="0" y="106426"/>
                  <a:pt x="0" y="106426"/>
                  <a:pt x="0" y="106426"/>
                </a:cubicBezTo>
                <a:cubicBezTo>
                  <a:pt x="0" y="111111"/>
                  <a:pt x="0" y="111111"/>
                  <a:pt x="0" y="111111"/>
                </a:cubicBezTo>
                <a:cubicBezTo>
                  <a:pt x="0" y="116036"/>
                  <a:pt x="7046" y="120000"/>
                  <a:pt x="15800" y="120000"/>
                </a:cubicBezTo>
                <a:cubicBezTo>
                  <a:pt x="104199" y="120000"/>
                  <a:pt x="104199" y="120000"/>
                  <a:pt x="104199" y="120000"/>
                </a:cubicBezTo>
                <a:cubicBezTo>
                  <a:pt x="112953" y="120000"/>
                  <a:pt x="120000" y="116036"/>
                  <a:pt x="120000" y="111111"/>
                </a:cubicBezTo>
                <a:cubicBezTo>
                  <a:pt x="120000" y="106426"/>
                  <a:pt x="120000" y="106426"/>
                  <a:pt x="120000" y="106426"/>
                </a:cubicBezTo>
                <a:cubicBezTo>
                  <a:pt x="111459" y="106426"/>
                  <a:pt x="111459" y="106426"/>
                  <a:pt x="111459" y="106426"/>
                </a:cubicBezTo>
                <a:cubicBezTo>
                  <a:pt x="111459" y="90450"/>
                  <a:pt x="111459" y="90450"/>
                  <a:pt x="111459" y="90450"/>
                </a:cubicBezTo>
                <a:cubicBezTo>
                  <a:pt x="111459" y="86126"/>
                  <a:pt x="109323" y="81921"/>
                  <a:pt x="105480" y="78198"/>
                </a:cubicBezTo>
                <a:cubicBezTo>
                  <a:pt x="89252" y="62702"/>
                  <a:pt x="89252" y="62702"/>
                  <a:pt x="89252" y="62702"/>
                </a:cubicBezTo>
                <a:cubicBezTo>
                  <a:pt x="87544" y="61021"/>
                  <a:pt x="87544" y="58978"/>
                  <a:pt x="89252" y="57177"/>
                </a:cubicBezTo>
                <a:cubicBezTo>
                  <a:pt x="106120" y="40000"/>
                  <a:pt x="106120" y="40000"/>
                  <a:pt x="106120" y="40000"/>
                </a:cubicBezTo>
                <a:cubicBezTo>
                  <a:pt x="109537" y="36396"/>
                  <a:pt x="111459" y="32312"/>
                  <a:pt x="111459" y="28228"/>
                </a:cubicBezTo>
                <a:lnTo>
                  <a:pt x="111459" y="13573"/>
                </a:lnTo>
                <a:close/>
                <a:moveTo>
                  <a:pt x="97793" y="27027"/>
                </a:moveTo>
                <a:cubicBezTo>
                  <a:pt x="97793" y="30630"/>
                  <a:pt x="96085" y="34234"/>
                  <a:pt x="93096" y="37357"/>
                </a:cubicBezTo>
                <a:cubicBezTo>
                  <a:pt x="75160" y="55495"/>
                  <a:pt x="75160" y="55495"/>
                  <a:pt x="75160" y="55495"/>
                </a:cubicBezTo>
                <a:cubicBezTo>
                  <a:pt x="72384" y="58378"/>
                  <a:pt x="72597" y="61861"/>
                  <a:pt x="75373" y="64624"/>
                </a:cubicBezTo>
                <a:cubicBezTo>
                  <a:pt x="92455" y="80960"/>
                  <a:pt x="92455" y="80960"/>
                  <a:pt x="92455" y="80960"/>
                </a:cubicBezTo>
                <a:cubicBezTo>
                  <a:pt x="95871" y="84204"/>
                  <a:pt x="97793" y="88048"/>
                  <a:pt x="97793" y="91771"/>
                </a:cubicBezTo>
                <a:cubicBezTo>
                  <a:pt x="97793" y="106426"/>
                  <a:pt x="97793" y="106426"/>
                  <a:pt x="97793" y="106426"/>
                </a:cubicBezTo>
                <a:cubicBezTo>
                  <a:pt x="88185" y="106426"/>
                  <a:pt x="88185" y="106426"/>
                  <a:pt x="88185" y="106426"/>
                </a:cubicBezTo>
                <a:cubicBezTo>
                  <a:pt x="83701" y="102942"/>
                  <a:pt x="72811" y="100540"/>
                  <a:pt x="60000" y="100540"/>
                </a:cubicBezTo>
                <a:cubicBezTo>
                  <a:pt x="47188" y="100540"/>
                  <a:pt x="36085" y="102942"/>
                  <a:pt x="31814" y="106426"/>
                </a:cubicBezTo>
                <a:cubicBezTo>
                  <a:pt x="22206" y="106426"/>
                  <a:pt x="22206" y="106426"/>
                  <a:pt x="22206" y="106426"/>
                </a:cubicBezTo>
                <a:cubicBezTo>
                  <a:pt x="22206" y="91771"/>
                  <a:pt x="22206" y="91771"/>
                  <a:pt x="22206" y="91771"/>
                </a:cubicBezTo>
                <a:cubicBezTo>
                  <a:pt x="22206" y="88048"/>
                  <a:pt x="23914" y="84204"/>
                  <a:pt x="27544" y="80960"/>
                </a:cubicBezTo>
                <a:cubicBezTo>
                  <a:pt x="44412" y="64624"/>
                  <a:pt x="44412" y="64624"/>
                  <a:pt x="44412" y="64624"/>
                </a:cubicBezTo>
                <a:cubicBezTo>
                  <a:pt x="47402" y="61861"/>
                  <a:pt x="47402" y="58378"/>
                  <a:pt x="44626" y="55495"/>
                </a:cubicBezTo>
                <a:cubicBezTo>
                  <a:pt x="26903" y="37357"/>
                  <a:pt x="26903" y="37357"/>
                  <a:pt x="26903" y="37357"/>
                </a:cubicBezTo>
                <a:cubicBezTo>
                  <a:pt x="23914" y="34234"/>
                  <a:pt x="22206" y="30630"/>
                  <a:pt x="22206" y="27027"/>
                </a:cubicBezTo>
                <a:cubicBezTo>
                  <a:pt x="22206" y="13573"/>
                  <a:pt x="22206" y="13573"/>
                  <a:pt x="22206" y="13573"/>
                </a:cubicBezTo>
                <a:cubicBezTo>
                  <a:pt x="97793" y="13573"/>
                  <a:pt x="97793" y="13573"/>
                  <a:pt x="97793" y="13573"/>
                </a:cubicBezTo>
                <a:lnTo>
                  <a:pt x="97793" y="27027"/>
                </a:lnTo>
                <a:close/>
              </a:path>
            </a:pathLst>
          </a:custGeom>
          <a:solidFill>
            <a:srgbClr val="768395">
              <a:lumMod val="20000"/>
              <a:lumOff val="80000"/>
            </a:srgbClr>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31" name="îṧḻiḍé"/>
          <p:cNvSpPr/>
          <p:nvPr/>
        </p:nvSpPr>
        <p:spPr>
          <a:xfrm rot="10800000">
            <a:off x="7812752" y="2634803"/>
            <a:ext cx="600270" cy="452095"/>
          </a:xfrm>
          <a:custGeom>
            <a:avLst/>
            <a:gdLst/>
            <a:ahLst/>
            <a:cxnLst/>
            <a:rect l="0" t="0" r="0" b="0"/>
            <a:pathLst>
              <a:path w="120000" h="120000" extrusionOk="0">
                <a:moveTo>
                  <a:pt x="120000" y="0"/>
                </a:moveTo>
                <a:cubicBezTo>
                  <a:pt x="0" y="0"/>
                  <a:pt x="0" y="0"/>
                  <a:pt x="0" y="0"/>
                </a:cubicBezTo>
                <a:cubicBezTo>
                  <a:pt x="45652" y="108972"/>
                  <a:pt x="45652" y="108972"/>
                  <a:pt x="45652" y="108972"/>
                </a:cubicBezTo>
                <a:cubicBezTo>
                  <a:pt x="48260" y="116108"/>
                  <a:pt x="53913" y="120000"/>
                  <a:pt x="60000" y="120000"/>
                </a:cubicBezTo>
                <a:cubicBezTo>
                  <a:pt x="66086" y="120000"/>
                  <a:pt x="71739" y="116108"/>
                  <a:pt x="74347" y="108972"/>
                </a:cubicBezTo>
                <a:lnTo>
                  <a:pt x="120000" y="0"/>
                </a:lnTo>
                <a:close/>
              </a:path>
            </a:pathLst>
          </a:custGeom>
          <a:solidFill>
            <a:srgbClr val="FFC000"/>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32" name="ïš1ïḍè"/>
          <p:cNvSpPr/>
          <p:nvPr/>
        </p:nvSpPr>
        <p:spPr>
          <a:xfrm rot="10800000">
            <a:off x="7884944" y="2270335"/>
            <a:ext cx="455885" cy="261408"/>
          </a:xfrm>
          <a:custGeom>
            <a:avLst/>
            <a:gdLst/>
            <a:ahLst/>
            <a:cxnLst/>
            <a:rect l="0" t="0" r="0" b="0"/>
            <a:pathLst>
              <a:path w="120000" h="120000" extrusionOk="0">
                <a:moveTo>
                  <a:pt x="120000" y="120000"/>
                </a:moveTo>
                <a:cubicBezTo>
                  <a:pt x="0" y="120000"/>
                  <a:pt x="0" y="120000"/>
                  <a:pt x="0" y="120000"/>
                </a:cubicBezTo>
                <a:cubicBezTo>
                  <a:pt x="45569" y="11470"/>
                  <a:pt x="45569" y="11470"/>
                  <a:pt x="45569" y="11470"/>
                </a:cubicBezTo>
                <a:cubicBezTo>
                  <a:pt x="48101" y="4411"/>
                  <a:pt x="53670" y="0"/>
                  <a:pt x="59746" y="0"/>
                </a:cubicBezTo>
                <a:cubicBezTo>
                  <a:pt x="65822" y="0"/>
                  <a:pt x="71392" y="4411"/>
                  <a:pt x="74430" y="11470"/>
                </a:cubicBezTo>
                <a:lnTo>
                  <a:pt x="120000" y="120000"/>
                </a:lnTo>
                <a:close/>
              </a:path>
            </a:pathLst>
          </a:custGeom>
          <a:solidFill>
            <a:srgbClr val="FFC000"/>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33" name="íSļîḓe"/>
          <p:cNvSpPr/>
          <p:nvPr/>
        </p:nvSpPr>
        <p:spPr>
          <a:xfrm>
            <a:off x="9822608" y="2682009"/>
            <a:ext cx="611212" cy="522814"/>
          </a:xfrm>
          <a:custGeom>
            <a:avLst/>
            <a:gdLst/>
            <a:ahLst/>
            <a:cxnLst/>
            <a:rect l="0" t="0" r="0" b="0"/>
            <a:pathLst>
              <a:path w="120000" h="120000" extrusionOk="0">
                <a:moveTo>
                  <a:pt x="120000" y="120000"/>
                </a:moveTo>
                <a:cubicBezTo>
                  <a:pt x="0" y="120000"/>
                  <a:pt x="0" y="120000"/>
                  <a:pt x="0" y="120000"/>
                </a:cubicBezTo>
                <a:cubicBezTo>
                  <a:pt x="45425" y="11070"/>
                  <a:pt x="45425" y="11070"/>
                  <a:pt x="45425" y="11070"/>
                </a:cubicBezTo>
                <a:cubicBezTo>
                  <a:pt x="48454" y="3985"/>
                  <a:pt x="53753" y="0"/>
                  <a:pt x="59810" y="0"/>
                </a:cubicBezTo>
                <a:cubicBezTo>
                  <a:pt x="65867" y="0"/>
                  <a:pt x="71545" y="3985"/>
                  <a:pt x="74574" y="11070"/>
                </a:cubicBezTo>
                <a:lnTo>
                  <a:pt x="120000" y="120000"/>
                </a:lnTo>
                <a:close/>
              </a:path>
            </a:pathLst>
          </a:custGeom>
          <a:solidFill>
            <a:srgbClr val="023FA1"/>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34" name="îśḻídé"/>
          <p:cNvSpPr/>
          <p:nvPr/>
        </p:nvSpPr>
        <p:spPr>
          <a:xfrm>
            <a:off x="9586456" y="1628800"/>
            <a:ext cx="1083515" cy="1924566"/>
          </a:xfrm>
          <a:custGeom>
            <a:avLst/>
            <a:gdLst/>
            <a:ahLst/>
            <a:cxnLst/>
            <a:rect l="0" t="0" r="0" b="0"/>
            <a:pathLst>
              <a:path w="120000" h="120000" extrusionOk="0">
                <a:moveTo>
                  <a:pt x="111459" y="13573"/>
                </a:moveTo>
                <a:cubicBezTo>
                  <a:pt x="120000" y="13573"/>
                  <a:pt x="120000" y="13573"/>
                  <a:pt x="120000" y="13573"/>
                </a:cubicBezTo>
                <a:cubicBezTo>
                  <a:pt x="120000" y="8888"/>
                  <a:pt x="120000" y="8888"/>
                  <a:pt x="120000" y="8888"/>
                </a:cubicBezTo>
                <a:cubicBezTo>
                  <a:pt x="120000" y="3963"/>
                  <a:pt x="112953" y="0"/>
                  <a:pt x="104199" y="0"/>
                </a:cubicBezTo>
                <a:cubicBezTo>
                  <a:pt x="15800" y="0"/>
                  <a:pt x="15800" y="0"/>
                  <a:pt x="15800" y="0"/>
                </a:cubicBezTo>
                <a:cubicBezTo>
                  <a:pt x="7046" y="0"/>
                  <a:pt x="0" y="3963"/>
                  <a:pt x="0" y="8888"/>
                </a:cubicBezTo>
                <a:cubicBezTo>
                  <a:pt x="0" y="13573"/>
                  <a:pt x="0" y="13573"/>
                  <a:pt x="0" y="13573"/>
                </a:cubicBezTo>
                <a:cubicBezTo>
                  <a:pt x="8540" y="13573"/>
                  <a:pt x="8540" y="13573"/>
                  <a:pt x="8540" y="13573"/>
                </a:cubicBezTo>
                <a:cubicBezTo>
                  <a:pt x="8540" y="28228"/>
                  <a:pt x="8540" y="28228"/>
                  <a:pt x="8540" y="28228"/>
                </a:cubicBezTo>
                <a:cubicBezTo>
                  <a:pt x="8540" y="32312"/>
                  <a:pt x="10462" y="36396"/>
                  <a:pt x="13879" y="40000"/>
                </a:cubicBezTo>
                <a:cubicBezTo>
                  <a:pt x="30747" y="57297"/>
                  <a:pt x="30747" y="57297"/>
                  <a:pt x="30747" y="57297"/>
                </a:cubicBezTo>
                <a:cubicBezTo>
                  <a:pt x="32455" y="58978"/>
                  <a:pt x="32455" y="61021"/>
                  <a:pt x="30747" y="62702"/>
                </a:cubicBezTo>
                <a:cubicBezTo>
                  <a:pt x="14519" y="78198"/>
                  <a:pt x="14519" y="78198"/>
                  <a:pt x="14519" y="78198"/>
                </a:cubicBezTo>
                <a:cubicBezTo>
                  <a:pt x="10676" y="81921"/>
                  <a:pt x="8540" y="86126"/>
                  <a:pt x="8540" y="90450"/>
                </a:cubicBezTo>
                <a:cubicBezTo>
                  <a:pt x="8540" y="106426"/>
                  <a:pt x="8540" y="106426"/>
                  <a:pt x="8540" y="106426"/>
                </a:cubicBezTo>
                <a:cubicBezTo>
                  <a:pt x="0" y="106426"/>
                  <a:pt x="0" y="106426"/>
                  <a:pt x="0" y="106426"/>
                </a:cubicBezTo>
                <a:cubicBezTo>
                  <a:pt x="0" y="111111"/>
                  <a:pt x="0" y="111111"/>
                  <a:pt x="0" y="111111"/>
                </a:cubicBezTo>
                <a:cubicBezTo>
                  <a:pt x="0" y="116036"/>
                  <a:pt x="7046" y="120000"/>
                  <a:pt x="15800" y="120000"/>
                </a:cubicBezTo>
                <a:cubicBezTo>
                  <a:pt x="104199" y="120000"/>
                  <a:pt x="104199" y="120000"/>
                  <a:pt x="104199" y="120000"/>
                </a:cubicBezTo>
                <a:cubicBezTo>
                  <a:pt x="112953" y="120000"/>
                  <a:pt x="120000" y="116036"/>
                  <a:pt x="120000" y="111111"/>
                </a:cubicBezTo>
                <a:cubicBezTo>
                  <a:pt x="120000" y="106426"/>
                  <a:pt x="120000" y="106426"/>
                  <a:pt x="120000" y="106426"/>
                </a:cubicBezTo>
                <a:cubicBezTo>
                  <a:pt x="111459" y="106426"/>
                  <a:pt x="111459" y="106426"/>
                  <a:pt x="111459" y="106426"/>
                </a:cubicBezTo>
                <a:cubicBezTo>
                  <a:pt x="111459" y="90450"/>
                  <a:pt x="111459" y="90450"/>
                  <a:pt x="111459" y="90450"/>
                </a:cubicBezTo>
                <a:cubicBezTo>
                  <a:pt x="111459" y="86126"/>
                  <a:pt x="109323" y="81921"/>
                  <a:pt x="105480" y="78198"/>
                </a:cubicBezTo>
                <a:cubicBezTo>
                  <a:pt x="89252" y="62702"/>
                  <a:pt x="89252" y="62702"/>
                  <a:pt x="89252" y="62702"/>
                </a:cubicBezTo>
                <a:cubicBezTo>
                  <a:pt x="87544" y="61021"/>
                  <a:pt x="87544" y="58978"/>
                  <a:pt x="89252" y="57177"/>
                </a:cubicBezTo>
                <a:cubicBezTo>
                  <a:pt x="106120" y="40000"/>
                  <a:pt x="106120" y="40000"/>
                  <a:pt x="106120" y="40000"/>
                </a:cubicBezTo>
                <a:cubicBezTo>
                  <a:pt x="109537" y="36396"/>
                  <a:pt x="111459" y="32312"/>
                  <a:pt x="111459" y="28228"/>
                </a:cubicBezTo>
                <a:lnTo>
                  <a:pt x="111459" y="13573"/>
                </a:lnTo>
                <a:close/>
                <a:moveTo>
                  <a:pt x="97793" y="27027"/>
                </a:moveTo>
                <a:cubicBezTo>
                  <a:pt x="97793" y="30630"/>
                  <a:pt x="96085" y="34234"/>
                  <a:pt x="93096" y="37357"/>
                </a:cubicBezTo>
                <a:cubicBezTo>
                  <a:pt x="75160" y="55495"/>
                  <a:pt x="75160" y="55495"/>
                  <a:pt x="75160" y="55495"/>
                </a:cubicBezTo>
                <a:cubicBezTo>
                  <a:pt x="72384" y="58378"/>
                  <a:pt x="72597" y="61861"/>
                  <a:pt x="75373" y="64624"/>
                </a:cubicBezTo>
                <a:cubicBezTo>
                  <a:pt x="92455" y="80960"/>
                  <a:pt x="92455" y="80960"/>
                  <a:pt x="92455" y="80960"/>
                </a:cubicBezTo>
                <a:cubicBezTo>
                  <a:pt x="95871" y="84204"/>
                  <a:pt x="97793" y="88048"/>
                  <a:pt x="97793" y="91771"/>
                </a:cubicBezTo>
                <a:cubicBezTo>
                  <a:pt x="97793" y="106426"/>
                  <a:pt x="97793" y="106426"/>
                  <a:pt x="97793" y="106426"/>
                </a:cubicBezTo>
                <a:cubicBezTo>
                  <a:pt x="88185" y="106426"/>
                  <a:pt x="88185" y="106426"/>
                  <a:pt x="88185" y="106426"/>
                </a:cubicBezTo>
                <a:cubicBezTo>
                  <a:pt x="83701" y="102942"/>
                  <a:pt x="72811" y="100540"/>
                  <a:pt x="60000" y="100540"/>
                </a:cubicBezTo>
                <a:cubicBezTo>
                  <a:pt x="47188" y="100540"/>
                  <a:pt x="36085" y="102942"/>
                  <a:pt x="31814" y="106426"/>
                </a:cubicBezTo>
                <a:cubicBezTo>
                  <a:pt x="22206" y="106426"/>
                  <a:pt x="22206" y="106426"/>
                  <a:pt x="22206" y="106426"/>
                </a:cubicBezTo>
                <a:cubicBezTo>
                  <a:pt x="22206" y="91771"/>
                  <a:pt x="22206" y="91771"/>
                  <a:pt x="22206" y="91771"/>
                </a:cubicBezTo>
                <a:cubicBezTo>
                  <a:pt x="22206" y="88048"/>
                  <a:pt x="23914" y="84204"/>
                  <a:pt x="27544" y="80960"/>
                </a:cubicBezTo>
                <a:cubicBezTo>
                  <a:pt x="44412" y="64624"/>
                  <a:pt x="44412" y="64624"/>
                  <a:pt x="44412" y="64624"/>
                </a:cubicBezTo>
                <a:cubicBezTo>
                  <a:pt x="47402" y="61861"/>
                  <a:pt x="47402" y="58378"/>
                  <a:pt x="44626" y="55495"/>
                </a:cubicBezTo>
                <a:cubicBezTo>
                  <a:pt x="26903" y="37357"/>
                  <a:pt x="26903" y="37357"/>
                  <a:pt x="26903" y="37357"/>
                </a:cubicBezTo>
                <a:cubicBezTo>
                  <a:pt x="23914" y="34234"/>
                  <a:pt x="22206" y="30630"/>
                  <a:pt x="22206" y="27027"/>
                </a:cubicBezTo>
                <a:cubicBezTo>
                  <a:pt x="22206" y="13573"/>
                  <a:pt x="22206" y="13573"/>
                  <a:pt x="22206" y="13573"/>
                </a:cubicBezTo>
                <a:cubicBezTo>
                  <a:pt x="97793" y="13573"/>
                  <a:pt x="97793" y="13573"/>
                  <a:pt x="97793" y="13573"/>
                </a:cubicBezTo>
                <a:lnTo>
                  <a:pt x="97793" y="27027"/>
                </a:lnTo>
                <a:close/>
              </a:path>
            </a:pathLst>
          </a:custGeom>
          <a:solidFill>
            <a:srgbClr val="768395">
              <a:lumMod val="20000"/>
              <a:lumOff val="80000"/>
            </a:srgbClr>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35" name="îsḷíďê"/>
          <p:cNvSpPr/>
          <p:nvPr/>
        </p:nvSpPr>
        <p:spPr bwMode="auto">
          <a:xfrm>
            <a:off x="983902" y="4837805"/>
            <a:ext cx="2159770"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rmAutofit/>
          </a:bodyPr>
          <a:lstStyle/>
          <a:p>
            <a:pPr algn="ctr">
              <a:lnSpc>
                <a:spcPct val="120000"/>
              </a:lnSpc>
              <a:spcBef>
                <a:spcPct val="0"/>
              </a:spcBef>
            </a:pPr>
            <a:r>
              <a:rPr lang="en-US" altLang="zh-CN" sz="1000" dirty="0">
                <a:solidFill>
                  <a:srgbClr val="000000"/>
                </a:solidFill>
                <a:latin typeface="Arial" panose="020B0604020202020204"/>
                <a:ea typeface="微软雅黑" panose="020B0503020204020204" pitchFamily="34" charset="-122"/>
              </a:rPr>
              <a:t>Copy paste fonts. Choose the only option to retain text.</a:t>
            </a:r>
          </a:p>
        </p:txBody>
      </p:sp>
      <p:sp>
        <p:nvSpPr>
          <p:cNvPr id="36" name="iSlïdè"/>
          <p:cNvSpPr txBox="1"/>
          <p:nvPr/>
        </p:nvSpPr>
        <p:spPr bwMode="auto">
          <a:xfrm>
            <a:off x="983902" y="4486666"/>
            <a:ext cx="2159770" cy="351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rmAutofit lnSpcReduction="10000"/>
          </a:bodyPr>
          <a:lstStyle/>
          <a:p>
            <a:pPr algn="ctr">
              <a:spcBef>
                <a:spcPct val="0"/>
              </a:spcBef>
            </a:pPr>
            <a:r>
              <a:rPr lang="en-US" altLang="zh-CN" b="1" dirty="0">
                <a:solidFill>
                  <a:srgbClr val="000000"/>
                </a:solidFill>
                <a:latin typeface="Arial" panose="020B0604020202020204"/>
                <a:ea typeface="微软雅黑" panose="020B0503020204020204" pitchFamily="34" charset="-122"/>
              </a:rPr>
              <a:t>Text</a:t>
            </a:r>
            <a:r>
              <a:rPr lang="zh-CN" altLang="en-US" b="1" dirty="0">
                <a:solidFill>
                  <a:srgbClr val="000000"/>
                </a:solidFill>
                <a:latin typeface="Arial" panose="020B0604020202020204"/>
                <a:ea typeface="微软雅黑" panose="020B0503020204020204" pitchFamily="34" charset="-122"/>
              </a:rPr>
              <a:t> </a:t>
            </a:r>
            <a:r>
              <a:rPr lang="en-US" altLang="zh-CN" b="1" dirty="0">
                <a:solidFill>
                  <a:srgbClr val="000000"/>
                </a:solidFill>
                <a:latin typeface="Arial" panose="020B0604020202020204"/>
                <a:ea typeface="微软雅黑" panose="020B0503020204020204" pitchFamily="34" charset="-122"/>
              </a:rPr>
              <a:t>here</a:t>
            </a:r>
          </a:p>
        </p:txBody>
      </p:sp>
      <p:sp>
        <p:nvSpPr>
          <p:cNvPr id="37" name="íšlïďé"/>
          <p:cNvSpPr/>
          <p:nvPr/>
        </p:nvSpPr>
        <p:spPr bwMode="auto">
          <a:xfrm>
            <a:off x="3001452" y="5656351"/>
            <a:ext cx="2158444"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rmAutofit/>
          </a:bodyPr>
          <a:lstStyle/>
          <a:p>
            <a:pPr algn="ctr">
              <a:lnSpc>
                <a:spcPct val="120000"/>
              </a:lnSpc>
              <a:spcBef>
                <a:spcPct val="0"/>
              </a:spcBef>
            </a:pPr>
            <a:r>
              <a:rPr lang="en-US" altLang="zh-CN" sz="1000" dirty="0">
                <a:solidFill>
                  <a:srgbClr val="000000"/>
                </a:solidFill>
                <a:latin typeface="Arial" panose="020B0604020202020204"/>
                <a:ea typeface="微软雅黑" panose="020B0503020204020204" pitchFamily="34" charset="-122"/>
              </a:rPr>
              <a:t>Copy paste fonts. Choose the only option to retain text.</a:t>
            </a:r>
          </a:p>
        </p:txBody>
      </p:sp>
      <p:sp>
        <p:nvSpPr>
          <p:cNvPr id="38" name="ïşlíďe"/>
          <p:cNvSpPr txBox="1"/>
          <p:nvPr/>
        </p:nvSpPr>
        <p:spPr bwMode="auto">
          <a:xfrm>
            <a:off x="3001452" y="5305212"/>
            <a:ext cx="2158444" cy="351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rmAutofit lnSpcReduction="10000"/>
          </a:bodyPr>
          <a:lstStyle/>
          <a:p>
            <a:pPr algn="ctr">
              <a:spcBef>
                <a:spcPct val="0"/>
              </a:spcBef>
            </a:pPr>
            <a:r>
              <a:rPr lang="en-US" altLang="zh-CN" b="1" dirty="0">
                <a:solidFill>
                  <a:srgbClr val="000000"/>
                </a:solidFill>
                <a:latin typeface="Arial" panose="020B0604020202020204"/>
                <a:ea typeface="微软雅黑" panose="020B0503020204020204" pitchFamily="34" charset="-122"/>
              </a:rPr>
              <a:t>Text</a:t>
            </a:r>
            <a:r>
              <a:rPr lang="zh-CN" altLang="en-US" b="1" dirty="0">
                <a:solidFill>
                  <a:srgbClr val="000000"/>
                </a:solidFill>
                <a:latin typeface="Arial" panose="020B0604020202020204"/>
                <a:ea typeface="微软雅黑" panose="020B0503020204020204" pitchFamily="34" charset="-122"/>
              </a:rPr>
              <a:t> </a:t>
            </a:r>
            <a:r>
              <a:rPr lang="en-US" altLang="zh-CN" b="1" dirty="0">
                <a:solidFill>
                  <a:srgbClr val="000000"/>
                </a:solidFill>
                <a:latin typeface="Arial" panose="020B0604020202020204"/>
                <a:ea typeface="微软雅黑" panose="020B0503020204020204" pitchFamily="34" charset="-122"/>
              </a:rPr>
              <a:t>here</a:t>
            </a:r>
          </a:p>
        </p:txBody>
      </p:sp>
      <p:sp>
        <p:nvSpPr>
          <p:cNvPr id="39" name="ï$lïďe"/>
          <p:cNvSpPr/>
          <p:nvPr/>
        </p:nvSpPr>
        <p:spPr bwMode="auto">
          <a:xfrm>
            <a:off x="5019899" y="4837805"/>
            <a:ext cx="2155322"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rmAutofit/>
          </a:bodyPr>
          <a:lstStyle/>
          <a:p>
            <a:pPr algn="ctr">
              <a:lnSpc>
                <a:spcPct val="120000"/>
              </a:lnSpc>
              <a:spcBef>
                <a:spcPct val="0"/>
              </a:spcBef>
            </a:pPr>
            <a:r>
              <a:rPr lang="en-US" altLang="zh-CN" sz="1000" dirty="0">
                <a:solidFill>
                  <a:srgbClr val="000000"/>
                </a:solidFill>
                <a:latin typeface="Arial" panose="020B0604020202020204"/>
                <a:ea typeface="微软雅黑" panose="020B0503020204020204" pitchFamily="34" charset="-122"/>
              </a:rPr>
              <a:t>Copy paste fonts. Choose the only option to retain text.</a:t>
            </a:r>
          </a:p>
        </p:txBody>
      </p:sp>
      <p:sp>
        <p:nvSpPr>
          <p:cNvPr id="40" name="ïṡḷiḓè"/>
          <p:cNvSpPr txBox="1"/>
          <p:nvPr/>
        </p:nvSpPr>
        <p:spPr bwMode="auto">
          <a:xfrm>
            <a:off x="5019899" y="4486666"/>
            <a:ext cx="2155322" cy="351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rmAutofit lnSpcReduction="10000"/>
          </a:bodyPr>
          <a:lstStyle/>
          <a:p>
            <a:pPr algn="ctr">
              <a:spcBef>
                <a:spcPct val="0"/>
              </a:spcBef>
            </a:pPr>
            <a:r>
              <a:rPr lang="en-US" altLang="zh-CN" b="1" dirty="0">
                <a:solidFill>
                  <a:srgbClr val="000000"/>
                </a:solidFill>
                <a:latin typeface="Arial" panose="020B0604020202020204"/>
                <a:ea typeface="微软雅黑" panose="020B0503020204020204" pitchFamily="34" charset="-122"/>
              </a:rPr>
              <a:t>Text</a:t>
            </a:r>
            <a:r>
              <a:rPr lang="zh-CN" altLang="en-US" b="1" dirty="0">
                <a:solidFill>
                  <a:srgbClr val="000000"/>
                </a:solidFill>
                <a:latin typeface="Arial" panose="020B0604020202020204"/>
                <a:ea typeface="微软雅黑" panose="020B0503020204020204" pitchFamily="34" charset="-122"/>
              </a:rPr>
              <a:t> </a:t>
            </a:r>
            <a:r>
              <a:rPr lang="en-US" altLang="zh-CN" b="1" dirty="0">
                <a:solidFill>
                  <a:srgbClr val="000000"/>
                </a:solidFill>
                <a:latin typeface="Arial" panose="020B0604020202020204"/>
                <a:ea typeface="微软雅黑" panose="020B0503020204020204" pitchFamily="34" charset="-122"/>
              </a:rPr>
              <a:t>here</a:t>
            </a:r>
          </a:p>
        </p:txBody>
      </p:sp>
      <p:sp>
        <p:nvSpPr>
          <p:cNvPr id="41" name="ïṩḻíďè"/>
          <p:cNvSpPr/>
          <p:nvPr/>
        </p:nvSpPr>
        <p:spPr bwMode="auto">
          <a:xfrm>
            <a:off x="7033428" y="5656351"/>
            <a:ext cx="2158916"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rmAutofit/>
          </a:bodyPr>
          <a:lstStyle/>
          <a:p>
            <a:pPr algn="ctr">
              <a:lnSpc>
                <a:spcPct val="120000"/>
              </a:lnSpc>
              <a:spcBef>
                <a:spcPct val="0"/>
              </a:spcBef>
            </a:pPr>
            <a:r>
              <a:rPr lang="en-US" altLang="zh-CN" sz="1000" dirty="0">
                <a:solidFill>
                  <a:srgbClr val="000000"/>
                </a:solidFill>
                <a:latin typeface="Arial" panose="020B0604020202020204"/>
                <a:ea typeface="微软雅黑" panose="020B0503020204020204" pitchFamily="34" charset="-122"/>
              </a:rPr>
              <a:t>Copy paste fonts. Choose the only option to retain text.</a:t>
            </a:r>
          </a:p>
        </p:txBody>
      </p:sp>
      <p:sp>
        <p:nvSpPr>
          <p:cNvPr id="42" name="iṥ1iḋê"/>
          <p:cNvSpPr txBox="1"/>
          <p:nvPr/>
        </p:nvSpPr>
        <p:spPr bwMode="auto">
          <a:xfrm>
            <a:off x="7033428" y="5305212"/>
            <a:ext cx="2158916" cy="351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rmAutofit lnSpcReduction="10000"/>
          </a:bodyPr>
          <a:lstStyle/>
          <a:p>
            <a:pPr algn="ctr">
              <a:spcBef>
                <a:spcPct val="0"/>
              </a:spcBef>
            </a:pPr>
            <a:r>
              <a:rPr lang="en-US" altLang="zh-CN" b="1" dirty="0">
                <a:solidFill>
                  <a:srgbClr val="000000"/>
                </a:solidFill>
                <a:latin typeface="Arial" panose="020B0604020202020204"/>
                <a:ea typeface="微软雅黑" panose="020B0503020204020204" pitchFamily="34" charset="-122"/>
              </a:rPr>
              <a:t>Text</a:t>
            </a:r>
            <a:r>
              <a:rPr lang="zh-CN" altLang="en-US" b="1" dirty="0">
                <a:solidFill>
                  <a:srgbClr val="000000"/>
                </a:solidFill>
                <a:latin typeface="Arial" panose="020B0604020202020204"/>
                <a:ea typeface="微软雅黑" panose="020B0503020204020204" pitchFamily="34" charset="-122"/>
              </a:rPr>
              <a:t> </a:t>
            </a:r>
            <a:r>
              <a:rPr lang="en-US" altLang="zh-CN" b="1" dirty="0">
                <a:solidFill>
                  <a:srgbClr val="000000"/>
                </a:solidFill>
                <a:latin typeface="Arial" panose="020B0604020202020204"/>
                <a:ea typeface="微软雅黑" panose="020B0503020204020204" pitchFamily="34" charset="-122"/>
              </a:rPr>
              <a:t>here</a:t>
            </a:r>
          </a:p>
        </p:txBody>
      </p:sp>
      <p:sp>
        <p:nvSpPr>
          <p:cNvPr id="43" name="ïṣliḋe"/>
          <p:cNvSpPr/>
          <p:nvPr/>
        </p:nvSpPr>
        <p:spPr bwMode="auto">
          <a:xfrm>
            <a:off x="9048757" y="4837805"/>
            <a:ext cx="2158912"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rmAutofit/>
          </a:bodyPr>
          <a:lstStyle/>
          <a:p>
            <a:pPr algn="ctr">
              <a:lnSpc>
                <a:spcPct val="120000"/>
              </a:lnSpc>
              <a:spcBef>
                <a:spcPct val="0"/>
              </a:spcBef>
            </a:pPr>
            <a:r>
              <a:rPr lang="en-US" altLang="zh-CN" sz="1000" dirty="0">
                <a:solidFill>
                  <a:srgbClr val="000000"/>
                </a:solidFill>
                <a:latin typeface="Arial" panose="020B0604020202020204"/>
                <a:ea typeface="微软雅黑" panose="020B0503020204020204" pitchFamily="34" charset="-122"/>
              </a:rPr>
              <a:t>Copy paste fonts. Choose the only option to retain text.</a:t>
            </a:r>
          </a:p>
        </p:txBody>
      </p:sp>
      <p:sp>
        <p:nvSpPr>
          <p:cNvPr id="44" name="íSlîḑé"/>
          <p:cNvSpPr txBox="1"/>
          <p:nvPr/>
        </p:nvSpPr>
        <p:spPr bwMode="auto">
          <a:xfrm>
            <a:off x="9048757" y="4486666"/>
            <a:ext cx="2158912" cy="351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rmAutofit lnSpcReduction="10000"/>
          </a:bodyPr>
          <a:lstStyle/>
          <a:p>
            <a:pPr algn="ctr">
              <a:spcBef>
                <a:spcPct val="0"/>
              </a:spcBef>
            </a:pPr>
            <a:r>
              <a:rPr lang="en-US" altLang="zh-CN" b="1" dirty="0">
                <a:solidFill>
                  <a:srgbClr val="000000"/>
                </a:solidFill>
                <a:latin typeface="Arial" panose="020B0604020202020204"/>
                <a:ea typeface="微软雅黑" panose="020B0503020204020204" pitchFamily="34" charset="-122"/>
              </a:rPr>
              <a:t>Text</a:t>
            </a:r>
            <a:r>
              <a:rPr lang="zh-CN" altLang="en-US" b="1" dirty="0">
                <a:solidFill>
                  <a:srgbClr val="000000"/>
                </a:solidFill>
                <a:latin typeface="Arial" panose="020B0604020202020204"/>
                <a:ea typeface="微软雅黑" panose="020B0503020204020204" pitchFamily="34" charset="-122"/>
              </a:rPr>
              <a:t> </a:t>
            </a:r>
            <a:r>
              <a:rPr lang="en-US" altLang="zh-CN" b="1" dirty="0">
                <a:solidFill>
                  <a:srgbClr val="000000"/>
                </a:solidFill>
                <a:latin typeface="Arial" panose="020B0604020202020204"/>
                <a:ea typeface="微软雅黑" panose="020B0503020204020204" pitchFamily="34" charset="-122"/>
              </a:rPr>
              <a:t>here</a:t>
            </a:r>
          </a:p>
        </p:txBody>
      </p:sp>
      <p:sp>
        <p:nvSpPr>
          <p:cNvPr id="45" name="î$liďé"/>
          <p:cNvSpPr/>
          <p:nvPr/>
        </p:nvSpPr>
        <p:spPr>
          <a:xfrm>
            <a:off x="1631739" y="3627506"/>
            <a:ext cx="864096" cy="378094"/>
          </a:xfrm>
          <a:prstGeom prst="roundRect">
            <a:avLst>
              <a:gd name="adj" fmla="val 11253"/>
            </a:avLst>
          </a:prstGeom>
          <a:solidFill>
            <a:srgbClr val="023FA1">
              <a:alpha val="90000"/>
            </a:srgbClr>
          </a:solidFill>
          <a:ln w="12700" cap="flat" cmpd="sng" algn="ctr">
            <a:noFill/>
            <a:prstDash val="solid"/>
            <a:miter lim="800000"/>
          </a:ln>
          <a:effectLst/>
        </p:spPr>
        <p:txBody>
          <a:bodyPr wrap="none" anchor="ctr">
            <a:normAutofit/>
          </a:bodyPr>
          <a:lstStyle/>
          <a:p>
            <a:pPr algn="ctr">
              <a:defRPr/>
            </a:pPr>
            <a:r>
              <a:rPr lang="en-US" altLang="zh-CN" sz="1400" b="1" kern="0" dirty="0">
                <a:solidFill>
                  <a:srgbClr val="FFFFFF"/>
                </a:solidFill>
                <a:latin typeface="Arial" panose="020B0604020202020204"/>
                <a:ea typeface="微软雅黑" panose="020B0503020204020204" pitchFamily="34" charset="-122"/>
              </a:rPr>
              <a:t>keyword</a:t>
            </a:r>
          </a:p>
        </p:txBody>
      </p:sp>
      <p:sp>
        <p:nvSpPr>
          <p:cNvPr id="46" name="î$lïdé"/>
          <p:cNvSpPr/>
          <p:nvPr/>
        </p:nvSpPr>
        <p:spPr>
          <a:xfrm>
            <a:off x="3648626" y="3627506"/>
            <a:ext cx="864096" cy="378094"/>
          </a:xfrm>
          <a:prstGeom prst="roundRect">
            <a:avLst>
              <a:gd name="adj" fmla="val 11253"/>
            </a:avLst>
          </a:prstGeom>
          <a:solidFill>
            <a:srgbClr val="FFC000">
              <a:alpha val="90000"/>
            </a:srgbClr>
          </a:solidFill>
          <a:ln w="12700" cap="flat" cmpd="sng" algn="ctr">
            <a:noFill/>
            <a:prstDash val="solid"/>
            <a:miter lim="800000"/>
          </a:ln>
          <a:effectLst/>
        </p:spPr>
        <p:txBody>
          <a:bodyPr wrap="none" anchor="ctr">
            <a:normAutofit/>
          </a:bodyPr>
          <a:lstStyle/>
          <a:p>
            <a:pPr algn="ctr">
              <a:defRPr/>
            </a:pPr>
            <a:r>
              <a:rPr lang="en-US" altLang="zh-CN" sz="1400" b="1" kern="0" dirty="0">
                <a:solidFill>
                  <a:srgbClr val="FFFFFF"/>
                </a:solidFill>
                <a:latin typeface="Arial" panose="020B0604020202020204"/>
                <a:ea typeface="微软雅黑" panose="020B0503020204020204" pitchFamily="34" charset="-122"/>
              </a:rPr>
              <a:t>keyword</a:t>
            </a:r>
          </a:p>
        </p:txBody>
      </p:sp>
      <p:sp>
        <p:nvSpPr>
          <p:cNvPr id="47" name="îŝ1iḍè"/>
          <p:cNvSpPr/>
          <p:nvPr/>
        </p:nvSpPr>
        <p:spPr>
          <a:xfrm>
            <a:off x="5665513" y="3627506"/>
            <a:ext cx="864096" cy="378094"/>
          </a:xfrm>
          <a:prstGeom prst="roundRect">
            <a:avLst>
              <a:gd name="adj" fmla="val 11253"/>
            </a:avLst>
          </a:prstGeom>
          <a:solidFill>
            <a:srgbClr val="023FA1">
              <a:alpha val="90000"/>
            </a:srgbClr>
          </a:solidFill>
          <a:ln w="12700" cap="flat" cmpd="sng" algn="ctr">
            <a:noFill/>
            <a:prstDash val="solid"/>
            <a:miter lim="800000"/>
          </a:ln>
          <a:effectLst/>
        </p:spPr>
        <p:txBody>
          <a:bodyPr wrap="none" anchor="ctr">
            <a:normAutofit/>
          </a:bodyPr>
          <a:lstStyle/>
          <a:p>
            <a:pPr algn="ctr">
              <a:defRPr/>
            </a:pPr>
            <a:r>
              <a:rPr lang="en-US" altLang="zh-CN" sz="1400" b="1" kern="0" dirty="0">
                <a:solidFill>
                  <a:srgbClr val="FFFFFF"/>
                </a:solidFill>
                <a:latin typeface="Arial" panose="020B0604020202020204"/>
                <a:ea typeface="微软雅黑" panose="020B0503020204020204" pitchFamily="34" charset="-122"/>
              </a:rPr>
              <a:t>keyword</a:t>
            </a:r>
          </a:p>
        </p:txBody>
      </p:sp>
      <p:sp>
        <p:nvSpPr>
          <p:cNvPr id="48" name="iṣḻíďè"/>
          <p:cNvSpPr/>
          <p:nvPr/>
        </p:nvSpPr>
        <p:spPr>
          <a:xfrm>
            <a:off x="7682400" y="3627506"/>
            <a:ext cx="864096" cy="378094"/>
          </a:xfrm>
          <a:prstGeom prst="roundRect">
            <a:avLst>
              <a:gd name="adj" fmla="val 11253"/>
            </a:avLst>
          </a:prstGeom>
          <a:solidFill>
            <a:srgbClr val="FFC000">
              <a:alpha val="90000"/>
            </a:srgbClr>
          </a:solidFill>
          <a:ln w="12700" cap="flat" cmpd="sng" algn="ctr">
            <a:noFill/>
            <a:prstDash val="solid"/>
            <a:miter lim="800000"/>
          </a:ln>
          <a:effectLst/>
        </p:spPr>
        <p:txBody>
          <a:bodyPr wrap="none" anchor="ctr">
            <a:normAutofit/>
          </a:bodyPr>
          <a:lstStyle/>
          <a:p>
            <a:pPr algn="ctr">
              <a:defRPr/>
            </a:pPr>
            <a:r>
              <a:rPr lang="en-US" altLang="zh-CN" sz="1400" b="1" kern="0" dirty="0">
                <a:solidFill>
                  <a:srgbClr val="FFFFFF"/>
                </a:solidFill>
                <a:latin typeface="Arial" panose="020B0604020202020204"/>
                <a:ea typeface="微软雅黑" panose="020B0503020204020204" pitchFamily="34" charset="-122"/>
              </a:rPr>
              <a:t>keyword</a:t>
            </a:r>
          </a:p>
        </p:txBody>
      </p:sp>
      <p:sp>
        <p:nvSpPr>
          <p:cNvPr id="49" name="ïṣ1îďé"/>
          <p:cNvSpPr/>
          <p:nvPr/>
        </p:nvSpPr>
        <p:spPr>
          <a:xfrm>
            <a:off x="9699287" y="3627506"/>
            <a:ext cx="864096" cy="378094"/>
          </a:xfrm>
          <a:prstGeom prst="roundRect">
            <a:avLst>
              <a:gd name="adj" fmla="val 11253"/>
            </a:avLst>
          </a:prstGeom>
          <a:solidFill>
            <a:srgbClr val="023FA1">
              <a:alpha val="90000"/>
            </a:srgbClr>
          </a:solidFill>
          <a:ln w="12700" cap="flat" cmpd="sng" algn="ctr">
            <a:noFill/>
            <a:prstDash val="solid"/>
            <a:miter lim="800000"/>
          </a:ln>
          <a:effectLst/>
        </p:spPr>
        <p:txBody>
          <a:bodyPr wrap="none" anchor="ctr">
            <a:normAutofit/>
          </a:bodyPr>
          <a:lstStyle/>
          <a:p>
            <a:pPr algn="ctr">
              <a:defRPr/>
            </a:pPr>
            <a:r>
              <a:rPr lang="en-US" altLang="zh-CN" sz="1400" b="1" kern="0" dirty="0">
                <a:solidFill>
                  <a:srgbClr val="FFFFFF"/>
                </a:solidFill>
                <a:latin typeface="Arial" panose="020B0604020202020204"/>
                <a:ea typeface="微软雅黑" panose="020B0503020204020204" pitchFamily="34" charset="-122"/>
              </a:rPr>
              <a:t>keyword</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2" name="图片 1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sp>
        <p:nvSpPr>
          <p:cNvPr id="17" name="ïs1íḓê"/>
          <p:cNvSpPr/>
          <p:nvPr/>
        </p:nvSpPr>
        <p:spPr bwMode="auto">
          <a:xfrm>
            <a:off x="1970641" y="5707399"/>
            <a:ext cx="1779597" cy="25857"/>
          </a:xfrm>
          <a:custGeom>
            <a:avLst/>
            <a:gdLst>
              <a:gd name="T0" fmla="*/ 6776 w 6981"/>
              <a:gd name="T1" fmla="*/ 0 h 103"/>
              <a:gd name="T2" fmla="*/ 6776 w 6981"/>
              <a:gd name="T3" fmla="*/ 0 h 103"/>
              <a:gd name="T4" fmla="*/ 203 w 6981"/>
              <a:gd name="T5" fmla="*/ 0 h 103"/>
              <a:gd name="T6" fmla="*/ 0 w 6981"/>
              <a:gd name="T7" fmla="*/ 46 h 103"/>
              <a:gd name="T8" fmla="*/ 0 w 6981"/>
              <a:gd name="T9" fmla="*/ 55 h 103"/>
              <a:gd name="T10" fmla="*/ 203 w 6981"/>
              <a:gd name="T11" fmla="*/ 102 h 103"/>
              <a:gd name="T12" fmla="*/ 6776 w 6981"/>
              <a:gd name="T13" fmla="*/ 102 h 103"/>
              <a:gd name="T14" fmla="*/ 6980 w 6981"/>
              <a:gd name="T15" fmla="*/ 55 h 103"/>
              <a:gd name="T16" fmla="*/ 6980 w 6981"/>
              <a:gd name="T17" fmla="*/ 46 h 103"/>
              <a:gd name="T18" fmla="*/ 6776 w 6981"/>
              <a:gd name="T1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81" h="103">
                <a:moveTo>
                  <a:pt x="6776" y="0"/>
                </a:moveTo>
                <a:lnTo>
                  <a:pt x="6776" y="0"/>
                </a:lnTo>
                <a:cubicBezTo>
                  <a:pt x="203" y="0"/>
                  <a:pt x="203" y="0"/>
                  <a:pt x="203" y="0"/>
                </a:cubicBezTo>
                <a:cubicBezTo>
                  <a:pt x="92" y="0"/>
                  <a:pt x="0" y="18"/>
                  <a:pt x="0" y="46"/>
                </a:cubicBezTo>
                <a:cubicBezTo>
                  <a:pt x="0" y="55"/>
                  <a:pt x="0" y="55"/>
                  <a:pt x="0" y="55"/>
                </a:cubicBezTo>
                <a:cubicBezTo>
                  <a:pt x="0" y="83"/>
                  <a:pt x="92" y="102"/>
                  <a:pt x="203" y="102"/>
                </a:cubicBezTo>
                <a:cubicBezTo>
                  <a:pt x="6776" y="102"/>
                  <a:pt x="6776" y="102"/>
                  <a:pt x="6776" y="102"/>
                </a:cubicBezTo>
                <a:cubicBezTo>
                  <a:pt x="6887" y="102"/>
                  <a:pt x="6980" y="83"/>
                  <a:pt x="6980" y="55"/>
                </a:cubicBezTo>
                <a:cubicBezTo>
                  <a:pt x="6980" y="46"/>
                  <a:pt x="6980" y="46"/>
                  <a:pt x="6980" y="46"/>
                </a:cubicBezTo>
                <a:cubicBezTo>
                  <a:pt x="6980" y="18"/>
                  <a:pt x="6887" y="0"/>
                  <a:pt x="6776" y="0"/>
                </a:cubicBezTo>
              </a:path>
            </a:pathLst>
          </a:custGeom>
          <a:solidFill>
            <a:srgbClr val="BCBDC0"/>
          </a:solidFill>
          <a:ln>
            <a:noFill/>
          </a:ln>
          <a:effectLst/>
        </p:spPr>
        <p:txBody>
          <a:bodyPr wrap="none" anchor="ctr"/>
          <a:lstStyle/>
          <a:p>
            <a:endParaRPr lang="en-US">
              <a:solidFill>
                <a:srgbClr val="000000"/>
              </a:solidFill>
              <a:latin typeface="Arial" panose="020B0604020202020204"/>
              <a:ea typeface="微软雅黑" panose="020B0503020204020204" pitchFamily="34" charset="-122"/>
            </a:endParaRPr>
          </a:p>
        </p:txBody>
      </p:sp>
      <p:sp>
        <p:nvSpPr>
          <p:cNvPr id="18" name="iSlîḓe"/>
          <p:cNvSpPr/>
          <p:nvPr/>
        </p:nvSpPr>
        <p:spPr bwMode="auto">
          <a:xfrm>
            <a:off x="426000" y="1664803"/>
            <a:ext cx="4844146" cy="2931894"/>
          </a:xfrm>
          <a:custGeom>
            <a:avLst/>
            <a:gdLst>
              <a:gd name="T0" fmla="*/ 18999 w 19000"/>
              <a:gd name="T1" fmla="*/ 11499 h 11500"/>
              <a:gd name="T2" fmla="*/ 18999 w 19000"/>
              <a:gd name="T3" fmla="*/ 11499 h 11500"/>
              <a:gd name="T4" fmla="*/ 18999 w 19000"/>
              <a:gd name="T5" fmla="*/ 630 h 11500"/>
              <a:gd name="T6" fmla="*/ 18369 w 19000"/>
              <a:gd name="T7" fmla="*/ 0 h 11500"/>
              <a:gd name="T8" fmla="*/ 630 w 19000"/>
              <a:gd name="T9" fmla="*/ 0 h 11500"/>
              <a:gd name="T10" fmla="*/ 0 w 19000"/>
              <a:gd name="T11" fmla="*/ 630 h 11500"/>
              <a:gd name="T12" fmla="*/ 0 w 19000"/>
              <a:gd name="T13" fmla="*/ 11499 h 11500"/>
              <a:gd name="T14" fmla="*/ 18999 w 19000"/>
              <a:gd name="T15" fmla="*/ 11499 h 11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00" h="11500">
                <a:moveTo>
                  <a:pt x="18999" y="11499"/>
                </a:moveTo>
                <a:lnTo>
                  <a:pt x="18999" y="11499"/>
                </a:lnTo>
                <a:cubicBezTo>
                  <a:pt x="18999" y="630"/>
                  <a:pt x="18999" y="630"/>
                  <a:pt x="18999" y="630"/>
                </a:cubicBezTo>
                <a:cubicBezTo>
                  <a:pt x="18999" y="287"/>
                  <a:pt x="18712" y="0"/>
                  <a:pt x="18369" y="0"/>
                </a:cubicBezTo>
                <a:cubicBezTo>
                  <a:pt x="630" y="0"/>
                  <a:pt x="630" y="0"/>
                  <a:pt x="630" y="0"/>
                </a:cubicBezTo>
                <a:cubicBezTo>
                  <a:pt x="278" y="0"/>
                  <a:pt x="0" y="287"/>
                  <a:pt x="0" y="630"/>
                </a:cubicBezTo>
                <a:cubicBezTo>
                  <a:pt x="0" y="11499"/>
                  <a:pt x="0" y="11499"/>
                  <a:pt x="0" y="11499"/>
                </a:cubicBezTo>
                <a:lnTo>
                  <a:pt x="18999" y="11499"/>
                </a:lnTo>
              </a:path>
            </a:pathLst>
          </a:custGeom>
          <a:solidFill>
            <a:srgbClr val="000000"/>
          </a:solidFill>
          <a:ln>
            <a:noFill/>
          </a:ln>
          <a:effectLst/>
        </p:spPr>
        <p:txBody>
          <a:bodyPr wrap="none" anchor="ctr"/>
          <a:lstStyle/>
          <a:p>
            <a:pPr>
              <a:defRPr/>
            </a:pPr>
            <a:endParaRPr lang="en-US" kern="0">
              <a:solidFill>
                <a:srgbClr val="000000"/>
              </a:solidFill>
              <a:latin typeface="Arial" panose="020B0604020202020204"/>
              <a:ea typeface="微软雅黑" panose="020B0503020204020204" pitchFamily="34" charset="-122"/>
            </a:endParaRPr>
          </a:p>
        </p:txBody>
      </p:sp>
      <p:sp>
        <p:nvSpPr>
          <p:cNvPr id="19" name="íṧlïdè"/>
          <p:cNvSpPr/>
          <p:nvPr/>
        </p:nvSpPr>
        <p:spPr bwMode="auto">
          <a:xfrm>
            <a:off x="1970641" y="5131812"/>
            <a:ext cx="1779597" cy="590202"/>
          </a:xfrm>
          <a:custGeom>
            <a:avLst/>
            <a:gdLst>
              <a:gd name="T0" fmla="*/ 6924 w 6981"/>
              <a:gd name="T1" fmla="*/ 2138 h 2315"/>
              <a:gd name="T2" fmla="*/ 6924 w 6981"/>
              <a:gd name="T3" fmla="*/ 2138 h 2315"/>
              <a:gd name="T4" fmla="*/ 6249 w 6981"/>
              <a:gd name="T5" fmla="*/ 2000 h 2315"/>
              <a:gd name="T6" fmla="*/ 6036 w 6981"/>
              <a:gd name="T7" fmla="*/ 1712 h 2315"/>
              <a:gd name="T8" fmla="*/ 5897 w 6981"/>
              <a:gd name="T9" fmla="*/ 0 h 2315"/>
              <a:gd name="T10" fmla="*/ 1074 w 6981"/>
              <a:gd name="T11" fmla="*/ 0 h 2315"/>
              <a:gd name="T12" fmla="*/ 944 w 6981"/>
              <a:gd name="T13" fmla="*/ 1712 h 2315"/>
              <a:gd name="T14" fmla="*/ 731 w 6981"/>
              <a:gd name="T15" fmla="*/ 2000 h 2315"/>
              <a:gd name="T16" fmla="*/ 37 w 6981"/>
              <a:gd name="T17" fmla="*/ 2148 h 2315"/>
              <a:gd name="T18" fmla="*/ 0 w 6981"/>
              <a:gd name="T19" fmla="*/ 2185 h 2315"/>
              <a:gd name="T20" fmla="*/ 0 w 6981"/>
              <a:gd name="T21" fmla="*/ 2314 h 2315"/>
              <a:gd name="T22" fmla="*/ 18 w 6981"/>
              <a:gd name="T23" fmla="*/ 2314 h 2315"/>
              <a:gd name="T24" fmla="*/ 6961 w 6981"/>
              <a:gd name="T25" fmla="*/ 2314 h 2315"/>
              <a:gd name="T26" fmla="*/ 6980 w 6981"/>
              <a:gd name="T27" fmla="*/ 2314 h 2315"/>
              <a:gd name="T28" fmla="*/ 6980 w 6981"/>
              <a:gd name="T29" fmla="*/ 2185 h 2315"/>
              <a:gd name="T30" fmla="*/ 6924 w 6981"/>
              <a:gd name="T31" fmla="*/ 2138 h 2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81" h="2315">
                <a:moveTo>
                  <a:pt x="6924" y="2138"/>
                </a:moveTo>
                <a:lnTo>
                  <a:pt x="6924" y="2138"/>
                </a:lnTo>
                <a:cubicBezTo>
                  <a:pt x="6795" y="2111"/>
                  <a:pt x="6443" y="2037"/>
                  <a:pt x="6249" y="2000"/>
                </a:cubicBezTo>
                <a:cubicBezTo>
                  <a:pt x="6008" y="1944"/>
                  <a:pt x="6036" y="1712"/>
                  <a:pt x="6036" y="1712"/>
                </a:cubicBezTo>
                <a:cubicBezTo>
                  <a:pt x="5897" y="0"/>
                  <a:pt x="5897" y="0"/>
                  <a:pt x="5897" y="0"/>
                </a:cubicBezTo>
                <a:cubicBezTo>
                  <a:pt x="1074" y="0"/>
                  <a:pt x="1074" y="0"/>
                  <a:pt x="1074" y="0"/>
                </a:cubicBezTo>
                <a:cubicBezTo>
                  <a:pt x="944" y="1712"/>
                  <a:pt x="944" y="1712"/>
                  <a:pt x="944" y="1712"/>
                </a:cubicBezTo>
                <a:cubicBezTo>
                  <a:pt x="944" y="1712"/>
                  <a:pt x="972" y="1944"/>
                  <a:pt x="731" y="2000"/>
                </a:cubicBezTo>
                <a:cubicBezTo>
                  <a:pt x="527" y="2046"/>
                  <a:pt x="148" y="2120"/>
                  <a:pt x="37" y="2148"/>
                </a:cubicBezTo>
                <a:cubicBezTo>
                  <a:pt x="0" y="2157"/>
                  <a:pt x="0" y="2185"/>
                  <a:pt x="0" y="2185"/>
                </a:cubicBezTo>
                <a:cubicBezTo>
                  <a:pt x="0" y="2314"/>
                  <a:pt x="0" y="2314"/>
                  <a:pt x="0" y="2314"/>
                </a:cubicBezTo>
                <a:cubicBezTo>
                  <a:pt x="18" y="2314"/>
                  <a:pt x="18" y="2314"/>
                  <a:pt x="18" y="2314"/>
                </a:cubicBezTo>
                <a:cubicBezTo>
                  <a:pt x="6961" y="2314"/>
                  <a:pt x="6961" y="2314"/>
                  <a:pt x="6961" y="2314"/>
                </a:cubicBezTo>
                <a:cubicBezTo>
                  <a:pt x="6980" y="2314"/>
                  <a:pt x="6980" y="2314"/>
                  <a:pt x="6980" y="2314"/>
                </a:cubicBezTo>
                <a:cubicBezTo>
                  <a:pt x="6980" y="2185"/>
                  <a:pt x="6980" y="2185"/>
                  <a:pt x="6980" y="2185"/>
                </a:cubicBezTo>
                <a:cubicBezTo>
                  <a:pt x="6980" y="2185"/>
                  <a:pt x="6980" y="2157"/>
                  <a:pt x="6924" y="2138"/>
                </a:cubicBezTo>
              </a:path>
            </a:pathLst>
          </a:custGeom>
          <a:solidFill>
            <a:srgbClr val="EAEAEA"/>
          </a:solidFill>
          <a:ln>
            <a:noFill/>
          </a:ln>
          <a:effectLst/>
        </p:spPr>
        <p:txBody>
          <a:bodyPr wrap="none" anchor="ctr"/>
          <a:lstStyle/>
          <a:p>
            <a:endParaRPr lang="en-US">
              <a:solidFill>
                <a:srgbClr val="000000"/>
              </a:solidFill>
              <a:latin typeface="Arial" panose="020B0604020202020204"/>
              <a:ea typeface="微软雅黑" panose="020B0503020204020204" pitchFamily="34" charset="-122"/>
            </a:endParaRPr>
          </a:p>
        </p:txBody>
      </p:sp>
      <p:sp>
        <p:nvSpPr>
          <p:cNvPr id="20" name="íśḻïḓé"/>
          <p:cNvSpPr/>
          <p:nvPr/>
        </p:nvSpPr>
        <p:spPr bwMode="auto">
          <a:xfrm>
            <a:off x="426000" y="4596697"/>
            <a:ext cx="4844146" cy="536240"/>
          </a:xfrm>
          <a:custGeom>
            <a:avLst/>
            <a:gdLst>
              <a:gd name="T0" fmla="*/ 0 w 19000"/>
              <a:gd name="T1" fmla="*/ 0 h 2103"/>
              <a:gd name="T2" fmla="*/ 0 w 19000"/>
              <a:gd name="T3" fmla="*/ 0 h 2103"/>
              <a:gd name="T4" fmla="*/ 0 w 19000"/>
              <a:gd name="T5" fmla="*/ 1472 h 2103"/>
              <a:gd name="T6" fmla="*/ 630 w 19000"/>
              <a:gd name="T7" fmla="*/ 2102 h 2103"/>
              <a:gd name="T8" fmla="*/ 18369 w 19000"/>
              <a:gd name="T9" fmla="*/ 2102 h 2103"/>
              <a:gd name="T10" fmla="*/ 18999 w 19000"/>
              <a:gd name="T11" fmla="*/ 1472 h 2103"/>
              <a:gd name="T12" fmla="*/ 18999 w 19000"/>
              <a:gd name="T13" fmla="*/ 0 h 2103"/>
              <a:gd name="T14" fmla="*/ 0 w 19000"/>
              <a:gd name="T15" fmla="*/ 0 h 21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00" h="2103">
                <a:moveTo>
                  <a:pt x="0" y="0"/>
                </a:moveTo>
                <a:lnTo>
                  <a:pt x="0" y="0"/>
                </a:lnTo>
                <a:cubicBezTo>
                  <a:pt x="0" y="1472"/>
                  <a:pt x="0" y="1472"/>
                  <a:pt x="0" y="1472"/>
                </a:cubicBezTo>
                <a:cubicBezTo>
                  <a:pt x="0" y="1824"/>
                  <a:pt x="278" y="2102"/>
                  <a:pt x="630" y="2102"/>
                </a:cubicBezTo>
                <a:cubicBezTo>
                  <a:pt x="18369" y="2102"/>
                  <a:pt x="18369" y="2102"/>
                  <a:pt x="18369" y="2102"/>
                </a:cubicBezTo>
                <a:cubicBezTo>
                  <a:pt x="18712" y="2102"/>
                  <a:pt x="18999" y="1824"/>
                  <a:pt x="18999" y="1472"/>
                </a:cubicBezTo>
                <a:cubicBezTo>
                  <a:pt x="18999" y="0"/>
                  <a:pt x="18999" y="0"/>
                  <a:pt x="18999" y="0"/>
                </a:cubicBezTo>
                <a:lnTo>
                  <a:pt x="0" y="0"/>
                </a:lnTo>
              </a:path>
            </a:pathLst>
          </a:custGeom>
          <a:solidFill>
            <a:srgbClr val="FFFFFF">
              <a:lumMod val="85000"/>
            </a:srgbClr>
          </a:solidFill>
          <a:ln>
            <a:noFill/>
          </a:ln>
          <a:effectLst/>
        </p:spPr>
        <p:txBody>
          <a:bodyPr wrap="none" anchor="ctr"/>
          <a:lstStyle/>
          <a:p>
            <a:pPr>
              <a:defRPr/>
            </a:pPr>
            <a:endParaRPr lang="en-US" kern="0">
              <a:solidFill>
                <a:srgbClr val="000000"/>
              </a:solidFill>
              <a:latin typeface="Arial" panose="020B0604020202020204"/>
              <a:ea typeface="微软雅黑" panose="020B0503020204020204" pitchFamily="34" charset="-122"/>
            </a:endParaRPr>
          </a:p>
        </p:txBody>
      </p:sp>
      <p:sp>
        <p:nvSpPr>
          <p:cNvPr id="21" name="îşļíḓe"/>
          <p:cNvSpPr/>
          <p:nvPr/>
        </p:nvSpPr>
        <p:spPr bwMode="auto">
          <a:xfrm>
            <a:off x="1970641" y="5679295"/>
            <a:ext cx="1779597" cy="42719"/>
          </a:xfrm>
          <a:custGeom>
            <a:avLst/>
            <a:gdLst>
              <a:gd name="T0" fmla="*/ 6943 w 6981"/>
              <a:gd name="T1" fmla="*/ 0 h 167"/>
              <a:gd name="T2" fmla="*/ 6943 w 6981"/>
              <a:gd name="T3" fmla="*/ 0 h 167"/>
              <a:gd name="T4" fmla="*/ 27 w 6981"/>
              <a:gd name="T5" fmla="*/ 0 h 167"/>
              <a:gd name="T6" fmla="*/ 0 w 6981"/>
              <a:gd name="T7" fmla="*/ 37 h 167"/>
              <a:gd name="T8" fmla="*/ 0 w 6981"/>
              <a:gd name="T9" fmla="*/ 166 h 167"/>
              <a:gd name="T10" fmla="*/ 18 w 6981"/>
              <a:gd name="T11" fmla="*/ 166 h 167"/>
              <a:gd name="T12" fmla="*/ 6961 w 6981"/>
              <a:gd name="T13" fmla="*/ 166 h 167"/>
              <a:gd name="T14" fmla="*/ 6980 w 6981"/>
              <a:gd name="T15" fmla="*/ 166 h 167"/>
              <a:gd name="T16" fmla="*/ 6980 w 6981"/>
              <a:gd name="T17" fmla="*/ 37 h 167"/>
              <a:gd name="T18" fmla="*/ 6943 w 6981"/>
              <a:gd name="T1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81" h="167">
                <a:moveTo>
                  <a:pt x="6943" y="0"/>
                </a:moveTo>
                <a:lnTo>
                  <a:pt x="6943" y="0"/>
                </a:lnTo>
                <a:cubicBezTo>
                  <a:pt x="27" y="0"/>
                  <a:pt x="27" y="0"/>
                  <a:pt x="27" y="0"/>
                </a:cubicBezTo>
                <a:cubicBezTo>
                  <a:pt x="0" y="9"/>
                  <a:pt x="0" y="37"/>
                  <a:pt x="0" y="37"/>
                </a:cubicBezTo>
                <a:cubicBezTo>
                  <a:pt x="0" y="166"/>
                  <a:pt x="0" y="166"/>
                  <a:pt x="0" y="166"/>
                </a:cubicBezTo>
                <a:cubicBezTo>
                  <a:pt x="18" y="166"/>
                  <a:pt x="18" y="166"/>
                  <a:pt x="18" y="166"/>
                </a:cubicBezTo>
                <a:cubicBezTo>
                  <a:pt x="6961" y="166"/>
                  <a:pt x="6961" y="166"/>
                  <a:pt x="6961" y="166"/>
                </a:cubicBezTo>
                <a:cubicBezTo>
                  <a:pt x="6980" y="166"/>
                  <a:pt x="6980" y="166"/>
                  <a:pt x="6980" y="166"/>
                </a:cubicBezTo>
                <a:cubicBezTo>
                  <a:pt x="6980" y="37"/>
                  <a:pt x="6980" y="37"/>
                  <a:pt x="6980" y="37"/>
                </a:cubicBezTo>
                <a:cubicBezTo>
                  <a:pt x="6980" y="37"/>
                  <a:pt x="6980" y="18"/>
                  <a:pt x="6943" y="0"/>
                </a:cubicBezTo>
              </a:path>
            </a:pathLst>
          </a:custGeom>
          <a:solidFill>
            <a:srgbClr val="D1D2D1"/>
          </a:solidFill>
          <a:ln>
            <a:noFill/>
          </a:ln>
          <a:effectLst/>
        </p:spPr>
        <p:txBody>
          <a:bodyPr wrap="none" anchor="ctr"/>
          <a:lstStyle/>
          <a:p>
            <a:endParaRPr lang="en-US">
              <a:solidFill>
                <a:srgbClr val="000000"/>
              </a:solidFill>
              <a:latin typeface="Arial" panose="020B0604020202020204"/>
              <a:ea typeface="微软雅黑" panose="020B0503020204020204" pitchFamily="34" charset="-122"/>
            </a:endParaRPr>
          </a:p>
        </p:txBody>
      </p:sp>
      <p:sp>
        <p:nvSpPr>
          <p:cNvPr id="22" name="î$lïḋè"/>
          <p:cNvSpPr txBox="1"/>
          <p:nvPr/>
        </p:nvSpPr>
        <p:spPr>
          <a:xfrm>
            <a:off x="5760577" y="1166724"/>
            <a:ext cx="5673885" cy="1343761"/>
          </a:xfrm>
          <a:prstGeom prst="rect">
            <a:avLst/>
          </a:prstGeom>
          <a:noFill/>
        </p:spPr>
        <p:txBody>
          <a:bodyPr wrap="square" lIns="90000" tIns="46800" rIns="90000" bIns="46800" rtlCol="0">
            <a:normAutofit lnSpcReduction="10000"/>
          </a:bodyPr>
          <a:lstStyle/>
          <a:p>
            <a:pPr algn="just">
              <a:lnSpc>
                <a:spcPct val="150000"/>
              </a:lnSpc>
            </a:pPr>
            <a:r>
              <a:rPr lang="zh-CN" altLang="en-US" sz="1400" dirty="0">
                <a:solidFill>
                  <a:srgbClr val="000000"/>
                </a:solidFill>
                <a:latin typeface="Arial" panose="020B0604020202020204"/>
                <a:ea typeface="微软雅黑" panose="020B0503020204020204" pitchFamily="34" charset="-122"/>
              </a:rPr>
              <a:t>在此录入你的内容的描述说明。</a:t>
            </a:r>
            <a:endParaRPr lang="en-US" altLang="zh-CN" sz="1400" dirty="0">
              <a:solidFill>
                <a:srgbClr val="000000"/>
              </a:solidFill>
              <a:latin typeface="Arial" panose="020B0604020202020204"/>
              <a:ea typeface="微软雅黑" panose="020B0503020204020204" pitchFamily="34" charset="-122"/>
            </a:endParaRPr>
          </a:p>
          <a:p>
            <a:pPr algn="just">
              <a:lnSpc>
                <a:spcPct val="150000"/>
              </a:lnSpc>
            </a:pPr>
            <a:r>
              <a:rPr lang="zh-CN" altLang="en-US" sz="1600" b="1" dirty="0">
                <a:solidFill>
                  <a:srgbClr val="000000"/>
                </a:solidFill>
                <a:latin typeface="Arial" panose="020B0604020202020204"/>
                <a:ea typeface="微软雅黑" panose="020B0503020204020204" pitchFamily="34" charset="-122"/>
              </a:rPr>
              <a:t>右键点击图片选择设置图片格式可直接替换图片。</a:t>
            </a:r>
            <a:endParaRPr lang="en-US" altLang="zh-CN" sz="1600" b="1" dirty="0">
              <a:solidFill>
                <a:srgbClr val="000000"/>
              </a:solidFill>
              <a:latin typeface="Arial" panose="020B0604020202020204"/>
              <a:ea typeface="微软雅黑" panose="020B0503020204020204" pitchFamily="34" charset="-122"/>
            </a:endParaRPr>
          </a:p>
          <a:p>
            <a:pPr algn="just">
              <a:lnSpc>
                <a:spcPct val="150000"/>
              </a:lnSpc>
            </a:pPr>
            <a:r>
              <a:rPr lang="zh-CN" altLang="en-US" sz="1400" dirty="0">
                <a:solidFill>
                  <a:srgbClr val="000000"/>
                </a:solidFill>
                <a:latin typeface="Arial" panose="020B0604020202020204"/>
                <a:ea typeface="微软雅黑" panose="020B0503020204020204" pitchFamily="34" charset="-122"/>
              </a:rPr>
              <a:t>右键点击图片选择设置图片格式可直接替换图片，在此录入上述图表的描述说明。</a:t>
            </a:r>
            <a:endParaRPr lang="en-US" altLang="zh-CN" sz="1600" b="1" dirty="0">
              <a:solidFill>
                <a:srgbClr val="000000"/>
              </a:solidFill>
              <a:latin typeface="Arial" panose="020B0604020202020204"/>
              <a:ea typeface="微软雅黑" panose="020B0503020204020204" pitchFamily="34" charset="-122"/>
            </a:endParaRPr>
          </a:p>
        </p:txBody>
      </p:sp>
      <p:cxnSp>
        <p:nvCxnSpPr>
          <p:cNvPr id="23" name="直接连接符 22"/>
          <p:cNvCxnSpPr/>
          <p:nvPr/>
        </p:nvCxnSpPr>
        <p:spPr>
          <a:xfrm>
            <a:off x="5871000" y="2657016"/>
            <a:ext cx="5649488" cy="0"/>
          </a:xfrm>
          <a:prstGeom prst="line">
            <a:avLst/>
          </a:prstGeom>
          <a:noFill/>
          <a:ln w="9525" cap="rnd" cmpd="sng" algn="ctr">
            <a:solidFill>
              <a:srgbClr val="000000">
                <a:lumMod val="50000"/>
                <a:lumOff val="50000"/>
              </a:srgbClr>
            </a:solidFill>
            <a:prstDash val="solid"/>
            <a:round/>
            <a:headEnd type="none"/>
            <a:tailEnd type="none" w="med" len="med"/>
          </a:ln>
          <a:effectLst/>
        </p:spPr>
      </p:cxnSp>
      <p:sp>
        <p:nvSpPr>
          <p:cNvPr id="24" name="iSḻîḑé"/>
          <p:cNvSpPr txBox="1"/>
          <p:nvPr/>
        </p:nvSpPr>
        <p:spPr>
          <a:xfrm>
            <a:off x="5741727" y="3834000"/>
            <a:ext cx="2635470" cy="588331"/>
          </a:xfrm>
          <a:prstGeom prst="rect">
            <a:avLst/>
          </a:prstGeom>
          <a:noFill/>
        </p:spPr>
        <p:txBody>
          <a:bodyPr wrap="none" lIns="90000" tIns="46800" rIns="90000" bIns="46800" rtlCol="0" anchor="ctr" anchorCtr="0">
            <a:normAutofit/>
          </a:bodyPr>
          <a:lstStyle/>
          <a:p>
            <a:r>
              <a:rPr lang="en-US" altLang="zh-CN" b="1" dirty="0">
                <a:solidFill>
                  <a:srgbClr val="023FA1"/>
                </a:solidFill>
                <a:latin typeface="Arial" panose="020B0604020202020204"/>
                <a:ea typeface="微软雅黑" panose="020B0503020204020204" pitchFamily="34" charset="-122"/>
              </a:rPr>
              <a:t>Text here</a:t>
            </a:r>
          </a:p>
        </p:txBody>
      </p:sp>
      <p:sp>
        <p:nvSpPr>
          <p:cNvPr id="25" name="îš1iḑê"/>
          <p:cNvSpPr txBox="1"/>
          <p:nvPr/>
        </p:nvSpPr>
        <p:spPr>
          <a:xfrm>
            <a:off x="5741726" y="4422331"/>
            <a:ext cx="2635469" cy="2023777"/>
          </a:xfrm>
          <a:prstGeom prst="rect">
            <a:avLst/>
          </a:prstGeom>
          <a:noFill/>
        </p:spPr>
        <p:txBody>
          <a:bodyPr wrap="square" lIns="90000" tIns="46800" rIns="90000" bIns="46800" rtlCol="0">
            <a:normAutofit fontScale="92500" lnSpcReduction="10000"/>
          </a:bodyPr>
          <a:lstStyle/>
          <a:p>
            <a:pPr>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右键点击图片选择设置图片格式可直接替换图片，在此录入上述图表的描述说明。您可以点击文字框输入您的描述说明，或者通过复制粘贴。</a:t>
            </a:r>
            <a:endParaRPr lang="en-US" altLang="zh-CN" sz="1400" dirty="0">
              <a:solidFill>
                <a:srgbClr val="000000"/>
              </a:solidFill>
              <a:latin typeface="Arial" panose="020B0604020202020204"/>
              <a:ea typeface="微软雅黑" panose="020B0503020204020204" pitchFamily="34" charset="-122"/>
            </a:endParaRPr>
          </a:p>
        </p:txBody>
      </p:sp>
      <p:sp>
        <p:nvSpPr>
          <p:cNvPr id="26" name="íšľîḑê"/>
          <p:cNvSpPr>
            <a:spLocks noChangeAspect="1"/>
          </p:cNvSpPr>
          <p:nvPr/>
        </p:nvSpPr>
        <p:spPr bwMode="auto">
          <a:xfrm>
            <a:off x="5855166" y="3154826"/>
            <a:ext cx="609685" cy="493484"/>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rgbClr val="023FA1"/>
          </a:solidFill>
          <a:ln>
            <a:noFill/>
          </a:ln>
        </p:spPr>
        <p:txBody>
          <a:bodyPr/>
          <a:lstStyle/>
          <a:p>
            <a:endParaRPr lang="zh-CN" altLang="en-US"/>
          </a:p>
        </p:txBody>
      </p:sp>
      <p:sp>
        <p:nvSpPr>
          <p:cNvPr id="27" name="îṧ1ïďe"/>
          <p:cNvSpPr txBox="1"/>
          <p:nvPr/>
        </p:nvSpPr>
        <p:spPr>
          <a:xfrm>
            <a:off x="9037257" y="3834000"/>
            <a:ext cx="2635470" cy="588331"/>
          </a:xfrm>
          <a:prstGeom prst="rect">
            <a:avLst/>
          </a:prstGeom>
          <a:noFill/>
        </p:spPr>
        <p:txBody>
          <a:bodyPr wrap="none" lIns="90000" tIns="46800" rIns="90000" bIns="46800" rtlCol="0" anchor="ctr" anchorCtr="0">
            <a:normAutofit/>
          </a:bodyPr>
          <a:lstStyle/>
          <a:p>
            <a:r>
              <a:rPr lang="en-US" altLang="zh-CN" b="1" dirty="0">
                <a:solidFill>
                  <a:srgbClr val="FFC000"/>
                </a:solidFill>
                <a:latin typeface="Arial" panose="020B0604020202020204"/>
                <a:ea typeface="微软雅黑" panose="020B0503020204020204" pitchFamily="34" charset="-122"/>
              </a:rPr>
              <a:t>Text here</a:t>
            </a:r>
          </a:p>
        </p:txBody>
      </p:sp>
      <p:sp>
        <p:nvSpPr>
          <p:cNvPr id="28" name="ïṧliďè"/>
          <p:cNvSpPr txBox="1"/>
          <p:nvPr/>
        </p:nvSpPr>
        <p:spPr>
          <a:xfrm>
            <a:off x="9037257" y="4422331"/>
            <a:ext cx="2397206" cy="2023777"/>
          </a:xfrm>
          <a:prstGeom prst="rect">
            <a:avLst/>
          </a:prstGeom>
          <a:noFill/>
        </p:spPr>
        <p:txBody>
          <a:bodyPr wrap="square" lIns="90000" tIns="46800" rIns="90000" bIns="46800" rtlCol="0">
            <a:normAutofit/>
          </a:bodyPr>
          <a:lstStyle/>
          <a:p>
            <a:pPr>
              <a:lnSpc>
                <a:spcPct val="110000"/>
              </a:lnSpc>
            </a:pPr>
            <a:r>
              <a:rPr lang="zh-CN" altLang="en-US" sz="12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右键点击图片选择设置图片格式可直接替换图片，在此录入上述图表的描述说明。您可以点击文字框输入您的描述说明，或者通过复制粘贴。</a:t>
            </a:r>
            <a:endParaRPr lang="en-US" altLang="zh-CN" sz="1200" dirty="0">
              <a:solidFill>
                <a:srgbClr val="000000"/>
              </a:solidFill>
              <a:latin typeface="Arial" panose="020B0604020202020204"/>
              <a:ea typeface="微软雅黑" panose="020B0503020204020204" pitchFamily="34" charset="-122"/>
            </a:endParaRPr>
          </a:p>
        </p:txBody>
      </p:sp>
      <p:sp>
        <p:nvSpPr>
          <p:cNvPr id="29" name="íšľídè"/>
          <p:cNvSpPr>
            <a:spLocks noChangeAspect="1"/>
          </p:cNvSpPr>
          <p:nvPr/>
        </p:nvSpPr>
        <p:spPr bwMode="auto">
          <a:xfrm>
            <a:off x="9122294" y="3247296"/>
            <a:ext cx="609685" cy="437524"/>
          </a:xfrm>
          <a:custGeom>
            <a:avLst/>
            <a:gdLst>
              <a:gd name="connsiteX0" fmla="*/ 533228 w 606862"/>
              <a:gd name="connsiteY0" fmla="*/ 69781 h 435499"/>
              <a:gd name="connsiteX1" fmla="*/ 528214 w 606862"/>
              <a:gd name="connsiteY1" fmla="*/ 81924 h 435499"/>
              <a:gd name="connsiteX2" fmla="*/ 515122 w 606862"/>
              <a:gd name="connsiteY2" fmla="*/ 82851 h 435499"/>
              <a:gd name="connsiteX3" fmla="*/ 513543 w 606862"/>
              <a:gd name="connsiteY3" fmla="*/ 87671 h 435499"/>
              <a:gd name="connsiteX4" fmla="*/ 523571 w 606862"/>
              <a:gd name="connsiteY4" fmla="*/ 96107 h 435499"/>
              <a:gd name="connsiteX5" fmla="*/ 520414 w 606862"/>
              <a:gd name="connsiteY5" fmla="*/ 108806 h 435499"/>
              <a:gd name="connsiteX6" fmla="*/ 524500 w 606862"/>
              <a:gd name="connsiteY6" fmla="*/ 111773 h 435499"/>
              <a:gd name="connsiteX7" fmla="*/ 535643 w 606862"/>
              <a:gd name="connsiteY7" fmla="*/ 104913 h 435499"/>
              <a:gd name="connsiteX8" fmla="*/ 546785 w 606862"/>
              <a:gd name="connsiteY8" fmla="*/ 111773 h 435499"/>
              <a:gd name="connsiteX9" fmla="*/ 550871 w 606862"/>
              <a:gd name="connsiteY9" fmla="*/ 108806 h 435499"/>
              <a:gd name="connsiteX10" fmla="*/ 547807 w 606862"/>
              <a:gd name="connsiteY10" fmla="*/ 96107 h 435499"/>
              <a:gd name="connsiteX11" fmla="*/ 557835 w 606862"/>
              <a:gd name="connsiteY11" fmla="*/ 87671 h 435499"/>
              <a:gd name="connsiteX12" fmla="*/ 556349 w 606862"/>
              <a:gd name="connsiteY12" fmla="*/ 82851 h 435499"/>
              <a:gd name="connsiteX13" fmla="*/ 543257 w 606862"/>
              <a:gd name="connsiteY13" fmla="*/ 81924 h 435499"/>
              <a:gd name="connsiteX14" fmla="*/ 538242 w 606862"/>
              <a:gd name="connsiteY14" fmla="*/ 69781 h 435499"/>
              <a:gd name="connsiteX15" fmla="*/ 533228 w 606862"/>
              <a:gd name="connsiteY15" fmla="*/ 69781 h 435499"/>
              <a:gd name="connsiteX16" fmla="*/ 474173 w 606862"/>
              <a:gd name="connsiteY16" fmla="*/ 69781 h 435499"/>
              <a:gd name="connsiteX17" fmla="*/ 469159 w 606862"/>
              <a:gd name="connsiteY17" fmla="*/ 81924 h 435499"/>
              <a:gd name="connsiteX18" fmla="*/ 456066 w 606862"/>
              <a:gd name="connsiteY18" fmla="*/ 82851 h 435499"/>
              <a:gd name="connsiteX19" fmla="*/ 454488 w 606862"/>
              <a:gd name="connsiteY19" fmla="*/ 87671 h 435499"/>
              <a:gd name="connsiteX20" fmla="*/ 464516 w 606862"/>
              <a:gd name="connsiteY20" fmla="*/ 96107 h 435499"/>
              <a:gd name="connsiteX21" fmla="*/ 461359 w 606862"/>
              <a:gd name="connsiteY21" fmla="*/ 108806 h 435499"/>
              <a:gd name="connsiteX22" fmla="*/ 465445 w 606862"/>
              <a:gd name="connsiteY22" fmla="*/ 111773 h 435499"/>
              <a:gd name="connsiteX23" fmla="*/ 476587 w 606862"/>
              <a:gd name="connsiteY23" fmla="*/ 104913 h 435499"/>
              <a:gd name="connsiteX24" fmla="*/ 487730 w 606862"/>
              <a:gd name="connsiteY24" fmla="*/ 111773 h 435499"/>
              <a:gd name="connsiteX25" fmla="*/ 491815 w 606862"/>
              <a:gd name="connsiteY25" fmla="*/ 108806 h 435499"/>
              <a:gd name="connsiteX26" fmla="*/ 488751 w 606862"/>
              <a:gd name="connsiteY26" fmla="*/ 96107 h 435499"/>
              <a:gd name="connsiteX27" fmla="*/ 498779 w 606862"/>
              <a:gd name="connsiteY27" fmla="*/ 87671 h 435499"/>
              <a:gd name="connsiteX28" fmla="*/ 497294 w 606862"/>
              <a:gd name="connsiteY28" fmla="*/ 82851 h 435499"/>
              <a:gd name="connsiteX29" fmla="*/ 484201 w 606862"/>
              <a:gd name="connsiteY29" fmla="*/ 81924 h 435499"/>
              <a:gd name="connsiteX30" fmla="*/ 479187 w 606862"/>
              <a:gd name="connsiteY30" fmla="*/ 69781 h 435499"/>
              <a:gd name="connsiteX31" fmla="*/ 474173 w 606862"/>
              <a:gd name="connsiteY31" fmla="*/ 69781 h 435499"/>
              <a:gd name="connsiteX32" fmla="*/ 415117 w 606862"/>
              <a:gd name="connsiteY32" fmla="*/ 69781 h 435499"/>
              <a:gd name="connsiteX33" fmla="*/ 410103 w 606862"/>
              <a:gd name="connsiteY33" fmla="*/ 81924 h 435499"/>
              <a:gd name="connsiteX34" fmla="*/ 397011 w 606862"/>
              <a:gd name="connsiteY34" fmla="*/ 82851 h 435499"/>
              <a:gd name="connsiteX35" fmla="*/ 395432 w 606862"/>
              <a:gd name="connsiteY35" fmla="*/ 87671 h 435499"/>
              <a:gd name="connsiteX36" fmla="*/ 405460 w 606862"/>
              <a:gd name="connsiteY36" fmla="*/ 96107 h 435499"/>
              <a:gd name="connsiteX37" fmla="*/ 402303 w 606862"/>
              <a:gd name="connsiteY37" fmla="*/ 108806 h 435499"/>
              <a:gd name="connsiteX38" fmla="*/ 406389 w 606862"/>
              <a:gd name="connsiteY38" fmla="*/ 111773 h 435499"/>
              <a:gd name="connsiteX39" fmla="*/ 417532 w 606862"/>
              <a:gd name="connsiteY39" fmla="*/ 104913 h 435499"/>
              <a:gd name="connsiteX40" fmla="*/ 428674 w 606862"/>
              <a:gd name="connsiteY40" fmla="*/ 111773 h 435499"/>
              <a:gd name="connsiteX41" fmla="*/ 432760 w 606862"/>
              <a:gd name="connsiteY41" fmla="*/ 108806 h 435499"/>
              <a:gd name="connsiteX42" fmla="*/ 429696 w 606862"/>
              <a:gd name="connsiteY42" fmla="*/ 96107 h 435499"/>
              <a:gd name="connsiteX43" fmla="*/ 439724 w 606862"/>
              <a:gd name="connsiteY43" fmla="*/ 87671 h 435499"/>
              <a:gd name="connsiteX44" fmla="*/ 438238 w 606862"/>
              <a:gd name="connsiteY44" fmla="*/ 82851 h 435499"/>
              <a:gd name="connsiteX45" fmla="*/ 425146 w 606862"/>
              <a:gd name="connsiteY45" fmla="*/ 81924 h 435499"/>
              <a:gd name="connsiteX46" fmla="*/ 420132 w 606862"/>
              <a:gd name="connsiteY46" fmla="*/ 69781 h 435499"/>
              <a:gd name="connsiteX47" fmla="*/ 415117 w 606862"/>
              <a:gd name="connsiteY47" fmla="*/ 69781 h 435499"/>
              <a:gd name="connsiteX48" fmla="*/ 436010 w 606862"/>
              <a:gd name="connsiteY48" fmla="*/ 3780 h 435499"/>
              <a:gd name="connsiteX49" fmla="*/ 517257 w 606862"/>
              <a:gd name="connsiteY49" fmla="*/ 3780 h 435499"/>
              <a:gd name="connsiteX50" fmla="*/ 606862 w 606862"/>
              <a:gd name="connsiteY50" fmla="*/ 93140 h 435499"/>
              <a:gd name="connsiteX51" fmla="*/ 517257 w 606862"/>
              <a:gd name="connsiteY51" fmla="*/ 182594 h 435499"/>
              <a:gd name="connsiteX52" fmla="*/ 456438 w 606862"/>
              <a:gd name="connsiteY52" fmla="*/ 182594 h 435499"/>
              <a:gd name="connsiteX53" fmla="*/ 415210 w 606862"/>
              <a:gd name="connsiteY53" fmla="*/ 223751 h 435499"/>
              <a:gd name="connsiteX54" fmla="*/ 407689 w 606862"/>
              <a:gd name="connsiteY54" fmla="*/ 220692 h 435499"/>
              <a:gd name="connsiteX55" fmla="*/ 407689 w 606862"/>
              <a:gd name="connsiteY55" fmla="*/ 178051 h 435499"/>
              <a:gd name="connsiteX56" fmla="*/ 346405 w 606862"/>
              <a:gd name="connsiteY56" fmla="*/ 93233 h 435499"/>
              <a:gd name="connsiteX57" fmla="*/ 436010 w 606862"/>
              <a:gd name="connsiteY57" fmla="*/ 3780 h 435499"/>
              <a:gd name="connsiteX58" fmla="*/ 140854 w 606862"/>
              <a:gd name="connsiteY58" fmla="*/ 207 h 435499"/>
              <a:gd name="connsiteX59" fmla="*/ 216621 w 606862"/>
              <a:gd name="connsiteY59" fmla="*/ 856 h 435499"/>
              <a:gd name="connsiteX60" fmla="*/ 272145 w 606862"/>
              <a:gd name="connsiteY60" fmla="*/ 33762 h 435499"/>
              <a:gd name="connsiteX61" fmla="*/ 302693 w 606862"/>
              <a:gd name="connsiteY61" fmla="*/ 122934 h 435499"/>
              <a:gd name="connsiteX62" fmla="*/ 310400 w 606862"/>
              <a:gd name="connsiteY62" fmla="*/ 158343 h 435499"/>
              <a:gd name="connsiteX63" fmla="*/ 293130 w 606862"/>
              <a:gd name="connsiteY63" fmla="*/ 188098 h 435499"/>
              <a:gd name="connsiteX64" fmla="*/ 281152 w 606862"/>
              <a:gd name="connsiteY64" fmla="*/ 220819 h 435499"/>
              <a:gd name="connsiteX65" fmla="*/ 281152 w 606862"/>
              <a:gd name="connsiteY65" fmla="*/ 260863 h 435499"/>
              <a:gd name="connsiteX66" fmla="*/ 283287 w 606862"/>
              <a:gd name="connsiteY66" fmla="*/ 264385 h 435499"/>
              <a:gd name="connsiteX67" fmla="*/ 407057 w 606862"/>
              <a:gd name="connsiteY67" fmla="*/ 343732 h 435499"/>
              <a:gd name="connsiteX68" fmla="*/ 422192 w 606862"/>
              <a:gd name="connsiteY68" fmla="*/ 375989 h 435499"/>
              <a:gd name="connsiteX69" fmla="*/ 422192 w 606862"/>
              <a:gd name="connsiteY69" fmla="*/ 435406 h 435499"/>
              <a:gd name="connsiteX70" fmla="*/ 238533 w 606862"/>
              <a:gd name="connsiteY70" fmla="*/ 435406 h 435499"/>
              <a:gd name="connsiteX71" fmla="*/ 220520 w 606862"/>
              <a:gd name="connsiteY71" fmla="*/ 352816 h 435499"/>
              <a:gd name="connsiteX72" fmla="*/ 210957 w 606862"/>
              <a:gd name="connsiteY72" fmla="*/ 299331 h 435499"/>
              <a:gd name="connsiteX73" fmla="*/ 201393 w 606862"/>
              <a:gd name="connsiteY73" fmla="*/ 352816 h 435499"/>
              <a:gd name="connsiteX74" fmla="*/ 183566 w 606862"/>
              <a:gd name="connsiteY74" fmla="*/ 435499 h 435499"/>
              <a:gd name="connsiteX75" fmla="*/ 0 w 606862"/>
              <a:gd name="connsiteY75" fmla="*/ 435499 h 435499"/>
              <a:gd name="connsiteX76" fmla="*/ 0 w 606862"/>
              <a:gd name="connsiteY76" fmla="*/ 376082 h 435499"/>
              <a:gd name="connsiteX77" fmla="*/ 15135 w 606862"/>
              <a:gd name="connsiteY77" fmla="*/ 343824 h 435499"/>
              <a:gd name="connsiteX78" fmla="*/ 138905 w 606862"/>
              <a:gd name="connsiteY78" fmla="*/ 264478 h 435499"/>
              <a:gd name="connsiteX79" fmla="*/ 141040 w 606862"/>
              <a:gd name="connsiteY79" fmla="*/ 261049 h 435499"/>
              <a:gd name="connsiteX80" fmla="*/ 141040 w 606862"/>
              <a:gd name="connsiteY80" fmla="*/ 221005 h 435499"/>
              <a:gd name="connsiteX81" fmla="*/ 128970 w 606862"/>
              <a:gd name="connsiteY81" fmla="*/ 188191 h 435499"/>
              <a:gd name="connsiteX82" fmla="*/ 111792 w 606862"/>
              <a:gd name="connsiteY82" fmla="*/ 158436 h 435499"/>
              <a:gd name="connsiteX83" fmla="*/ 118942 w 606862"/>
              <a:gd name="connsiteY83" fmla="*/ 123120 h 435499"/>
              <a:gd name="connsiteX84" fmla="*/ 149397 w 606862"/>
              <a:gd name="connsiteY84" fmla="*/ 18560 h 435499"/>
              <a:gd name="connsiteX85" fmla="*/ 140854 w 606862"/>
              <a:gd name="connsiteY85" fmla="*/ 207 h 435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06862" h="435499">
                <a:moveTo>
                  <a:pt x="533228" y="69781"/>
                </a:moveTo>
                <a:lnTo>
                  <a:pt x="528214" y="81924"/>
                </a:lnTo>
                <a:lnTo>
                  <a:pt x="515122" y="82851"/>
                </a:lnTo>
                <a:cubicBezTo>
                  <a:pt x="512615" y="83036"/>
                  <a:pt x="511686" y="86095"/>
                  <a:pt x="513543" y="87671"/>
                </a:cubicBezTo>
                <a:lnTo>
                  <a:pt x="523571" y="96107"/>
                </a:lnTo>
                <a:lnTo>
                  <a:pt x="520414" y="108806"/>
                </a:lnTo>
                <a:cubicBezTo>
                  <a:pt x="519857" y="111217"/>
                  <a:pt x="522457" y="113163"/>
                  <a:pt x="524500" y="111773"/>
                </a:cubicBezTo>
                <a:lnTo>
                  <a:pt x="535643" y="104913"/>
                </a:lnTo>
                <a:lnTo>
                  <a:pt x="546785" y="111773"/>
                </a:lnTo>
                <a:cubicBezTo>
                  <a:pt x="548921" y="113163"/>
                  <a:pt x="551521" y="111217"/>
                  <a:pt x="550871" y="108806"/>
                </a:cubicBezTo>
                <a:lnTo>
                  <a:pt x="547807" y="96107"/>
                </a:lnTo>
                <a:lnTo>
                  <a:pt x="557835" y="87671"/>
                </a:lnTo>
                <a:cubicBezTo>
                  <a:pt x="559785" y="86095"/>
                  <a:pt x="558856" y="83036"/>
                  <a:pt x="556349" y="82851"/>
                </a:cubicBezTo>
                <a:lnTo>
                  <a:pt x="543257" y="81924"/>
                </a:lnTo>
                <a:lnTo>
                  <a:pt x="538242" y="69781"/>
                </a:lnTo>
                <a:cubicBezTo>
                  <a:pt x="537407" y="67463"/>
                  <a:pt x="534157" y="67463"/>
                  <a:pt x="533228" y="69781"/>
                </a:cubicBezTo>
                <a:close/>
                <a:moveTo>
                  <a:pt x="474173" y="69781"/>
                </a:moveTo>
                <a:lnTo>
                  <a:pt x="469159" y="81924"/>
                </a:lnTo>
                <a:lnTo>
                  <a:pt x="456066" y="82851"/>
                </a:lnTo>
                <a:cubicBezTo>
                  <a:pt x="453559" y="83036"/>
                  <a:pt x="452631" y="86095"/>
                  <a:pt x="454488" y="87671"/>
                </a:cubicBezTo>
                <a:lnTo>
                  <a:pt x="464516" y="96107"/>
                </a:lnTo>
                <a:lnTo>
                  <a:pt x="461359" y="108806"/>
                </a:lnTo>
                <a:cubicBezTo>
                  <a:pt x="460802" y="111217"/>
                  <a:pt x="463402" y="113163"/>
                  <a:pt x="465445" y="111773"/>
                </a:cubicBezTo>
                <a:lnTo>
                  <a:pt x="476587" y="104913"/>
                </a:lnTo>
                <a:lnTo>
                  <a:pt x="487730" y="111773"/>
                </a:lnTo>
                <a:cubicBezTo>
                  <a:pt x="489865" y="113163"/>
                  <a:pt x="492465" y="111217"/>
                  <a:pt x="491815" y="108806"/>
                </a:cubicBezTo>
                <a:lnTo>
                  <a:pt x="488751" y="96107"/>
                </a:lnTo>
                <a:lnTo>
                  <a:pt x="498779" y="87671"/>
                </a:lnTo>
                <a:cubicBezTo>
                  <a:pt x="500729" y="86095"/>
                  <a:pt x="499615" y="83036"/>
                  <a:pt x="497294" y="82851"/>
                </a:cubicBezTo>
                <a:lnTo>
                  <a:pt x="484201" y="81924"/>
                </a:lnTo>
                <a:lnTo>
                  <a:pt x="479187" y="69781"/>
                </a:lnTo>
                <a:cubicBezTo>
                  <a:pt x="478351" y="67463"/>
                  <a:pt x="475101" y="67463"/>
                  <a:pt x="474173" y="69781"/>
                </a:cubicBezTo>
                <a:close/>
                <a:moveTo>
                  <a:pt x="415117" y="69781"/>
                </a:moveTo>
                <a:lnTo>
                  <a:pt x="410103" y="81924"/>
                </a:lnTo>
                <a:lnTo>
                  <a:pt x="397011" y="82851"/>
                </a:lnTo>
                <a:cubicBezTo>
                  <a:pt x="394504" y="83036"/>
                  <a:pt x="393575" y="86095"/>
                  <a:pt x="395432" y="87671"/>
                </a:cubicBezTo>
                <a:lnTo>
                  <a:pt x="405460" y="96107"/>
                </a:lnTo>
                <a:lnTo>
                  <a:pt x="402303" y="108806"/>
                </a:lnTo>
                <a:cubicBezTo>
                  <a:pt x="401746" y="111217"/>
                  <a:pt x="404346" y="113163"/>
                  <a:pt x="406389" y="111773"/>
                </a:cubicBezTo>
                <a:lnTo>
                  <a:pt x="417532" y="104913"/>
                </a:lnTo>
                <a:lnTo>
                  <a:pt x="428674" y="111773"/>
                </a:lnTo>
                <a:cubicBezTo>
                  <a:pt x="430810" y="113163"/>
                  <a:pt x="433410" y="111217"/>
                  <a:pt x="432760" y="108806"/>
                </a:cubicBezTo>
                <a:lnTo>
                  <a:pt x="429696" y="96107"/>
                </a:lnTo>
                <a:lnTo>
                  <a:pt x="439724" y="87671"/>
                </a:lnTo>
                <a:cubicBezTo>
                  <a:pt x="441581" y="86095"/>
                  <a:pt x="440560" y="83036"/>
                  <a:pt x="438238" y="82851"/>
                </a:cubicBezTo>
                <a:lnTo>
                  <a:pt x="425146" y="81924"/>
                </a:lnTo>
                <a:lnTo>
                  <a:pt x="420132" y="69781"/>
                </a:lnTo>
                <a:cubicBezTo>
                  <a:pt x="419296" y="67463"/>
                  <a:pt x="416046" y="67463"/>
                  <a:pt x="415117" y="69781"/>
                </a:cubicBezTo>
                <a:close/>
                <a:moveTo>
                  <a:pt x="436010" y="3780"/>
                </a:moveTo>
                <a:lnTo>
                  <a:pt x="517257" y="3780"/>
                </a:lnTo>
                <a:cubicBezTo>
                  <a:pt x="566749" y="3780"/>
                  <a:pt x="606862" y="43825"/>
                  <a:pt x="606862" y="93140"/>
                </a:cubicBezTo>
                <a:cubicBezTo>
                  <a:pt x="606862" y="142548"/>
                  <a:pt x="566749" y="182594"/>
                  <a:pt x="517257" y="182594"/>
                </a:cubicBezTo>
                <a:lnTo>
                  <a:pt x="456438" y="182594"/>
                </a:lnTo>
                <a:lnTo>
                  <a:pt x="415210" y="223751"/>
                </a:lnTo>
                <a:cubicBezTo>
                  <a:pt x="412517" y="226625"/>
                  <a:pt x="407689" y="224678"/>
                  <a:pt x="407689" y="220692"/>
                </a:cubicBezTo>
                <a:lnTo>
                  <a:pt x="407689" y="178051"/>
                </a:lnTo>
                <a:cubicBezTo>
                  <a:pt x="372126" y="166279"/>
                  <a:pt x="346405" y="132815"/>
                  <a:pt x="346405" y="93233"/>
                </a:cubicBezTo>
                <a:cubicBezTo>
                  <a:pt x="346405" y="43825"/>
                  <a:pt x="386518" y="3780"/>
                  <a:pt x="436010" y="3780"/>
                </a:cubicBezTo>
                <a:close/>
                <a:moveTo>
                  <a:pt x="140854" y="207"/>
                </a:moveTo>
                <a:cubicBezTo>
                  <a:pt x="140854" y="207"/>
                  <a:pt x="191922" y="5954"/>
                  <a:pt x="216621" y="856"/>
                </a:cubicBezTo>
                <a:cubicBezTo>
                  <a:pt x="241412" y="-4335"/>
                  <a:pt x="267874" y="15038"/>
                  <a:pt x="272145" y="33762"/>
                </a:cubicBezTo>
                <a:cubicBezTo>
                  <a:pt x="272145" y="33762"/>
                  <a:pt x="322099" y="33948"/>
                  <a:pt x="302693" y="122934"/>
                </a:cubicBezTo>
                <a:cubicBezTo>
                  <a:pt x="310493" y="122563"/>
                  <a:pt x="318942" y="128032"/>
                  <a:pt x="310400" y="158343"/>
                </a:cubicBezTo>
                <a:cubicBezTo>
                  <a:pt x="303807" y="181331"/>
                  <a:pt x="297772" y="187727"/>
                  <a:pt x="293130" y="188098"/>
                </a:cubicBezTo>
                <a:cubicBezTo>
                  <a:pt x="291551" y="198480"/>
                  <a:pt x="287466" y="209974"/>
                  <a:pt x="281152" y="220819"/>
                </a:cubicBezTo>
                <a:lnTo>
                  <a:pt x="281152" y="260863"/>
                </a:lnTo>
                <a:cubicBezTo>
                  <a:pt x="281152" y="262346"/>
                  <a:pt x="281895" y="263737"/>
                  <a:pt x="283287" y="264385"/>
                </a:cubicBezTo>
                <a:cubicBezTo>
                  <a:pt x="294987" y="270133"/>
                  <a:pt x="353204" y="299424"/>
                  <a:pt x="407057" y="343732"/>
                </a:cubicBezTo>
                <a:cubicBezTo>
                  <a:pt x="416714" y="351611"/>
                  <a:pt x="422192" y="363476"/>
                  <a:pt x="422192" y="375989"/>
                </a:cubicBezTo>
                <a:lnTo>
                  <a:pt x="422192" y="435406"/>
                </a:lnTo>
                <a:lnTo>
                  <a:pt x="238533" y="435406"/>
                </a:lnTo>
                <a:lnTo>
                  <a:pt x="220520" y="352816"/>
                </a:lnTo>
                <a:cubicBezTo>
                  <a:pt x="257104" y="301834"/>
                  <a:pt x="217735" y="299331"/>
                  <a:pt x="210957" y="299331"/>
                </a:cubicBezTo>
                <a:cubicBezTo>
                  <a:pt x="204179" y="299424"/>
                  <a:pt x="164810" y="301834"/>
                  <a:pt x="201393" y="352816"/>
                </a:cubicBezTo>
                <a:lnTo>
                  <a:pt x="183566" y="435499"/>
                </a:lnTo>
                <a:lnTo>
                  <a:pt x="0" y="435499"/>
                </a:lnTo>
                <a:lnTo>
                  <a:pt x="0" y="376082"/>
                </a:lnTo>
                <a:cubicBezTo>
                  <a:pt x="0" y="363754"/>
                  <a:pt x="5478" y="351703"/>
                  <a:pt x="15135" y="343824"/>
                </a:cubicBezTo>
                <a:cubicBezTo>
                  <a:pt x="68988" y="299609"/>
                  <a:pt x="127113" y="270318"/>
                  <a:pt x="138905" y="264478"/>
                </a:cubicBezTo>
                <a:cubicBezTo>
                  <a:pt x="140112" y="263829"/>
                  <a:pt x="141040" y="262532"/>
                  <a:pt x="141040" y="261049"/>
                </a:cubicBezTo>
                <a:lnTo>
                  <a:pt x="141040" y="221005"/>
                </a:lnTo>
                <a:cubicBezTo>
                  <a:pt x="134726" y="210067"/>
                  <a:pt x="130641" y="198573"/>
                  <a:pt x="128970" y="188191"/>
                </a:cubicBezTo>
                <a:cubicBezTo>
                  <a:pt x="124420" y="187820"/>
                  <a:pt x="118385" y="181424"/>
                  <a:pt x="111792" y="158436"/>
                </a:cubicBezTo>
                <a:cubicBezTo>
                  <a:pt x="103528" y="128867"/>
                  <a:pt x="111328" y="123120"/>
                  <a:pt x="118942" y="123120"/>
                </a:cubicBezTo>
                <a:cubicBezTo>
                  <a:pt x="114856" y="105786"/>
                  <a:pt x="104643" y="45813"/>
                  <a:pt x="149397" y="18560"/>
                </a:cubicBezTo>
                <a:cubicBezTo>
                  <a:pt x="149397" y="18560"/>
                  <a:pt x="140112" y="10960"/>
                  <a:pt x="140854" y="207"/>
                </a:cubicBezTo>
                <a:close/>
              </a:path>
            </a:pathLst>
          </a:custGeom>
          <a:solidFill>
            <a:srgbClr val="FFC000"/>
          </a:solidFill>
          <a:ln>
            <a:noFill/>
          </a:ln>
        </p:spPr>
        <p:txBody>
          <a:bodyPr/>
          <a:lstStyle/>
          <a:p>
            <a:endParaRPr lang="zh-CN" altLang="en-US"/>
          </a:p>
        </p:txBody>
      </p:sp>
      <p:cxnSp>
        <p:nvCxnSpPr>
          <p:cNvPr id="30" name="直接连接符 29"/>
          <p:cNvCxnSpPr/>
          <p:nvPr/>
        </p:nvCxnSpPr>
        <p:spPr>
          <a:xfrm>
            <a:off x="8571000" y="4033928"/>
            <a:ext cx="0" cy="1875276"/>
          </a:xfrm>
          <a:prstGeom prst="line">
            <a:avLst/>
          </a:prstGeom>
          <a:noFill/>
          <a:ln w="3175" cap="rnd" cmpd="sng" algn="ctr">
            <a:solidFill>
              <a:srgbClr val="FFFFFF">
                <a:lumMod val="85000"/>
              </a:srgbClr>
            </a:solidFill>
            <a:prstDash val="solid"/>
            <a:round/>
            <a:headEnd type="none"/>
            <a:tailEnd type="none" w="med" len="med"/>
          </a:ln>
          <a:effectLst/>
        </p:spPr>
      </p:cxnSp>
      <p:pic>
        <p:nvPicPr>
          <p:cNvPr id="31" name="图片 30"/>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504283" y="1758588"/>
            <a:ext cx="4671567" cy="2767681"/>
          </a:xfrm>
          <a:prstGeom prst="roundRect">
            <a:avLst>
              <a:gd name="adj" fmla="val 3608"/>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87512"/>
          </a:xfrm>
          <a:prstGeom prst="rect">
            <a:avLst/>
          </a:prstGeom>
        </p:spPr>
      </p:pic>
      <p:sp>
        <p:nvSpPr>
          <p:cNvPr id="6" name="矩形 5"/>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7" name="组合 6"/>
          <p:cNvGrpSpPr/>
          <p:nvPr/>
        </p:nvGrpSpPr>
        <p:grpSpPr>
          <a:xfrm>
            <a:off x="0" y="260648"/>
            <a:ext cx="4367671" cy="1043832"/>
            <a:chOff x="0" y="260648"/>
            <a:chExt cx="4367671" cy="1043832"/>
          </a:xfrm>
        </p:grpSpPr>
        <p:sp>
          <p:nvSpPr>
            <p:cNvPr id="8" name="矩形 7"/>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9" name="组合 8"/>
            <p:cNvGrpSpPr/>
            <p:nvPr/>
          </p:nvGrpSpPr>
          <p:grpSpPr>
            <a:xfrm>
              <a:off x="695400" y="260648"/>
              <a:ext cx="3672271" cy="1043832"/>
              <a:chOff x="623392" y="310880"/>
              <a:chExt cx="3672271" cy="1043832"/>
            </a:xfrm>
          </p:grpSpPr>
          <p:sp>
            <p:nvSpPr>
              <p:cNvPr id="10" name="文本框 9"/>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11" name="直接连接符 10"/>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2" name="文本框 11"/>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3" name="文本框 12"/>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4" name="图片 13"/>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5" name="组合 14"/>
          <p:cNvGrpSpPr/>
          <p:nvPr/>
        </p:nvGrpSpPr>
        <p:grpSpPr>
          <a:xfrm>
            <a:off x="8925185" y="381902"/>
            <a:ext cx="2879308" cy="743473"/>
            <a:chOff x="825667" y="458497"/>
            <a:chExt cx="4856203" cy="1253932"/>
          </a:xfrm>
        </p:grpSpPr>
        <p:pic>
          <p:nvPicPr>
            <p:cNvPr id="16" name="图片 15"/>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7" name="图片 16"/>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8" name="矩形 17"/>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sp>
        <p:nvSpPr>
          <p:cNvPr id="19" name="í$líḓe"/>
          <p:cNvSpPr/>
          <p:nvPr/>
        </p:nvSpPr>
        <p:spPr>
          <a:xfrm flipV="1">
            <a:off x="5911282" y="4783171"/>
            <a:ext cx="2" cy="419998"/>
          </a:xfrm>
          <a:prstGeom prst="line">
            <a:avLst/>
          </a:prstGeom>
          <a:noFill/>
          <a:ln w="25400" cap="flat">
            <a:solidFill>
              <a:srgbClr val="FFFFFF">
                <a:lumMod val="75000"/>
              </a:srgbClr>
            </a:solidFill>
            <a:prstDash val="solid"/>
            <a:miter lim="400000"/>
          </a:ln>
          <a:effectLst/>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0" name="iṣľîde"/>
          <p:cNvSpPr/>
          <p:nvPr/>
        </p:nvSpPr>
        <p:spPr>
          <a:xfrm flipV="1">
            <a:off x="6280717" y="4783171"/>
            <a:ext cx="1" cy="419998"/>
          </a:xfrm>
          <a:prstGeom prst="line">
            <a:avLst/>
          </a:prstGeom>
          <a:noFill/>
          <a:ln w="25400" cap="flat">
            <a:solidFill>
              <a:srgbClr val="FFFFFF">
                <a:lumMod val="75000"/>
              </a:srgbClr>
            </a:solidFill>
            <a:prstDash val="solid"/>
            <a:miter lim="400000"/>
          </a:ln>
          <a:effectLst/>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1" name="işḷíḋè"/>
          <p:cNvSpPr/>
          <p:nvPr/>
        </p:nvSpPr>
        <p:spPr>
          <a:xfrm>
            <a:off x="4643494" y="1711470"/>
            <a:ext cx="1273147" cy="3028427"/>
          </a:xfrm>
          <a:custGeom>
            <a:avLst/>
            <a:gdLst/>
            <a:ahLst/>
            <a:cxnLst>
              <a:cxn ang="0">
                <a:pos x="wd2" y="hd2"/>
              </a:cxn>
              <a:cxn ang="5400000">
                <a:pos x="wd2" y="hd2"/>
              </a:cxn>
              <a:cxn ang="10800000">
                <a:pos x="wd2" y="hd2"/>
              </a:cxn>
              <a:cxn ang="16200000">
                <a:pos x="wd2" y="hd2"/>
              </a:cxn>
            </a:cxnLst>
            <a:rect l="0" t="0" r="r" b="b"/>
            <a:pathLst>
              <a:path w="19701" h="21600" extrusionOk="0">
                <a:moveTo>
                  <a:pt x="17601" y="20965"/>
                </a:moveTo>
                <a:cubicBezTo>
                  <a:pt x="11354" y="17842"/>
                  <a:pt x="4645" y="15099"/>
                  <a:pt x="1525" y="11296"/>
                </a:cubicBezTo>
                <a:cubicBezTo>
                  <a:pt x="-1899" y="7130"/>
                  <a:pt x="1046" y="4320"/>
                  <a:pt x="4438" y="2458"/>
                </a:cubicBezTo>
                <a:cubicBezTo>
                  <a:pt x="8134" y="426"/>
                  <a:pt x="15614" y="0"/>
                  <a:pt x="15614" y="0"/>
                </a:cubicBezTo>
                <a:cubicBezTo>
                  <a:pt x="15614" y="0"/>
                  <a:pt x="11403" y="2582"/>
                  <a:pt x="12972" y="6637"/>
                </a:cubicBezTo>
                <a:cubicBezTo>
                  <a:pt x="14538" y="10697"/>
                  <a:pt x="19330" y="18599"/>
                  <a:pt x="19701" y="21600"/>
                </a:cubicBezTo>
                <a:cubicBezTo>
                  <a:pt x="19701" y="21600"/>
                  <a:pt x="17601" y="20965"/>
                  <a:pt x="17601" y="20965"/>
                </a:cubicBezTo>
                <a:close/>
              </a:path>
            </a:pathLst>
          </a:custGeom>
          <a:solidFill>
            <a:srgbClr val="023FA1"/>
          </a:solidFill>
          <a:ln w="12700" cap="flat">
            <a:noFill/>
            <a:miter lim="400000"/>
          </a:ln>
          <a:effectLst/>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2" name="ïšļïḋè"/>
          <p:cNvSpPr/>
          <p:nvPr/>
        </p:nvSpPr>
        <p:spPr>
          <a:xfrm>
            <a:off x="6279097" y="1711470"/>
            <a:ext cx="1269409" cy="3028590"/>
          </a:xfrm>
          <a:custGeom>
            <a:avLst/>
            <a:gdLst/>
            <a:ahLst/>
            <a:cxnLst>
              <a:cxn ang="0">
                <a:pos x="wd2" y="hd2"/>
              </a:cxn>
              <a:cxn ang="5400000">
                <a:pos x="wd2" y="hd2"/>
              </a:cxn>
              <a:cxn ang="10800000">
                <a:pos x="wd2" y="hd2"/>
              </a:cxn>
              <a:cxn ang="16200000">
                <a:pos x="wd2" y="hd2"/>
              </a:cxn>
            </a:cxnLst>
            <a:rect l="0" t="0" r="r" b="b"/>
            <a:pathLst>
              <a:path w="19696" h="21600" extrusionOk="0">
                <a:moveTo>
                  <a:pt x="2121" y="20966"/>
                </a:moveTo>
                <a:cubicBezTo>
                  <a:pt x="8320" y="17198"/>
                  <a:pt x="15070" y="15084"/>
                  <a:pt x="18181" y="11277"/>
                </a:cubicBezTo>
                <a:cubicBezTo>
                  <a:pt x="21600" y="7109"/>
                  <a:pt x="18630" y="4304"/>
                  <a:pt x="15211" y="2446"/>
                </a:cubicBezTo>
                <a:cubicBezTo>
                  <a:pt x="11496" y="415"/>
                  <a:pt x="3996" y="0"/>
                  <a:pt x="3996" y="0"/>
                </a:cubicBezTo>
                <a:cubicBezTo>
                  <a:pt x="3996" y="0"/>
                  <a:pt x="8235" y="2574"/>
                  <a:pt x="6674" y="6633"/>
                </a:cubicBezTo>
                <a:cubicBezTo>
                  <a:pt x="5124" y="10692"/>
                  <a:pt x="367" y="18600"/>
                  <a:pt x="0" y="21600"/>
                </a:cubicBezTo>
                <a:cubicBezTo>
                  <a:pt x="0" y="21600"/>
                  <a:pt x="2121" y="20966"/>
                  <a:pt x="2121" y="20966"/>
                </a:cubicBezTo>
                <a:close/>
              </a:path>
            </a:pathLst>
          </a:custGeom>
          <a:solidFill>
            <a:srgbClr val="023FA1"/>
          </a:solidFill>
          <a:ln w="12700" cap="flat">
            <a:noFill/>
            <a:miter lim="400000"/>
          </a:ln>
          <a:effectLst/>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3" name="ïSḻïḓé"/>
          <p:cNvSpPr/>
          <p:nvPr/>
        </p:nvSpPr>
        <p:spPr>
          <a:xfrm>
            <a:off x="4821276" y="1652193"/>
            <a:ext cx="1311065" cy="3072067"/>
          </a:xfrm>
          <a:custGeom>
            <a:avLst/>
            <a:gdLst/>
            <a:ahLst/>
            <a:cxnLst>
              <a:cxn ang="0">
                <a:pos x="wd2" y="hd2"/>
              </a:cxn>
              <a:cxn ang="5400000">
                <a:pos x="wd2" y="hd2"/>
              </a:cxn>
              <a:cxn ang="10800000">
                <a:pos x="wd2" y="hd2"/>
              </a:cxn>
              <a:cxn ang="16200000">
                <a:pos x="wd2" y="hd2"/>
              </a:cxn>
            </a:cxnLst>
            <a:rect l="0" t="0" r="r" b="b"/>
            <a:pathLst>
              <a:path w="17664" h="21169" extrusionOk="0">
                <a:moveTo>
                  <a:pt x="13741" y="20957"/>
                </a:moveTo>
                <a:cubicBezTo>
                  <a:pt x="12251" y="18832"/>
                  <a:pt x="9452" y="17641"/>
                  <a:pt x="3815" y="12857"/>
                </a:cubicBezTo>
                <a:cubicBezTo>
                  <a:pt x="-3010" y="7068"/>
                  <a:pt x="549" y="2425"/>
                  <a:pt x="4980" y="1105"/>
                </a:cubicBezTo>
                <a:cubicBezTo>
                  <a:pt x="9422" y="-212"/>
                  <a:pt x="15471" y="14"/>
                  <a:pt x="15471" y="14"/>
                </a:cubicBezTo>
                <a:cubicBezTo>
                  <a:pt x="15471" y="14"/>
                  <a:pt x="18590" y="398"/>
                  <a:pt x="17389" y="3151"/>
                </a:cubicBezTo>
                <a:cubicBezTo>
                  <a:pt x="16188" y="5904"/>
                  <a:pt x="15909" y="16214"/>
                  <a:pt x="16118" y="18802"/>
                </a:cubicBezTo>
                <a:cubicBezTo>
                  <a:pt x="16326" y="21388"/>
                  <a:pt x="16896" y="21384"/>
                  <a:pt x="13741" y="20957"/>
                </a:cubicBezTo>
                <a:close/>
              </a:path>
            </a:pathLst>
          </a:custGeom>
          <a:solidFill>
            <a:srgbClr val="FFFFFF"/>
          </a:solidFill>
          <a:ln w="12700" cap="flat">
            <a:noFill/>
            <a:miter lim="400000"/>
          </a:ln>
          <a:effectLst/>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4" name="îṥļíḓê"/>
          <p:cNvSpPr/>
          <p:nvPr/>
        </p:nvSpPr>
        <p:spPr>
          <a:xfrm>
            <a:off x="5141286" y="1652193"/>
            <a:ext cx="982766" cy="3071688"/>
          </a:xfrm>
          <a:custGeom>
            <a:avLst/>
            <a:gdLst/>
            <a:ahLst/>
            <a:cxnLst>
              <a:cxn ang="0">
                <a:pos x="wd2" y="hd2"/>
              </a:cxn>
              <a:cxn ang="5400000">
                <a:pos x="wd2" y="hd2"/>
              </a:cxn>
              <a:cxn ang="10800000">
                <a:pos x="wd2" y="hd2"/>
              </a:cxn>
              <a:cxn ang="16200000">
                <a:pos x="wd2" y="hd2"/>
              </a:cxn>
            </a:cxnLst>
            <a:rect l="0" t="0" r="r" b="b"/>
            <a:pathLst>
              <a:path w="17669" h="21163" extrusionOk="0">
                <a:moveTo>
                  <a:pt x="13755" y="20949"/>
                </a:moveTo>
                <a:cubicBezTo>
                  <a:pt x="12257" y="18826"/>
                  <a:pt x="9457" y="17635"/>
                  <a:pt x="3815" y="12851"/>
                </a:cubicBezTo>
                <a:cubicBezTo>
                  <a:pt x="-3008" y="7063"/>
                  <a:pt x="546" y="2418"/>
                  <a:pt x="4976" y="1101"/>
                </a:cubicBezTo>
                <a:cubicBezTo>
                  <a:pt x="9410" y="-216"/>
                  <a:pt x="15458" y="16"/>
                  <a:pt x="15458" y="16"/>
                </a:cubicBezTo>
                <a:cubicBezTo>
                  <a:pt x="15458" y="16"/>
                  <a:pt x="18592" y="396"/>
                  <a:pt x="17397" y="3149"/>
                </a:cubicBezTo>
                <a:cubicBezTo>
                  <a:pt x="16181" y="5902"/>
                  <a:pt x="15921" y="16212"/>
                  <a:pt x="16131" y="18795"/>
                </a:cubicBezTo>
                <a:cubicBezTo>
                  <a:pt x="16345" y="21384"/>
                  <a:pt x="16918" y="21379"/>
                  <a:pt x="13755" y="20949"/>
                </a:cubicBezTo>
                <a:close/>
              </a:path>
            </a:pathLst>
          </a:custGeom>
          <a:solidFill>
            <a:srgbClr val="023FA1"/>
          </a:solidFill>
          <a:ln w="12700" cap="flat">
            <a:noFill/>
            <a:miter lim="400000"/>
          </a:ln>
          <a:effectLst/>
        </p:spPr>
        <p:txBody>
          <a:bodyPr anchor="ctr"/>
          <a:lstStyle/>
          <a:p>
            <a:pPr algn="ctr">
              <a:defRPr/>
            </a:pPr>
            <a:endParaRPr kern="0" dirty="0">
              <a:solidFill>
                <a:srgbClr val="000000"/>
              </a:solidFill>
              <a:latin typeface="Arial" panose="020B0604020202020204"/>
              <a:ea typeface="微软雅黑" panose="020B0503020204020204" pitchFamily="34" charset="-122"/>
            </a:endParaRPr>
          </a:p>
        </p:txBody>
      </p:sp>
      <p:sp>
        <p:nvSpPr>
          <p:cNvPr id="25" name="îsḷiḓè"/>
          <p:cNvSpPr/>
          <p:nvPr/>
        </p:nvSpPr>
        <p:spPr>
          <a:xfrm>
            <a:off x="6042054" y="1652193"/>
            <a:ext cx="1312589" cy="3072176"/>
          </a:xfrm>
          <a:custGeom>
            <a:avLst/>
            <a:gdLst/>
            <a:ahLst/>
            <a:cxnLst>
              <a:cxn ang="0">
                <a:pos x="wd2" y="hd2"/>
              </a:cxn>
              <a:cxn ang="5400000">
                <a:pos x="wd2" y="hd2"/>
              </a:cxn>
              <a:cxn ang="10800000">
                <a:pos x="wd2" y="hd2"/>
              </a:cxn>
              <a:cxn ang="16200000">
                <a:pos x="wd2" y="hd2"/>
              </a:cxn>
            </a:cxnLst>
            <a:rect l="0" t="0" r="r" b="b"/>
            <a:pathLst>
              <a:path w="17655" h="21160" extrusionOk="0">
                <a:moveTo>
                  <a:pt x="4012" y="20946"/>
                </a:moveTo>
                <a:cubicBezTo>
                  <a:pt x="5488" y="18819"/>
                  <a:pt x="8279" y="17624"/>
                  <a:pt x="13884" y="12835"/>
                </a:cubicBezTo>
                <a:cubicBezTo>
                  <a:pt x="20660" y="7041"/>
                  <a:pt x="17087" y="2402"/>
                  <a:pt x="12655" y="1091"/>
                </a:cubicBezTo>
                <a:cubicBezTo>
                  <a:pt x="8228" y="-220"/>
                  <a:pt x="2184" y="17"/>
                  <a:pt x="2184" y="17"/>
                </a:cubicBezTo>
                <a:cubicBezTo>
                  <a:pt x="2184" y="17"/>
                  <a:pt x="-940" y="402"/>
                  <a:pt x="284" y="3152"/>
                </a:cubicBezTo>
                <a:cubicBezTo>
                  <a:pt x="1496" y="5902"/>
                  <a:pt x="1818" y="16207"/>
                  <a:pt x="1625" y="18791"/>
                </a:cubicBezTo>
                <a:cubicBezTo>
                  <a:pt x="1435" y="21380"/>
                  <a:pt x="863" y="21376"/>
                  <a:pt x="4012" y="20946"/>
                </a:cubicBezTo>
                <a:close/>
              </a:path>
            </a:pathLst>
          </a:custGeom>
          <a:solidFill>
            <a:srgbClr val="FFFFFF"/>
          </a:solidFill>
          <a:ln w="12700" cap="flat">
            <a:noFill/>
            <a:miter lim="400000"/>
          </a:ln>
          <a:effectLst/>
        </p:spPr>
        <p:txBody>
          <a:bodyPr anchor="ctr"/>
          <a:lstStyle/>
          <a:p>
            <a:pPr algn="ctr">
              <a:defRPr/>
            </a:pPr>
            <a:endParaRPr kern="0" dirty="0">
              <a:solidFill>
                <a:srgbClr val="000000"/>
              </a:solidFill>
              <a:latin typeface="Arial" panose="020B0604020202020204"/>
              <a:ea typeface="微软雅黑" panose="020B0503020204020204" pitchFamily="34" charset="-122"/>
            </a:endParaRPr>
          </a:p>
        </p:txBody>
      </p:sp>
      <p:sp>
        <p:nvSpPr>
          <p:cNvPr id="26" name="îSļïḓe"/>
          <p:cNvSpPr/>
          <p:nvPr/>
        </p:nvSpPr>
        <p:spPr>
          <a:xfrm>
            <a:off x="6053905" y="1652193"/>
            <a:ext cx="984266" cy="3072094"/>
          </a:xfrm>
          <a:custGeom>
            <a:avLst/>
            <a:gdLst/>
            <a:ahLst/>
            <a:cxnLst>
              <a:cxn ang="0">
                <a:pos x="wd2" y="hd2"/>
              </a:cxn>
              <a:cxn ang="5400000">
                <a:pos x="wd2" y="hd2"/>
              </a:cxn>
              <a:cxn ang="10800000">
                <a:pos x="wd2" y="hd2"/>
              </a:cxn>
              <a:cxn ang="16200000">
                <a:pos x="wd2" y="hd2"/>
              </a:cxn>
            </a:cxnLst>
            <a:rect l="0" t="0" r="r" b="b"/>
            <a:pathLst>
              <a:path w="17665" h="21162" extrusionOk="0">
                <a:moveTo>
                  <a:pt x="4026" y="20949"/>
                </a:moveTo>
                <a:cubicBezTo>
                  <a:pt x="5511" y="18822"/>
                  <a:pt x="8296" y="17629"/>
                  <a:pt x="13898" y="12839"/>
                </a:cubicBezTo>
                <a:cubicBezTo>
                  <a:pt x="20672" y="7047"/>
                  <a:pt x="17093" y="2402"/>
                  <a:pt x="12661" y="1094"/>
                </a:cubicBezTo>
                <a:cubicBezTo>
                  <a:pt x="8225" y="-219"/>
                  <a:pt x="2179" y="16"/>
                  <a:pt x="2179" y="16"/>
                </a:cubicBezTo>
                <a:cubicBezTo>
                  <a:pt x="2179" y="16"/>
                  <a:pt x="-928" y="400"/>
                  <a:pt x="279" y="3152"/>
                </a:cubicBezTo>
                <a:cubicBezTo>
                  <a:pt x="1502" y="5902"/>
                  <a:pt x="1837" y="16209"/>
                  <a:pt x="1644" y="18795"/>
                </a:cubicBezTo>
                <a:cubicBezTo>
                  <a:pt x="1455" y="21381"/>
                  <a:pt x="888" y="21378"/>
                  <a:pt x="4026" y="20949"/>
                </a:cubicBezTo>
                <a:close/>
              </a:path>
            </a:pathLst>
          </a:custGeom>
          <a:solidFill>
            <a:srgbClr val="023FA1"/>
          </a:solidFill>
          <a:ln w="12700" cap="flat">
            <a:noFill/>
            <a:miter lim="400000"/>
          </a:ln>
          <a:effectLst/>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7" name="ïSľíḑê"/>
          <p:cNvSpPr/>
          <p:nvPr/>
        </p:nvSpPr>
        <p:spPr>
          <a:xfrm>
            <a:off x="5603522" y="1616625"/>
            <a:ext cx="947846" cy="3057184"/>
          </a:xfrm>
          <a:custGeom>
            <a:avLst/>
            <a:gdLst/>
            <a:ahLst/>
            <a:cxnLst>
              <a:cxn ang="0">
                <a:pos x="wd2" y="hd2"/>
              </a:cxn>
              <a:cxn ang="5400000">
                <a:pos x="wd2" y="hd2"/>
              </a:cxn>
              <a:cxn ang="10800000">
                <a:pos x="wd2" y="hd2"/>
              </a:cxn>
              <a:cxn ang="16200000">
                <a:pos x="wd2" y="hd2"/>
              </a:cxn>
            </a:cxnLst>
            <a:rect l="0" t="0" r="r" b="b"/>
            <a:pathLst>
              <a:path w="14471" h="21515" extrusionOk="0">
                <a:moveTo>
                  <a:pt x="9728" y="21469"/>
                </a:moveTo>
                <a:cubicBezTo>
                  <a:pt x="10310" y="19892"/>
                  <a:pt x="11233" y="17468"/>
                  <a:pt x="12086" y="15424"/>
                </a:cubicBezTo>
                <a:cubicBezTo>
                  <a:pt x="13481" y="12077"/>
                  <a:pt x="17710" y="904"/>
                  <a:pt x="9814" y="67"/>
                </a:cubicBezTo>
                <a:cubicBezTo>
                  <a:pt x="7203" y="-85"/>
                  <a:pt x="5435" y="68"/>
                  <a:pt x="5435" y="68"/>
                </a:cubicBezTo>
                <a:cubicBezTo>
                  <a:pt x="-3890" y="509"/>
                  <a:pt x="1258" y="12084"/>
                  <a:pt x="2896" y="15429"/>
                </a:cubicBezTo>
                <a:cubicBezTo>
                  <a:pt x="3905" y="17492"/>
                  <a:pt x="4994" y="19940"/>
                  <a:pt x="5692" y="21515"/>
                </a:cubicBezTo>
                <a:cubicBezTo>
                  <a:pt x="5692" y="21515"/>
                  <a:pt x="9728" y="21469"/>
                  <a:pt x="9728" y="21469"/>
                </a:cubicBezTo>
                <a:close/>
              </a:path>
            </a:pathLst>
          </a:custGeom>
          <a:solidFill>
            <a:srgbClr val="FFFFFF"/>
          </a:solidFill>
          <a:ln w="12700" cap="flat">
            <a:noFill/>
            <a:miter lim="400000"/>
          </a:ln>
          <a:effectLst/>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8" name="ïŝḻïḍé"/>
          <p:cNvSpPr/>
          <p:nvPr/>
        </p:nvSpPr>
        <p:spPr>
          <a:xfrm>
            <a:off x="5733896" y="4592306"/>
            <a:ext cx="722014" cy="225046"/>
          </a:xfrm>
          <a:custGeom>
            <a:avLst/>
            <a:gdLst/>
            <a:ahLst/>
            <a:cxnLst>
              <a:cxn ang="0">
                <a:pos x="wd2" y="hd2"/>
              </a:cxn>
              <a:cxn ang="5400000">
                <a:pos x="wd2" y="hd2"/>
              </a:cxn>
              <a:cxn ang="10800000">
                <a:pos x="wd2" y="hd2"/>
              </a:cxn>
              <a:cxn ang="16200000">
                <a:pos x="wd2" y="hd2"/>
              </a:cxn>
            </a:cxnLst>
            <a:rect l="0" t="0" r="r" b="b"/>
            <a:pathLst>
              <a:path w="21600" h="20329" extrusionOk="0">
                <a:moveTo>
                  <a:pt x="4214" y="19485"/>
                </a:moveTo>
                <a:cubicBezTo>
                  <a:pt x="4214" y="19485"/>
                  <a:pt x="2040" y="10715"/>
                  <a:pt x="0" y="0"/>
                </a:cubicBezTo>
                <a:cubicBezTo>
                  <a:pt x="0" y="0"/>
                  <a:pt x="10050" y="4110"/>
                  <a:pt x="21600" y="478"/>
                </a:cubicBezTo>
                <a:cubicBezTo>
                  <a:pt x="21600" y="478"/>
                  <a:pt x="20240" y="11330"/>
                  <a:pt x="17964" y="19075"/>
                </a:cubicBezTo>
                <a:cubicBezTo>
                  <a:pt x="17964" y="19075"/>
                  <a:pt x="12258" y="21600"/>
                  <a:pt x="4214" y="19485"/>
                </a:cubicBezTo>
                <a:close/>
              </a:path>
            </a:pathLst>
          </a:custGeom>
          <a:solidFill>
            <a:srgbClr val="023FA1"/>
          </a:solidFill>
          <a:ln w="12700" cap="flat">
            <a:noFill/>
            <a:miter lim="400000"/>
          </a:ln>
          <a:effectLst/>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29" name="iSḻïdè"/>
          <p:cNvSpPr/>
          <p:nvPr/>
        </p:nvSpPr>
        <p:spPr>
          <a:xfrm>
            <a:off x="5622077" y="5203169"/>
            <a:ext cx="947846" cy="859955"/>
          </a:xfrm>
          <a:prstGeom prst="rect">
            <a:avLst/>
          </a:prstGeom>
          <a:solidFill>
            <a:srgbClr val="023FA1"/>
          </a:solidFill>
          <a:ln w="12700" cap="flat" cmpd="sng" algn="ctr">
            <a:noFill/>
            <a:prstDash val="solid"/>
            <a:miter lim="800000"/>
          </a:ln>
          <a:effectLst/>
        </p:spPr>
        <p:txBody>
          <a:bodyPr wrap="none" anchor="ctr" anchorCtr="1">
            <a:normAutofit/>
          </a:bodyPr>
          <a:lstStyle/>
          <a:p>
            <a:pPr algn="ctr">
              <a:defRPr/>
            </a:pPr>
            <a:r>
              <a:rPr lang="en-US" altLang="zh-CN" sz="1200" b="1" kern="0" dirty="0">
                <a:solidFill>
                  <a:srgbClr val="FFFFFF"/>
                </a:solidFill>
                <a:latin typeface="Arial" panose="020B0604020202020204"/>
                <a:ea typeface="微软雅黑" panose="020B0503020204020204" pitchFamily="34" charset="-122"/>
              </a:rPr>
              <a:t>Key words</a:t>
            </a:r>
            <a:endParaRPr lang="zh-CN" altLang="en-US" sz="1200" b="1" kern="0" dirty="0">
              <a:solidFill>
                <a:srgbClr val="FFFFFF"/>
              </a:solidFill>
              <a:latin typeface="Arial" panose="020B0604020202020204"/>
              <a:ea typeface="微软雅黑" panose="020B0503020204020204" pitchFamily="34" charset="-122"/>
            </a:endParaRPr>
          </a:p>
        </p:txBody>
      </p:sp>
      <p:sp>
        <p:nvSpPr>
          <p:cNvPr id="30" name="îŝliḓe"/>
          <p:cNvSpPr/>
          <p:nvPr/>
        </p:nvSpPr>
        <p:spPr bwMode="auto">
          <a:xfrm>
            <a:off x="1756133" y="1789216"/>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p>
            <a:pPr>
              <a:lnSpc>
                <a:spcPct val="150000"/>
              </a:lnSpc>
            </a:pPr>
            <a:r>
              <a:rPr lang="en-US" altLang="zh-CN" sz="1000" dirty="0">
                <a:solidFill>
                  <a:srgbClr val="000000"/>
                </a:solidFill>
                <a:latin typeface="Arial" panose="020B0604020202020204"/>
                <a:ea typeface="微软雅黑" panose="020B0503020204020204" pitchFamily="34" charset="-122"/>
              </a:rPr>
              <a:t>Copy paste fonts. Choose the only option to retain text.</a:t>
            </a:r>
          </a:p>
        </p:txBody>
      </p:sp>
      <p:sp>
        <p:nvSpPr>
          <p:cNvPr id="31" name="îṧ1ídè"/>
          <p:cNvSpPr txBox="1"/>
          <p:nvPr/>
        </p:nvSpPr>
        <p:spPr bwMode="auto">
          <a:xfrm>
            <a:off x="1756133" y="1376336"/>
            <a:ext cx="21080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p>
            <a:pPr>
              <a:spcBef>
                <a:spcPct val="0"/>
              </a:spcBef>
            </a:pPr>
            <a:r>
              <a:rPr lang="en-US" altLang="zh-CN" b="1" dirty="0">
                <a:solidFill>
                  <a:srgbClr val="023FA1"/>
                </a:solidFill>
                <a:latin typeface="Arial" panose="020B0604020202020204"/>
                <a:ea typeface="微软雅黑" panose="020B0503020204020204" pitchFamily="34" charset="-122"/>
              </a:rPr>
              <a:t>Text here</a:t>
            </a:r>
            <a:endParaRPr lang="zh-CN" altLang="en-US" b="1" dirty="0">
              <a:solidFill>
                <a:srgbClr val="023FA1"/>
              </a:solidFill>
              <a:latin typeface="Arial" panose="020B0604020202020204"/>
              <a:ea typeface="微软雅黑" panose="020B0503020204020204" pitchFamily="34" charset="-122"/>
            </a:endParaRPr>
          </a:p>
        </p:txBody>
      </p:sp>
      <p:sp>
        <p:nvSpPr>
          <p:cNvPr id="32" name="ïşlîdé"/>
          <p:cNvSpPr/>
          <p:nvPr/>
        </p:nvSpPr>
        <p:spPr bwMode="auto">
          <a:xfrm>
            <a:off x="1117586" y="1529866"/>
            <a:ext cx="461080" cy="339517"/>
          </a:xfrm>
          <a:custGeom>
            <a:avLst/>
            <a:gdLst>
              <a:gd name="T0" fmla="*/ 3344 w 5590"/>
              <a:gd name="T1" fmla="*/ 549 h 4122"/>
              <a:gd name="T2" fmla="*/ 2246 w 5590"/>
              <a:gd name="T3" fmla="*/ 549 h 4122"/>
              <a:gd name="T4" fmla="*/ 2795 w 5590"/>
              <a:gd name="T5" fmla="*/ 240 h 4122"/>
              <a:gd name="T6" fmla="*/ 2795 w 5590"/>
              <a:gd name="T7" fmla="*/ 859 h 4122"/>
              <a:gd name="T8" fmla="*/ 2795 w 5590"/>
              <a:gd name="T9" fmla="*/ 240 h 4122"/>
              <a:gd name="T10" fmla="*/ 5470 w 5590"/>
              <a:gd name="T11" fmla="*/ 4122 h 4122"/>
              <a:gd name="T12" fmla="*/ 0 w 5590"/>
              <a:gd name="T13" fmla="*/ 4002 h 4122"/>
              <a:gd name="T14" fmla="*/ 5470 w 5590"/>
              <a:gd name="T15" fmla="*/ 3882 h 4122"/>
              <a:gd name="T16" fmla="*/ 917 w 5590"/>
              <a:gd name="T17" fmla="*/ 1194 h 4122"/>
              <a:gd name="T18" fmla="*/ 1144 w 5590"/>
              <a:gd name="T19" fmla="*/ 1115 h 4122"/>
              <a:gd name="T20" fmla="*/ 4344 w 5590"/>
              <a:gd name="T21" fmla="*/ 1411 h 4122"/>
              <a:gd name="T22" fmla="*/ 4599 w 5590"/>
              <a:gd name="T23" fmla="*/ 1041 h 4122"/>
              <a:gd name="T24" fmla="*/ 4544 w 5590"/>
              <a:gd name="T25" fmla="*/ 1568 h 4122"/>
              <a:gd name="T26" fmla="*/ 4487 w 5590"/>
              <a:gd name="T27" fmla="*/ 1637 h 4122"/>
              <a:gd name="T28" fmla="*/ 4429 w 5590"/>
              <a:gd name="T29" fmla="*/ 1651 h 4122"/>
              <a:gd name="T30" fmla="*/ 1165 w 5590"/>
              <a:gd name="T31" fmla="*/ 1651 h 4122"/>
              <a:gd name="T32" fmla="*/ 1106 w 5590"/>
              <a:gd name="T33" fmla="*/ 1638 h 4122"/>
              <a:gd name="T34" fmla="*/ 1054 w 5590"/>
              <a:gd name="T35" fmla="*/ 1585 h 4122"/>
              <a:gd name="T36" fmla="*/ 917 w 5590"/>
              <a:gd name="T37" fmla="*/ 1194 h 4122"/>
              <a:gd name="T38" fmla="*/ 1539 w 5590"/>
              <a:gd name="T39" fmla="*/ 3355 h 4122"/>
              <a:gd name="T40" fmla="*/ 2675 w 5590"/>
              <a:gd name="T41" fmla="*/ 1947 h 4122"/>
              <a:gd name="T42" fmla="*/ 2915 w 5590"/>
              <a:gd name="T43" fmla="*/ 1947 h 4122"/>
              <a:gd name="T44" fmla="*/ 4051 w 5590"/>
              <a:gd name="T45" fmla="*/ 3355 h 4122"/>
              <a:gd name="T46" fmla="*/ 3301 w 5590"/>
              <a:gd name="T47" fmla="*/ 3198 h 4122"/>
              <a:gd name="T48" fmla="*/ 3301 w 5590"/>
              <a:gd name="T49" fmla="*/ 2958 h 4122"/>
              <a:gd name="T50" fmla="*/ 4104 w 5590"/>
              <a:gd name="T51" fmla="*/ 2960 h 4122"/>
              <a:gd name="T52" fmla="*/ 4187 w 5590"/>
              <a:gd name="T53" fmla="*/ 3019 h 4122"/>
              <a:gd name="T54" fmla="*/ 4332 w 5590"/>
              <a:gd name="T55" fmla="*/ 3433 h 4122"/>
              <a:gd name="T56" fmla="*/ 4338 w 5590"/>
              <a:gd name="T57" fmla="*/ 3497 h 4122"/>
              <a:gd name="T58" fmla="*/ 4279 w 5590"/>
              <a:gd name="T59" fmla="*/ 3580 h 4122"/>
              <a:gd name="T60" fmla="*/ 4217 w 5590"/>
              <a:gd name="T61" fmla="*/ 3595 h 4122"/>
              <a:gd name="T62" fmla="*/ 2793 w 5590"/>
              <a:gd name="T63" fmla="*/ 3595 h 4122"/>
              <a:gd name="T64" fmla="*/ 1370 w 5590"/>
              <a:gd name="T65" fmla="*/ 3595 h 4122"/>
              <a:gd name="T66" fmla="*/ 1250 w 5590"/>
              <a:gd name="T67" fmla="*/ 3475 h 4122"/>
              <a:gd name="T68" fmla="*/ 1393 w 5590"/>
              <a:gd name="T69" fmla="*/ 3041 h 4122"/>
              <a:gd name="T70" fmla="*/ 1438 w 5590"/>
              <a:gd name="T71" fmla="*/ 2980 h 4122"/>
              <a:gd name="T72" fmla="*/ 1510 w 5590"/>
              <a:gd name="T73" fmla="*/ 2958 h 4122"/>
              <a:gd name="T74" fmla="*/ 2409 w 5590"/>
              <a:gd name="T75" fmla="*/ 3078 h 4122"/>
              <a:gd name="T76" fmla="*/ 1593 w 5590"/>
              <a:gd name="T77" fmla="*/ 3198 h 4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90" h="4122">
                <a:moveTo>
                  <a:pt x="2795" y="1099"/>
                </a:moveTo>
                <a:cubicBezTo>
                  <a:pt x="3098" y="1099"/>
                  <a:pt x="3344" y="852"/>
                  <a:pt x="3344" y="549"/>
                </a:cubicBezTo>
                <a:cubicBezTo>
                  <a:pt x="3344" y="246"/>
                  <a:pt x="3098" y="0"/>
                  <a:pt x="2795" y="0"/>
                </a:cubicBezTo>
                <a:cubicBezTo>
                  <a:pt x="2492" y="0"/>
                  <a:pt x="2246" y="246"/>
                  <a:pt x="2246" y="549"/>
                </a:cubicBezTo>
                <a:cubicBezTo>
                  <a:pt x="2246" y="852"/>
                  <a:pt x="2492" y="1099"/>
                  <a:pt x="2795" y="1099"/>
                </a:cubicBezTo>
                <a:close/>
                <a:moveTo>
                  <a:pt x="2795" y="240"/>
                </a:moveTo>
                <a:cubicBezTo>
                  <a:pt x="2966" y="240"/>
                  <a:pt x="3104" y="379"/>
                  <a:pt x="3104" y="549"/>
                </a:cubicBezTo>
                <a:cubicBezTo>
                  <a:pt x="3104" y="720"/>
                  <a:pt x="2966" y="859"/>
                  <a:pt x="2795" y="859"/>
                </a:cubicBezTo>
                <a:cubicBezTo>
                  <a:pt x="2624" y="859"/>
                  <a:pt x="2486" y="720"/>
                  <a:pt x="2486" y="549"/>
                </a:cubicBezTo>
                <a:cubicBezTo>
                  <a:pt x="2486" y="379"/>
                  <a:pt x="2625" y="240"/>
                  <a:pt x="2795" y="240"/>
                </a:cubicBezTo>
                <a:close/>
                <a:moveTo>
                  <a:pt x="5590" y="4002"/>
                </a:moveTo>
                <a:cubicBezTo>
                  <a:pt x="5590" y="4068"/>
                  <a:pt x="5536" y="4122"/>
                  <a:pt x="5470" y="4122"/>
                </a:cubicBezTo>
                <a:lnTo>
                  <a:pt x="120" y="4122"/>
                </a:lnTo>
                <a:cubicBezTo>
                  <a:pt x="54" y="4122"/>
                  <a:pt x="0" y="4068"/>
                  <a:pt x="0" y="4002"/>
                </a:cubicBezTo>
                <a:cubicBezTo>
                  <a:pt x="0" y="3936"/>
                  <a:pt x="54" y="3882"/>
                  <a:pt x="120" y="3882"/>
                </a:cubicBezTo>
                <a:lnTo>
                  <a:pt x="5470" y="3882"/>
                </a:lnTo>
                <a:cubicBezTo>
                  <a:pt x="5536" y="3882"/>
                  <a:pt x="5590" y="3936"/>
                  <a:pt x="5590" y="4002"/>
                </a:cubicBezTo>
                <a:close/>
                <a:moveTo>
                  <a:pt x="917" y="1194"/>
                </a:moveTo>
                <a:cubicBezTo>
                  <a:pt x="896" y="1131"/>
                  <a:pt x="929" y="1063"/>
                  <a:pt x="992" y="1041"/>
                </a:cubicBezTo>
                <a:cubicBezTo>
                  <a:pt x="1054" y="1020"/>
                  <a:pt x="1123" y="1053"/>
                  <a:pt x="1144" y="1115"/>
                </a:cubicBezTo>
                <a:lnTo>
                  <a:pt x="1246" y="1411"/>
                </a:lnTo>
                <a:lnTo>
                  <a:pt x="4344" y="1411"/>
                </a:lnTo>
                <a:lnTo>
                  <a:pt x="4446" y="1115"/>
                </a:lnTo>
                <a:cubicBezTo>
                  <a:pt x="4468" y="1053"/>
                  <a:pt x="4536" y="1020"/>
                  <a:pt x="4599" y="1041"/>
                </a:cubicBezTo>
                <a:cubicBezTo>
                  <a:pt x="4661" y="1063"/>
                  <a:pt x="4694" y="1131"/>
                  <a:pt x="4673" y="1194"/>
                </a:cubicBezTo>
                <a:lnTo>
                  <a:pt x="4544" y="1568"/>
                </a:lnTo>
                <a:cubicBezTo>
                  <a:pt x="4542" y="1574"/>
                  <a:pt x="4539" y="1580"/>
                  <a:pt x="4536" y="1586"/>
                </a:cubicBezTo>
                <a:cubicBezTo>
                  <a:pt x="4525" y="1608"/>
                  <a:pt x="4508" y="1625"/>
                  <a:pt x="4487" y="1637"/>
                </a:cubicBezTo>
                <a:cubicBezTo>
                  <a:pt x="4480" y="1640"/>
                  <a:pt x="4473" y="1644"/>
                  <a:pt x="4465" y="1646"/>
                </a:cubicBezTo>
                <a:cubicBezTo>
                  <a:pt x="4454" y="1650"/>
                  <a:pt x="4442" y="1651"/>
                  <a:pt x="4429" y="1651"/>
                </a:cubicBezTo>
                <a:cubicBezTo>
                  <a:pt x="4428" y="1651"/>
                  <a:pt x="4427" y="1651"/>
                  <a:pt x="4426" y="1651"/>
                </a:cubicBezTo>
                <a:lnTo>
                  <a:pt x="1165" y="1651"/>
                </a:lnTo>
                <a:cubicBezTo>
                  <a:pt x="1150" y="1652"/>
                  <a:pt x="1136" y="1650"/>
                  <a:pt x="1123" y="1645"/>
                </a:cubicBezTo>
                <a:cubicBezTo>
                  <a:pt x="1117" y="1643"/>
                  <a:pt x="1112" y="1641"/>
                  <a:pt x="1106" y="1638"/>
                </a:cubicBezTo>
                <a:cubicBezTo>
                  <a:pt x="1106" y="1638"/>
                  <a:pt x="1106" y="1638"/>
                  <a:pt x="1106" y="1638"/>
                </a:cubicBezTo>
                <a:cubicBezTo>
                  <a:pt x="1084" y="1627"/>
                  <a:pt x="1065" y="1609"/>
                  <a:pt x="1054" y="1585"/>
                </a:cubicBezTo>
                <a:cubicBezTo>
                  <a:pt x="1051" y="1580"/>
                  <a:pt x="1048" y="1574"/>
                  <a:pt x="1047" y="1568"/>
                </a:cubicBezTo>
                <a:lnTo>
                  <a:pt x="917" y="1194"/>
                </a:lnTo>
                <a:close/>
                <a:moveTo>
                  <a:pt x="1593" y="3198"/>
                </a:moveTo>
                <a:lnTo>
                  <a:pt x="1539" y="3355"/>
                </a:lnTo>
                <a:lnTo>
                  <a:pt x="2675" y="3355"/>
                </a:lnTo>
                <a:lnTo>
                  <a:pt x="2675" y="1947"/>
                </a:lnTo>
                <a:cubicBezTo>
                  <a:pt x="2675" y="1881"/>
                  <a:pt x="2729" y="1827"/>
                  <a:pt x="2795" y="1827"/>
                </a:cubicBezTo>
                <a:cubicBezTo>
                  <a:pt x="2861" y="1827"/>
                  <a:pt x="2915" y="1881"/>
                  <a:pt x="2915" y="1947"/>
                </a:cubicBezTo>
                <a:lnTo>
                  <a:pt x="2915" y="3355"/>
                </a:lnTo>
                <a:lnTo>
                  <a:pt x="4051" y="3355"/>
                </a:lnTo>
                <a:lnTo>
                  <a:pt x="3997" y="3198"/>
                </a:lnTo>
                <a:lnTo>
                  <a:pt x="3301" y="3198"/>
                </a:lnTo>
                <a:cubicBezTo>
                  <a:pt x="3235" y="3198"/>
                  <a:pt x="3181" y="3144"/>
                  <a:pt x="3181" y="3078"/>
                </a:cubicBezTo>
                <a:cubicBezTo>
                  <a:pt x="3181" y="3011"/>
                  <a:pt x="3235" y="2958"/>
                  <a:pt x="3301" y="2958"/>
                </a:cubicBezTo>
                <a:lnTo>
                  <a:pt x="4080" y="2958"/>
                </a:lnTo>
                <a:cubicBezTo>
                  <a:pt x="4088" y="2957"/>
                  <a:pt x="4096" y="2958"/>
                  <a:pt x="4104" y="2960"/>
                </a:cubicBezTo>
                <a:cubicBezTo>
                  <a:pt x="4122" y="2963"/>
                  <a:pt x="4138" y="2970"/>
                  <a:pt x="4151" y="2979"/>
                </a:cubicBezTo>
                <a:cubicBezTo>
                  <a:pt x="4166" y="2989"/>
                  <a:pt x="4178" y="3003"/>
                  <a:pt x="4187" y="3019"/>
                </a:cubicBezTo>
                <a:cubicBezTo>
                  <a:pt x="4191" y="3026"/>
                  <a:pt x="4194" y="3033"/>
                  <a:pt x="4197" y="3041"/>
                </a:cubicBezTo>
                <a:lnTo>
                  <a:pt x="4332" y="3433"/>
                </a:lnTo>
                <a:cubicBezTo>
                  <a:pt x="4335" y="3440"/>
                  <a:pt x="4337" y="3448"/>
                  <a:pt x="4338" y="3455"/>
                </a:cubicBezTo>
                <a:cubicBezTo>
                  <a:pt x="4340" y="3469"/>
                  <a:pt x="4340" y="3483"/>
                  <a:pt x="4338" y="3497"/>
                </a:cubicBezTo>
                <a:cubicBezTo>
                  <a:pt x="4335" y="3514"/>
                  <a:pt x="4327" y="3531"/>
                  <a:pt x="4317" y="3545"/>
                </a:cubicBezTo>
                <a:cubicBezTo>
                  <a:pt x="4307" y="3559"/>
                  <a:pt x="4294" y="3571"/>
                  <a:pt x="4279" y="3580"/>
                </a:cubicBezTo>
                <a:cubicBezTo>
                  <a:pt x="4267" y="3586"/>
                  <a:pt x="4253" y="3591"/>
                  <a:pt x="4239" y="3594"/>
                </a:cubicBezTo>
                <a:cubicBezTo>
                  <a:pt x="4232" y="3595"/>
                  <a:pt x="4224" y="3595"/>
                  <a:pt x="4217" y="3595"/>
                </a:cubicBezTo>
                <a:lnTo>
                  <a:pt x="2798" y="3595"/>
                </a:lnTo>
                <a:cubicBezTo>
                  <a:pt x="2796" y="3595"/>
                  <a:pt x="2794" y="3595"/>
                  <a:pt x="2793" y="3595"/>
                </a:cubicBezTo>
                <a:lnTo>
                  <a:pt x="1373" y="3595"/>
                </a:lnTo>
                <a:cubicBezTo>
                  <a:pt x="1372" y="3595"/>
                  <a:pt x="1371" y="3595"/>
                  <a:pt x="1370" y="3595"/>
                </a:cubicBezTo>
                <a:cubicBezTo>
                  <a:pt x="1365" y="3595"/>
                  <a:pt x="1359" y="3595"/>
                  <a:pt x="1354" y="3594"/>
                </a:cubicBezTo>
                <a:cubicBezTo>
                  <a:pt x="1295" y="3586"/>
                  <a:pt x="1250" y="3536"/>
                  <a:pt x="1250" y="3475"/>
                </a:cubicBezTo>
                <a:cubicBezTo>
                  <a:pt x="1250" y="3460"/>
                  <a:pt x="1253" y="3445"/>
                  <a:pt x="1258" y="3432"/>
                </a:cubicBezTo>
                <a:lnTo>
                  <a:pt x="1393" y="3041"/>
                </a:lnTo>
                <a:cubicBezTo>
                  <a:pt x="1396" y="3033"/>
                  <a:pt x="1399" y="3026"/>
                  <a:pt x="1403" y="3019"/>
                </a:cubicBezTo>
                <a:cubicBezTo>
                  <a:pt x="1412" y="3003"/>
                  <a:pt x="1424" y="2990"/>
                  <a:pt x="1438" y="2980"/>
                </a:cubicBezTo>
                <a:cubicBezTo>
                  <a:pt x="1452" y="2970"/>
                  <a:pt x="1468" y="2963"/>
                  <a:pt x="1486" y="2960"/>
                </a:cubicBezTo>
                <a:cubicBezTo>
                  <a:pt x="1494" y="2958"/>
                  <a:pt x="1502" y="2957"/>
                  <a:pt x="1510" y="2958"/>
                </a:cubicBezTo>
                <a:lnTo>
                  <a:pt x="2289" y="2958"/>
                </a:lnTo>
                <a:cubicBezTo>
                  <a:pt x="2355" y="2958"/>
                  <a:pt x="2409" y="3011"/>
                  <a:pt x="2409" y="3078"/>
                </a:cubicBezTo>
                <a:cubicBezTo>
                  <a:pt x="2409" y="3144"/>
                  <a:pt x="2355" y="3198"/>
                  <a:pt x="2289" y="3198"/>
                </a:cubicBezTo>
                <a:lnTo>
                  <a:pt x="1593" y="3198"/>
                </a:lnTo>
                <a:close/>
              </a:path>
            </a:pathLst>
          </a:custGeom>
          <a:solidFill>
            <a:srgbClr val="023FA1"/>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33" name="isḻîḑe"/>
          <p:cNvSpPr/>
          <p:nvPr/>
        </p:nvSpPr>
        <p:spPr bwMode="auto">
          <a:xfrm>
            <a:off x="1756133" y="3054886"/>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p>
            <a:pPr>
              <a:lnSpc>
                <a:spcPct val="150000"/>
              </a:lnSpc>
            </a:pPr>
            <a:r>
              <a:rPr lang="en-US" altLang="zh-CN" sz="1000" dirty="0">
                <a:solidFill>
                  <a:srgbClr val="000000"/>
                </a:solidFill>
                <a:latin typeface="Arial" panose="020B0604020202020204"/>
                <a:ea typeface="微软雅黑" panose="020B0503020204020204" pitchFamily="34" charset="-122"/>
              </a:rPr>
              <a:t>Copy paste fonts. Choose the only option to retain text.</a:t>
            </a:r>
          </a:p>
        </p:txBody>
      </p:sp>
      <p:sp>
        <p:nvSpPr>
          <p:cNvPr id="34" name="ïṣļiďé"/>
          <p:cNvSpPr txBox="1"/>
          <p:nvPr/>
        </p:nvSpPr>
        <p:spPr bwMode="auto">
          <a:xfrm>
            <a:off x="1756133" y="2642006"/>
            <a:ext cx="21080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p>
            <a:pPr>
              <a:spcBef>
                <a:spcPct val="0"/>
              </a:spcBef>
            </a:pPr>
            <a:r>
              <a:rPr lang="en-US" altLang="zh-CN" b="1" dirty="0">
                <a:solidFill>
                  <a:srgbClr val="023FA1"/>
                </a:solidFill>
                <a:latin typeface="Arial" panose="020B0604020202020204"/>
                <a:ea typeface="微软雅黑" panose="020B0503020204020204" pitchFamily="34" charset="-122"/>
              </a:rPr>
              <a:t>Text here</a:t>
            </a:r>
            <a:endParaRPr lang="zh-CN" altLang="en-US" b="1" dirty="0">
              <a:solidFill>
                <a:srgbClr val="023FA1"/>
              </a:solidFill>
              <a:latin typeface="Arial" panose="020B0604020202020204"/>
              <a:ea typeface="微软雅黑" panose="020B0503020204020204" pitchFamily="34" charset="-122"/>
            </a:endParaRPr>
          </a:p>
        </p:txBody>
      </p:sp>
      <p:sp>
        <p:nvSpPr>
          <p:cNvPr id="35" name="íŝḻiḍe"/>
          <p:cNvSpPr/>
          <p:nvPr/>
        </p:nvSpPr>
        <p:spPr bwMode="auto">
          <a:xfrm>
            <a:off x="1117586" y="2735057"/>
            <a:ext cx="461080" cy="460474"/>
          </a:xfrm>
          <a:custGeom>
            <a:avLst/>
            <a:gdLst>
              <a:gd name="connsiteX0" fmla="*/ 86413 w 591547"/>
              <a:gd name="connsiteY0" fmla="*/ 515758 h 590770"/>
              <a:gd name="connsiteX1" fmla="*/ 171919 w 591547"/>
              <a:gd name="connsiteY1" fmla="*/ 515758 h 590770"/>
              <a:gd name="connsiteX2" fmla="*/ 171919 w 591547"/>
              <a:gd name="connsiteY2" fmla="*/ 537523 h 590770"/>
              <a:gd name="connsiteX3" fmla="*/ 86413 w 591547"/>
              <a:gd name="connsiteY3" fmla="*/ 537523 h 590770"/>
              <a:gd name="connsiteX4" fmla="*/ 86413 w 591547"/>
              <a:gd name="connsiteY4" fmla="*/ 461733 h 590770"/>
              <a:gd name="connsiteX5" fmla="*/ 171919 w 591547"/>
              <a:gd name="connsiteY5" fmla="*/ 461733 h 590770"/>
              <a:gd name="connsiteX6" fmla="*/ 171919 w 591547"/>
              <a:gd name="connsiteY6" fmla="*/ 483498 h 590770"/>
              <a:gd name="connsiteX7" fmla="*/ 86413 w 591547"/>
              <a:gd name="connsiteY7" fmla="*/ 483498 h 590770"/>
              <a:gd name="connsiteX8" fmla="*/ 86413 w 591547"/>
              <a:gd name="connsiteY8" fmla="*/ 408616 h 590770"/>
              <a:gd name="connsiteX9" fmla="*/ 171919 w 591547"/>
              <a:gd name="connsiteY9" fmla="*/ 408616 h 590770"/>
              <a:gd name="connsiteX10" fmla="*/ 171919 w 591547"/>
              <a:gd name="connsiteY10" fmla="*/ 429474 h 590770"/>
              <a:gd name="connsiteX11" fmla="*/ 86413 w 591547"/>
              <a:gd name="connsiteY11" fmla="*/ 429474 h 590770"/>
              <a:gd name="connsiteX12" fmla="*/ 204177 w 591547"/>
              <a:gd name="connsiteY12" fmla="*/ 357041 h 590770"/>
              <a:gd name="connsiteX13" fmla="*/ 204177 w 591547"/>
              <a:gd name="connsiteY13" fmla="*/ 569815 h 590770"/>
              <a:gd name="connsiteX14" fmla="*/ 333300 w 591547"/>
              <a:gd name="connsiteY14" fmla="*/ 569815 h 590770"/>
              <a:gd name="connsiteX15" fmla="*/ 333300 w 591547"/>
              <a:gd name="connsiteY15" fmla="*/ 382026 h 590770"/>
              <a:gd name="connsiteX16" fmla="*/ 183194 w 591547"/>
              <a:gd name="connsiteY16" fmla="*/ 357041 h 590770"/>
              <a:gd name="connsiteX17" fmla="*/ 75053 w 591547"/>
              <a:gd name="connsiteY17" fmla="*/ 382026 h 590770"/>
              <a:gd name="connsiteX18" fmla="*/ 75053 w 591547"/>
              <a:gd name="connsiteY18" fmla="*/ 569815 h 590770"/>
              <a:gd name="connsiteX19" fmla="*/ 183194 w 591547"/>
              <a:gd name="connsiteY19" fmla="*/ 569815 h 590770"/>
              <a:gd name="connsiteX20" fmla="*/ 247709 w 591547"/>
              <a:gd name="connsiteY20" fmla="*/ 311838 h 590770"/>
              <a:gd name="connsiteX21" fmla="*/ 322851 w 591547"/>
              <a:gd name="connsiteY21" fmla="*/ 311838 h 590770"/>
              <a:gd name="connsiteX22" fmla="*/ 322851 w 591547"/>
              <a:gd name="connsiteY22" fmla="*/ 332826 h 590770"/>
              <a:gd name="connsiteX23" fmla="*/ 247709 w 591547"/>
              <a:gd name="connsiteY23" fmla="*/ 332826 h 590770"/>
              <a:gd name="connsiteX24" fmla="*/ 247709 w 591547"/>
              <a:gd name="connsiteY24" fmla="*/ 257944 h 590770"/>
              <a:gd name="connsiteX25" fmla="*/ 322851 w 591547"/>
              <a:gd name="connsiteY25" fmla="*/ 257944 h 590770"/>
              <a:gd name="connsiteX26" fmla="*/ 322851 w 591547"/>
              <a:gd name="connsiteY26" fmla="*/ 279580 h 590770"/>
              <a:gd name="connsiteX27" fmla="*/ 247709 w 591547"/>
              <a:gd name="connsiteY27" fmla="*/ 279580 h 590770"/>
              <a:gd name="connsiteX28" fmla="*/ 247709 w 591547"/>
              <a:gd name="connsiteY28" fmla="*/ 203919 h 590770"/>
              <a:gd name="connsiteX29" fmla="*/ 322851 w 591547"/>
              <a:gd name="connsiteY29" fmla="*/ 203919 h 590770"/>
              <a:gd name="connsiteX30" fmla="*/ 322851 w 591547"/>
              <a:gd name="connsiteY30" fmla="*/ 225684 h 590770"/>
              <a:gd name="connsiteX31" fmla="*/ 247709 w 591547"/>
              <a:gd name="connsiteY31" fmla="*/ 225684 h 590770"/>
              <a:gd name="connsiteX32" fmla="*/ 247709 w 591547"/>
              <a:gd name="connsiteY32" fmla="*/ 150672 h 590770"/>
              <a:gd name="connsiteX33" fmla="*/ 322851 w 591547"/>
              <a:gd name="connsiteY33" fmla="*/ 150672 h 590770"/>
              <a:gd name="connsiteX34" fmla="*/ 322851 w 591547"/>
              <a:gd name="connsiteY34" fmla="*/ 171660 h 590770"/>
              <a:gd name="connsiteX35" fmla="*/ 247709 w 591547"/>
              <a:gd name="connsiteY35" fmla="*/ 171660 h 590770"/>
              <a:gd name="connsiteX36" fmla="*/ 355090 w 591547"/>
              <a:gd name="connsiteY36" fmla="*/ 102357 h 590770"/>
              <a:gd name="connsiteX37" fmla="*/ 355090 w 591547"/>
              <a:gd name="connsiteY37" fmla="*/ 373160 h 590770"/>
              <a:gd name="connsiteX38" fmla="*/ 355090 w 591547"/>
              <a:gd name="connsiteY38" fmla="*/ 376384 h 590770"/>
              <a:gd name="connsiteX39" fmla="*/ 355090 w 591547"/>
              <a:gd name="connsiteY39" fmla="*/ 569815 h 590770"/>
              <a:gd name="connsiteX40" fmla="*/ 484213 w 591547"/>
              <a:gd name="connsiteY40" fmla="*/ 569815 h 590770"/>
              <a:gd name="connsiteX41" fmla="*/ 484213 w 591547"/>
              <a:gd name="connsiteY41" fmla="*/ 154744 h 590770"/>
              <a:gd name="connsiteX42" fmla="*/ 333300 w 591547"/>
              <a:gd name="connsiteY42" fmla="*/ 99939 h 590770"/>
              <a:gd name="connsiteX43" fmla="*/ 236458 w 591547"/>
              <a:gd name="connsiteY43" fmla="*/ 125730 h 590770"/>
              <a:gd name="connsiteX44" fmla="*/ 236458 w 591547"/>
              <a:gd name="connsiteY44" fmla="*/ 341728 h 590770"/>
              <a:gd name="connsiteX45" fmla="*/ 333300 w 591547"/>
              <a:gd name="connsiteY45" fmla="*/ 360265 h 590770"/>
              <a:gd name="connsiteX46" fmla="*/ 397862 w 591547"/>
              <a:gd name="connsiteY46" fmla="*/ 21761 h 590770"/>
              <a:gd name="connsiteX47" fmla="*/ 387371 w 591547"/>
              <a:gd name="connsiteY47" fmla="*/ 32238 h 590770"/>
              <a:gd name="connsiteX48" fmla="*/ 397862 w 591547"/>
              <a:gd name="connsiteY48" fmla="*/ 42716 h 590770"/>
              <a:gd name="connsiteX49" fmla="*/ 409160 w 591547"/>
              <a:gd name="connsiteY49" fmla="*/ 32238 h 590770"/>
              <a:gd name="connsiteX50" fmla="*/ 397862 w 591547"/>
              <a:gd name="connsiteY50" fmla="*/ 21761 h 590770"/>
              <a:gd name="connsiteX51" fmla="*/ 397862 w 591547"/>
              <a:gd name="connsiteY51" fmla="*/ 0 h 590770"/>
              <a:gd name="connsiteX52" fmla="*/ 430143 w 591547"/>
              <a:gd name="connsiteY52" fmla="*/ 32238 h 590770"/>
              <a:gd name="connsiteX53" fmla="*/ 409160 w 591547"/>
              <a:gd name="connsiteY53" fmla="*/ 62865 h 590770"/>
              <a:gd name="connsiteX54" fmla="*/ 409160 w 591547"/>
              <a:gd name="connsiteY54" fmla="*/ 100745 h 590770"/>
              <a:gd name="connsiteX55" fmla="*/ 498740 w 591547"/>
              <a:gd name="connsiteY55" fmla="*/ 137819 h 590770"/>
              <a:gd name="connsiteX56" fmla="*/ 506003 w 591547"/>
              <a:gd name="connsiteY56" fmla="*/ 147491 h 590770"/>
              <a:gd name="connsiteX57" fmla="*/ 506003 w 591547"/>
              <a:gd name="connsiteY57" fmla="*/ 569815 h 590770"/>
              <a:gd name="connsiteX58" fmla="*/ 591547 w 591547"/>
              <a:gd name="connsiteY58" fmla="*/ 569815 h 590770"/>
              <a:gd name="connsiteX59" fmla="*/ 591547 w 591547"/>
              <a:gd name="connsiteY59" fmla="*/ 590770 h 590770"/>
              <a:gd name="connsiteX60" fmla="*/ 494705 w 591547"/>
              <a:gd name="connsiteY60" fmla="*/ 590770 h 590770"/>
              <a:gd name="connsiteX61" fmla="*/ 344598 w 591547"/>
              <a:gd name="connsiteY61" fmla="*/ 590770 h 590770"/>
              <a:gd name="connsiteX62" fmla="*/ 193685 w 591547"/>
              <a:gd name="connsiteY62" fmla="*/ 590770 h 590770"/>
              <a:gd name="connsiteX63" fmla="*/ 64562 w 591547"/>
              <a:gd name="connsiteY63" fmla="*/ 590770 h 590770"/>
              <a:gd name="connsiteX64" fmla="*/ 0 w 591547"/>
              <a:gd name="connsiteY64" fmla="*/ 590770 h 590770"/>
              <a:gd name="connsiteX65" fmla="*/ 0 w 591547"/>
              <a:gd name="connsiteY65" fmla="*/ 569815 h 590770"/>
              <a:gd name="connsiteX66" fmla="*/ 54070 w 591547"/>
              <a:gd name="connsiteY66" fmla="*/ 569815 h 590770"/>
              <a:gd name="connsiteX67" fmla="*/ 54070 w 591547"/>
              <a:gd name="connsiteY67" fmla="*/ 373160 h 590770"/>
              <a:gd name="connsiteX68" fmla="*/ 62141 w 591547"/>
              <a:gd name="connsiteY68" fmla="*/ 362683 h 590770"/>
              <a:gd name="connsiteX69" fmla="*/ 191264 w 591547"/>
              <a:gd name="connsiteY69" fmla="*/ 333668 h 590770"/>
              <a:gd name="connsiteX70" fmla="*/ 195299 w 591547"/>
              <a:gd name="connsiteY70" fmla="*/ 333668 h 590770"/>
              <a:gd name="connsiteX71" fmla="*/ 196106 w 591547"/>
              <a:gd name="connsiteY71" fmla="*/ 333668 h 590770"/>
              <a:gd name="connsiteX72" fmla="*/ 215475 w 591547"/>
              <a:gd name="connsiteY72" fmla="*/ 336892 h 590770"/>
              <a:gd name="connsiteX73" fmla="*/ 215475 w 591547"/>
              <a:gd name="connsiteY73" fmla="*/ 116864 h 590770"/>
              <a:gd name="connsiteX74" fmla="*/ 223545 w 591547"/>
              <a:gd name="connsiteY74" fmla="*/ 106387 h 590770"/>
              <a:gd name="connsiteX75" fmla="*/ 341370 w 591547"/>
              <a:gd name="connsiteY75" fmla="*/ 75760 h 590770"/>
              <a:gd name="connsiteX76" fmla="*/ 342984 w 591547"/>
              <a:gd name="connsiteY76" fmla="*/ 75760 h 590770"/>
              <a:gd name="connsiteX77" fmla="*/ 345405 w 591547"/>
              <a:gd name="connsiteY77" fmla="*/ 75760 h 590770"/>
              <a:gd name="connsiteX78" fmla="*/ 347020 w 591547"/>
              <a:gd name="connsiteY78" fmla="*/ 75760 h 590770"/>
              <a:gd name="connsiteX79" fmla="*/ 348634 w 591547"/>
              <a:gd name="connsiteY79" fmla="*/ 75760 h 590770"/>
              <a:gd name="connsiteX80" fmla="*/ 387371 w 591547"/>
              <a:gd name="connsiteY80" fmla="*/ 91879 h 590770"/>
              <a:gd name="connsiteX81" fmla="*/ 387371 w 591547"/>
              <a:gd name="connsiteY81" fmla="*/ 62865 h 590770"/>
              <a:gd name="connsiteX82" fmla="*/ 365581 w 591547"/>
              <a:gd name="connsiteY82" fmla="*/ 32238 h 590770"/>
              <a:gd name="connsiteX83" fmla="*/ 397862 w 591547"/>
              <a:gd name="connsiteY83" fmla="*/ 0 h 59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91547" h="590770">
                <a:moveTo>
                  <a:pt x="86413" y="515758"/>
                </a:moveTo>
                <a:lnTo>
                  <a:pt x="171919" y="515758"/>
                </a:lnTo>
                <a:lnTo>
                  <a:pt x="171919" y="537523"/>
                </a:lnTo>
                <a:lnTo>
                  <a:pt x="86413" y="537523"/>
                </a:lnTo>
                <a:close/>
                <a:moveTo>
                  <a:pt x="86413" y="461733"/>
                </a:moveTo>
                <a:lnTo>
                  <a:pt x="171919" y="461733"/>
                </a:lnTo>
                <a:lnTo>
                  <a:pt x="171919" y="483498"/>
                </a:lnTo>
                <a:lnTo>
                  <a:pt x="86413" y="483498"/>
                </a:lnTo>
                <a:close/>
                <a:moveTo>
                  <a:pt x="86413" y="408616"/>
                </a:moveTo>
                <a:lnTo>
                  <a:pt x="171919" y="408616"/>
                </a:lnTo>
                <a:lnTo>
                  <a:pt x="171919" y="429474"/>
                </a:lnTo>
                <a:lnTo>
                  <a:pt x="86413" y="429474"/>
                </a:lnTo>
                <a:close/>
                <a:moveTo>
                  <a:pt x="204177" y="357041"/>
                </a:moveTo>
                <a:lnTo>
                  <a:pt x="204177" y="569815"/>
                </a:lnTo>
                <a:lnTo>
                  <a:pt x="333300" y="569815"/>
                </a:lnTo>
                <a:lnTo>
                  <a:pt x="333300" y="382026"/>
                </a:lnTo>
                <a:close/>
                <a:moveTo>
                  <a:pt x="183194" y="357041"/>
                </a:moveTo>
                <a:lnTo>
                  <a:pt x="75053" y="382026"/>
                </a:lnTo>
                <a:lnTo>
                  <a:pt x="75053" y="569815"/>
                </a:lnTo>
                <a:lnTo>
                  <a:pt x="183194" y="569815"/>
                </a:lnTo>
                <a:close/>
                <a:moveTo>
                  <a:pt x="247709" y="311838"/>
                </a:moveTo>
                <a:lnTo>
                  <a:pt x="322851" y="311838"/>
                </a:lnTo>
                <a:lnTo>
                  <a:pt x="322851" y="332826"/>
                </a:lnTo>
                <a:lnTo>
                  <a:pt x="247709" y="332826"/>
                </a:lnTo>
                <a:close/>
                <a:moveTo>
                  <a:pt x="247709" y="257944"/>
                </a:moveTo>
                <a:lnTo>
                  <a:pt x="322851" y="257944"/>
                </a:lnTo>
                <a:lnTo>
                  <a:pt x="322851" y="279580"/>
                </a:lnTo>
                <a:lnTo>
                  <a:pt x="247709" y="279580"/>
                </a:lnTo>
                <a:close/>
                <a:moveTo>
                  <a:pt x="247709" y="203919"/>
                </a:moveTo>
                <a:lnTo>
                  <a:pt x="322851" y="203919"/>
                </a:lnTo>
                <a:lnTo>
                  <a:pt x="322851" y="225684"/>
                </a:lnTo>
                <a:lnTo>
                  <a:pt x="247709" y="225684"/>
                </a:lnTo>
                <a:close/>
                <a:moveTo>
                  <a:pt x="247709" y="150672"/>
                </a:moveTo>
                <a:lnTo>
                  <a:pt x="322851" y="150672"/>
                </a:lnTo>
                <a:lnTo>
                  <a:pt x="322851" y="171660"/>
                </a:lnTo>
                <a:lnTo>
                  <a:pt x="247709" y="171660"/>
                </a:lnTo>
                <a:close/>
                <a:moveTo>
                  <a:pt x="355090" y="102357"/>
                </a:moveTo>
                <a:lnTo>
                  <a:pt x="355090" y="373160"/>
                </a:lnTo>
                <a:lnTo>
                  <a:pt x="355090" y="376384"/>
                </a:lnTo>
                <a:lnTo>
                  <a:pt x="355090" y="569815"/>
                </a:lnTo>
                <a:lnTo>
                  <a:pt x="484213" y="569815"/>
                </a:lnTo>
                <a:lnTo>
                  <a:pt x="484213" y="154744"/>
                </a:lnTo>
                <a:close/>
                <a:moveTo>
                  <a:pt x="333300" y="99939"/>
                </a:moveTo>
                <a:lnTo>
                  <a:pt x="236458" y="125730"/>
                </a:lnTo>
                <a:lnTo>
                  <a:pt x="236458" y="341728"/>
                </a:lnTo>
                <a:lnTo>
                  <a:pt x="333300" y="360265"/>
                </a:lnTo>
                <a:close/>
                <a:moveTo>
                  <a:pt x="397862" y="21761"/>
                </a:moveTo>
                <a:cubicBezTo>
                  <a:pt x="392213" y="21761"/>
                  <a:pt x="387371" y="26596"/>
                  <a:pt x="387371" y="32238"/>
                </a:cubicBezTo>
                <a:cubicBezTo>
                  <a:pt x="387371" y="37880"/>
                  <a:pt x="392213" y="42716"/>
                  <a:pt x="397862" y="42716"/>
                </a:cubicBezTo>
                <a:cubicBezTo>
                  <a:pt x="404318" y="42716"/>
                  <a:pt x="409160" y="37880"/>
                  <a:pt x="409160" y="32238"/>
                </a:cubicBezTo>
                <a:cubicBezTo>
                  <a:pt x="409160" y="26596"/>
                  <a:pt x="404318" y="21761"/>
                  <a:pt x="397862" y="21761"/>
                </a:cubicBezTo>
                <a:close/>
                <a:moveTo>
                  <a:pt x="397862" y="0"/>
                </a:moveTo>
                <a:cubicBezTo>
                  <a:pt x="415616" y="0"/>
                  <a:pt x="430143" y="14507"/>
                  <a:pt x="430143" y="32238"/>
                </a:cubicBezTo>
                <a:cubicBezTo>
                  <a:pt x="430143" y="45940"/>
                  <a:pt x="421266" y="58029"/>
                  <a:pt x="409160" y="62865"/>
                </a:cubicBezTo>
                <a:lnTo>
                  <a:pt x="409160" y="100745"/>
                </a:lnTo>
                <a:lnTo>
                  <a:pt x="498740" y="137819"/>
                </a:lnTo>
                <a:cubicBezTo>
                  <a:pt x="502775" y="139431"/>
                  <a:pt x="506003" y="143461"/>
                  <a:pt x="506003" y="147491"/>
                </a:cubicBezTo>
                <a:lnTo>
                  <a:pt x="506003" y="569815"/>
                </a:lnTo>
                <a:lnTo>
                  <a:pt x="591547" y="569815"/>
                </a:lnTo>
                <a:lnTo>
                  <a:pt x="591547" y="590770"/>
                </a:lnTo>
                <a:lnTo>
                  <a:pt x="494705" y="590770"/>
                </a:lnTo>
                <a:lnTo>
                  <a:pt x="344598" y="590770"/>
                </a:lnTo>
                <a:lnTo>
                  <a:pt x="193685" y="590770"/>
                </a:lnTo>
                <a:lnTo>
                  <a:pt x="64562" y="590770"/>
                </a:lnTo>
                <a:lnTo>
                  <a:pt x="0" y="590770"/>
                </a:lnTo>
                <a:lnTo>
                  <a:pt x="0" y="569815"/>
                </a:lnTo>
                <a:lnTo>
                  <a:pt x="54070" y="569815"/>
                </a:lnTo>
                <a:lnTo>
                  <a:pt x="54070" y="373160"/>
                </a:lnTo>
                <a:cubicBezTo>
                  <a:pt x="54070" y="368324"/>
                  <a:pt x="57298" y="364294"/>
                  <a:pt x="62141" y="362683"/>
                </a:cubicBezTo>
                <a:lnTo>
                  <a:pt x="191264" y="333668"/>
                </a:lnTo>
                <a:cubicBezTo>
                  <a:pt x="192878" y="332862"/>
                  <a:pt x="194492" y="332862"/>
                  <a:pt x="195299" y="333668"/>
                </a:cubicBezTo>
                <a:cubicBezTo>
                  <a:pt x="196106" y="333668"/>
                  <a:pt x="196106" y="333668"/>
                  <a:pt x="196106" y="333668"/>
                </a:cubicBezTo>
                <a:lnTo>
                  <a:pt x="215475" y="336892"/>
                </a:lnTo>
                <a:lnTo>
                  <a:pt x="215475" y="116864"/>
                </a:lnTo>
                <a:cubicBezTo>
                  <a:pt x="215475" y="112028"/>
                  <a:pt x="218703" y="107999"/>
                  <a:pt x="223545" y="106387"/>
                </a:cubicBezTo>
                <a:lnTo>
                  <a:pt x="341370" y="75760"/>
                </a:lnTo>
                <a:cubicBezTo>
                  <a:pt x="342177" y="75760"/>
                  <a:pt x="342177" y="75760"/>
                  <a:pt x="342984" y="75760"/>
                </a:cubicBezTo>
                <a:cubicBezTo>
                  <a:pt x="343791" y="75760"/>
                  <a:pt x="344598" y="74954"/>
                  <a:pt x="345405" y="75760"/>
                </a:cubicBezTo>
                <a:cubicBezTo>
                  <a:pt x="346213" y="75760"/>
                  <a:pt x="347020" y="75760"/>
                  <a:pt x="347020" y="75760"/>
                </a:cubicBezTo>
                <a:cubicBezTo>
                  <a:pt x="347827" y="75760"/>
                  <a:pt x="347827" y="75760"/>
                  <a:pt x="348634" y="75760"/>
                </a:cubicBezTo>
                <a:lnTo>
                  <a:pt x="387371" y="91879"/>
                </a:lnTo>
                <a:lnTo>
                  <a:pt x="387371" y="62865"/>
                </a:lnTo>
                <a:cubicBezTo>
                  <a:pt x="375265" y="58029"/>
                  <a:pt x="365581" y="45940"/>
                  <a:pt x="365581" y="32238"/>
                </a:cubicBezTo>
                <a:cubicBezTo>
                  <a:pt x="365581" y="14507"/>
                  <a:pt x="380107" y="0"/>
                  <a:pt x="397862" y="0"/>
                </a:cubicBezTo>
                <a:close/>
              </a:path>
            </a:pathLst>
          </a:custGeom>
          <a:solidFill>
            <a:srgbClr val="023FA1"/>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36" name="ïšliďê"/>
          <p:cNvSpPr/>
          <p:nvPr/>
        </p:nvSpPr>
        <p:spPr bwMode="auto">
          <a:xfrm>
            <a:off x="1756133" y="4320556"/>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p>
            <a:pPr>
              <a:lnSpc>
                <a:spcPct val="150000"/>
              </a:lnSpc>
            </a:pPr>
            <a:r>
              <a:rPr lang="en-US" altLang="zh-CN" sz="1000" dirty="0">
                <a:solidFill>
                  <a:srgbClr val="000000"/>
                </a:solidFill>
                <a:latin typeface="Arial" panose="020B0604020202020204"/>
                <a:ea typeface="微软雅黑" panose="020B0503020204020204" pitchFamily="34" charset="-122"/>
              </a:rPr>
              <a:t>Copy paste fonts. Choose the only option to retain text.</a:t>
            </a:r>
          </a:p>
        </p:txBody>
      </p:sp>
      <p:sp>
        <p:nvSpPr>
          <p:cNvPr id="37" name="ïṥļîḋé"/>
          <p:cNvSpPr txBox="1"/>
          <p:nvPr/>
        </p:nvSpPr>
        <p:spPr bwMode="auto">
          <a:xfrm>
            <a:off x="1756133" y="3907676"/>
            <a:ext cx="21080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p>
            <a:pPr>
              <a:spcBef>
                <a:spcPct val="0"/>
              </a:spcBef>
            </a:pPr>
            <a:r>
              <a:rPr lang="en-US" altLang="zh-CN" b="1" dirty="0">
                <a:solidFill>
                  <a:srgbClr val="023FA1"/>
                </a:solidFill>
                <a:latin typeface="Arial" panose="020B0604020202020204"/>
                <a:ea typeface="微软雅黑" panose="020B0503020204020204" pitchFamily="34" charset="-122"/>
              </a:rPr>
              <a:t>Text here</a:t>
            </a:r>
            <a:endParaRPr lang="zh-CN" altLang="en-US" b="1" dirty="0">
              <a:solidFill>
                <a:srgbClr val="023FA1"/>
              </a:solidFill>
              <a:latin typeface="Arial" panose="020B0604020202020204"/>
              <a:ea typeface="微软雅黑" panose="020B0503020204020204" pitchFamily="34" charset="-122"/>
            </a:endParaRPr>
          </a:p>
        </p:txBody>
      </p:sp>
      <p:sp>
        <p:nvSpPr>
          <p:cNvPr id="38" name="íṩḻiḓê"/>
          <p:cNvSpPr/>
          <p:nvPr/>
        </p:nvSpPr>
        <p:spPr bwMode="auto">
          <a:xfrm>
            <a:off x="1117586" y="4000772"/>
            <a:ext cx="461080" cy="460384"/>
          </a:xfrm>
          <a:custGeom>
            <a:avLst/>
            <a:gdLst>
              <a:gd name="T0" fmla="*/ 6827 w 6827"/>
              <a:gd name="T1" fmla="*/ 910 h 6827"/>
              <a:gd name="T2" fmla="*/ 5916 w 6827"/>
              <a:gd name="T3" fmla="*/ 0 h 6827"/>
              <a:gd name="T4" fmla="*/ 5006 w 6827"/>
              <a:gd name="T5" fmla="*/ 910 h 6827"/>
              <a:gd name="T6" fmla="*/ 5796 w 6827"/>
              <a:gd name="T7" fmla="*/ 1812 h 6827"/>
              <a:gd name="T8" fmla="*/ 4892 w 6827"/>
              <a:gd name="T9" fmla="*/ 2617 h 6827"/>
              <a:gd name="T10" fmla="*/ 1934 w 6827"/>
              <a:gd name="T11" fmla="*/ 2617 h 6827"/>
              <a:gd name="T12" fmla="*/ 796 w 6827"/>
              <a:gd name="T13" fmla="*/ 3755 h 6827"/>
              <a:gd name="T14" fmla="*/ 796 w 6827"/>
              <a:gd name="T15" fmla="*/ 5014 h 6827"/>
              <a:gd name="T16" fmla="*/ 0 w 6827"/>
              <a:gd name="T17" fmla="*/ 5916 h 6827"/>
              <a:gd name="T18" fmla="*/ 910 w 6827"/>
              <a:gd name="T19" fmla="*/ 6827 h 6827"/>
              <a:gd name="T20" fmla="*/ 1820 w 6827"/>
              <a:gd name="T21" fmla="*/ 5916 h 6827"/>
              <a:gd name="T22" fmla="*/ 1024 w 6827"/>
              <a:gd name="T23" fmla="*/ 5014 h 6827"/>
              <a:gd name="T24" fmla="*/ 1024 w 6827"/>
              <a:gd name="T25" fmla="*/ 3755 h 6827"/>
              <a:gd name="T26" fmla="*/ 1934 w 6827"/>
              <a:gd name="T27" fmla="*/ 2844 h 6827"/>
              <a:gd name="T28" fmla="*/ 3757 w 6827"/>
              <a:gd name="T29" fmla="*/ 2844 h 6827"/>
              <a:gd name="T30" fmla="*/ 3300 w 6827"/>
              <a:gd name="T31" fmla="*/ 3755 h 6827"/>
              <a:gd name="T32" fmla="*/ 3300 w 6827"/>
              <a:gd name="T33" fmla="*/ 5014 h 6827"/>
              <a:gd name="T34" fmla="*/ 2503 w 6827"/>
              <a:gd name="T35" fmla="*/ 5916 h 6827"/>
              <a:gd name="T36" fmla="*/ 3413 w 6827"/>
              <a:gd name="T37" fmla="*/ 6827 h 6827"/>
              <a:gd name="T38" fmla="*/ 4324 w 6827"/>
              <a:gd name="T39" fmla="*/ 5916 h 6827"/>
              <a:gd name="T40" fmla="*/ 3527 w 6827"/>
              <a:gd name="T41" fmla="*/ 5014 h 6827"/>
              <a:gd name="T42" fmla="*/ 3527 w 6827"/>
              <a:gd name="T43" fmla="*/ 3755 h 6827"/>
              <a:gd name="T44" fmla="*/ 4437 w 6827"/>
              <a:gd name="T45" fmla="*/ 2844 h 6827"/>
              <a:gd name="T46" fmla="*/ 4892 w 6827"/>
              <a:gd name="T47" fmla="*/ 2844 h 6827"/>
              <a:gd name="T48" fmla="*/ 6025 w 6827"/>
              <a:gd name="T49" fmla="*/ 1814 h 6827"/>
              <a:gd name="T50" fmla="*/ 6827 w 6827"/>
              <a:gd name="T51" fmla="*/ 910 h 6827"/>
              <a:gd name="T52" fmla="*/ 1593 w 6827"/>
              <a:gd name="T53" fmla="*/ 5916 h 6827"/>
              <a:gd name="T54" fmla="*/ 910 w 6827"/>
              <a:gd name="T55" fmla="*/ 6599 h 6827"/>
              <a:gd name="T56" fmla="*/ 228 w 6827"/>
              <a:gd name="T57" fmla="*/ 5916 h 6827"/>
              <a:gd name="T58" fmla="*/ 910 w 6827"/>
              <a:gd name="T59" fmla="*/ 5234 h 6827"/>
              <a:gd name="T60" fmla="*/ 1593 w 6827"/>
              <a:gd name="T61" fmla="*/ 5916 h 6827"/>
              <a:gd name="T62" fmla="*/ 4096 w 6827"/>
              <a:gd name="T63" fmla="*/ 5916 h 6827"/>
              <a:gd name="T64" fmla="*/ 3413 w 6827"/>
              <a:gd name="T65" fmla="*/ 6599 h 6827"/>
              <a:gd name="T66" fmla="*/ 2731 w 6827"/>
              <a:gd name="T67" fmla="*/ 5916 h 6827"/>
              <a:gd name="T68" fmla="*/ 3413 w 6827"/>
              <a:gd name="T69" fmla="*/ 5234 h 6827"/>
              <a:gd name="T70" fmla="*/ 4096 w 6827"/>
              <a:gd name="T71" fmla="*/ 5916 h 6827"/>
              <a:gd name="T72" fmla="*/ 5916 w 6827"/>
              <a:gd name="T73" fmla="*/ 1593 h 6827"/>
              <a:gd name="T74" fmla="*/ 5234 w 6827"/>
              <a:gd name="T75" fmla="*/ 910 h 6827"/>
              <a:gd name="T76" fmla="*/ 5916 w 6827"/>
              <a:gd name="T77" fmla="*/ 228 h 6827"/>
              <a:gd name="T78" fmla="*/ 6599 w 6827"/>
              <a:gd name="T79" fmla="*/ 910 h 6827"/>
              <a:gd name="T80" fmla="*/ 5916 w 6827"/>
              <a:gd name="T81" fmla="*/ 159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27" h="6827">
                <a:moveTo>
                  <a:pt x="6827" y="910"/>
                </a:moveTo>
                <a:cubicBezTo>
                  <a:pt x="6827" y="410"/>
                  <a:pt x="6417" y="0"/>
                  <a:pt x="5916" y="0"/>
                </a:cubicBezTo>
                <a:cubicBezTo>
                  <a:pt x="5416" y="0"/>
                  <a:pt x="5006" y="410"/>
                  <a:pt x="5006" y="910"/>
                </a:cubicBezTo>
                <a:cubicBezTo>
                  <a:pt x="5006" y="1370"/>
                  <a:pt x="5352" y="1753"/>
                  <a:pt x="5796" y="1812"/>
                </a:cubicBezTo>
                <a:cubicBezTo>
                  <a:pt x="5744" y="2264"/>
                  <a:pt x="5357" y="2617"/>
                  <a:pt x="4892" y="2617"/>
                </a:cubicBezTo>
                <a:lnTo>
                  <a:pt x="1934" y="2617"/>
                </a:lnTo>
                <a:cubicBezTo>
                  <a:pt x="1308" y="2617"/>
                  <a:pt x="796" y="3129"/>
                  <a:pt x="796" y="3755"/>
                </a:cubicBezTo>
                <a:lnTo>
                  <a:pt x="796" y="5014"/>
                </a:lnTo>
                <a:cubicBezTo>
                  <a:pt x="349" y="5070"/>
                  <a:pt x="0" y="5454"/>
                  <a:pt x="0" y="5916"/>
                </a:cubicBezTo>
                <a:cubicBezTo>
                  <a:pt x="0" y="6417"/>
                  <a:pt x="410" y="6827"/>
                  <a:pt x="910" y="6827"/>
                </a:cubicBezTo>
                <a:cubicBezTo>
                  <a:pt x="1411" y="6827"/>
                  <a:pt x="1820" y="6417"/>
                  <a:pt x="1820" y="5916"/>
                </a:cubicBezTo>
                <a:cubicBezTo>
                  <a:pt x="1820" y="5454"/>
                  <a:pt x="1471" y="5070"/>
                  <a:pt x="1024" y="5014"/>
                </a:cubicBezTo>
                <a:lnTo>
                  <a:pt x="1024" y="3755"/>
                </a:lnTo>
                <a:cubicBezTo>
                  <a:pt x="1024" y="3254"/>
                  <a:pt x="1434" y="2844"/>
                  <a:pt x="1934" y="2844"/>
                </a:cubicBezTo>
                <a:lnTo>
                  <a:pt x="3757" y="2844"/>
                </a:lnTo>
                <a:cubicBezTo>
                  <a:pt x="3480" y="3052"/>
                  <a:pt x="3300" y="3384"/>
                  <a:pt x="3300" y="3755"/>
                </a:cubicBezTo>
                <a:lnTo>
                  <a:pt x="3300" y="5014"/>
                </a:lnTo>
                <a:cubicBezTo>
                  <a:pt x="2852" y="5070"/>
                  <a:pt x="2503" y="5454"/>
                  <a:pt x="2503" y="5916"/>
                </a:cubicBezTo>
                <a:cubicBezTo>
                  <a:pt x="2503" y="6417"/>
                  <a:pt x="2913" y="6827"/>
                  <a:pt x="3413" y="6827"/>
                </a:cubicBezTo>
                <a:cubicBezTo>
                  <a:pt x="3914" y="6827"/>
                  <a:pt x="4324" y="6417"/>
                  <a:pt x="4324" y="5916"/>
                </a:cubicBezTo>
                <a:cubicBezTo>
                  <a:pt x="4324" y="5454"/>
                  <a:pt x="3975" y="5070"/>
                  <a:pt x="3527" y="5014"/>
                </a:cubicBezTo>
                <a:lnTo>
                  <a:pt x="3527" y="3755"/>
                </a:lnTo>
                <a:cubicBezTo>
                  <a:pt x="3527" y="3254"/>
                  <a:pt x="3937" y="2844"/>
                  <a:pt x="4437" y="2844"/>
                </a:cubicBezTo>
                <a:lnTo>
                  <a:pt x="4892" y="2844"/>
                </a:lnTo>
                <a:cubicBezTo>
                  <a:pt x="5482" y="2844"/>
                  <a:pt x="5971" y="2390"/>
                  <a:pt x="6025" y="1814"/>
                </a:cubicBezTo>
                <a:cubicBezTo>
                  <a:pt x="6475" y="1760"/>
                  <a:pt x="6827" y="1374"/>
                  <a:pt x="6827" y="910"/>
                </a:cubicBezTo>
                <a:close/>
                <a:moveTo>
                  <a:pt x="1593" y="5916"/>
                </a:moveTo>
                <a:cubicBezTo>
                  <a:pt x="1593" y="6292"/>
                  <a:pt x="1286" y="6599"/>
                  <a:pt x="910" y="6599"/>
                </a:cubicBezTo>
                <a:cubicBezTo>
                  <a:pt x="535" y="6599"/>
                  <a:pt x="228" y="6292"/>
                  <a:pt x="228" y="5916"/>
                </a:cubicBezTo>
                <a:cubicBezTo>
                  <a:pt x="228" y="5541"/>
                  <a:pt x="535" y="5234"/>
                  <a:pt x="910" y="5234"/>
                </a:cubicBezTo>
                <a:cubicBezTo>
                  <a:pt x="1286" y="5234"/>
                  <a:pt x="1593" y="5541"/>
                  <a:pt x="1593" y="5916"/>
                </a:cubicBezTo>
                <a:close/>
                <a:moveTo>
                  <a:pt x="4096" y="5916"/>
                </a:moveTo>
                <a:cubicBezTo>
                  <a:pt x="4096" y="6292"/>
                  <a:pt x="3789" y="6599"/>
                  <a:pt x="3413" y="6599"/>
                </a:cubicBezTo>
                <a:cubicBezTo>
                  <a:pt x="3038" y="6599"/>
                  <a:pt x="2731" y="6292"/>
                  <a:pt x="2731" y="5916"/>
                </a:cubicBezTo>
                <a:cubicBezTo>
                  <a:pt x="2731" y="5541"/>
                  <a:pt x="3038" y="5234"/>
                  <a:pt x="3413" y="5234"/>
                </a:cubicBezTo>
                <a:cubicBezTo>
                  <a:pt x="3789" y="5234"/>
                  <a:pt x="4096" y="5541"/>
                  <a:pt x="4096" y="5916"/>
                </a:cubicBezTo>
                <a:close/>
                <a:moveTo>
                  <a:pt x="5916" y="1593"/>
                </a:moveTo>
                <a:cubicBezTo>
                  <a:pt x="5541" y="1593"/>
                  <a:pt x="5234" y="1286"/>
                  <a:pt x="5234" y="910"/>
                </a:cubicBezTo>
                <a:cubicBezTo>
                  <a:pt x="5234" y="535"/>
                  <a:pt x="5541" y="228"/>
                  <a:pt x="5916" y="228"/>
                </a:cubicBezTo>
                <a:cubicBezTo>
                  <a:pt x="6292" y="228"/>
                  <a:pt x="6599" y="535"/>
                  <a:pt x="6599" y="910"/>
                </a:cubicBezTo>
                <a:cubicBezTo>
                  <a:pt x="6599" y="1286"/>
                  <a:pt x="6292" y="1593"/>
                  <a:pt x="5916" y="1593"/>
                </a:cubicBezTo>
                <a:close/>
              </a:path>
            </a:pathLst>
          </a:custGeom>
          <a:solidFill>
            <a:srgbClr val="023FA1"/>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39" name="îş1ide"/>
          <p:cNvSpPr/>
          <p:nvPr/>
        </p:nvSpPr>
        <p:spPr bwMode="auto">
          <a:xfrm>
            <a:off x="1756133" y="5586226"/>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p>
            <a:pPr>
              <a:lnSpc>
                <a:spcPct val="150000"/>
              </a:lnSpc>
            </a:pPr>
            <a:r>
              <a:rPr lang="en-US" altLang="zh-CN" sz="1000" dirty="0">
                <a:solidFill>
                  <a:srgbClr val="000000"/>
                </a:solidFill>
                <a:latin typeface="Arial" panose="020B0604020202020204"/>
                <a:ea typeface="微软雅黑" panose="020B0503020204020204" pitchFamily="34" charset="-122"/>
              </a:rPr>
              <a:t>Copy paste fonts. Choose the only option to retain text.</a:t>
            </a:r>
          </a:p>
        </p:txBody>
      </p:sp>
      <p:sp>
        <p:nvSpPr>
          <p:cNvPr id="40" name="îṥḻíďè"/>
          <p:cNvSpPr txBox="1"/>
          <p:nvPr/>
        </p:nvSpPr>
        <p:spPr bwMode="auto">
          <a:xfrm>
            <a:off x="1756133" y="5173346"/>
            <a:ext cx="21080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p>
            <a:pPr>
              <a:spcBef>
                <a:spcPct val="0"/>
              </a:spcBef>
            </a:pPr>
            <a:r>
              <a:rPr lang="en-US" altLang="zh-CN" b="1" dirty="0">
                <a:solidFill>
                  <a:srgbClr val="023FA1"/>
                </a:solidFill>
                <a:latin typeface="Arial" panose="020B0604020202020204"/>
                <a:ea typeface="微软雅黑" panose="020B0503020204020204" pitchFamily="34" charset="-122"/>
              </a:rPr>
              <a:t>Text here</a:t>
            </a:r>
            <a:endParaRPr lang="zh-CN" altLang="en-US" b="1" dirty="0">
              <a:solidFill>
                <a:srgbClr val="023FA1"/>
              </a:solidFill>
              <a:latin typeface="Arial" panose="020B0604020202020204"/>
              <a:ea typeface="微软雅黑" panose="020B0503020204020204" pitchFamily="34" charset="-122"/>
            </a:endParaRPr>
          </a:p>
        </p:txBody>
      </p:sp>
      <p:sp>
        <p:nvSpPr>
          <p:cNvPr id="41" name="íŝļiḓe"/>
          <p:cNvSpPr/>
          <p:nvPr/>
        </p:nvSpPr>
        <p:spPr bwMode="auto">
          <a:xfrm>
            <a:off x="1117586" y="5334632"/>
            <a:ext cx="461080" cy="324003"/>
          </a:xfrm>
          <a:custGeom>
            <a:avLst/>
            <a:gdLst>
              <a:gd name="connsiteX0" fmla="*/ 450100 w 607639"/>
              <a:gd name="connsiteY0" fmla="*/ 313203 h 426991"/>
              <a:gd name="connsiteX1" fmla="*/ 450100 w 607639"/>
              <a:gd name="connsiteY1" fmla="*/ 403167 h 426991"/>
              <a:gd name="connsiteX2" fmla="*/ 585744 w 607639"/>
              <a:gd name="connsiteY2" fmla="*/ 403167 h 426991"/>
              <a:gd name="connsiteX3" fmla="*/ 586100 w 607639"/>
              <a:gd name="connsiteY3" fmla="*/ 313203 h 426991"/>
              <a:gd name="connsiteX4" fmla="*/ 530294 w 607639"/>
              <a:gd name="connsiteY4" fmla="*/ 313203 h 426991"/>
              <a:gd name="connsiteX5" fmla="*/ 530116 w 607639"/>
              <a:gd name="connsiteY5" fmla="*/ 313203 h 426991"/>
              <a:gd name="connsiteX6" fmla="*/ 529760 w 607639"/>
              <a:gd name="connsiteY6" fmla="*/ 313203 h 426991"/>
              <a:gd name="connsiteX7" fmla="*/ 450901 w 607639"/>
              <a:gd name="connsiteY7" fmla="*/ 313203 h 426991"/>
              <a:gd name="connsiteX8" fmla="*/ 236309 w 607639"/>
              <a:gd name="connsiteY8" fmla="*/ 313203 h 426991"/>
              <a:gd name="connsiteX9" fmla="*/ 236309 w 607639"/>
              <a:gd name="connsiteY9" fmla="*/ 403167 h 426991"/>
              <a:gd name="connsiteX10" fmla="*/ 371953 w 607639"/>
              <a:gd name="connsiteY10" fmla="*/ 403167 h 426991"/>
              <a:gd name="connsiteX11" fmla="*/ 372754 w 607639"/>
              <a:gd name="connsiteY11" fmla="*/ 313203 h 426991"/>
              <a:gd name="connsiteX12" fmla="*/ 237110 w 607639"/>
              <a:gd name="connsiteY12" fmla="*/ 313203 h 426991"/>
              <a:gd name="connsiteX13" fmla="*/ 22519 w 607639"/>
              <a:gd name="connsiteY13" fmla="*/ 313203 h 426991"/>
              <a:gd name="connsiteX14" fmla="*/ 22519 w 607639"/>
              <a:gd name="connsiteY14" fmla="*/ 403167 h 426991"/>
              <a:gd name="connsiteX15" fmla="*/ 158163 w 607639"/>
              <a:gd name="connsiteY15" fmla="*/ 403167 h 426991"/>
              <a:gd name="connsiteX16" fmla="*/ 158964 w 607639"/>
              <a:gd name="connsiteY16" fmla="*/ 313203 h 426991"/>
              <a:gd name="connsiteX17" fmla="*/ 91498 w 607639"/>
              <a:gd name="connsiteY17" fmla="*/ 313203 h 426991"/>
              <a:gd name="connsiteX18" fmla="*/ 91231 w 607639"/>
              <a:gd name="connsiteY18" fmla="*/ 313203 h 426991"/>
              <a:gd name="connsiteX19" fmla="*/ 90964 w 607639"/>
              <a:gd name="connsiteY19" fmla="*/ 313203 h 426991"/>
              <a:gd name="connsiteX20" fmla="*/ 23320 w 607639"/>
              <a:gd name="connsiteY20" fmla="*/ 313203 h 426991"/>
              <a:gd name="connsiteX21" fmla="*/ 91409 w 607639"/>
              <a:gd name="connsiteY21" fmla="*/ 224751 h 426991"/>
              <a:gd name="connsiteX22" fmla="*/ 530294 w 607639"/>
              <a:gd name="connsiteY22" fmla="*/ 224751 h 426991"/>
              <a:gd name="connsiteX23" fmla="*/ 540084 w 607639"/>
              <a:gd name="connsiteY23" fmla="*/ 234530 h 426991"/>
              <a:gd name="connsiteX24" fmla="*/ 540084 w 607639"/>
              <a:gd name="connsiteY24" fmla="*/ 292135 h 426991"/>
              <a:gd name="connsiteX25" fmla="*/ 586456 w 607639"/>
              <a:gd name="connsiteY25" fmla="*/ 292135 h 426991"/>
              <a:gd name="connsiteX26" fmla="*/ 607639 w 607639"/>
              <a:gd name="connsiteY26" fmla="*/ 313203 h 426991"/>
              <a:gd name="connsiteX27" fmla="*/ 607639 w 607639"/>
              <a:gd name="connsiteY27" fmla="*/ 403167 h 426991"/>
              <a:gd name="connsiteX28" fmla="*/ 586456 w 607639"/>
              <a:gd name="connsiteY28" fmla="*/ 426991 h 426991"/>
              <a:gd name="connsiteX29" fmla="*/ 451524 w 607639"/>
              <a:gd name="connsiteY29" fmla="*/ 426991 h 426991"/>
              <a:gd name="connsiteX30" fmla="*/ 427582 w 607639"/>
              <a:gd name="connsiteY30" fmla="*/ 403167 h 426991"/>
              <a:gd name="connsiteX31" fmla="*/ 427582 w 607639"/>
              <a:gd name="connsiteY31" fmla="*/ 313203 h 426991"/>
              <a:gd name="connsiteX32" fmla="*/ 451524 w 607639"/>
              <a:gd name="connsiteY32" fmla="*/ 292135 h 426991"/>
              <a:gd name="connsiteX33" fmla="*/ 517566 w 607639"/>
              <a:gd name="connsiteY33" fmla="*/ 292135 h 426991"/>
              <a:gd name="connsiteX34" fmla="*/ 517566 w 607639"/>
              <a:gd name="connsiteY34" fmla="*/ 247242 h 426991"/>
              <a:gd name="connsiteX35" fmla="*/ 315079 w 607639"/>
              <a:gd name="connsiteY35" fmla="*/ 247242 h 426991"/>
              <a:gd name="connsiteX36" fmla="*/ 315079 w 607639"/>
              <a:gd name="connsiteY36" fmla="*/ 292135 h 426991"/>
              <a:gd name="connsiteX37" fmla="*/ 372665 w 607639"/>
              <a:gd name="connsiteY37" fmla="*/ 292135 h 426991"/>
              <a:gd name="connsiteX38" fmla="*/ 393849 w 607639"/>
              <a:gd name="connsiteY38" fmla="*/ 313203 h 426991"/>
              <a:gd name="connsiteX39" fmla="*/ 393849 w 607639"/>
              <a:gd name="connsiteY39" fmla="*/ 403167 h 426991"/>
              <a:gd name="connsiteX40" fmla="*/ 372665 w 607639"/>
              <a:gd name="connsiteY40" fmla="*/ 426991 h 426991"/>
              <a:gd name="connsiteX41" fmla="*/ 237733 w 607639"/>
              <a:gd name="connsiteY41" fmla="*/ 426991 h 426991"/>
              <a:gd name="connsiteX42" fmla="*/ 213791 w 607639"/>
              <a:gd name="connsiteY42" fmla="*/ 403167 h 426991"/>
              <a:gd name="connsiteX43" fmla="*/ 213791 w 607639"/>
              <a:gd name="connsiteY43" fmla="*/ 313203 h 426991"/>
              <a:gd name="connsiteX44" fmla="*/ 237733 w 607639"/>
              <a:gd name="connsiteY44" fmla="*/ 292135 h 426991"/>
              <a:gd name="connsiteX45" fmla="*/ 292561 w 607639"/>
              <a:gd name="connsiteY45" fmla="*/ 292135 h 426991"/>
              <a:gd name="connsiteX46" fmla="*/ 292561 w 607639"/>
              <a:gd name="connsiteY46" fmla="*/ 247242 h 426991"/>
              <a:gd name="connsiteX47" fmla="*/ 101288 w 607639"/>
              <a:gd name="connsiteY47" fmla="*/ 247242 h 426991"/>
              <a:gd name="connsiteX48" fmla="*/ 101288 w 607639"/>
              <a:gd name="connsiteY48" fmla="*/ 292135 h 426991"/>
              <a:gd name="connsiteX49" fmla="*/ 158875 w 607639"/>
              <a:gd name="connsiteY49" fmla="*/ 292135 h 426991"/>
              <a:gd name="connsiteX50" fmla="*/ 180058 w 607639"/>
              <a:gd name="connsiteY50" fmla="*/ 313203 h 426991"/>
              <a:gd name="connsiteX51" fmla="*/ 180058 w 607639"/>
              <a:gd name="connsiteY51" fmla="*/ 403167 h 426991"/>
              <a:gd name="connsiteX52" fmla="*/ 158875 w 607639"/>
              <a:gd name="connsiteY52" fmla="*/ 426991 h 426991"/>
              <a:gd name="connsiteX53" fmla="*/ 24032 w 607639"/>
              <a:gd name="connsiteY53" fmla="*/ 426991 h 426991"/>
              <a:gd name="connsiteX54" fmla="*/ 0 w 607639"/>
              <a:gd name="connsiteY54" fmla="*/ 403167 h 426991"/>
              <a:gd name="connsiteX55" fmla="*/ 0 w 607639"/>
              <a:gd name="connsiteY55" fmla="*/ 313203 h 426991"/>
              <a:gd name="connsiteX56" fmla="*/ 24032 w 607639"/>
              <a:gd name="connsiteY56" fmla="*/ 292135 h 426991"/>
              <a:gd name="connsiteX57" fmla="*/ 78770 w 607639"/>
              <a:gd name="connsiteY57" fmla="*/ 292135 h 426991"/>
              <a:gd name="connsiteX58" fmla="*/ 78770 w 607639"/>
              <a:gd name="connsiteY58" fmla="*/ 234530 h 426991"/>
              <a:gd name="connsiteX59" fmla="*/ 91409 w 607639"/>
              <a:gd name="connsiteY59" fmla="*/ 224751 h 426991"/>
              <a:gd name="connsiteX60" fmla="*/ 236326 w 607639"/>
              <a:gd name="connsiteY60" fmla="*/ 21066 h 426991"/>
              <a:gd name="connsiteX61" fmla="*/ 236326 w 607639"/>
              <a:gd name="connsiteY61" fmla="*/ 111021 h 426991"/>
              <a:gd name="connsiteX62" fmla="*/ 371758 w 607639"/>
              <a:gd name="connsiteY62" fmla="*/ 111021 h 426991"/>
              <a:gd name="connsiteX63" fmla="*/ 372380 w 607639"/>
              <a:gd name="connsiteY63" fmla="*/ 21066 h 426991"/>
              <a:gd name="connsiteX64" fmla="*/ 237127 w 607639"/>
              <a:gd name="connsiteY64" fmla="*/ 21066 h 426991"/>
              <a:gd name="connsiteX65" fmla="*/ 237750 w 607639"/>
              <a:gd name="connsiteY65" fmla="*/ 0 h 426991"/>
              <a:gd name="connsiteX66" fmla="*/ 372647 w 607639"/>
              <a:gd name="connsiteY66" fmla="*/ 0 h 426991"/>
              <a:gd name="connsiteX67" fmla="*/ 393825 w 607639"/>
              <a:gd name="connsiteY67" fmla="*/ 21066 h 426991"/>
              <a:gd name="connsiteX68" fmla="*/ 393825 w 607639"/>
              <a:gd name="connsiteY68" fmla="*/ 111021 h 426991"/>
              <a:gd name="connsiteX69" fmla="*/ 372647 w 607639"/>
              <a:gd name="connsiteY69" fmla="*/ 134843 h 426991"/>
              <a:gd name="connsiteX70" fmla="*/ 315076 w 607639"/>
              <a:gd name="connsiteY70" fmla="*/ 134843 h 426991"/>
              <a:gd name="connsiteX71" fmla="*/ 315076 w 607639"/>
              <a:gd name="connsiteY71" fmla="*/ 191020 h 426991"/>
              <a:gd name="connsiteX72" fmla="*/ 292563 w 607639"/>
              <a:gd name="connsiteY72" fmla="*/ 191020 h 426991"/>
              <a:gd name="connsiteX73" fmla="*/ 292563 w 607639"/>
              <a:gd name="connsiteY73" fmla="*/ 134843 h 426991"/>
              <a:gd name="connsiteX74" fmla="*/ 237750 w 607639"/>
              <a:gd name="connsiteY74" fmla="*/ 134843 h 426991"/>
              <a:gd name="connsiteX75" fmla="*/ 213813 w 607639"/>
              <a:gd name="connsiteY75" fmla="*/ 111021 h 426991"/>
              <a:gd name="connsiteX76" fmla="*/ 213813 w 607639"/>
              <a:gd name="connsiteY76" fmla="*/ 21066 h 426991"/>
              <a:gd name="connsiteX77" fmla="*/ 237750 w 607639"/>
              <a:gd name="connsiteY77" fmla="*/ 0 h 42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607639" h="426991">
                <a:moveTo>
                  <a:pt x="450100" y="313203"/>
                </a:moveTo>
                <a:lnTo>
                  <a:pt x="450100" y="403167"/>
                </a:lnTo>
                <a:lnTo>
                  <a:pt x="585744" y="403167"/>
                </a:lnTo>
                <a:lnTo>
                  <a:pt x="586100" y="313203"/>
                </a:lnTo>
                <a:lnTo>
                  <a:pt x="530294" y="313203"/>
                </a:lnTo>
                <a:cubicBezTo>
                  <a:pt x="530294" y="313203"/>
                  <a:pt x="530116" y="313203"/>
                  <a:pt x="530116" y="313203"/>
                </a:cubicBezTo>
                <a:cubicBezTo>
                  <a:pt x="530027" y="313203"/>
                  <a:pt x="529849" y="313203"/>
                  <a:pt x="529760" y="313203"/>
                </a:cubicBezTo>
                <a:lnTo>
                  <a:pt x="450901" y="313203"/>
                </a:lnTo>
                <a:close/>
                <a:moveTo>
                  <a:pt x="236309" y="313203"/>
                </a:moveTo>
                <a:lnTo>
                  <a:pt x="236309" y="403167"/>
                </a:lnTo>
                <a:lnTo>
                  <a:pt x="371953" y="403167"/>
                </a:lnTo>
                <a:lnTo>
                  <a:pt x="372754" y="313203"/>
                </a:lnTo>
                <a:lnTo>
                  <a:pt x="237110" y="313203"/>
                </a:lnTo>
                <a:close/>
                <a:moveTo>
                  <a:pt x="22519" y="313203"/>
                </a:moveTo>
                <a:lnTo>
                  <a:pt x="22519" y="403167"/>
                </a:lnTo>
                <a:lnTo>
                  <a:pt x="158163" y="403167"/>
                </a:lnTo>
                <a:lnTo>
                  <a:pt x="158964" y="313203"/>
                </a:lnTo>
                <a:lnTo>
                  <a:pt x="91498" y="313203"/>
                </a:lnTo>
                <a:cubicBezTo>
                  <a:pt x="91409" y="313203"/>
                  <a:pt x="91320" y="313203"/>
                  <a:pt x="91231" y="313203"/>
                </a:cubicBezTo>
                <a:cubicBezTo>
                  <a:pt x="91231" y="313203"/>
                  <a:pt x="90964" y="313203"/>
                  <a:pt x="90964" y="313203"/>
                </a:cubicBezTo>
                <a:lnTo>
                  <a:pt x="23320" y="313203"/>
                </a:lnTo>
                <a:close/>
                <a:moveTo>
                  <a:pt x="91409" y="224751"/>
                </a:moveTo>
                <a:lnTo>
                  <a:pt x="530294" y="224751"/>
                </a:lnTo>
                <a:cubicBezTo>
                  <a:pt x="536435" y="224751"/>
                  <a:pt x="540084" y="228396"/>
                  <a:pt x="540084" y="234530"/>
                </a:cubicBezTo>
                <a:lnTo>
                  <a:pt x="540084" y="292135"/>
                </a:lnTo>
                <a:lnTo>
                  <a:pt x="586456" y="292135"/>
                </a:lnTo>
                <a:cubicBezTo>
                  <a:pt x="598917" y="292135"/>
                  <a:pt x="607639" y="300847"/>
                  <a:pt x="607639" y="313203"/>
                </a:cubicBezTo>
                <a:lnTo>
                  <a:pt x="607639" y="403167"/>
                </a:lnTo>
                <a:cubicBezTo>
                  <a:pt x="607639" y="415524"/>
                  <a:pt x="598917" y="426991"/>
                  <a:pt x="586456" y="426991"/>
                </a:cubicBezTo>
                <a:lnTo>
                  <a:pt x="451524" y="426991"/>
                </a:lnTo>
                <a:cubicBezTo>
                  <a:pt x="439152" y="426991"/>
                  <a:pt x="427582" y="415524"/>
                  <a:pt x="427582" y="403167"/>
                </a:cubicBezTo>
                <a:lnTo>
                  <a:pt x="427582" y="313203"/>
                </a:lnTo>
                <a:cubicBezTo>
                  <a:pt x="427582" y="300847"/>
                  <a:pt x="439152" y="292135"/>
                  <a:pt x="451524" y="292135"/>
                </a:cubicBezTo>
                <a:lnTo>
                  <a:pt x="517566" y="292135"/>
                </a:lnTo>
                <a:lnTo>
                  <a:pt x="517566" y="247242"/>
                </a:lnTo>
                <a:lnTo>
                  <a:pt x="315079" y="247242"/>
                </a:lnTo>
                <a:lnTo>
                  <a:pt x="315079" y="292135"/>
                </a:lnTo>
                <a:lnTo>
                  <a:pt x="372665" y="292135"/>
                </a:lnTo>
                <a:cubicBezTo>
                  <a:pt x="385126" y="292135"/>
                  <a:pt x="393849" y="300847"/>
                  <a:pt x="393849" y="313203"/>
                </a:cubicBezTo>
                <a:lnTo>
                  <a:pt x="393849" y="403167"/>
                </a:lnTo>
                <a:cubicBezTo>
                  <a:pt x="393849" y="415524"/>
                  <a:pt x="385126" y="426991"/>
                  <a:pt x="372665" y="426991"/>
                </a:cubicBezTo>
                <a:lnTo>
                  <a:pt x="237733" y="426991"/>
                </a:lnTo>
                <a:cubicBezTo>
                  <a:pt x="225362" y="426991"/>
                  <a:pt x="213791" y="415524"/>
                  <a:pt x="213791" y="403167"/>
                </a:cubicBezTo>
                <a:lnTo>
                  <a:pt x="213791" y="313203"/>
                </a:lnTo>
                <a:cubicBezTo>
                  <a:pt x="213791" y="300847"/>
                  <a:pt x="225362" y="292135"/>
                  <a:pt x="237733" y="292135"/>
                </a:cubicBezTo>
                <a:lnTo>
                  <a:pt x="292561" y="292135"/>
                </a:lnTo>
                <a:lnTo>
                  <a:pt x="292561" y="247242"/>
                </a:lnTo>
                <a:lnTo>
                  <a:pt x="101288" y="247242"/>
                </a:lnTo>
                <a:lnTo>
                  <a:pt x="101288" y="292135"/>
                </a:lnTo>
                <a:lnTo>
                  <a:pt x="158875" y="292135"/>
                </a:lnTo>
                <a:cubicBezTo>
                  <a:pt x="171335" y="292135"/>
                  <a:pt x="180058" y="300847"/>
                  <a:pt x="180058" y="313203"/>
                </a:cubicBezTo>
                <a:lnTo>
                  <a:pt x="180058" y="403167"/>
                </a:lnTo>
                <a:cubicBezTo>
                  <a:pt x="180058" y="415524"/>
                  <a:pt x="171335" y="426991"/>
                  <a:pt x="158875" y="426991"/>
                </a:cubicBezTo>
                <a:lnTo>
                  <a:pt x="24032" y="426991"/>
                </a:lnTo>
                <a:cubicBezTo>
                  <a:pt x="11571" y="426991"/>
                  <a:pt x="0" y="415524"/>
                  <a:pt x="0" y="403167"/>
                </a:cubicBezTo>
                <a:lnTo>
                  <a:pt x="0" y="313203"/>
                </a:lnTo>
                <a:cubicBezTo>
                  <a:pt x="0" y="300847"/>
                  <a:pt x="11571" y="292135"/>
                  <a:pt x="24032" y="292135"/>
                </a:cubicBezTo>
                <a:lnTo>
                  <a:pt x="78770" y="292135"/>
                </a:lnTo>
                <a:lnTo>
                  <a:pt x="78770" y="234530"/>
                </a:lnTo>
                <a:cubicBezTo>
                  <a:pt x="78770" y="228396"/>
                  <a:pt x="85178" y="224751"/>
                  <a:pt x="91409" y="224751"/>
                </a:cubicBezTo>
                <a:close/>
                <a:moveTo>
                  <a:pt x="236326" y="21066"/>
                </a:moveTo>
                <a:lnTo>
                  <a:pt x="236326" y="111021"/>
                </a:lnTo>
                <a:lnTo>
                  <a:pt x="371758" y="111021"/>
                </a:lnTo>
                <a:lnTo>
                  <a:pt x="372380" y="21066"/>
                </a:lnTo>
                <a:lnTo>
                  <a:pt x="237127" y="21066"/>
                </a:lnTo>
                <a:close/>
                <a:moveTo>
                  <a:pt x="237750" y="0"/>
                </a:moveTo>
                <a:lnTo>
                  <a:pt x="372647" y="0"/>
                </a:lnTo>
                <a:cubicBezTo>
                  <a:pt x="385105" y="0"/>
                  <a:pt x="393825" y="8711"/>
                  <a:pt x="393825" y="21066"/>
                </a:cubicBezTo>
                <a:lnTo>
                  <a:pt x="393825" y="111021"/>
                </a:lnTo>
                <a:cubicBezTo>
                  <a:pt x="393825" y="123376"/>
                  <a:pt x="385105" y="134843"/>
                  <a:pt x="372647" y="134843"/>
                </a:cubicBezTo>
                <a:lnTo>
                  <a:pt x="315076" y="134843"/>
                </a:lnTo>
                <a:lnTo>
                  <a:pt x="315076" y="191020"/>
                </a:lnTo>
                <a:lnTo>
                  <a:pt x="292563" y="191020"/>
                </a:lnTo>
                <a:lnTo>
                  <a:pt x="292563" y="134843"/>
                </a:lnTo>
                <a:lnTo>
                  <a:pt x="237750" y="134843"/>
                </a:lnTo>
                <a:cubicBezTo>
                  <a:pt x="225381" y="134843"/>
                  <a:pt x="213813" y="123376"/>
                  <a:pt x="213813" y="111021"/>
                </a:cubicBezTo>
                <a:lnTo>
                  <a:pt x="213813" y="21066"/>
                </a:lnTo>
                <a:cubicBezTo>
                  <a:pt x="213813" y="8711"/>
                  <a:pt x="225381" y="0"/>
                  <a:pt x="237750" y="0"/>
                </a:cubicBezTo>
                <a:close/>
              </a:path>
            </a:pathLst>
          </a:custGeom>
          <a:solidFill>
            <a:srgbClr val="023FA1"/>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cxnSp>
        <p:nvCxnSpPr>
          <p:cNvPr id="42" name="直接连接符 41"/>
          <p:cNvCxnSpPr/>
          <p:nvPr/>
        </p:nvCxnSpPr>
        <p:spPr>
          <a:xfrm>
            <a:off x="1117586" y="2441865"/>
            <a:ext cx="2890182" cy="0"/>
          </a:xfrm>
          <a:prstGeom prst="line">
            <a:avLst/>
          </a:prstGeom>
          <a:noFill/>
          <a:ln w="3175" cap="rnd" cmpd="sng" algn="ctr">
            <a:solidFill>
              <a:srgbClr val="FFFFFF">
                <a:lumMod val="85000"/>
              </a:srgbClr>
            </a:solidFill>
            <a:prstDash val="solid"/>
            <a:round/>
            <a:headEnd type="none"/>
            <a:tailEnd type="none" w="med" len="med"/>
          </a:ln>
          <a:effectLst/>
        </p:spPr>
      </p:cxnSp>
      <p:cxnSp>
        <p:nvCxnSpPr>
          <p:cNvPr id="43" name="直接连接符 42"/>
          <p:cNvCxnSpPr/>
          <p:nvPr/>
        </p:nvCxnSpPr>
        <p:spPr>
          <a:xfrm>
            <a:off x="1117586" y="3717032"/>
            <a:ext cx="2890182" cy="0"/>
          </a:xfrm>
          <a:prstGeom prst="line">
            <a:avLst/>
          </a:prstGeom>
          <a:noFill/>
          <a:ln w="3175" cap="rnd" cmpd="sng" algn="ctr">
            <a:solidFill>
              <a:srgbClr val="FFFFFF">
                <a:lumMod val="85000"/>
              </a:srgbClr>
            </a:solidFill>
            <a:prstDash val="solid"/>
            <a:round/>
            <a:headEnd type="none"/>
            <a:tailEnd type="none" w="med" len="med"/>
          </a:ln>
          <a:effectLst/>
        </p:spPr>
      </p:cxnSp>
      <p:cxnSp>
        <p:nvCxnSpPr>
          <p:cNvPr id="44" name="直接连接符 43"/>
          <p:cNvCxnSpPr/>
          <p:nvPr/>
        </p:nvCxnSpPr>
        <p:spPr>
          <a:xfrm>
            <a:off x="1117586" y="5013176"/>
            <a:ext cx="2890182" cy="0"/>
          </a:xfrm>
          <a:prstGeom prst="line">
            <a:avLst/>
          </a:prstGeom>
          <a:noFill/>
          <a:ln w="3175" cap="rnd" cmpd="sng" algn="ctr">
            <a:solidFill>
              <a:srgbClr val="FFFFFF">
                <a:lumMod val="85000"/>
              </a:srgbClr>
            </a:solidFill>
            <a:prstDash val="solid"/>
            <a:round/>
            <a:headEnd type="none"/>
            <a:tailEnd type="none" w="med" len="med"/>
          </a:ln>
          <a:effectLst/>
        </p:spPr>
      </p:cxnSp>
      <p:sp>
        <p:nvSpPr>
          <p:cNvPr id="45" name="íşliḓe"/>
          <p:cNvSpPr/>
          <p:nvPr/>
        </p:nvSpPr>
        <p:spPr bwMode="auto">
          <a:xfrm>
            <a:off x="8822779" y="1789216"/>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p>
            <a:pPr>
              <a:lnSpc>
                <a:spcPct val="150000"/>
              </a:lnSpc>
            </a:pPr>
            <a:r>
              <a:rPr lang="en-US" altLang="zh-CN" sz="1000" dirty="0">
                <a:solidFill>
                  <a:srgbClr val="000000"/>
                </a:solidFill>
                <a:latin typeface="Arial" panose="020B0604020202020204"/>
                <a:ea typeface="微软雅黑" panose="020B0503020204020204" pitchFamily="34" charset="-122"/>
              </a:rPr>
              <a:t>Copy paste fonts. Choose the only option to retain text.</a:t>
            </a:r>
          </a:p>
        </p:txBody>
      </p:sp>
      <p:sp>
        <p:nvSpPr>
          <p:cNvPr id="46" name="íśľiḑè"/>
          <p:cNvSpPr txBox="1"/>
          <p:nvPr/>
        </p:nvSpPr>
        <p:spPr bwMode="auto">
          <a:xfrm>
            <a:off x="8822779" y="1376336"/>
            <a:ext cx="21080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p>
            <a:pPr>
              <a:spcBef>
                <a:spcPct val="0"/>
              </a:spcBef>
            </a:pPr>
            <a:r>
              <a:rPr lang="en-US" altLang="zh-CN" b="1" dirty="0">
                <a:solidFill>
                  <a:srgbClr val="FFC000"/>
                </a:solidFill>
                <a:latin typeface="Arial" panose="020B0604020202020204"/>
                <a:ea typeface="微软雅黑" panose="020B0503020204020204" pitchFamily="34" charset="-122"/>
              </a:rPr>
              <a:t>Text here</a:t>
            </a:r>
            <a:endParaRPr lang="zh-CN" altLang="en-US" b="1" dirty="0">
              <a:solidFill>
                <a:srgbClr val="FFC000"/>
              </a:solidFill>
              <a:latin typeface="Arial" panose="020B0604020202020204"/>
              <a:ea typeface="微软雅黑" panose="020B0503020204020204" pitchFamily="34" charset="-122"/>
            </a:endParaRPr>
          </a:p>
        </p:txBody>
      </p:sp>
      <p:sp>
        <p:nvSpPr>
          <p:cNvPr id="47" name="ï$ḻiḑè"/>
          <p:cNvSpPr/>
          <p:nvPr/>
        </p:nvSpPr>
        <p:spPr bwMode="auto">
          <a:xfrm>
            <a:off x="8184232" y="1533258"/>
            <a:ext cx="461080" cy="332731"/>
          </a:xfrm>
          <a:custGeom>
            <a:avLst/>
            <a:gdLst>
              <a:gd name="connsiteX0" fmla="*/ 91000 w 605879"/>
              <a:gd name="connsiteY0" fmla="*/ 173662 h 437224"/>
              <a:gd name="connsiteX1" fmla="*/ 331193 w 605879"/>
              <a:gd name="connsiteY1" fmla="*/ 173662 h 437224"/>
              <a:gd name="connsiteX2" fmla="*/ 342454 w 605879"/>
              <a:gd name="connsiteY2" fmla="*/ 184882 h 437224"/>
              <a:gd name="connsiteX3" fmla="*/ 331193 w 605879"/>
              <a:gd name="connsiteY3" fmla="*/ 196102 h 437224"/>
              <a:gd name="connsiteX4" fmla="*/ 91000 w 605879"/>
              <a:gd name="connsiteY4" fmla="*/ 196102 h 437224"/>
              <a:gd name="connsiteX5" fmla="*/ 79739 w 605879"/>
              <a:gd name="connsiteY5" fmla="*/ 184882 h 437224"/>
              <a:gd name="connsiteX6" fmla="*/ 91000 w 605879"/>
              <a:gd name="connsiteY6" fmla="*/ 173662 h 437224"/>
              <a:gd name="connsiteX7" fmla="*/ 421630 w 605879"/>
              <a:gd name="connsiteY7" fmla="*/ 131441 h 437224"/>
              <a:gd name="connsiteX8" fmla="*/ 423552 w 605879"/>
              <a:gd name="connsiteY8" fmla="*/ 152274 h 437224"/>
              <a:gd name="connsiteX9" fmla="*/ 275961 w 605879"/>
              <a:gd name="connsiteY9" fmla="*/ 300986 h 437224"/>
              <a:gd name="connsiteX10" fmla="*/ 408175 w 605879"/>
              <a:gd name="connsiteY10" fmla="*/ 358277 h 437224"/>
              <a:gd name="connsiteX11" fmla="*/ 418060 w 605879"/>
              <a:gd name="connsiteY11" fmla="*/ 365267 h 437224"/>
              <a:gd name="connsiteX12" fmla="*/ 488218 w 605879"/>
              <a:gd name="connsiteY12" fmla="*/ 410360 h 437224"/>
              <a:gd name="connsiteX13" fmla="*/ 474214 w 605879"/>
              <a:gd name="connsiteY13" fmla="*/ 363348 h 437224"/>
              <a:gd name="connsiteX14" fmla="*/ 482039 w 605879"/>
              <a:gd name="connsiteY14" fmla="*/ 349916 h 437224"/>
              <a:gd name="connsiteX15" fmla="*/ 583363 w 605879"/>
              <a:gd name="connsiteY15" fmla="*/ 244928 h 437224"/>
              <a:gd name="connsiteX16" fmla="*/ 421630 w 605879"/>
              <a:gd name="connsiteY16" fmla="*/ 131441 h 437224"/>
              <a:gd name="connsiteX17" fmla="*/ 75898 w 605879"/>
              <a:gd name="connsiteY17" fmla="*/ 120173 h 437224"/>
              <a:gd name="connsiteX18" fmla="*/ 340509 w 605879"/>
              <a:gd name="connsiteY18" fmla="*/ 120173 h 437224"/>
              <a:gd name="connsiteX19" fmla="*/ 351769 w 605879"/>
              <a:gd name="connsiteY19" fmla="*/ 131428 h 437224"/>
              <a:gd name="connsiteX20" fmla="*/ 340509 w 605879"/>
              <a:gd name="connsiteY20" fmla="*/ 142683 h 437224"/>
              <a:gd name="connsiteX21" fmla="*/ 75898 w 605879"/>
              <a:gd name="connsiteY21" fmla="*/ 142683 h 437224"/>
              <a:gd name="connsiteX22" fmla="*/ 64638 w 605879"/>
              <a:gd name="connsiteY22" fmla="*/ 131428 h 437224"/>
              <a:gd name="connsiteX23" fmla="*/ 75898 w 605879"/>
              <a:gd name="connsiteY23" fmla="*/ 120173 h 437224"/>
              <a:gd name="connsiteX24" fmla="*/ 210609 w 605879"/>
              <a:gd name="connsiteY24" fmla="*/ 22478 h 437224"/>
              <a:gd name="connsiteX25" fmla="*/ 22516 w 605879"/>
              <a:gd name="connsiteY25" fmla="*/ 153508 h 437224"/>
              <a:gd name="connsiteX26" fmla="*/ 139216 w 605879"/>
              <a:gd name="connsiteY26" fmla="*/ 274807 h 437224"/>
              <a:gd name="connsiteX27" fmla="*/ 147042 w 605879"/>
              <a:gd name="connsiteY27" fmla="*/ 288102 h 437224"/>
              <a:gd name="connsiteX28" fmla="*/ 130017 w 605879"/>
              <a:gd name="connsiteY28" fmla="*/ 344297 h 437224"/>
              <a:gd name="connsiteX29" fmla="*/ 214041 w 605879"/>
              <a:gd name="connsiteY29" fmla="*/ 291254 h 437224"/>
              <a:gd name="connsiteX30" fmla="*/ 223927 w 605879"/>
              <a:gd name="connsiteY30" fmla="*/ 284264 h 437224"/>
              <a:gd name="connsiteX31" fmla="*/ 398839 w 605879"/>
              <a:gd name="connsiteY31" fmla="*/ 152960 h 437224"/>
              <a:gd name="connsiteX32" fmla="*/ 369596 w 605879"/>
              <a:gd name="connsiteY32" fmla="*/ 80592 h 437224"/>
              <a:gd name="connsiteX33" fmla="*/ 210609 w 605879"/>
              <a:gd name="connsiteY33" fmla="*/ 22478 h 437224"/>
              <a:gd name="connsiteX34" fmla="*/ 210609 w 605879"/>
              <a:gd name="connsiteY34" fmla="*/ 0 h 437224"/>
              <a:gd name="connsiteX35" fmla="*/ 385796 w 605879"/>
              <a:gd name="connsiteY35" fmla="*/ 64967 h 437224"/>
              <a:gd name="connsiteX36" fmla="*/ 414079 w 605879"/>
              <a:gd name="connsiteY36" fmla="*/ 109100 h 437224"/>
              <a:gd name="connsiteX37" fmla="*/ 419845 w 605879"/>
              <a:gd name="connsiteY37" fmla="*/ 108963 h 437224"/>
              <a:gd name="connsiteX38" fmla="*/ 605879 w 605879"/>
              <a:gd name="connsiteY38" fmla="*/ 244928 h 437224"/>
              <a:gd name="connsiteX39" fmla="*/ 498515 w 605879"/>
              <a:gd name="connsiteY39" fmla="*/ 368420 h 437224"/>
              <a:gd name="connsiteX40" fmla="*/ 516088 w 605879"/>
              <a:gd name="connsiteY40" fmla="*/ 414609 h 437224"/>
              <a:gd name="connsiteX41" fmla="*/ 522953 w 605879"/>
              <a:gd name="connsiteY41" fmla="*/ 428178 h 437224"/>
              <a:gd name="connsiteX42" fmla="*/ 510185 w 605879"/>
              <a:gd name="connsiteY42" fmla="*/ 437224 h 437224"/>
              <a:gd name="connsiteX43" fmla="*/ 400487 w 605879"/>
              <a:gd name="connsiteY43" fmla="*/ 380344 h 437224"/>
              <a:gd name="connsiteX44" fmla="*/ 250836 w 605879"/>
              <a:gd name="connsiteY44" fmla="*/ 304275 h 437224"/>
              <a:gd name="connsiteX45" fmla="*/ 231752 w 605879"/>
              <a:gd name="connsiteY45" fmla="*/ 306331 h 437224"/>
              <a:gd name="connsiteX46" fmla="*/ 107639 w 605879"/>
              <a:gd name="connsiteY46" fmla="*/ 371161 h 437224"/>
              <a:gd name="connsiteX47" fmla="*/ 94596 w 605879"/>
              <a:gd name="connsiteY47" fmla="*/ 361978 h 437224"/>
              <a:gd name="connsiteX48" fmla="*/ 102009 w 605879"/>
              <a:gd name="connsiteY48" fmla="*/ 348135 h 437224"/>
              <a:gd name="connsiteX49" fmla="*/ 122741 w 605879"/>
              <a:gd name="connsiteY49" fmla="*/ 293173 h 437224"/>
              <a:gd name="connsiteX50" fmla="*/ 0 w 605879"/>
              <a:gd name="connsiteY50" fmla="*/ 153508 h 437224"/>
              <a:gd name="connsiteX51" fmla="*/ 210609 w 605879"/>
              <a:gd name="connsiteY51" fmla="*/ 0 h 43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879" h="437224">
                <a:moveTo>
                  <a:pt x="91000" y="173662"/>
                </a:moveTo>
                <a:lnTo>
                  <a:pt x="331193" y="173662"/>
                </a:lnTo>
                <a:cubicBezTo>
                  <a:pt x="337373" y="173662"/>
                  <a:pt x="342454" y="178725"/>
                  <a:pt x="342454" y="184882"/>
                </a:cubicBezTo>
                <a:cubicBezTo>
                  <a:pt x="342454" y="191040"/>
                  <a:pt x="337373" y="196102"/>
                  <a:pt x="331193" y="196102"/>
                </a:cubicBezTo>
                <a:lnTo>
                  <a:pt x="91000" y="196102"/>
                </a:lnTo>
                <a:cubicBezTo>
                  <a:pt x="84683" y="196102"/>
                  <a:pt x="79739" y="191040"/>
                  <a:pt x="79739" y="184882"/>
                </a:cubicBezTo>
                <a:cubicBezTo>
                  <a:pt x="79739" y="178725"/>
                  <a:pt x="84683" y="173662"/>
                  <a:pt x="91000" y="173662"/>
                </a:cubicBezTo>
                <a:close/>
                <a:moveTo>
                  <a:pt x="421630" y="131441"/>
                </a:moveTo>
                <a:cubicBezTo>
                  <a:pt x="423003" y="138294"/>
                  <a:pt x="423552" y="145284"/>
                  <a:pt x="423552" y="152274"/>
                </a:cubicBezTo>
                <a:cubicBezTo>
                  <a:pt x="423552" y="220668"/>
                  <a:pt x="362456" y="281249"/>
                  <a:pt x="275961" y="300986"/>
                </a:cubicBezTo>
                <a:cubicBezTo>
                  <a:pt x="302047" y="334017"/>
                  <a:pt x="350924" y="355536"/>
                  <a:pt x="408175" y="358277"/>
                </a:cubicBezTo>
                <a:cubicBezTo>
                  <a:pt x="412569" y="358551"/>
                  <a:pt x="416413" y="361293"/>
                  <a:pt x="418060" y="365267"/>
                </a:cubicBezTo>
                <a:cubicBezTo>
                  <a:pt x="427259" y="388019"/>
                  <a:pt x="463505" y="403370"/>
                  <a:pt x="488218" y="410360"/>
                </a:cubicBezTo>
                <a:cubicBezTo>
                  <a:pt x="483962" y="399944"/>
                  <a:pt x="479156" y="385004"/>
                  <a:pt x="474214" y="363348"/>
                </a:cubicBezTo>
                <a:cubicBezTo>
                  <a:pt x="472841" y="357455"/>
                  <a:pt x="476273" y="351698"/>
                  <a:pt x="482039" y="349916"/>
                </a:cubicBezTo>
                <a:cubicBezTo>
                  <a:pt x="543685" y="332236"/>
                  <a:pt x="583500" y="290980"/>
                  <a:pt x="583363" y="244928"/>
                </a:cubicBezTo>
                <a:cubicBezTo>
                  <a:pt x="583363" y="182839"/>
                  <a:pt x="511009" y="132126"/>
                  <a:pt x="421630" y="131441"/>
                </a:cubicBezTo>
                <a:close/>
                <a:moveTo>
                  <a:pt x="75898" y="120173"/>
                </a:moveTo>
                <a:lnTo>
                  <a:pt x="340509" y="120173"/>
                </a:lnTo>
                <a:cubicBezTo>
                  <a:pt x="346826" y="120173"/>
                  <a:pt x="351769" y="125114"/>
                  <a:pt x="351769" y="131428"/>
                </a:cubicBezTo>
                <a:cubicBezTo>
                  <a:pt x="351769" y="137604"/>
                  <a:pt x="346826" y="142683"/>
                  <a:pt x="340509" y="142683"/>
                </a:cubicBezTo>
                <a:lnTo>
                  <a:pt x="75898" y="142683"/>
                </a:lnTo>
                <a:cubicBezTo>
                  <a:pt x="69719" y="142683"/>
                  <a:pt x="64638" y="137604"/>
                  <a:pt x="64638" y="131428"/>
                </a:cubicBezTo>
                <a:cubicBezTo>
                  <a:pt x="64638" y="125114"/>
                  <a:pt x="69719" y="120173"/>
                  <a:pt x="75898" y="120173"/>
                </a:cubicBezTo>
                <a:close/>
                <a:moveTo>
                  <a:pt x="210609" y="22478"/>
                </a:moveTo>
                <a:cubicBezTo>
                  <a:pt x="106952" y="22478"/>
                  <a:pt x="22516" y="81277"/>
                  <a:pt x="22516" y="153508"/>
                </a:cubicBezTo>
                <a:cubicBezTo>
                  <a:pt x="22516" y="206688"/>
                  <a:pt x="68372" y="254385"/>
                  <a:pt x="139216" y="274807"/>
                </a:cubicBezTo>
                <a:cubicBezTo>
                  <a:pt x="144983" y="276452"/>
                  <a:pt x="148415" y="282208"/>
                  <a:pt x="147042" y="288102"/>
                </a:cubicBezTo>
                <a:cubicBezTo>
                  <a:pt x="140864" y="314966"/>
                  <a:pt x="135097" y="332647"/>
                  <a:pt x="130017" y="344297"/>
                </a:cubicBezTo>
                <a:cubicBezTo>
                  <a:pt x="158437" y="336622"/>
                  <a:pt x="203058" y="318667"/>
                  <a:pt x="214041" y="291254"/>
                </a:cubicBezTo>
                <a:cubicBezTo>
                  <a:pt x="215689" y="287280"/>
                  <a:pt x="219533" y="284538"/>
                  <a:pt x="223927" y="284264"/>
                </a:cubicBezTo>
                <a:cubicBezTo>
                  <a:pt x="320170" y="279604"/>
                  <a:pt x="395407" y="223135"/>
                  <a:pt x="398839" y="152960"/>
                </a:cubicBezTo>
                <a:cubicBezTo>
                  <a:pt x="400075" y="126918"/>
                  <a:pt x="389915" y="101836"/>
                  <a:pt x="369596" y="80592"/>
                </a:cubicBezTo>
                <a:cubicBezTo>
                  <a:pt x="334860" y="44133"/>
                  <a:pt x="275412" y="22478"/>
                  <a:pt x="210609" y="22478"/>
                </a:cubicBezTo>
                <a:close/>
                <a:moveTo>
                  <a:pt x="210609" y="0"/>
                </a:moveTo>
                <a:cubicBezTo>
                  <a:pt x="281453" y="0"/>
                  <a:pt x="346942" y="24260"/>
                  <a:pt x="385796" y="64967"/>
                </a:cubicBezTo>
                <a:cubicBezTo>
                  <a:pt x="398702" y="78536"/>
                  <a:pt x="408175" y="93338"/>
                  <a:pt x="414079" y="109100"/>
                </a:cubicBezTo>
                <a:cubicBezTo>
                  <a:pt x="416001" y="108963"/>
                  <a:pt x="417923" y="108963"/>
                  <a:pt x="419845" y="108963"/>
                </a:cubicBezTo>
                <a:cubicBezTo>
                  <a:pt x="522404" y="108963"/>
                  <a:pt x="606016" y="169955"/>
                  <a:pt x="605879" y="244928"/>
                </a:cubicBezTo>
                <a:cubicBezTo>
                  <a:pt x="605879" y="298519"/>
                  <a:pt x="564141" y="346079"/>
                  <a:pt x="498515" y="368420"/>
                </a:cubicBezTo>
                <a:cubicBezTo>
                  <a:pt x="506066" y="398025"/>
                  <a:pt x="512931" y="412279"/>
                  <a:pt x="516088" y="414609"/>
                </a:cubicBezTo>
                <a:cubicBezTo>
                  <a:pt x="524601" y="418858"/>
                  <a:pt x="523228" y="426671"/>
                  <a:pt x="522953" y="428178"/>
                </a:cubicBezTo>
                <a:cubicBezTo>
                  <a:pt x="522541" y="429686"/>
                  <a:pt x="520207" y="437224"/>
                  <a:pt x="510185" y="437224"/>
                </a:cubicBezTo>
                <a:cubicBezTo>
                  <a:pt x="497828" y="437224"/>
                  <a:pt x="423689" y="421325"/>
                  <a:pt x="400487" y="380344"/>
                </a:cubicBezTo>
                <a:cubicBezTo>
                  <a:pt x="333899" y="375410"/>
                  <a:pt x="277746" y="346764"/>
                  <a:pt x="250836" y="304275"/>
                </a:cubicBezTo>
                <a:cubicBezTo>
                  <a:pt x="244521" y="305098"/>
                  <a:pt x="238205" y="305783"/>
                  <a:pt x="231752" y="306331"/>
                </a:cubicBezTo>
                <a:cubicBezTo>
                  <a:pt x="206216" y="353069"/>
                  <a:pt x="121643" y="371161"/>
                  <a:pt x="107639" y="371161"/>
                </a:cubicBezTo>
                <a:cubicBezTo>
                  <a:pt x="97616" y="371161"/>
                  <a:pt x="95145" y="364171"/>
                  <a:pt x="94596" y="361978"/>
                </a:cubicBezTo>
                <a:cubicBezTo>
                  <a:pt x="94184" y="360470"/>
                  <a:pt x="92948" y="352658"/>
                  <a:pt x="102009" y="348135"/>
                </a:cubicBezTo>
                <a:cubicBezTo>
                  <a:pt x="105030" y="345942"/>
                  <a:pt x="113130" y="331550"/>
                  <a:pt x="122741" y="293173"/>
                </a:cubicBezTo>
                <a:cubicBezTo>
                  <a:pt x="47778" y="268228"/>
                  <a:pt x="0" y="214226"/>
                  <a:pt x="0" y="153508"/>
                </a:cubicBezTo>
                <a:cubicBezTo>
                  <a:pt x="0" y="68804"/>
                  <a:pt x="94458" y="0"/>
                  <a:pt x="210609" y="0"/>
                </a:cubicBezTo>
                <a:close/>
              </a:path>
            </a:pathLst>
          </a:custGeom>
          <a:solidFill>
            <a:srgbClr val="FFC000"/>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48" name="ïṧḷiḓè"/>
          <p:cNvSpPr/>
          <p:nvPr/>
        </p:nvSpPr>
        <p:spPr bwMode="auto">
          <a:xfrm>
            <a:off x="8822779" y="3054886"/>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p>
            <a:pPr>
              <a:lnSpc>
                <a:spcPct val="150000"/>
              </a:lnSpc>
            </a:pPr>
            <a:r>
              <a:rPr lang="en-US" altLang="zh-CN" sz="1000" dirty="0">
                <a:solidFill>
                  <a:srgbClr val="000000"/>
                </a:solidFill>
                <a:latin typeface="Arial" panose="020B0604020202020204"/>
                <a:ea typeface="微软雅黑" panose="020B0503020204020204" pitchFamily="34" charset="-122"/>
              </a:rPr>
              <a:t>Copy paste fonts. Choose the only option to retain text.</a:t>
            </a:r>
          </a:p>
        </p:txBody>
      </p:sp>
      <p:sp>
        <p:nvSpPr>
          <p:cNvPr id="49" name="ïṡḷiḋé"/>
          <p:cNvSpPr txBox="1"/>
          <p:nvPr/>
        </p:nvSpPr>
        <p:spPr bwMode="auto">
          <a:xfrm>
            <a:off x="8822779" y="2642006"/>
            <a:ext cx="21080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p>
            <a:pPr>
              <a:spcBef>
                <a:spcPct val="0"/>
              </a:spcBef>
            </a:pPr>
            <a:r>
              <a:rPr lang="en-US" altLang="zh-CN" b="1" dirty="0">
                <a:solidFill>
                  <a:srgbClr val="FFC000"/>
                </a:solidFill>
                <a:latin typeface="Arial" panose="020B0604020202020204"/>
                <a:ea typeface="微软雅黑" panose="020B0503020204020204" pitchFamily="34" charset="-122"/>
              </a:rPr>
              <a:t>Text here</a:t>
            </a:r>
            <a:endParaRPr lang="zh-CN" altLang="en-US" b="1" dirty="0">
              <a:solidFill>
                <a:srgbClr val="FFC000"/>
              </a:solidFill>
              <a:latin typeface="Arial" panose="020B0604020202020204"/>
              <a:ea typeface="微软雅黑" panose="020B0503020204020204" pitchFamily="34" charset="-122"/>
            </a:endParaRPr>
          </a:p>
        </p:txBody>
      </p:sp>
      <p:sp>
        <p:nvSpPr>
          <p:cNvPr id="50" name="iśḷïḓê"/>
          <p:cNvSpPr/>
          <p:nvPr/>
        </p:nvSpPr>
        <p:spPr bwMode="auto">
          <a:xfrm>
            <a:off x="8184232" y="2735101"/>
            <a:ext cx="461080" cy="460384"/>
          </a:xfrm>
          <a:custGeom>
            <a:avLst/>
            <a:gdLst>
              <a:gd name="connsiteX0" fmla="*/ 303775 w 607639"/>
              <a:gd name="connsiteY0" fmla="*/ 525007 h 606722"/>
              <a:gd name="connsiteX1" fmla="*/ 315710 w 607639"/>
              <a:gd name="connsiteY1" fmla="*/ 536902 h 606722"/>
              <a:gd name="connsiteX2" fmla="*/ 315710 w 607639"/>
              <a:gd name="connsiteY2" fmla="*/ 552347 h 606722"/>
              <a:gd name="connsiteX3" fmla="*/ 303775 w 607639"/>
              <a:gd name="connsiteY3" fmla="*/ 564241 h 606722"/>
              <a:gd name="connsiteX4" fmla="*/ 291929 w 607639"/>
              <a:gd name="connsiteY4" fmla="*/ 552347 h 606722"/>
              <a:gd name="connsiteX5" fmla="*/ 291929 w 607639"/>
              <a:gd name="connsiteY5" fmla="*/ 536902 h 606722"/>
              <a:gd name="connsiteX6" fmla="*/ 303775 w 607639"/>
              <a:gd name="connsiteY6" fmla="*/ 525007 h 606722"/>
              <a:gd name="connsiteX7" fmla="*/ 429885 w 607639"/>
              <a:gd name="connsiteY7" fmla="*/ 509483 h 606722"/>
              <a:gd name="connsiteX8" fmla="*/ 441811 w 607639"/>
              <a:gd name="connsiteY8" fmla="*/ 521409 h 606722"/>
              <a:gd name="connsiteX9" fmla="*/ 429885 w 607639"/>
              <a:gd name="connsiteY9" fmla="*/ 533335 h 606722"/>
              <a:gd name="connsiteX10" fmla="*/ 417959 w 607639"/>
              <a:gd name="connsiteY10" fmla="*/ 521409 h 606722"/>
              <a:gd name="connsiteX11" fmla="*/ 429885 w 607639"/>
              <a:gd name="connsiteY11" fmla="*/ 509483 h 606722"/>
              <a:gd name="connsiteX12" fmla="*/ 177720 w 607639"/>
              <a:gd name="connsiteY12" fmla="*/ 509483 h 606722"/>
              <a:gd name="connsiteX13" fmla="*/ 189611 w 607639"/>
              <a:gd name="connsiteY13" fmla="*/ 521409 h 606722"/>
              <a:gd name="connsiteX14" fmla="*/ 177720 w 607639"/>
              <a:gd name="connsiteY14" fmla="*/ 533335 h 606722"/>
              <a:gd name="connsiteX15" fmla="*/ 165829 w 607639"/>
              <a:gd name="connsiteY15" fmla="*/ 521409 h 606722"/>
              <a:gd name="connsiteX16" fmla="*/ 177720 w 607639"/>
              <a:gd name="connsiteY16" fmla="*/ 509483 h 606722"/>
              <a:gd name="connsiteX17" fmla="*/ 522185 w 607639"/>
              <a:gd name="connsiteY17" fmla="*/ 417324 h 606722"/>
              <a:gd name="connsiteX18" fmla="*/ 534111 w 607639"/>
              <a:gd name="connsiteY18" fmla="*/ 429250 h 606722"/>
              <a:gd name="connsiteX19" fmla="*/ 522185 w 607639"/>
              <a:gd name="connsiteY19" fmla="*/ 441176 h 606722"/>
              <a:gd name="connsiteX20" fmla="*/ 510259 w 607639"/>
              <a:gd name="connsiteY20" fmla="*/ 429250 h 606722"/>
              <a:gd name="connsiteX21" fmla="*/ 522185 w 607639"/>
              <a:gd name="connsiteY21" fmla="*/ 417324 h 606722"/>
              <a:gd name="connsiteX22" fmla="*/ 85420 w 607639"/>
              <a:gd name="connsiteY22" fmla="*/ 417324 h 606722"/>
              <a:gd name="connsiteX23" fmla="*/ 97311 w 607639"/>
              <a:gd name="connsiteY23" fmla="*/ 429250 h 606722"/>
              <a:gd name="connsiteX24" fmla="*/ 85420 w 607639"/>
              <a:gd name="connsiteY24" fmla="*/ 441176 h 606722"/>
              <a:gd name="connsiteX25" fmla="*/ 73529 w 607639"/>
              <a:gd name="connsiteY25" fmla="*/ 429250 h 606722"/>
              <a:gd name="connsiteX26" fmla="*/ 85420 w 607639"/>
              <a:gd name="connsiteY26" fmla="*/ 417324 h 606722"/>
              <a:gd name="connsiteX27" fmla="*/ 537643 w 607639"/>
              <a:gd name="connsiteY27" fmla="*/ 291506 h 606722"/>
              <a:gd name="connsiteX28" fmla="*/ 555628 w 607639"/>
              <a:gd name="connsiteY28" fmla="*/ 291506 h 606722"/>
              <a:gd name="connsiteX29" fmla="*/ 567558 w 607639"/>
              <a:gd name="connsiteY29" fmla="*/ 303316 h 606722"/>
              <a:gd name="connsiteX30" fmla="*/ 555628 w 607639"/>
              <a:gd name="connsiteY30" fmla="*/ 315216 h 606722"/>
              <a:gd name="connsiteX31" fmla="*/ 537643 w 607639"/>
              <a:gd name="connsiteY31" fmla="*/ 315216 h 606722"/>
              <a:gd name="connsiteX32" fmla="*/ 525713 w 607639"/>
              <a:gd name="connsiteY32" fmla="*/ 303316 h 606722"/>
              <a:gd name="connsiteX33" fmla="*/ 537643 w 607639"/>
              <a:gd name="connsiteY33" fmla="*/ 291506 h 606722"/>
              <a:gd name="connsiteX34" fmla="*/ 51991 w 607639"/>
              <a:gd name="connsiteY34" fmla="*/ 291506 h 606722"/>
              <a:gd name="connsiteX35" fmla="*/ 69946 w 607639"/>
              <a:gd name="connsiteY35" fmla="*/ 291506 h 606722"/>
              <a:gd name="connsiteX36" fmla="*/ 81856 w 607639"/>
              <a:gd name="connsiteY36" fmla="*/ 303316 h 606722"/>
              <a:gd name="connsiteX37" fmla="*/ 69946 w 607639"/>
              <a:gd name="connsiteY37" fmla="*/ 315216 h 606722"/>
              <a:gd name="connsiteX38" fmla="*/ 51991 w 607639"/>
              <a:gd name="connsiteY38" fmla="*/ 315216 h 606722"/>
              <a:gd name="connsiteX39" fmla="*/ 40081 w 607639"/>
              <a:gd name="connsiteY39" fmla="*/ 303316 h 606722"/>
              <a:gd name="connsiteX40" fmla="*/ 51991 w 607639"/>
              <a:gd name="connsiteY40" fmla="*/ 291506 h 606722"/>
              <a:gd name="connsiteX41" fmla="*/ 412608 w 607639"/>
              <a:gd name="connsiteY41" fmla="*/ 222096 h 606722"/>
              <a:gd name="connsiteX42" fmla="*/ 345491 w 607639"/>
              <a:gd name="connsiteY42" fmla="*/ 334245 h 606722"/>
              <a:gd name="connsiteX43" fmla="*/ 412608 w 607639"/>
              <a:gd name="connsiteY43" fmla="*/ 334245 h 606722"/>
              <a:gd name="connsiteX44" fmla="*/ 427651 w 607639"/>
              <a:gd name="connsiteY44" fmla="*/ 167533 h 606722"/>
              <a:gd name="connsiteX45" fmla="*/ 436375 w 607639"/>
              <a:gd name="connsiteY45" fmla="*/ 178996 h 606722"/>
              <a:gd name="connsiteX46" fmla="*/ 436375 w 607639"/>
              <a:gd name="connsiteY46" fmla="*/ 334245 h 606722"/>
              <a:gd name="connsiteX47" fmla="*/ 469399 w 607639"/>
              <a:gd name="connsiteY47" fmla="*/ 334245 h 606722"/>
              <a:gd name="connsiteX48" fmla="*/ 481327 w 607639"/>
              <a:gd name="connsiteY48" fmla="*/ 346153 h 606722"/>
              <a:gd name="connsiteX49" fmla="*/ 469399 w 607639"/>
              <a:gd name="connsiteY49" fmla="*/ 357973 h 606722"/>
              <a:gd name="connsiteX50" fmla="*/ 436375 w 607639"/>
              <a:gd name="connsiteY50" fmla="*/ 357973 h 606722"/>
              <a:gd name="connsiteX51" fmla="*/ 436375 w 607639"/>
              <a:gd name="connsiteY51" fmla="*/ 427733 h 606722"/>
              <a:gd name="connsiteX52" fmla="*/ 424536 w 607639"/>
              <a:gd name="connsiteY52" fmla="*/ 439552 h 606722"/>
              <a:gd name="connsiteX53" fmla="*/ 412608 w 607639"/>
              <a:gd name="connsiteY53" fmla="*/ 427733 h 606722"/>
              <a:gd name="connsiteX54" fmla="*/ 412608 w 607639"/>
              <a:gd name="connsiteY54" fmla="*/ 357973 h 606722"/>
              <a:gd name="connsiteX55" fmla="*/ 324573 w 607639"/>
              <a:gd name="connsiteY55" fmla="*/ 357973 h 606722"/>
              <a:gd name="connsiteX56" fmla="*/ 314158 w 607639"/>
              <a:gd name="connsiteY56" fmla="*/ 352019 h 606722"/>
              <a:gd name="connsiteX57" fmla="*/ 314336 w 607639"/>
              <a:gd name="connsiteY57" fmla="*/ 340022 h 606722"/>
              <a:gd name="connsiteX58" fmla="*/ 414299 w 607639"/>
              <a:gd name="connsiteY58" fmla="*/ 172953 h 606722"/>
              <a:gd name="connsiteX59" fmla="*/ 427651 w 607639"/>
              <a:gd name="connsiteY59" fmla="*/ 167533 h 606722"/>
              <a:gd name="connsiteX60" fmla="*/ 216270 w 607639"/>
              <a:gd name="connsiteY60" fmla="*/ 167099 h 606722"/>
              <a:gd name="connsiteX61" fmla="*/ 290518 w 607639"/>
              <a:gd name="connsiteY61" fmla="*/ 241210 h 606722"/>
              <a:gd name="connsiteX62" fmla="*/ 242978 w 607639"/>
              <a:gd name="connsiteY62" fmla="*/ 355754 h 606722"/>
              <a:gd name="connsiteX63" fmla="*/ 182707 w 607639"/>
              <a:gd name="connsiteY63" fmla="*/ 415825 h 606722"/>
              <a:gd name="connsiteX64" fmla="*/ 278588 w 607639"/>
              <a:gd name="connsiteY64" fmla="*/ 415825 h 606722"/>
              <a:gd name="connsiteX65" fmla="*/ 290518 w 607639"/>
              <a:gd name="connsiteY65" fmla="*/ 427734 h 606722"/>
              <a:gd name="connsiteX66" fmla="*/ 278588 w 607639"/>
              <a:gd name="connsiteY66" fmla="*/ 439552 h 606722"/>
              <a:gd name="connsiteX67" fmla="*/ 154040 w 607639"/>
              <a:gd name="connsiteY67" fmla="*/ 439552 h 606722"/>
              <a:gd name="connsiteX68" fmla="*/ 143001 w 607639"/>
              <a:gd name="connsiteY68" fmla="*/ 432265 h 606722"/>
              <a:gd name="connsiteX69" fmla="*/ 145582 w 607639"/>
              <a:gd name="connsiteY69" fmla="*/ 419292 h 606722"/>
              <a:gd name="connsiteX70" fmla="*/ 226152 w 607639"/>
              <a:gd name="connsiteY70" fmla="*/ 338959 h 606722"/>
              <a:gd name="connsiteX71" fmla="*/ 266659 w 607639"/>
              <a:gd name="connsiteY71" fmla="*/ 241210 h 606722"/>
              <a:gd name="connsiteX72" fmla="*/ 216270 w 607639"/>
              <a:gd name="connsiteY72" fmla="*/ 190914 h 606722"/>
              <a:gd name="connsiteX73" fmla="*/ 165880 w 607639"/>
              <a:gd name="connsiteY73" fmla="*/ 241210 h 606722"/>
              <a:gd name="connsiteX74" fmla="*/ 154040 w 607639"/>
              <a:gd name="connsiteY74" fmla="*/ 253029 h 606722"/>
              <a:gd name="connsiteX75" fmla="*/ 142110 w 607639"/>
              <a:gd name="connsiteY75" fmla="*/ 241210 h 606722"/>
              <a:gd name="connsiteX76" fmla="*/ 216270 w 607639"/>
              <a:gd name="connsiteY76" fmla="*/ 167099 h 606722"/>
              <a:gd name="connsiteX77" fmla="*/ 522185 w 607639"/>
              <a:gd name="connsiteY77" fmla="*/ 165547 h 606722"/>
              <a:gd name="connsiteX78" fmla="*/ 534111 w 607639"/>
              <a:gd name="connsiteY78" fmla="*/ 177438 h 606722"/>
              <a:gd name="connsiteX79" fmla="*/ 522185 w 607639"/>
              <a:gd name="connsiteY79" fmla="*/ 189329 h 606722"/>
              <a:gd name="connsiteX80" fmla="*/ 510259 w 607639"/>
              <a:gd name="connsiteY80" fmla="*/ 177438 h 606722"/>
              <a:gd name="connsiteX81" fmla="*/ 522185 w 607639"/>
              <a:gd name="connsiteY81" fmla="*/ 165547 h 606722"/>
              <a:gd name="connsiteX82" fmla="*/ 85420 w 607639"/>
              <a:gd name="connsiteY82" fmla="*/ 165547 h 606722"/>
              <a:gd name="connsiteX83" fmla="*/ 97311 w 607639"/>
              <a:gd name="connsiteY83" fmla="*/ 177438 h 606722"/>
              <a:gd name="connsiteX84" fmla="*/ 85420 w 607639"/>
              <a:gd name="connsiteY84" fmla="*/ 189329 h 606722"/>
              <a:gd name="connsiteX85" fmla="*/ 73529 w 607639"/>
              <a:gd name="connsiteY85" fmla="*/ 177438 h 606722"/>
              <a:gd name="connsiteX86" fmla="*/ 85420 w 607639"/>
              <a:gd name="connsiteY86" fmla="*/ 165547 h 606722"/>
              <a:gd name="connsiteX87" fmla="*/ 429885 w 607639"/>
              <a:gd name="connsiteY87" fmla="*/ 73388 h 606722"/>
              <a:gd name="connsiteX88" fmla="*/ 441811 w 607639"/>
              <a:gd name="connsiteY88" fmla="*/ 85279 h 606722"/>
              <a:gd name="connsiteX89" fmla="*/ 429885 w 607639"/>
              <a:gd name="connsiteY89" fmla="*/ 97170 h 606722"/>
              <a:gd name="connsiteX90" fmla="*/ 417959 w 607639"/>
              <a:gd name="connsiteY90" fmla="*/ 85279 h 606722"/>
              <a:gd name="connsiteX91" fmla="*/ 429885 w 607639"/>
              <a:gd name="connsiteY91" fmla="*/ 73388 h 606722"/>
              <a:gd name="connsiteX92" fmla="*/ 177720 w 607639"/>
              <a:gd name="connsiteY92" fmla="*/ 73388 h 606722"/>
              <a:gd name="connsiteX93" fmla="*/ 189611 w 607639"/>
              <a:gd name="connsiteY93" fmla="*/ 85279 h 606722"/>
              <a:gd name="connsiteX94" fmla="*/ 177720 w 607639"/>
              <a:gd name="connsiteY94" fmla="*/ 97170 h 606722"/>
              <a:gd name="connsiteX95" fmla="*/ 165829 w 607639"/>
              <a:gd name="connsiteY95" fmla="*/ 85279 h 606722"/>
              <a:gd name="connsiteX96" fmla="*/ 177720 w 607639"/>
              <a:gd name="connsiteY96" fmla="*/ 73388 h 606722"/>
              <a:gd name="connsiteX97" fmla="*/ 303775 w 607639"/>
              <a:gd name="connsiteY97" fmla="*/ 42480 h 606722"/>
              <a:gd name="connsiteX98" fmla="*/ 315710 w 607639"/>
              <a:gd name="connsiteY98" fmla="*/ 54396 h 606722"/>
              <a:gd name="connsiteX99" fmla="*/ 315710 w 607639"/>
              <a:gd name="connsiteY99" fmla="*/ 69869 h 606722"/>
              <a:gd name="connsiteX100" fmla="*/ 303775 w 607639"/>
              <a:gd name="connsiteY100" fmla="*/ 81785 h 606722"/>
              <a:gd name="connsiteX101" fmla="*/ 291929 w 607639"/>
              <a:gd name="connsiteY101" fmla="*/ 69869 h 606722"/>
              <a:gd name="connsiteX102" fmla="*/ 291929 w 607639"/>
              <a:gd name="connsiteY102" fmla="*/ 54396 h 606722"/>
              <a:gd name="connsiteX103" fmla="*/ 303775 w 607639"/>
              <a:gd name="connsiteY103" fmla="*/ 42480 h 606722"/>
              <a:gd name="connsiteX104" fmla="*/ 303775 w 607639"/>
              <a:gd name="connsiteY104" fmla="*/ 0 h 606722"/>
              <a:gd name="connsiteX105" fmla="*/ 537058 w 607639"/>
              <a:gd name="connsiteY105" fmla="*/ 108956 h 606722"/>
              <a:gd name="connsiteX106" fmla="*/ 537058 w 607639"/>
              <a:gd name="connsiteY106" fmla="*/ 93048 h 606722"/>
              <a:gd name="connsiteX107" fmla="*/ 548895 w 607639"/>
              <a:gd name="connsiteY107" fmla="*/ 81139 h 606722"/>
              <a:gd name="connsiteX108" fmla="*/ 560822 w 607639"/>
              <a:gd name="connsiteY108" fmla="*/ 93048 h 606722"/>
              <a:gd name="connsiteX109" fmla="*/ 560822 w 607639"/>
              <a:gd name="connsiteY109" fmla="*/ 138994 h 606722"/>
              <a:gd name="connsiteX110" fmla="*/ 548895 w 607639"/>
              <a:gd name="connsiteY110" fmla="*/ 150903 h 606722"/>
              <a:gd name="connsiteX111" fmla="*/ 502880 w 607639"/>
              <a:gd name="connsiteY111" fmla="*/ 150903 h 606722"/>
              <a:gd name="connsiteX112" fmla="*/ 490953 w 607639"/>
              <a:gd name="connsiteY112" fmla="*/ 138994 h 606722"/>
              <a:gd name="connsiteX113" fmla="*/ 502880 w 607639"/>
              <a:gd name="connsiteY113" fmla="*/ 127174 h 606722"/>
              <a:gd name="connsiteX114" fmla="*/ 521126 w 607639"/>
              <a:gd name="connsiteY114" fmla="*/ 127174 h 606722"/>
              <a:gd name="connsiteX115" fmla="*/ 303775 w 607639"/>
              <a:gd name="connsiteY115" fmla="*/ 23728 h 606722"/>
              <a:gd name="connsiteX116" fmla="*/ 23764 w 607639"/>
              <a:gd name="connsiteY116" fmla="*/ 303316 h 606722"/>
              <a:gd name="connsiteX117" fmla="*/ 303775 w 607639"/>
              <a:gd name="connsiteY117" fmla="*/ 582905 h 606722"/>
              <a:gd name="connsiteX118" fmla="*/ 583786 w 607639"/>
              <a:gd name="connsiteY118" fmla="*/ 303316 h 606722"/>
              <a:gd name="connsiteX119" fmla="*/ 573906 w 607639"/>
              <a:gd name="connsiteY119" fmla="*/ 229376 h 606722"/>
              <a:gd name="connsiteX120" fmla="*/ 582273 w 607639"/>
              <a:gd name="connsiteY120" fmla="*/ 214801 h 606722"/>
              <a:gd name="connsiteX121" fmla="*/ 596869 w 607639"/>
              <a:gd name="connsiteY121" fmla="*/ 223066 h 606722"/>
              <a:gd name="connsiteX122" fmla="*/ 607639 w 607639"/>
              <a:gd name="connsiteY122" fmla="*/ 303316 h 606722"/>
              <a:gd name="connsiteX123" fmla="*/ 303775 w 607639"/>
              <a:gd name="connsiteY123" fmla="*/ 606722 h 606722"/>
              <a:gd name="connsiteX124" fmla="*/ 0 w 607639"/>
              <a:gd name="connsiteY124" fmla="*/ 303316 h 606722"/>
              <a:gd name="connsiteX125" fmla="*/ 303775 w 607639"/>
              <a:gd name="connsiteY12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639" h="606722">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rgbClr val="FFC000"/>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51" name="îṡlïḓê"/>
          <p:cNvSpPr/>
          <p:nvPr/>
        </p:nvSpPr>
        <p:spPr bwMode="auto">
          <a:xfrm>
            <a:off x="8822779" y="4320556"/>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p>
            <a:pPr>
              <a:lnSpc>
                <a:spcPct val="150000"/>
              </a:lnSpc>
            </a:pPr>
            <a:r>
              <a:rPr lang="en-US" altLang="zh-CN" sz="1000" dirty="0">
                <a:solidFill>
                  <a:srgbClr val="000000"/>
                </a:solidFill>
                <a:latin typeface="Arial" panose="020B0604020202020204"/>
                <a:ea typeface="微软雅黑" panose="020B0503020204020204" pitchFamily="34" charset="-122"/>
              </a:rPr>
              <a:t>Copy paste fonts. Choose the only option to retain text.</a:t>
            </a:r>
          </a:p>
        </p:txBody>
      </p:sp>
      <p:sp>
        <p:nvSpPr>
          <p:cNvPr id="52" name="îṡḻîḑé"/>
          <p:cNvSpPr txBox="1"/>
          <p:nvPr/>
        </p:nvSpPr>
        <p:spPr bwMode="auto">
          <a:xfrm>
            <a:off x="8822779" y="3907676"/>
            <a:ext cx="21080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p>
            <a:pPr>
              <a:spcBef>
                <a:spcPct val="0"/>
              </a:spcBef>
            </a:pPr>
            <a:r>
              <a:rPr lang="en-US" altLang="zh-CN" b="1" dirty="0">
                <a:solidFill>
                  <a:srgbClr val="FFC000"/>
                </a:solidFill>
                <a:latin typeface="Arial" panose="020B0604020202020204"/>
                <a:ea typeface="微软雅黑" panose="020B0503020204020204" pitchFamily="34" charset="-122"/>
              </a:rPr>
              <a:t>Text here</a:t>
            </a:r>
            <a:endParaRPr lang="zh-CN" altLang="en-US" b="1" dirty="0">
              <a:solidFill>
                <a:srgbClr val="FFC000"/>
              </a:solidFill>
              <a:latin typeface="Arial" panose="020B0604020202020204"/>
              <a:ea typeface="微软雅黑" panose="020B0503020204020204" pitchFamily="34" charset="-122"/>
            </a:endParaRPr>
          </a:p>
        </p:txBody>
      </p:sp>
      <p:sp>
        <p:nvSpPr>
          <p:cNvPr id="53" name="îś1iḋe"/>
          <p:cNvSpPr/>
          <p:nvPr/>
        </p:nvSpPr>
        <p:spPr bwMode="auto">
          <a:xfrm>
            <a:off x="8184232" y="4000771"/>
            <a:ext cx="461080" cy="460384"/>
          </a:xfrm>
          <a:custGeom>
            <a:avLst/>
            <a:gdLst>
              <a:gd name="connsiteX0" fmla="*/ 147571 w 607639"/>
              <a:gd name="connsiteY0" fmla="*/ 373601 h 606722"/>
              <a:gd name="connsiteX1" fmla="*/ 18780 w 607639"/>
              <a:gd name="connsiteY1" fmla="*/ 502204 h 606722"/>
              <a:gd name="connsiteX2" fmla="*/ 18780 w 607639"/>
              <a:gd name="connsiteY2" fmla="*/ 587969 h 606722"/>
              <a:gd name="connsiteX3" fmla="*/ 419215 w 607639"/>
              <a:gd name="connsiteY3" fmla="*/ 587969 h 606722"/>
              <a:gd name="connsiteX4" fmla="*/ 252063 w 607639"/>
              <a:gd name="connsiteY4" fmla="*/ 420972 h 606722"/>
              <a:gd name="connsiteX5" fmla="*/ 223581 w 607639"/>
              <a:gd name="connsiteY5" fmla="*/ 449412 h 606722"/>
              <a:gd name="connsiteX6" fmla="*/ 101733 w 607639"/>
              <a:gd name="connsiteY6" fmla="*/ 244109 h 606722"/>
              <a:gd name="connsiteX7" fmla="*/ 28036 w 607639"/>
              <a:gd name="connsiteY7" fmla="*/ 466476 h 606722"/>
              <a:gd name="connsiteX8" fmla="*/ 147571 w 607639"/>
              <a:gd name="connsiteY8" fmla="*/ 347116 h 606722"/>
              <a:gd name="connsiteX9" fmla="*/ 223581 w 607639"/>
              <a:gd name="connsiteY9" fmla="*/ 422927 h 606722"/>
              <a:gd name="connsiteX10" fmla="*/ 252063 w 607639"/>
              <a:gd name="connsiteY10" fmla="*/ 394487 h 606722"/>
              <a:gd name="connsiteX11" fmla="*/ 445739 w 607639"/>
              <a:gd name="connsiteY11" fmla="*/ 587969 h 606722"/>
              <a:gd name="connsiteX12" fmla="*/ 588859 w 607639"/>
              <a:gd name="connsiteY12" fmla="*/ 587969 h 606722"/>
              <a:gd name="connsiteX13" fmla="*/ 588859 w 607639"/>
              <a:gd name="connsiteY13" fmla="*/ 553663 h 606722"/>
              <a:gd name="connsiteX14" fmla="*/ 539105 w 607639"/>
              <a:gd name="connsiteY14" fmla="*/ 501849 h 606722"/>
              <a:gd name="connsiteX15" fmla="*/ 511959 w 607639"/>
              <a:gd name="connsiteY15" fmla="*/ 530200 h 606722"/>
              <a:gd name="connsiteX16" fmla="*/ 270398 w 607639"/>
              <a:gd name="connsiteY16" fmla="*/ 288280 h 606722"/>
              <a:gd name="connsiteX17" fmla="*/ 214147 w 607639"/>
              <a:gd name="connsiteY17" fmla="*/ 344805 h 606722"/>
              <a:gd name="connsiteX18" fmla="*/ 345341 w 607639"/>
              <a:gd name="connsiteY18" fmla="*/ 81644 h 606722"/>
              <a:gd name="connsiteX19" fmla="*/ 469414 w 607639"/>
              <a:gd name="connsiteY19" fmla="*/ 204826 h 606722"/>
              <a:gd name="connsiteX20" fmla="*/ 495760 w 607639"/>
              <a:gd name="connsiteY20" fmla="*/ 176208 h 606722"/>
              <a:gd name="connsiteX21" fmla="*/ 607639 w 607639"/>
              <a:gd name="connsiteY21" fmla="*/ 290147 h 606722"/>
              <a:gd name="connsiteX22" fmla="*/ 607639 w 607639"/>
              <a:gd name="connsiteY22" fmla="*/ 606722 h 606722"/>
              <a:gd name="connsiteX23" fmla="*/ 0 w 607639"/>
              <a:gd name="connsiteY23" fmla="*/ 606722 h 606722"/>
              <a:gd name="connsiteX24" fmla="*/ 0 w 607639"/>
              <a:gd name="connsiteY24" fmla="*/ 491539 h 606722"/>
              <a:gd name="connsiteX25" fmla="*/ 92922 w 607639"/>
              <a:gd name="connsiteY25" fmla="*/ 211136 h 606722"/>
              <a:gd name="connsiteX26" fmla="*/ 213346 w 607639"/>
              <a:gd name="connsiteY26" fmla="*/ 319031 h 606722"/>
              <a:gd name="connsiteX27" fmla="*/ 270398 w 607639"/>
              <a:gd name="connsiteY27" fmla="*/ 261795 h 606722"/>
              <a:gd name="connsiteX28" fmla="*/ 511692 w 607639"/>
              <a:gd name="connsiteY28" fmla="*/ 503360 h 606722"/>
              <a:gd name="connsiteX29" fmla="*/ 539016 w 607639"/>
              <a:gd name="connsiteY29" fmla="*/ 474742 h 606722"/>
              <a:gd name="connsiteX30" fmla="*/ 588859 w 607639"/>
              <a:gd name="connsiteY30" fmla="*/ 526645 h 606722"/>
              <a:gd name="connsiteX31" fmla="*/ 588859 w 607639"/>
              <a:gd name="connsiteY31" fmla="*/ 297790 h 606722"/>
              <a:gd name="connsiteX32" fmla="*/ 496205 w 607639"/>
              <a:gd name="connsiteY32" fmla="*/ 203404 h 606722"/>
              <a:gd name="connsiteX33" fmla="*/ 470037 w 607639"/>
              <a:gd name="connsiteY33" fmla="*/ 231755 h 606722"/>
              <a:gd name="connsiteX34" fmla="*/ 346053 w 607639"/>
              <a:gd name="connsiteY34" fmla="*/ 108751 h 606722"/>
              <a:gd name="connsiteX35" fmla="*/ 190027 w 607639"/>
              <a:gd name="connsiteY35" fmla="*/ 281881 h 606722"/>
              <a:gd name="connsiteX36" fmla="*/ 176053 w 607639"/>
              <a:gd name="connsiteY36" fmla="*/ 269350 h 606722"/>
              <a:gd name="connsiteX37" fmla="*/ 38740 w 607639"/>
              <a:gd name="connsiteY37" fmla="*/ 76140 h 606722"/>
              <a:gd name="connsiteX38" fmla="*/ 96321 w 607639"/>
              <a:gd name="connsiteY38" fmla="*/ 76140 h 606722"/>
              <a:gd name="connsiteX39" fmla="*/ 96321 w 607639"/>
              <a:gd name="connsiteY39" fmla="*/ 94910 h 606722"/>
              <a:gd name="connsiteX40" fmla="*/ 38740 w 607639"/>
              <a:gd name="connsiteY40" fmla="*/ 94910 h 606722"/>
              <a:gd name="connsiteX41" fmla="*/ 0 w 607639"/>
              <a:gd name="connsiteY41" fmla="*/ 76140 h 606722"/>
              <a:gd name="connsiteX42" fmla="*/ 18770 w 607639"/>
              <a:gd name="connsiteY42" fmla="*/ 76140 h 606722"/>
              <a:gd name="connsiteX43" fmla="*/ 18770 w 607639"/>
              <a:gd name="connsiteY43" fmla="*/ 94910 h 606722"/>
              <a:gd name="connsiteX44" fmla="*/ 0 w 607639"/>
              <a:gd name="connsiteY44" fmla="*/ 94910 h 606722"/>
              <a:gd name="connsiteX45" fmla="*/ 57511 w 607639"/>
              <a:gd name="connsiteY45" fmla="*/ 38670 h 606722"/>
              <a:gd name="connsiteX46" fmla="*/ 76281 w 607639"/>
              <a:gd name="connsiteY46" fmla="*/ 38670 h 606722"/>
              <a:gd name="connsiteX47" fmla="*/ 76281 w 607639"/>
              <a:gd name="connsiteY47" fmla="*/ 57440 h 606722"/>
              <a:gd name="connsiteX48" fmla="*/ 57511 w 607639"/>
              <a:gd name="connsiteY48" fmla="*/ 57440 h 606722"/>
              <a:gd name="connsiteX49" fmla="*/ 0 w 607639"/>
              <a:gd name="connsiteY49" fmla="*/ 38670 h 606722"/>
              <a:gd name="connsiteX50" fmla="*/ 38740 w 607639"/>
              <a:gd name="connsiteY50" fmla="*/ 38670 h 606722"/>
              <a:gd name="connsiteX51" fmla="*/ 38740 w 607639"/>
              <a:gd name="connsiteY51" fmla="*/ 57440 h 606722"/>
              <a:gd name="connsiteX52" fmla="*/ 0 w 607639"/>
              <a:gd name="connsiteY52" fmla="*/ 57440 h 606722"/>
              <a:gd name="connsiteX53" fmla="*/ 105001 w 607639"/>
              <a:gd name="connsiteY53" fmla="*/ 0 h 606722"/>
              <a:gd name="connsiteX54" fmla="*/ 122572 w 607639"/>
              <a:gd name="connsiteY54" fmla="*/ 0 h 606722"/>
              <a:gd name="connsiteX55" fmla="*/ 122572 w 607639"/>
              <a:gd name="connsiteY55" fmla="*/ 18770 h 606722"/>
              <a:gd name="connsiteX56" fmla="*/ 105001 w 607639"/>
              <a:gd name="connsiteY56" fmla="*/ 18770 h 606722"/>
              <a:gd name="connsiteX57" fmla="*/ 0 w 607639"/>
              <a:gd name="connsiteY57" fmla="*/ 0 h 606722"/>
              <a:gd name="connsiteX58" fmla="*/ 85031 w 607639"/>
              <a:gd name="connsiteY58" fmla="*/ 0 h 606722"/>
              <a:gd name="connsiteX59" fmla="*/ 85031 w 607639"/>
              <a:gd name="connsiteY59" fmla="*/ 18770 h 606722"/>
              <a:gd name="connsiteX60" fmla="*/ 0 w 607639"/>
              <a:gd name="connsiteY60" fmla="*/ 1877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7639" h="606722">
                <a:moveTo>
                  <a:pt x="147571" y="373601"/>
                </a:moveTo>
                <a:lnTo>
                  <a:pt x="18780" y="502204"/>
                </a:lnTo>
                <a:lnTo>
                  <a:pt x="18780" y="587969"/>
                </a:lnTo>
                <a:lnTo>
                  <a:pt x="419215" y="587969"/>
                </a:lnTo>
                <a:lnTo>
                  <a:pt x="252063" y="420972"/>
                </a:lnTo>
                <a:lnTo>
                  <a:pt x="223581" y="449412"/>
                </a:lnTo>
                <a:close/>
                <a:moveTo>
                  <a:pt x="101733" y="244109"/>
                </a:moveTo>
                <a:lnTo>
                  <a:pt x="28036" y="466476"/>
                </a:lnTo>
                <a:lnTo>
                  <a:pt x="147571" y="347116"/>
                </a:lnTo>
                <a:lnTo>
                  <a:pt x="223581" y="422927"/>
                </a:lnTo>
                <a:lnTo>
                  <a:pt x="252063" y="394487"/>
                </a:lnTo>
                <a:lnTo>
                  <a:pt x="445739" y="587969"/>
                </a:lnTo>
                <a:lnTo>
                  <a:pt x="588859" y="587969"/>
                </a:lnTo>
                <a:lnTo>
                  <a:pt x="588859" y="553663"/>
                </a:lnTo>
                <a:lnTo>
                  <a:pt x="539105" y="501849"/>
                </a:lnTo>
                <a:lnTo>
                  <a:pt x="511959" y="530200"/>
                </a:lnTo>
                <a:lnTo>
                  <a:pt x="270398" y="288280"/>
                </a:lnTo>
                <a:lnTo>
                  <a:pt x="214147" y="344805"/>
                </a:lnTo>
                <a:close/>
                <a:moveTo>
                  <a:pt x="345341" y="81644"/>
                </a:moveTo>
                <a:lnTo>
                  <a:pt x="469414" y="204826"/>
                </a:lnTo>
                <a:lnTo>
                  <a:pt x="495760" y="176208"/>
                </a:lnTo>
                <a:lnTo>
                  <a:pt x="607639" y="290147"/>
                </a:lnTo>
                <a:lnTo>
                  <a:pt x="607639" y="606722"/>
                </a:lnTo>
                <a:lnTo>
                  <a:pt x="0" y="606722"/>
                </a:lnTo>
                <a:lnTo>
                  <a:pt x="0" y="491539"/>
                </a:lnTo>
                <a:lnTo>
                  <a:pt x="92922" y="211136"/>
                </a:lnTo>
                <a:lnTo>
                  <a:pt x="213346" y="319031"/>
                </a:lnTo>
                <a:lnTo>
                  <a:pt x="270398" y="261795"/>
                </a:lnTo>
                <a:lnTo>
                  <a:pt x="511692" y="503360"/>
                </a:lnTo>
                <a:lnTo>
                  <a:pt x="539016" y="474742"/>
                </a:lnTo>
                <a:lnTo>
                  <a:pt x="588859" y="526645"/>
                </a:lnTo>
                <a:lnTo>
                  <a:pt x="588859" y="297790"/>
                </a:lnTo>
                <a:lnTo>
                  <a:pt x="496205" y="203404"/>
                </a:lnTo>
                <a:lnTo>
                  <a:pt x="470037" y="231755"/>
                </a:lnTo>
                <a:lnTo>
                  <a:pt x="346053" y="108751"/>
                </a:lnTo>
                <a:lnTo>
                  <a:pt x="190027" y="281881"/>
                </a:lnTo>
                <a:lnTo>
                  <a:pt x="176053" y="269350"/>
                </a:lnTo>
                <a:close/>
                <a:moveTo>
                  <a:pt x="38740" y="76140"/>
                </a:moveTo>
                <a:lnTo>
                  <a:pt x="96321" y="76140"/>
                </a:lnTo>
                <a:lnTo>
                  <a:pt x="96321" y="94910"/>
                </a:lnTo>
                <a:lnTo>
                  <a:pt x="38740" y="94910"/>
                </a:lnTo>
                <a:close/>
                <a:moveTo>
                  <a:pt x="0" y="76140"/>
                </a:moveTo>
                <a:lnTo>
                  <a:pt x="18770" y="76140"/>
                </a:lnTo>
                <a:lnTo>
                  <a:pt x="18770" y="94910"/>
                </a:lnTo>
                <a:lnTo>
                  <a:pt x="0" y="94910"/>
                </a:lnTo>
                <a:close/>
                <a:moveTo>
                  <a:pt x="57511" y="38670"/>
                </a:moveTo>
                <a:lnTo>
                  <a:pt x="76281" y="38670"/>
                </a:lnTo>
                <a:lnTo>
                  <a:pt x="76281" y="57440"/>
                </a:lnTo>
                <a:lnTo>
                  <a:pt x="57511" y="57440"/>
                </a:lnTo>
                <a:close/>
                <a:moveTo>
                  <a:pt x="0" y="38670"/>
                </a:moveTo>
                <a:lnTo>
                  <a:pt x="38740" y="38670"/>
                </a:lnTo>
                <a:lnTo>
                  <a:pt x="38740" y="57440"/>
                </a:lnTo>
                <a:lnTo>
                  <a:pt x="0" y="57440"/>
                </a:lnTo>
                <a:close/>
                <a:moveTo>
                  <a:pt x="105001" y="0"/>
                </a:moveTo>
                <a:lnTo>
                  <a:pt x="122572" y="0"/>
                </a:lnTo>
                <a:lnTo>
                  <a:pt x="122572" y="18770"/>
                </a:lnTo>
                <a:lnTo>
                  <a:pt x="105001" y="18770"/>
                </a:lnTo>
                <a:close/>
                <a:moveTo>
                  <a:pt x="0" y="0"/>
                </a:moveTo>
                <a:lnTo>
                  <a:pt x="85031" y="0"/>
                </a:lnTo>
                <a:lnTo>
                  <a:pt x="85031" y="18770"/>
                </a:lnTo>
                <a:lnTo>
                  <a:pt x="0" y="18770"/>
                </a:lnTo>
                <a:close/>
              </a:path>
            </a:pathLst>
          </a:custGeom>
          <a:solidFill>
            <a:srgbClr val="FFC000"/>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sp>
        <p:nvSpPr>
          <p:cNvPr id="54" name="íslïḋè"/>
          <p:cNvSpPr/>
          <p:nvPr/>
        </p:nvSpPr>
        <p:spPr bwMode="auto">
          <a:xfrm>
            <a:off x="8822779" y="5586226"/>
            <a:ext cx="2108063"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p>
            <a:pPr>
              <a:lnSpc>
                <a:spcPct val="150000"/>
              </a:lnSpc>
            </a:pPr>
            <a:r>
              <a:rPr lang="en-US" altLang="zh-CN" sz="1000" dirty="0">
                <a:solidFill>
                  <a:srgbClr val="000000"/>
                </a:solidFill>
                <a:latin typeface="Arial" panose="020B0604020202020204"/>
                <a:ea typeface="微软雅黑" panose="020B0503020204020204" pitchFamily="34" charset="-122"/>
              </a:rPr>
              <a:t>Copy paste fonts. Choose the only option to retain text.</a:t>
            </a:r>
          </a:p>
        </p:txBody>
      </p:sp>
      <p:sp>
        <p:nvSpPr>
          <p:cNvPr id="55" name="íś1ïdè"/>
          <p:cNvSpPr txBox="1"/>
          <p:nvPr/>
        </p:nvSpPr>
        <p:spPr bwMode="auto">
          <a:xfrm>
            <a:off x="8822779" y="5173346"/>
            <a:ext cx="210806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p>
            <a:pPr>
              <a:spcBef>
                <a:spcPct val="0"/>
              </a:spcBef>
            </a:pPr>
            <a:r>
              <a:rPr lang="en-US" altLang="zh-CN" b="1" dirty="0">
                <a:solidFill>
                  <a:srgbClr val="FFC000"/>
                </a:solidFill>
                <a:latin typeface="Arial" panose="020B0604020202020204"/>
                <a:ea typeface="微软雅黑" panose="020B0503020204020204" pitchFamily="34" charset="-122"/>
              </a:rPr>
              <a:t>Text here</a:t>
            </a:r>
            <a:endParaRPr lang="zh-CN" altLang="en-US" b="1" dirty="0">
              <a:solidFill>
                <a:srgbClr val="FFC000"/>
              </a:solidFill>
              <a:latin typeface="Arial" panose="020B0604020202020204"/>
              <a:ea typeface="微软雅黑" panose="020B0503020204020204" pitchFamily="34" charset="-122"/>
            </a:endParaRPr>
          </a:p>
        </p:txBody>
      </p:sp>
      <p:sp>
        <p:nvSpPr>
          <p:cNvPr id="56" name="îSľiḋe"/>
          <p:cNvSpPr/>
          <p:nvPr/>
        </p:nvSpPr>
        <p:spPr bwMode="auto">
          <a:xfrm>
            <a:off x="8184232" y="5339316"/>
            <a:ext cx="461080" cy="314632"/>
          </a:xfrm>
          <a:custGeom>
            <a:avLst/>
            <a:gdLst>
              <a:gd name="connsiteX0" fmla="*/ 20293 w 607639"/>
              <a:gd name="connsiteY0" fmla="*/ 364062 h 414642"/>
              <a:gd name="connsiteX1" fmla="*/ 20293 w 607639"/>
              <a:gd name="connsiteY1" fmla="*/ 384241 h 414642"/>
              <a:gd name="connsiteX2" fmla="*/ 30351 w 607639"/>
              <a:gd name="connsiteY2" fmla="*/ 394374 h 414642"/>
              <a:gd name="connsiteX3" fmla="*/ 577199 w 607639"/>
              <a:gd name="connsiteY3" fmla="*/ 394374 h 414642"/>
              <a:gd name="connsiteX4" fmla="*/ 587346 w 607639"/>
              <a:gd name="connsiteY4" fmla="*/ 384241 h 414642"/>
              <a:gd name="connsiteX5" fmla="*/ 587346 w 607639"/>
              <a:gd name="connsiteY5" fmla="*/ 364062 h 414642"/>
              <a:gd name="connsiteX6" fmla="*/ 394917 w 607639"/>
              <a:gd name="connsiteY6" fmla="*/ 364062 h 414642"/>
              <a:gd name="connsiteX7" fmla="*/ 394917 w 607639"/>
              <a:gd name="connsiteY7" fmla="*/ 374196 h 414642"/>
              <a:gd name="connsiteX8" fmla="*/ 384859 w 607639"/>
              <a:gd name="connsiteY8" fmla="*/ 384241 h 414642"/>
              <a:gd name="connsiteX9" fmla="*/ 222780 w 607639"/>
              <a:gd name="connsiteY9" fmla="*/ 384241 h 414642"/>
              <a:gd name="connsiteX10" fmla="*/ 212634 w 607639"/>
              <a:gd name="connsiteY10" fmla="*/ 374196 h 414642"/>
              <a:gd name="connsiteX11" fmla="*/ 212634 w 607639"/>
              <a:gd name="connsiteY11" fmla="*/ 364062 h 414642"/>
              <a:gd name="connsiteX12" fmla="*/ 10146 w 607639"/>
              <a:gd name="connsiteY12" fmla="*/ 343794 h 414642"/>
              <a:gd name="connsiteX13" fmla="*/ 40505 w 607639"/>
              <a:gd name="connsiteY13" fmla="*/ 343794 h 414642"/>
              <a:gd name="connsiteX14" fmla="*/ 40505 w 607639"/>
              <a:gd name="connsiteY14" fmla="*/ 353920 h 414642"/>
              <a:gd name="connsiteX15" fmla="*/ 50652 w 607639"/>
              <a:gd name="connsiteY15" fmla="*/ 364052 h 414642"/>
              <a:gd name="connsiteX16" fmla="*/ 212637 w 607639"/>
              <a:gd name="connsiteY16" fmla="*/ 364052 h 414642"/>
              <a:gd name="connsiteX17" fmla="*/ 212637 w 607639"/>
              <a:gd name="connsiteY17" fmla="*/ 374185 h 414642"/>
              <a:gd name="connsiteX18" fmla="*/ 222783 w 607639"/>
              <a:gd name="connsiteY18" fmla="*/ 384228 h 414642"/>
              <a:gd name="connsiteX19" fmla="*/ 384857 w 607639"/>
              <a:gd name="connsiteY19" fmla="*/ 384228 h 414642"/>
              <a:gd name="connsiteX20" fmla="*/ 394915 w 607639"/>
              <a:gd name="connsiteY20" fmla="*/ 374185 h 414642"/>
              <a:gd name="connsiteX21" fmla="*/ 394915 w 607639"/>
              <a:gd name="connsiteY21" fmla="*/ 364052 h 414642"/>
              <a:gd name="connsiteX22" fmla="*/ 556989 w 607639"/>
              <a:gd name="connsiteY22" fmla="*/ 364052 h 414642"/>
              <a:gd name="connsiteX23" fmla="*/ 567135 w 607639"/>
              <a:gd name="connsiteY23" fmla="*/ 353920 h 414642"/>
              <a:gd name="connsiteX24" fmla="*/ 567135 w 607639"/>
              <a:gd name="connsiteY24" fmla="*/ 343794 h 414642"/>
              <a:gd name="connsiteX25" fmla="*/ 597493 w 607639"/>
              <a:gd name="connsiteY25" fmla="*/ 343794 h 414642"/>
              <a:gd name="connsiteX26" fmla="*/ 607639 w 607639"/>
              <a:gd name="connsiteY26" fmla="*/ 353928 h 414642"/>
              <a:gd name="connsiteX27" fmla="*/ 607639 w 607639"/>
              <a:gd name="connsiteY27" fmla="*/ 384241 h 414642"/>
              <a:gd name="connsiteX28" fmla="*/ 577199 w 607639"/>
              <a:gd name="connsiteY28" fmla="*/ 414642 h 414642"/>
              <a:gd name="connsiteX29" fmla="*/ 30351 w 607639"/>
              <a:gd name="connsiteY29" fmla="*/ 414642 h 414642"/>
              <a:gd name="connsiteX30" fmla="*/ 0 w 607639"/>
              <a:gd name="connsiteY30" fmla="*/ 384241 h 414642"/>
              <a:gd name="connsiteX31" fmla="*/ 0 w 607639"/>
              <a:gd name="connsiteY31" fmla="*/ 353928 h 414642"/>
              <a:gd name="connsiteX32" fmla="*/ 10146 w 607639"/>
              <a:gd name="connsiteY32" fmla="*/ 343794 h 414642"/>
              <a:gd name="connsiteX33" fmla="*/ 354415 w 607639"/>
              <a:gd name="connsiteY33" fmla="*/ 262926 h 414642"/>
              <a:gd name="connsiteX34" fmla="*/ 364541 w 607639"/>
              <a:gd name="connsiteY34" fmla="*/ 273063 h 414642"/>
              <a:gd name="connsiteX35" fmla="*/ 364541 w 607639"/>
              <a:gd name="connsiteY35" fmla="*/ 303384 h 414642"/>
              <a:gd name="connsiteX36" fmla="*/ 354415 w 607639"/>
              <a:gd name="connsiteY36" fmla="*/ 313521 h 414642"/>
              <a:gd name="connsiteX37" fmla="*/ 344289 w 607639"/>
              <a:gd name="connsiteY37" fmla="*/ 303384 h 414642"/>
              <a:gd name="connsiteX38" fmla="*/ 344289 w 607639"/>
              <a:gd name="connsiteY38" fmla="*/ 273063 h 414642"/>
              <a:gd name="connsiteX39" fmla="*/ 354415 w 607639"/>
              <a:gd name="connsiteY39" fmla="*/ 262926 h 414642"/>
              <a:gd name="connsiteX40" fmla="*/ 274426 w 607639"/>
              <a:gd name="connsiteY40" fmla="*/ 252429 h 414642"/>
              <a:gd name="connsiteX41" fmla="*/ 274426 w 607639"/>
              <a:gd name="connsiteY41" fmla="*/ 253836 h 414642"/>
              <a:gd name="connsiteX42" fmla="*/ 268732 w 607639"/>
              <a:gd name="connsiteY42" fmla="*/ 256281 h 414642"/>
              <a:gd name="connsiteX43" fmla="*/ 435415 w 607639"/>
              <a:gd name="connsiteY43" fmla="*/ 242745 h 414642"/>
              <a:gd name="connsiteX44" fmla="*/ 445550 w 607639"/>
              <a:gd name="connsiteY44" fmla="*/ 252793 h 414642"/>
              <a:gd name="connsiteX45" fmla="*/ 445550 w 607639"/>
              <a:gd name="connsiteY45" fmla="*/ 303386 h 414642"/>
              <a:gd name="connsiteX46" fmla="*/ 435415 w 607639"/>
              <a:gd name="connsiteY46" fmla="*/ 313522 h 414642"/>
              <a:gd name="connsiteX47" fmla="*/ 425368 w 607639"/>
              <a:gd name="connsiteY47" fmla="*/ 303386 h 414642"/>
              <a:gd name="connsiteX48" fmla="*/ 425368 w 607639"/>
              <a:gd name="connsiteY48" fmla="*/ 252793 h 414642"/>
              <a:gd name="connsiteX49" fmla="*/ 435415 w 607639"/>
              <a:gd name="connsiteY49" fmla="*/ 242745 h 414642"/>
              <a:gd name="connsiteX50" fmla="*/ 394911 w 607639"/>
              <a:gd name="connsiteY50" fmla="*/ 222493 h 414642"/>
              <a:gd name="connsiteX51" fmla="*/ 405046 w 607639"/>
              <a:gd name="connsiteY51" fmla="*/ 232627 h 414642"/>
              <a:gd name="connsiteX52" fmla="*/ 405046 w 607639"/>
              <a:gd name="connsiteY52" fmla="*/ 303388 h 414642"/>
              <a:gd name="connsiteX53" fmla="*/ 394911 w 607639"/>
              <a:gd name="connsiteY53" fmla="*/ 313522 h 414642"/>
              <a:gd name="connsiteX54" fmla="*/ 384864 w 607639"/>
              <a:gd name="connsiteY54" fmla="*/ 303388 h 414642"/>
              <a:gd name="connsiteX55" fmla="*/ 384864 w 607639"/>
              <a:gd name="connsiteY55" fmla="*/ 232627 h 414642"/>
              <a:gd name="connsiteX56" fmla="*/ 394911 w 607639"/>
              <a:gd name="connsiteY56" fmla="*/ 222493 h 414642"/>
              <a:gd name="connsiteX57" fmla="*/ 516514 w 607639"/>
              <a:gd name="connsiteY57" fmla="*/ 212331 h 414642"/>
              <a:gd name="connsiteX58" fmla="*/ 526560 w 607639"/>
              <a:gd name="connsiteY58" fmla="*/ 222468 h 414642"/>
              <a:gd name="connsiteX59" fmla="*/ 526560 w 607639"/>
              <a:gd name="connsiteY59" fmla="*/ 303385 h 414642"/>
              <a:gd name="connsiteX60" fmla="*/ 516514 w 607639"/>
              <a:gd name="connsiteY60" fmla="*/ 313522 h 414642"/>
              <a:gd name="connsiteX61" fmla="*/ 506378 w 607639"/>
              <a:gd name="connsiteY61" fmla="*/ 303385 h 414642"/>
              <a:gd name="connsiteX62" fmla="*/ 506378 w 607639"/>
              <a:gd name="connsiteY62" fmla="*/ 222468 h 414642"/>
              <a:gd name="connsiteX63" fmla="*/ 516514 w 607639"/>
              <a:gd name="connsiteY63" fmla="*/ 212331 h 414642"/>
              <a:gd name="connsiteX64" fmla="*/ 311213 w 607639"/>
              <a:gd name="connsiteY64" fmla="*/ 180188 h 414642"/>
              <a:gd name="connsiteX65" fmla="*/ 304717 w 607639"/>
              <a:gd name="connsiteY65" fmla="*/ 211903 h 414642"/>
              <a:gd name="connsiteX66" fmla="*/ 279633 w 607639"/>
              <a:gd name="connsiteY66" fmla="*/ 248906 h 414642"/>
              <a:gd name="connsiteX67" fmla="*/ 274426 w 607639"/>
              <a:gd name="connsiteY67" fmla="*/ 252429 h 414642"/>
              <a:gd name="connsiteX68" fmla="*/ 274426 w 607639"/>
              <a:gd name="connsiteY68" fmla="*/ 239622 h 414642"/>
              <a:gd name="connsiteX69" fmla="*/ 266991 w 607639"/>
              <a:gd name="connsiteY69" fmla="*/ 232204 h 414642"/>
              <a:gd name="connsiteX70" fmla="*/ 286105 w 607639"/>
              <a:gd name="connsiteY70" fmla="*/ 204050 h 414642"/>
              <a:gd name="connsiteX71" fmla="*/ 290618 w 607639"/>
              <a:gd name="connsiteY71" fmla="*/ 182059 h 414642"/>
              <a:gd name="connsiteX72" fmla="*/ 303796 w 607639"/>
              <a:gd name="connsiteY72" fmla="*/ 182059 h 414642"/>
              <a:gd name="connsiteX73" fmla="*/ 185290 w 607639"/>
              <a:gd name="connsiteY73" fmla="*/ 178985 h 414642"/>
              <a:gd name="connsiteX74" fmla="*/ 192421 w 607639"/>
              <a:gd name="connsiteY74" fmla="*/ 182059 h 414642"/>
              <a:gd name="connsiteX75" fmla="*/ 216731 w 607639"/>
              <a:gd name="connsiteY75" fmla="*/ 182059 h 414642"/>
              <a:gd name="connsiteX76" fmla="*/ 266991 w 607639"/>
              <a:gd name="connsiteY76" fmla="*/ 232204 h 414642"/>
              <a:gd name="connsiteX77" fmla="*/ 265358 w 607639"/>
              <a:gd name="connsiteY77" fmla="*/ 234609 h 414642"/>
              <a:gd name="connsiteX78" fmla="*/ 250836 w 607639"/>
              <a:gd name="connsiteY78" fmla="*/ 244426 h 414642"/>
              <a:gd name="connsiteX79" fmla="*/ 185290 w 607639"/>
              <a:gd name="connsiteY79" fmla="*/ 179031 h 414642"/>
              <a:gd name="connsiteX80" fmla="*/ 476009 w 607639"/>
              <a:gd name="connsiteY80" fmla="*/ 171897 h 414642"/>
              <a:gd name="connsiteX81" fmla="*/ 486055 w 607639"/>
              <a:gd name="connsiteY81" fmla="*/ 182032 h 414642"/>
              <a:gd name="connsiteX82" fmla="*/ 486055 w 607639"/>
              <a:gd name="connsiteY82" fmla="*/ 303387 h 414642"/>
              <a:gd name="connsiteX83" fmla="*/ 476009 w 607639"/>
              <a:gd name="connsiteY83" fmla="*/ 313522 h 414642"/>
              <a:gd name="connsiteX84" fmla="*/ 465873 w 607639"/>
              <a:gd name="connsiteY84" fmla="*/ 303387 h 414642"/>
              <a:gd name="connsiteX85" fmla="*/ 465873 w 607639"/>
              <a:gd name="connsiteY85" fmla="*/ 182032 h 414642"/>
              <a:gd name="connsiteX86" fmla="*/ 476009 w 607639"/>
              <a:gd name="connsiteY86" fmla="*/ 171897 h 414642"/>
              <a:gd name="connsiteX87" fmla="*/ 313921 w 607639"/>
              <a:gd name="connsiteY87" fmla="*/ 166965 h 414642"/>
              <a:gd name="connsiteX88" fmla="*/ 314925 w 607639"/>
              <a:gd name="connsiteY88" fmla="*/ 172904 h 414642"/>
              <a:gd name="connsiteX89" fmla="*/ 311898 w 607639"/>
              <a:gd name="connsiteY89" fmla="*/ 180015 h 414642"/>
              <a:gd name="connsiteX90" fmla="*/ 311213 w 607639"/>
              <a:gd name="connsiteY90" fmla="*/ 180188 h 414642"/>
              <a:gd name="connsiteX91" fmla="*/ 313685 w 607639"/>
              <a:gd name="connsiteY91" fmla="*/ 165567 h 414642"/>
              <a:gd name="connsiteX92" fmla="*/ 313946 w 607639"/>
              <a:gd name="connsiteY92" fmla="*/ 166842 h 414642"/>
              <a:gd name="connsiteX93" fmla="*/ 313921 w 607639"/>
              <a:gd name="connsiteY93" fmla="*/ 166965 h 414642"/>
              <a:gd name="connsiteX94" fmla="*/ 286557 w 607639"/>
              <a:gd name="connsiteY94" fmla="*/ 131875 h 414642"/>
              <a:gd name="connsiteX95" fmla="*/ 293736 w 607639"/>
              <a:gd name="connsiteY95" fmla="*/ 161794 h 414642"/>
              <a:gd name="connsiteX96" fmla="*/ 292704 w 607639"/>
              <a:gd name="connsiteY96" fmla="*/ 161794 h 414642"/>
              <a:gd name="connsiteX97" fmla="*/ 285987 w 607639"/>
              <a:gd name="connsiteY97" fmla="*/ 129499 h 414642"/>
              <a:gd name="connsiteX98" fmla="*/ 286105 w 607639"/>
              <a:gd name="connsiteY98" fmla="*/ 129672 h 414642"/>
              <a:gd name="connsiteX99" fmla="*/ 286557 w 607639"/>
              <a:gd name="connsiteY99" fmla="*/ 131875 h 414642"/>
              <a:gd name="connsiteX100" fmla="*/ 304744 w 607639"/>
              <a:gd name="connsiteY100" fmla="*/ 121927 h 414642"/>
              <a:gd name="connsiteX101" fmla="*/ 306857 w 607639"/>
              <a:gd name="connsiteY101" fmla="*/ 125153 h 414642"/>
              <a:gd name="connsiteX102" fmla="*/ 313685 w 607639"/>
              <a:gd name="connsiteY102" fmla="*/ 165567 h 414642"/>
              <a:gd name="connsiteX103" fmla="*/ 303006 w 607639"/>
              <a:gd name="connsiteY103" fmla="*/ 119273 h 414642"/>
              <a:gd name="connsiteX104" fmla="*/ 304717 w 607639"/>
              <a:gd name="connsiteY104" fmla="*/ 121796 h 414642"/>
              <a:gd name="connsiteX105" fmla="*/ 304744 w 607639"/>
              <a:gd name="connsiteY105" fmla="*/ 121927 h 414642"/>
              <a:gd name="connsiteX106" fmla="*/ 266335 w 607639"/>
              <a:gd name="connsiteY106" fmla="*/ 100547 h 414642"/>
              <a:gd name="connsiteX107" fmla="*/ 285579 w 607639"/>
              <a:gd name="connsiteY107" fmla="*/ 127797 h 414642"/>
              <a:gd name="connsiteX108" fmla="*/ 285987 w 607639"/>
              <a:gd name="connsiteY108" fmla="*/ 129499 h 414642"/>
              <a:gd name="connsiteX109" fmla="*/ 263955 w 607639"/>
              <a:gd name="connsiteY109" fmla="*/ 98160 h 414642"/>
              <a:gd name="connsiteX110" fmla="*/ 265358 w 607639"/>
              <a:gd name="connsiteY110" fmla="*/ 99109 h 414642"/>
              <a:gd name="connsiteX111" fmla="*/ 266335 w 607639"/>
              <a:gd name="connsiteY111" fmla="*/ 100547 h 414642"/>
              <a:gd name="connsiteX112" fmla="*/ 265336 w 607639"/>
              <a:gd name="connsiteY112" fmla="*/ 99133 h 414642"/>
              <a:gd name="connsiteX113" fmla="*/ 518470 w 607639"/>
              <a:gd name="connsiteY113" fmla="*/ 91029 h 414642"/>
              <a:gd name="connsiteX114" fmla="*/ 520515 w 607639"/>
              <a:gd name="connsiteY114" fmla="*/ 92007 h 414642"/>
              <a:gd name="connsiteX115" fmla="*/ 522559 w 607639"/>
              <a:gd name="connsiteY115" fmla="*/ 93074 h 414642"/>
              <a:gd name="connsiteX116" fmla="*/ 524604 w 607639"/>
              <a:gd name="connsiteY116" fmla="*/ 94052 h 414642"/>
              <a:gd name="connsiteX117" fmla="*/ 526560 w 607639"/>
              <a:gd name="connsiteY117" fmla="*/ 101165 h 414642"/>
              <a:gd name="connsiteX118" fmla="*/ 523537 w 607639"/>
              <a:gd name="connsiteY118" fmla="*/ 108188 h 414642"/>
              <a:gd name="connsiteX119" fmla="*/ 521581 w 607639"/>
              <a:gd name="connsiteY119" fmla="*/ 109255 h 414642"/>
              <a:gd name="connsiteX120" fmla="*/ 519537 w 607639"/>
              <a:gd name="connsiteY120" fmla="*/ 110233 h 414642"/>
              <a:gd name="connsiteX121" fmla="*/ 517492 w 607639"/>
              <a:gd name="connsiteY121" fmla="*/ 111211 h 414642"/>
              <a:gd name="connsiteX122" fmla="*/ 516514 w 607639"/>
              <a:gd name="connsiteY122" fmla="*/ 111211 h 414642"/>
              <a:gd name="connsiteX123" fmla="*/ 509401 w 607639"/>
              <a:gd name="connsiteY123" fmla="*/ 108188 h 414642"/>
              <a:gd name="connsiteX124" fmla="*/ 507356 w 607639"/>
              <a:gd name="connsiteY124" fmla="*/ 105165 h 414642"/>
              <a:gd name="connsiteX125" fmla="*/ 506378 w 607639"/>
              <a:gd name="connsiteY125" fmla="*/ 101165 h 414642"/>
              <a:gd name="connsiteX126" fmla="*/ 509401 w 607639"/>
              <a:gd name="connsiteY126" fmla="*/ 94052 h 414642"/>
              <a:gd name="connsiteX127" fmla="*/ 518470 w 607639"/>
              <a:gd name="connsiteY127" fmla="*/ 91029 h 414642"/>
              <a:gd name="connsiteX128" fmla="*/ 384846 w 607639"/>
              <a:gd name="connsiteY128" fmla="*/ 91029 h 414642"/>
              <a:gd name="connsiteX129" fmla="*/ 465819 w 607639"/>
              <a:gd name="connsiteY129" fmla="*/ 91029 h 414642"/>
              <a:gd name="connsiteX130" fmla="*/ 475963 w 607639"/>
              <a:gd name="connsiteY130" fmla="*/ 101165 h 414642"/>
              <a:gd name="connsiteX131" fmla="*/ 465819 w 607639"/>
              <a:gd name="connsiteY131" fmla="*/ 111211 h 414642"/>
              <a:gd name="connsiteX132" fmla="*/ 384846 w 607639"/>
              <a:gd name="connsiteY132" fmla="*/ 111211 h 414642"/>
              <a:gd name="connsiteX133" fmla="*/ 374702 w 607639"/>
              <a:gd name="connsiteY133" fmla="*/ 101165 h 414642"/>
              <a:gd name="connsiteX134" fmla="*/ 384846 w 607639"/>
              <a:gd name="connsiteY134" fmla="*/ 91029 h 414642"/>
              <a:gd name="connsiteX135" fmla="*/ 234861 w 607639"/>
              <a:gd name="connsiteY135" fmla="*/ 78470 h 414642"/>
              <a:gd name="connsiteX136" fmla="*/ 236624 w 607639"/>
              <a:gd name="connsiteY136" fmla="*/ 78890 h 414642"/>
              <a:gd name="connsiteX137" fmla="*/ 263955 w 607639"/>
              <a:gd name="connsiteY137" fmla="*/ 98160 h 414642"/>
              <a:gd name="connsiteX138" fmla="*/ 233277 w 607639"/>
              <a:gd name="connsiteY138" fmla="*/ 78093 h 414642"/>
              <a:gd name="connsiteX139" fmla="*/ 234749 w 607639"/>
              <a:gd name="connsiteY139" fmla="*/ 78395 h 414642"/>
              <a:gd name="connsiteX140" fmla="*/ 234861 w 607639"/>
              <a:gd name="connsiteY140" fmla="*/ 78470 h 414642"/>
              <a:gd name="connsiteX141" fmla="*/ 264684 w 607639"/>
              <a:gd name="connsiteY141" fmla="*/ 74721 h 414642"/>
              <a:gd name="connsiteX142" fmla="*/ 280560 w 607639"/>
              <a:gd name="connsiteY142" fmla="*/ 85001 h 414642"/>
              <a:gd name="connsiteX143" fmla="*/ 303006 w 607639"/>
              <a:gd name="connsiteY143" fmla="*/ 119273 h 414642"/>
              <a:gd name="connsiteX144" fmla="*/ 279633 w 607639"/>
              <a:gd name="connsiteY144" fmla="*/ 84823 h 414642"/>
              <a:gd name="connsiteX145" fmla="*/ 202570 w 607639"/>
              <a:gd name="connsiteY145" fmla="*/ 70780 h 414642"/>
              <a:gd name="connsiteX146" fmla="*/ 233277 w 607639"/>
              <a:gd name="connsiteY146" fmla="*/ 78093 h 414642"/>
              <a:gd name="connsiteX147" fmla="*/ 202570 w 607639"/>
              <a:gd name="connsiteY147" fmla="*/ 71804 h 414642"/>
              <a:gd name="connsiteX148" fmla="*/ 197522 w 607639"/>
              <a:gd name="connsiteY148" fmla="*/ 70770 h 414642"/>
              <a:gd name="connsiteX149" fmla="*/ 202570 w 607639"/>
              <a:gd name="connsiteY149" fmla="*/ 71804 h 414642"/>
              <a:gd name="connsiteX150" fmla="*/ 202570 w 607639"/>
              <a:gd name="connsiteY150" fmla="*/ 161794 h 414642"/>
              <a:gd name="connsiteX151" fmla="*/ 292704 w 607639"/>
              <a:gd name="connsiteY151" fmla="*/ 161794 h 414642"/>
              <a:gd name="connsiteX152" fmla="*/ 293741 w 607639"/>
              <a:gd name="connsiteY152" fmla="*/ 166842 h 414642"/>
              <a:gd name="connsiteX153" fmla="*/ 290618 w 607639"/>
              <a:gd name="connsiteY153" fmla="*/ 182059 h 414642"/>
              <a:gd name="connsiteX154" fmla="*/ 216731 w 607639"/>
              <a:gd name="connsiteY154" fmla="*/ 182059 h 414642"/>
              <a:gd name="connsiteX155" fmla="*/ 199449 w 607639"/>
              <a:gd name="connsiteY155" fmla="*/ 164816 h 414642"/>
              <a:gd name="connsiteX156" fmla="*/ 185290 w 607639"/>
              <a:gd name="connsiteY156" fmla="*/ 164816 h 414642"/>
              <a:gd name="connsiteX157" fmla="*/ 185290 w 607639"/>
              <a:gd name="connsiteY157" fmla="*/ 178985 h 414642"/>
              <a:gd name="connsiteX158" fmla="*/ 185076 w 607639"/>
              <a:gd name="connsiteY158" fmla="*/ 178893 h 414642"/>
              <a:gd name="connsiteX159" fmla="*/ 182271 w 607639"/>
              <a:gd name="connsiteY159" fmla="*/ 171927 h 414642"/>
              <a:gd name="connsiteX160" fmla="*/ 182271 w 607639"/>
              <a:gd name="connsiteY160" fmla="*/ 73890 h 414642"/>
              <a:gd name="connsiteX161" fmla="*/ 241194 w 607639"/>
              <a:gd name="connsiteY161" fmla="*/ 59511 h 414642"/>
              <a:gd name="connsiteX162" fmla="*/ 242600 w 607639"/>
              <a:gd name="connsiteY162" fmla="*/ 59798 h 414642"/>
              <a:gd name="connsiteX163" fmla="*/ 264684 w 607639"/>
              <a:gd name="connsiteY163" fmla="*/ 74721 h 414642"/>
              <a:gd name="connsiteX164" fmla="*/ 223078 w 607639"/>
              <a:gd name="connsiteY164" fmla="*/ 55812 h 414642"/>
              <a:gd name="connsiteX165" fmla="*/ 239895 w 607639"/>
              <a:gd name="connsiteY165" fmla="*/ 58670 h 414642"/>
              <a:gd name="connsiteX166" fmla="*/ 241194 w 607639"/>
              <a:gd name="connsiteY166" fmla="*/ 59511 h 414642"/>
              <a:gd name="connsiteX167" fmla="*/ 187739 w 607639"/>
              <a:gd name="connsiteY167" fmla="*/ 52590 h 414642"/>
              <a:gd name="connsiteX168" fmla="*/ 185298 w 607639"/>
              <a:gd name="connsiteY168" fmla="*/ 53626 h 414642"/>
              <a:gd name="connsiteX169" fmla="*/ 182271 w 607639"/>
              <a:gd name="connsiteY169" fmla="*/ 60736 h 414642"/>
              <a:gd name="connsiteX170" fmla="*/ 182271 w 607639"/>
              <a:gd name="connsiteY170" fmla="*/ 73890 h 414642"/>
              <a:gd name="connsiteX171" fmla="*/ 160258 w 607639"/>
              <a:gd name="connsiteY171" fmla="*/ 78395 h 414642"/>
              <a:gd name="connsiteX172" fmla="*/ 101303 w 607639"/>
              <a:gd name="connsiteY172" fmla="*/ 166842 h 414642"/>
              <a:gd name="connsiteX173" fmla="*/ 197522 w 607639"/>
              <a:gd name="connsiteY173" fmla="*/ 262915 h 414642"/>
              <a:gd name="connsiteX174" fmla="*/ 234749 w 607639"/>
              <a:gd name="connsiteY174" fmla="*/ 255302 h 414642"/>
              <a:gd name="connsiteX175" fmla="*/ 250836 w 607639"/>
              <a:gd name="connsiteY175" fmla="*/ 244426 h 414642"/>
              <a:gd name="connsiteX176" fmla="*/ 260268 w 607639"/>
              <a:gd name="connsiteY176" fmla="*/ 253836 h 414642"/>
              <a:gd name="connsiteX177" fmla="*/ 267391 w 607639"/>
              <a:gd name="connsiteY177" fmla="*/ 256857 h 414642"/>
              <a:gd name="connsiteX178" fmla="*/ 268732 w 607639"/>
              <a:gd name="connsiteY178" fmla="*/ 256281 h 414642"/>
              <a:gd name="connsiteX179" fmla="*/ 242600 w 607639"/>
              <a:gd name="connsiteY179" fmla="*/ 273962 h 414642"/>
              <a:gd name="connsiteX180" fmla="*/ 197522 w 607639"/>
              <a:gd name="connsiteY180" fmla="*/ 283178 h 414642"/>
              <a:gd name="connsiteX181" fmla="*/ 81009 w 607639"/>
              <a:gd name="connsiteY181" fmla="*/ 166842 h 414642"/>
              <a:gd name="connsiteX182" fmla="*/ 152393 w 607639"/>
              <a:gd name="connsiteY182" fmla="*/ 59798 h 414642"/>
              <a:gd name="connsiteX183" fmla="*/ 192421 w 607639"/>
              <a:gd name="connsiteY183" fmla="*/ 50604 h 414642"/>
              <a:gd name="connsiteX184" fmla="*/ 195181 w 607639"/>
              <a:gd name="connsiteY184" fmla="*/ 51073 h 414642"/>
              <a:gd name="connsiteX185" fmla="*/ 187739 w 607639"/>
              <a:gd name="connsiteY185" fmla="*/ 52590 h 414642"/>
              <a:gd name="connsiteX186" fmla="*/ 197522 w 607639"/>
              <a:gd name="connsiteY186" fmla="*/ 50595 h 414642"/>
              <a:gd name="connsiteX187" fmla="*/ 223078 w 607639"/>
              <a:gd name="connsiteY187" fmla="*/ 55812 h 414642"/>
              <a:gd name="connsiteX188" fmla="*/ 195181 w 607639"/>
              <a:gd name="connsiteY188" fmla="*/ 51073 h 414642"/>
              <a:gd name="connsiteX189" fmla="*/ 449651 w 607639"/>
              <a:gd name="connsiteY189" fmla="*/ 41472 h 414642"/>
              <a:gd name="connsiteX190" fmla="*/ 452682 w 607639"/>
              <a:gd name="connsiteY190" fmla="*/ 43516 h 414642"/>
              <a:gd name="connsiteX191" fmla="*/ 455712 w 607639"/>
              <a:gd name="connsiteY191" fmla="*/ 50626 h 414642"/>
              <a:gd name="connsiteX192" fmla="*/ 452682 w 607639"/>
              <a:gd name="connsiteY192" fmla="*/ 57647 h 414642"/>
              <a:gd name="connsiteX193" fmla="*/ 445551 w 607639"/>
              <a:gd name="connsiteY193" fmla="*/ 60757 h 414642"/>
              <a:gd name="connsiteX194" fmla="*/ 438509 w 607639"/>
              <a:gd name="connsiteY194" fmla="*/ 57647 h 414642"/>
              <a:gd name="connsiteX195" fmla="*/ 435389 w 607639"/>
              <a:gd name="connsiteY195" fmla="*/ 50626 h 414642"/>
              <a:gd name="connsiteX196" fmla="*/ 438509 w 607639"/>
              <a:gd name="connsiteY196" fmla="*/ 43516 h 414642"/>
              <a:gd name="connsiteX197" fmla="*/ 449651 w 607639"/>
              <a:gd name="connsiteY197" fmla="*/ 41472 h 414642"/>
              <a:gd name="connsiteX198" fmla="*/ 486030 w 607639"/>
              <a:gd name="connsiteY198" fmla="*/ 40505 h 414642"/>
              <a:gd name="connsiteX199" fmla="*/ 516494 w 607639"/>
              <a:gd name="connsiteY199" fmla="*/ 40505 h 414642"/>
              <a:gd name="connsiteX200" fmla="*/ 526559 w 607639"/>
              <a:gd name="connsiteY200" fmla="*/ 50631 h 414642"/>
              <a:gd name="connsiteX201" fmla="*/ 516494 w 607639"/>
              <a:gd name="connsiteY201" fmla="*/ 60757 h 414642"/>
              <a:gd name="connsiteX202" fmla="*/ 486030 w 607639"/>
              <a:gd name="connsiteY202" fmla="*/ 60757 h 414642"/>
              <a:gd name="connsiteX203" fmla="*/ 475964 w 607639"/>
              <a:gd name="connsiteY203" fmla="*/ 50631 h 414642"/>
              <a:gd name="connsiteX204" fmla="*/ 486030 w 607639"/>
              <a:gd name="connsiteY204" fmla="*/ 40505 h 414642"/>
              <a:gd name="connsiteX205" fmla="*/ 384851 w 607639"/>
              <a:gd name="connsiteY205" fmla="*/ 40505 h 414642"/>
              <a:gd name="connsiteX206" fmla="*/ 405059 w 607639"/>
              <a:gd name="connsiteY206" fmla="*/ 40505 h 414642"/>
              <a:gd name="connsiteX207" fmla="*/ 415207 w 607639"/>
              <a:gd name="connsiteY207" fmla="*/ 50631 h 414642"/>
              <a:gd name="connsiteX208" fmla="*/ 405059 w 607639"/>
              <a:gd name="connsiteY208" fmla="*/ 60757 h 414642"/>
              <a:gd name="connsiteX209" fmla="*/ 384851 w 607639"/>
              <a:gd name="connsiteY209" fmla="*/ 60757 h 414642"/>
              <a:gd name="connsiteX210" fmla="*/ 374702 w 607639"/>
              <a:gd name="connsiteY210" fmla="*/ 50631 h 414642"/>
              <a:gd name="connsiteX211" fmla="*/ 384851 w 607639"/>
              <a:gd name="connsiteY211" fmla="*/ 40505 h 414642"/>
              <a:gd name="connsiteX212" fmla="*/ 70855 w 607639"/>
              <a:gd name="connsiteY212" fmla="*/ 20176 h 414642"/>
              <a:gd name="connsiteX213" fmla="*/ 60798 w 607639"/>
              <a:gd name="connsiteY213" fmla="*/ 30308 h 414642"/>
              <a:gd name="connsiteX214" fmla="*/ 60798 w 607639"/>
              <a:gd name="connsiteY214" fmla="*/ 343788 h 414642"/>
              <a:gd name="connsiteX215" fmla="*/ 222783 w 607639"/>
              <a:gd name="connsiteY215" fmla="*/ 343788 h 414642"/>
              <a:gd name="connsiteX216" fmla="*/ 232929 w 607639"/>
              <a:gd name="connsiteY216" fmla="*/ 353920 h 414642"/>
              <a:gd name="connsiteX217" fmla="*/ 232929 w 607639"/>
              <a:gd name="connsiteY217" fmla="*/ 364052 h 414642"/>
              <a:gd name="connsiteX218" fmla="*/ 374711 w 607639"/>
              <a:gd name="connsiteY218" fmla="*/ 364052 h 414642"/>
              <a:gd name="connsiteX219" fmla="*/ 374711 w 607639"/>
              <a:gd name="connsiteY219" fmla="*/ 353920 h 414642"/>
              <a:gd name="connsiteX220" fmla="*/ 384857 w 607639"/>
              <a:gd name="connsiteY220" fmla="*/ 343788 h 414642"/>
              <a:gd name="connsiteX221" fmla="*/ 546843 w 607639"/>
              <a:gd name="connsiteY221" fmla="*/ 343788 h 414642"/>
              <a:gd name="connsiteX222" fmla="*/ 546843 w 607639"/>
              <a:gd name="connsiteY222" fmla="*/ 30308 h 414642"/>
              <a:gd name="connsiteX223" fmla="*/ 536696 w 607639"/>
              <a:gd name="connsiteY223" fmla="*/ 20176 h 414642"/>
              <a:gd name="connsiteX224" fmla="*/ 70855 w 607639"/>
              <a:gd name="connsiteY224" fmla="*/ 0 h 414642"/>
              <a:gd name="connsiteX225" fmla="*/ 536696 w 607639"/>
              <a:gd name="connsiteY225" fmla="*/ 0 h 414642"/>
              <a:gd name="connsiteX226" fmla="*/ 567135 w 607639"/>
              <a:gd name="connsiteY226" fmla="*/ 30308 h 414642"/>
              <a:gd name="connsiteX227" fmla="*/ 567135 w 607639"/>
              <a:gd name="connsiteY227" fmla="*/ 343794 h 414642"/>
              <a:gd name="connsiteX228" fmla="*/ 384859 w 607639"/>
              <a:gd name="connsiteY228" fmla="*/ 343794 h 414642"/>
              <a:gd name="connsiteX229" fmla="*/ 374712 w 607639"/>
              <a:gd name="connsiteY229" fmla="*/ 353928 h 414642"/>
              <a:gd name="connsiteX230" fmla="*/ 374712 w 607639"/>
              <a:gd name="connsiteY230" fmla="*/ 364062 h 414642"/>
              <a:gd name="connsiteX231" fmla="*/ 232927 w 607639"/>
              <a:gd name="connsiteY231" fmla="*/ 364062 h 414642"/>
              <a:gd name="connsiteX232" fmla="*/ 232927 w 607639"/>
              <a:gd name="connsiteY232" fmla="*/ 353928 h 414642"/>
              <a:gd name="connsiteX233" fmla="*/ 222780 w 607639"/>
              <a:gd name="connsiteY233" fmla="*/ 343794 h 414642"/>
              <a:gd name="connsiteX234" fmla="*/ 40505 w 607639"/>
              <a:gd name="connsiteY234" fmla="*/ 343794 h 414642"/>
              <a:gd name="connsiteX235" fmla="*/ 40505 w 607639"/>
              <a:gd name="connsiteY235" fmla="*/ 30308 h 414642"/>
              <a:gd name="connsiteX236" fmla="*/ 70855 w 607639"/>
              <a:gd name="connsiteY236" fmla="*/ 0 h 41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Lst>
            <a:rect l="l" t="t" r="r" b="b"/>
            <a:pathLst>
              <a:path w="607639" h="414642">
                <a:moveTo>
                  <a:pt x="20293" y="364062"/>
                </a:moveTo>
                <a:lnTo>
                  <a:pt x="20293" y="384241"/>
                </a:lnTo>
                <a:cubicBezTo>
                  <a:pt x="20293" y="390374"/>
                  <a:pt x="24298" y="394374"/>
                  <a:pt x="30351" y="394374"/>
                </a:cubicBezTo>
                <a:lnTo>
                  <a:pt x="577199" y="394374"/>
                </a:lnTo>
                <a:cubicBezTo>
                  <a:pt x="583341" y="394374"/>
                  <a:pt x="587346" y="390374"/>
                  <a:pt x="587346" y="384241"/>
                </a:cubicBezTo>
                <a:lnTo>
                  <a:pt x="587346" y="364062"/>
                </a:lnTo>
                <a:lnTo>
                  <a:pt x="394917" y="364062"/>
                </a:lnTo>
                <a:lnTo>
                  <a:pt x="394917" y="374196"/>
                </a:lnTo>
                <a:cubicBezTo>
                  <a:pt x="394917" y="380240"/>
                  <a:pt x="390911" y="384241"/>
                  <a:pt x="384859" y="384241"/>
                </a:cubicBezTo>
                <a:lnTo>
                  <a:pt x="222780" y="384241"/>
                </a:lnTo>
                <a:cubicBezTo>
                  <a:pt x="216728" y="384241"/>
                  <a:pt x="212634" y="380240"/>
                  <a:pt x="212634" y="374196"/>
                </a:cubicBezTo>
                <a:lnTo>
                  <a:pt x="212634" y="364062"/>
                </a:lnTo>
                <a:close/>
                <a:moveTo>
                  <a:pt x="10146" y="343794"/>
                </a:moveTo>
                <a:lnTo>
                  <a:pt x="40505" y="343794"/>
                </a:lnTo>
                <a:lnTo>
                  <a:pt x="40505" y="353920"/>
                </a:lnTo>
                <a:cubicBezTo>
                  <a:pt x="40505" y="359964"/>
                  <a:pt x="44599" y="364052"/>
                  <a:pt x="50652" y="364052"/>
                </a:cubicBezTo>
                <a:lnTo>
                  <a:pt x="212637" y="364052"/>
                </a:lnTo>
                <a:lnTo>
                  <a:pt x="212637" y="374185"/>
                </a:lnTo>
                <a:cubicBezTo>
                  <a:pt x="212637" y="380229"/>
                  <a:pt x="216731" y="384228"/>
                  <a:pt x="222783" y="384228"/>
                </a:cubicBezTo>
                <a:lnTo>
                  <a:pt x="384857" y="384228"/>
                </a:lnTo>
                <a:cubicBezTo>
                  <a:pt x="390910" y="384228"/>
                  <a:pt x="394915" y="380229"/>
                  <a:pt x="394915" y="374185"/>
                </a:cubicBezTo>
                <a:lnTo>
                  <a:pt x="394915" y="364052"/>
                </a:lnTo>
                <a:lnTo>
                  <a:pt x="556989" y="364052"/>
                </a:lnTo>
                <a:cubicBezTo>
                  <a:pt x="563041" y="364052"/>
                  <a:pt x="567135" y="359964"/>
                  <a:pt x="567135" y="353920"/>
                </a:cubicBezTo>
                <a:lnTo>
                  <a:pt x="567135" y="343794"/>
                </a:lnTo>
                <a:lnTo>
                  <a:pt x="597493" y="343794"/>
                </a:lnTo>
                <a:cubicBezTo>
                  <a:pt x="603545" y="343794"/>
                  <a:pt x="607639" y="347883"/>
                  <a:pt x="607639" y="353928"/>
                </a:cubicBezTo>
                <a:lnTo>
                  <a:pt x="607639" y="384241"/>
                </a:lnTo>
                <a:cubicBezTo>
                  <a:pt x="607639" y="401486"/>
                  <a:pt x="594466" y="414642"/>
                  <a:pt x="577199" y="414642"/>
                </a:cubicBezTo>
                <a:lnTo>
                  <a:pt x="30351" y="414642"/>
                </a:lnTo>
                <a:cubicBezTo>
                  <a:pt x="13173" y="414642"/>
                  <a:pt x="0" y="401486"/>
                  <a:pt x="0" y="384241"/>
                </a:cubicBezTo>
                <a:lnTo>
                  <a:pt x="0" y="353928"/>
                </a:lnTo>
                <a:cubicBezTo>
                  <a:pt x="0" y="347883"/>
                  <a:pt x="4094" y="343794"/>
                  <a:pt x="10146" y="343794"/>
                </a:cubicBezTo>
                <a:close/>
                <a:moveTo>
                  <a:pt x="354415" y="262926"/>
                </a:moveTo>
                <a:cubicBezTo>
                  <a:pt x="360455" y="262926"/>
                  <a:pt x="364541" y="267016"/>
                  <a:pt x="364541" y="273063"/>
                </a:cubicBezTo>
                <a:lnTo>
                  <a:pt x="364541" y="303384"/>
                </a:lnTo>
                <a:cubicBezTo>
                  <a:pt x="364541" y="309431"/>
                  <a:pt x="360455" y="313521"/>
                  <a:pt x="354415" y="313521"/>
                </a:cubicBezTo>
                <a:cubicBezTo>
                  <a:pt x="348375" y="313521"/>
                  <a:pt x="344289" y="309431"/>
                  <a:pt x="344289" y="303384"/>
                </a:cubicBezTo>
                <a:lnTo>
                  <a:pt x="344289" y="273063"/>
                </a:lnTo>
                <a:cubicBezTo>
                  <a:pt x="344289" y="267016"/>
                  <a:pt x="348375" y="262926"/>
                  <a:pt x="354415" y="262926"/>
                </a:cubicBezTo>
                <a:close/>
                <a:moveTo>
                  <a:pt x="274426" y="252429"/>
                </a:moveTo>
                <a:lnTo>
                  <a:pt x="274426" y="253836"/>
                </a:lnTo>
                <a:lnTo>
                  <a:pt x="268732" y="256281"/>
                </a:lnTo>
                <a:close/>
                <a:moveTo>
                  <a:pt x="435415" y="242745"/>
                </a:moveTo>
                <a:cubicBezTo>
                  <a:pt x="441549" y="242745"/>
                  <a:pt x="445550" y="246746"/>
                  <a:pt x="445550" y="252793"/>
                </a:cubicBezTo>
                <a:lnTo>
                  <a:pt x="445550" y="303386"/>
                </a:lnTo>
                <a:cubicBezTo>
                  <a:pt x="445550" y="309432"/>
                  <a:pt x="441549" y="313522"/>
                  <a:pt x="435415" y="313522"/>
                </a:cubicBezTo>
                <a:cubicBezTo>
                  <a:pt x="429369" y="313522"/>
                  <a:pt x="425368" y="309432"/>
                  <a:pt x="425368" y="303386"/>
                </a:cubicBezTo>
                <a:lnTo>
                  <a:pt x="425368" y="252793"/>
                </a:lnTo>
                <a:cubicBezTo>
                  <a:pt x="425368" y="246746"/>
                  <a:pt x="429369" y="242745"/>
                  <a:pt x="435415" y="242745"/>
                </a:cubicBezTo>
                <a:close/>
                <a:moveTo>
                  <a:pt x="394911" y="222493"/>
                </a:moveTo>
                <a:cubicBezTo>
                  <a:pt x="401045" y="222493"/>
                  <a:pt x="405046" y="226582"/>
                  <a:pt x="405046" y="232627"/>
                </a:cubicBezTo>
                <a:lnTo>
                  <a:pt x="405046" y="303388"/>
                </a:lnTo>
                <a:cubicBezTo>
                  <a:pt x="405046" y="309433"/>
                  <a:pt x="401045" y="313522"/>
                  <a:pt x="394911" y="313522"/>
                </a:cubicBezTo>
                <a:cubicBezTo>
                  <a:pt x="388865" y="313522"/>
                  <a:pt x="384864" y="309433"/>
                  <a:pt x="384864" y="303388"/>
                </a:cubicBezTo>
                <a:lnTo>
                  <a:pt x="384864" y="232627"/>
                </a:lnTo>
                <a:cubicBezTo>
                  <a:pt x="384864" y="226582"/>
                  <a:pt x="388865" y="222493"/>
                  <a:pt x="394911" y="222493"/>
                </a:cubicBezTo>
                <a:close/>
                <a:moveTo>
                  <a:pt x="516514" y="212331"/>
                </a:moveTo>
                <a:cubicBezTo>
                  <a:pt x="522559" y="212331"/>
                  <a:pt x="526560" y="216421"/>
                  <a:pt x="526560" y="222468"/>
                </a:cubicBezTo>
                <a:lnTo>
                  <a:pt x="526560" y="303385"/>
                </a:lnTo>
                <a:cubicBezTo>
                  <a:pt x="526560" y="309432"/>
                  <a:pt x="522559" y="313522"/>
                  <a:pt x="516514" y="313522"/>
                </a:cubicBezTo>
                <a:cubicBezTo>
                  <a:pt x="510379" y="313522"/>
                  <a:pt x="506378" y="309432"/>
                  <a:pt x="506378" y="303385"/>
                </a:cubicBezTo>
                <a:lnTo>
                  <a:pt x="506378" y="222468"/>
                </a:lnTo>
                <a:cubicBezTo>
                  <a:pt x="506378" y="216421"/>
                  <a:pt x="510379" y="212331"/>
                  <a:pt x="516514" y="212331"/>
                </a:cubicBezTo>
                <a:close/>
                <a:moveTo>
                  <a:pt x="311213" y="180188"/>
                </a:moveTo>
                <a:lnTo>
                  <a:pt x="304717" y="211903"/>
                </a:lnTo>
                <a:cubicBezTo>
                  <a:pt x="298781" y="225796"/>
                  <a:pt x="290203" y="238347"/>
                  <a:pt x="279633" y="248906"/>
                </a:cubicBezTo>
                <a:lnTo>
                  <a:pt x="274426" y="252429"/>
                </a:lnTo>
                <a:lnTo>
                  <a:pt x="274426" y="239622"/>
                </a:lnTo>
                <a:lnTo>
                  <a:pt x="266991" y="232204"/>
                </a:lnTo>
                <a:lnTo>
                  <a:pt x="286105" y="204050"/>
                </a:lnTo>
                <a:lnTo>
                  <a:pt x="290618" y="182059"/>
                </a:lnTo>
                <a:lnTo>
                  <a:pt x="303796" y="182059"/>
                </a:lnTo>
                <a:close/>
                <a:moveTo>
                  <a:pt x="185290" y="178985"/>
                </a:moveTo>
                <a:lnTo>
                  <a:pt x="192421" y="182059"/>
                </a:lnTo>
                <a:lnTo>
                  <a:pt x="216731" y="182059"/>
                </a:lnTo>
                <a:lnTo>
                  <a:pt x="266991" y="232204"/>
                </a:lnTo>
                <a:lnTo>
                  <a:pt x="265358" y="234609"/>
                </a:lnTo>
                <a:lnTo>
                  <a:pt x="250836" y="244426"/>
                </a:lnTo>
                <a:lnTo>
                  <a:pt x="185290" y="179031"/>
                </a:lnTo>
                <a:close/>
                <a:moveTo>
                  <a:pt x="476009" y="171897"/>
                </a:moveTo>
                <a:cubicBezTo>
                  <a:pt x="482054" y="171897"/>
                  <a:pt x="486055" y="175987"/>
                  <a:pt x="486055" y="182032"/>
                </a:cubicBezTo>
                <a:lnTo>
                  <a:pt x="486055" y="303387"/>
                </a:lnTo>
                <a:cubicBezTo>
                  <a:pt x="486055" y="309433"/>
                  <a:pt x="482054" y="313522"/>
                  <a:pt x="476009" y="313522"/>
                </a:cubicBezTo>
                <a:cubicBezTo>
                  <a:pt x="469874" y="313522"/>
                  <a:pt x="465873" y="309433"/>
                  <a:pt x="465873" y="303387"/>
                </a:cubicBezTo>
                <a:lnTo>
                  <a:pt x="465873" y="182032"/>
                </a:lnTo>
                <a:cubicBezTo>
                  <a:pt x="465873" y="175987"/>
                  <a:pt x="469874" y="171897"/>
                  <a:pt x="476009" y="171897"/>
                </a:cubicBezTo>
                <a:close/>
                <a:moveTo>
                  <a:pt x="313921" y="166965"/>
                </a:moveTo>
                <a:lnTo>
                  <a:pt x="314925" y="172904"/>
                </a:lnTo>
                <a:cubicBezTo>
                  <a:pt x="314925" y="176015"/>
                  <a:pt x="313946" y="177971"/>
                  <a:pt x="311898" y="180015"/>
                </a:cubicBezTo>
                <a:lnTo>
                  <a:pt x="311213" y="180188"/>
                </a:lnTo>
                <a:close/>
                <a:moveTo>
                  <a:pt x="313685" y="165567"/>
                </a:moveTo>
                <a:lnTo>
                  <a:pt x="313946" y="166842"/>
                </a:lnTo>
                <a:lnTo>
                  <a:pt x="313921" y="166965"/>
                </a:lnTo>
                <a:close/>
                <a:moveTo>
                  <a:pt x="286557" y="131875"/>
                </a:moveTo>
                <a:lnTo>
                  <a:pt x="293736" y="161794"/>
                </a:lnTo>
                <a:lnTo>
                  <a:pt x="292704" y="161794"/>
                </a:lnTo>
                <a:close/>
                <a:moveTo>
                  <a:pt x="285987" y="129499"/>
                </a:moveTo>
                <a:lnTo>
                  <a:pt x="286105" y="129672"/>
                </a:lnTo>
                <a:lnTo>
                  <a:pt x="286557" y="131875"/>
                </a:lnTo>
                <a:close/>
                <a:moveTo>
                  <a:pt x="304744" y="121927"/>
                </a:moveTo>
                <a:lnTo>
                  <a:pt x="306857" y="125153"/>
                </a:lnTo>
                <a:lnTo>
                  <a:pt x="313685" y="165567"/>
                </a:lnTo>
                <a:close/>
                <a:moveTo>
                  <a:pt x="303006" y="119273"/>
                </a:moveTo>
                <a:lnTo>
                  <a:pt x="304717" y="121796"/>
                </a:lnTo>
                <a:lnTo>
                  <a:pt x="304744" y="121927"/>
                </a:lnTo>
                <a:close/>
                <a:moveTo>
                  <a:pt x="266335" y="100547"/>
                </a:moveTo>
                <a:lnTo>
                  <a:pt x="285579" y="127797"/>
                </a:lnTo>
                <a:lnTo>
                  <a:pt x="285987" y="129499"/>
                </a:lnTo>
                <a:close/>
                <a:moveTo>
                  <a:pt x="263955" y="98160"/>
                </a:moveTo>
                <a:lnTo>
                  <a:pt x="265358" y="99109"/>
                </a:lnTo>
                <a:lnTo>
                  <a:pt x="266335" y="100547"/>
                </a:lnTo>
                <a:lnTo>
                  <a:pt x="265336" y="99133"/>
                </a:lnTo>
                <a:close/>
                <a:moveTo>
                  <a:pt x="518470" y="91029"/>
                </a:moveTo>
                <a:cubicBezTo>
                  <a:pt x="519537" y="91029"/>
                  <a:pt x="519537" y="91029"/>
                  <a:pt x="520515" y="92007"/>
                </a:cubicBezTo>
                <a:cubicBezTo>
                  <a:pt x="521581" y="92007"/>
                  <a:pt x="521581" y="93074"/>
                  <a:pt x="522559" y="93074"/>
                </a:cubicBezTo>
                <a:cubicBezTo>
                  <a:pt x="523537" y="93074"/>
                  <a:pt x="523537" y="94052"/>
                  <a:pt x="524604" y="94052"/>
                </a:cubicBezTo>
                <a:cubicBezTo>
                  <a:pt x="525582" y="96097"/>
                  <a:pt x="526560" y="98142"/>
                  <a:pt x="526560" y="101165"/>
                </a:cubicBezTo>
                <a:cubicBezTo>
                  <a:pt x="526560" y="104187"/>
                  <a:pt x="525582" y="106232"/>
                  <a:pt x="523537" y="108188"/>
                </a:cubicBezTo>
                <a:cubicBezTo>
                  <a:pt x="523537" y="108188"/>
                  <a:pt x="522559" y="109255"/>
                  <a:pt x="521581" y="109255"/>
                </a:cubicBezTo>
                <a:cubicBezTo>
                  <a:pt x="521581" y="109255"/>
                  <a:pt x="520515" y="110233"/>
                  <a:pt x="519537" y="110233"/>
                </a:cubicBezTo>
                <a:cubicBezTo>
                  <a:pt x="518470" y="110233"/>
                  <a:pt x="518470" y="110233"/>
                  <a:pt x="517492" y="111211"/>
                </a:cubicBezTo>
                <a:lnTo>
                  <a:pt x="516514" y="111211"/>
                </a:lnTo>
                <a:cubicBezTo>
                  <a:pt x="513491" y="111211"/>
                  <a:pt x="511446" y="110233"/>
                  <a:pt x="509401" y="108188"/>
                </a:cubicBezTo>
                <a:cubicBezTo>
                  <a:pt x="508423" y="107210"/>
                  <a:pt x="507356" y="106232"/>
                  <a:pt x="507356" y="105165"/>
                </a:cubicBezTo>
                <a:cubicBezTo>
                  <a:pt x="507356" y="104187"/>
                  <a:pt x="506378" y="103121"/>
                  <a:pt x="506378" y="101165"/>
                </a:cubicBezTo>
                <a:cubicBezTo>
                  <a:pt x="506378" y="98142"/>
                  <a:pt x="507356" y="96097"/>
                  <a:pt x="509401" y="94052"/>
                </a:cubicBezTo>
                <a:cubicBezTo>
                  <a:pt x="511446" y="92007"/>
                  <a:pt x="515447" y="91029"/>
                  <a:pt x="518470" y="91029"/>
                </a:cubicBezTo>
                <a:close/>
                <a:moveTo>
                  <a:pt x="384846" y="91029"/>
                </a:moveTo>
                <a:lnTo>
                  <a:pt x="465819" y="91029"/>
                </a:lnTo>
                <a:cubicBezTo>
                  <a:pt x="471870" y="91029"/>
                  <a:pt x="475963" y="95030"/>
                  <a:pt x="475963" y="101165"/>
                </a:cubicBezTo>
                <a:cubicBezTo>
                  <a:pt x="475963" y="107210"/>
                  <a:pt x="471870" y="111211"/>
                  <a:pt x="465819" y="111211"/>
                </a:cubicBezTo>
                <a:lnTo>
                  <a:pt x="384846" y="111211"/>
                </a:lnTo>
                <a:cubicBezTo>
                  <a:pt x="378706" y="111211"/>
                  <a:pt x="374702" y="107210"/>
                  <a:pt x="374702" y="101165"/>
                </a:cubicBezTo>
                <a:cubicBezTo>
                  <a:pt x="374702" y="95030"/>
                  <a:pt x="378706" y="91029"/>
                  <a:pt x="384846" y="91029"/>
                </a:cubicBezTo>
                <a:close/>
                <a:moveTo>
                  <a:pt x="234861" y="78470"/>
                </a:moveTo>
                <a:lnTo>
                  <a:pt x="236624" y="78890"/>
                </a:lnTo>
                <a:lnTo>
                  <a:pt x="263955" y="98160"/>
                </a:lnTo>
                <a:close/>
                <a:moveTo>
                  <a:pt x="233277" y="78093"/>
                </a:moveTo>
                <a:lnTo>
                  <a:pt x="234749" y="78395"/>
                </a:lnTo>
                <a:lnTo>
                  <a:pt x="234861" y="78470"/>
                </a:lnTo>
                <a:close/>
                <a:moveTo>
                  <a:pt x="264684" y="74721"/>
                </a:moveTo>
                <a:lnTo>
                  <a:pt x="280560" y="85001"/>
                </a:lnTo>
                <a:lnTo>
                  <a:pt x="303006" y="119273"/>
                </a:lnTo>
                <a:lnTo>
                  <a:pt x="279633" y="84823"/>
                </a:lnTo>
                <a:close/>
                <a:moveTo>
                  <a:pt x="202570" y="70780"/>
                </a:moveTo>
                <a:lnTo>
                  <a:pt x="233277" y="78093"/>
                </a:lnTo>
                <a:lnTo>
                  <a:pt x="202570" y="71804"/>
                </a:lnTo>
                <a:close/>
                <a:moveTo>
                  <a:pt x="197522" y="70770"/>
                </a:moveTo>
                <a:lnTo>
                  <a:pt x="202570" y="71804"/>
                </a:lnTo>
                <a:lnTo>
                  <a:pt x="202570" y="161794"/>
                </a:lnTo>
                <a:lnTo>
                  <a:pt x="292704" y="161794"/>
                </a:lnTo>
                <a:lnTo>
                  <a:pt x="293741" y="166842"/>
                </a:lnTo>
                <a:lnTo>
                  <a:pt x="290618" y="182059"/>
                </a:lnTo>
                <a:lnTo>
                  <a:pt x="216731" y="182059"/>
                </a:lnTo>
                <a:lnTo>
                  <a:pt x="199449" y="164816"/>
                </a:lnTo>
                <a:cubicBezTo>
                  <a:pt x="195442" y="160818"/>
                  <a:pt x="189386" y="160818"/>
                  <a:pt x="185290" y="164816"/>
                </a:cubicBezTo>
                <a:lnTo>
                  <a:pt x="185290" y="178985"/>
                </a:lnTo>
                <a:lnTo>
                  <a:pt x="185076" y="178893"/>
                </a:lnTo>
                <a:cubicBezTo>
                  <a:pt x="183295" y="176993"/>
                  <a:pt x="182271" y="174460"/>
                  <a:pt x="182271" y="171927"/>
                </a:cubicBezTo>
                <a:lnTo>
                  <a:pt x="182271" y="73890"/>
                </a:lnTo>
                <a:close/>
                <a:moveTo>
                  <a:pt x="241194" y="59511"/>
                </a:moveTo>
                <a:lnTo>
                  <a:pt x="242600" y="59798"/>
                </a:lnTo>
                <a:lnTo>
                  <a:pt x="264684" y="74721"/>
                </a:lnTo>
                <a:close/>
                <a:moveTo>
                  <a:pt x="223078" y="55812"/>
                </a:moveTo>
                <a:lnTo>
                  <a:pt x="239895" y="58670"/>
                </a:lnTo>
                <a:lnTo>
                  <a:pt x="241194" y="59511"/>
                </a:lnTo>
                <a:close/>
                <a:moveTo>
                  <a:pt x="187739" y="52590"/>
                </a:moveTo>
                <a:lnTo>
                  <a:pt x="185298" y="53626"/>
                </a:lnTo>
                <a:cubicBezTo>
                  <a:pt x="183251" y="55670"/>
                  <a:pt x="182271" y="57625"/>
                  <a:pt x="182271" y="60736"/>
                </a:cubicBezTo>
                <a:lnTo>
                  <a:pt x="182271" y="73890"/>
                </a:lnTo>
                <a:lnTo>
                  <a:pt x="160258" y="78395"/>
                </a:lnTo>
                <a:cubicBezTo>
                  <a:pt x="125786" y="93105"/>
                  <a:pt x="101303" y="127449"/>
                  <a:pt x="101303" y="166842"/>
                </a:cubicBezTo>
                <a:cubicBezTo>
                  <a:pt x="101303" y="219456"/>
                  <a:pt x="144829" y="262915"/>
                  <a:pt x="197522" y="262915"/>
                </a:cubicBezTo>
                <a:cubicBezTo>
                  <a:pt x="210673" y="262915"/>
                  <a:pt x="223263" y="260199"/>
                  <a:pt x="234749" y="255302"/>
                </a:cubicBezTo>
                <a:lnTo>
                  <a:pt x="250836" y="244426"/>
                </a:lnTo>
                <a:lnTo>
                  <a:pt x="260268" y="253836"/>
                </a:lnTo>
                <a:cubicBezTo>
                  <a:pt x="262316" y="255791"/>
                  <a:pt x="264364" y="256857"/>
                  <a:pt x="267391" y="256857"/>
                </a:cubicBezTo>
                <a:lnTo>
                  <a:pt x="268732" y="256281"/>
                </a:lnTo>
                <a:lnTo>
                  <a:pt x="242600" y="273962"/>
                </a:lnTo>
                <a:cubicBezTo>
                  <a:pt x="228698" y="279890"/>
                  <a:pt x="213455" y="283178"/>
                  <a:pt x="197522" y="283178"/>
                </a:cubicBezTo>
                <a:cubicBezTo>
                  <a:pt x="133703" y="283178"/>
                  <a:pt x="81009" y="230565"/>
                  <a:pt x="81009" y="166842"/>
                </a:cubicBezTo>
                <a:cubicBezTo>
                  <a:pt x="81009" y="119050"/>
                  <a:pt x="110649" y="77557"/>
                  <a:pt x="152393" y="59798"/>
                </a:cubicBezTo>
                <a:close/>
                <a:moveTo>
                  <a:pt x="192421" y="50604"/>
                </a:moveTo>
                <a:lnTo>
                  <a:pt x="195181" y="51073"/>
                </a:lnTo>
                <a:lnTo>
                  <a:pt x="187739" y="52590"/>
                </a:lnTo>
                <a:close/>
                <a:moveTo>
                  <a:pt x="197522" y="50595"/>
                </a:moveTo>
                <a:lnTo>
                  <a:pt x="223078" y="55812"/>
                </a:lnTo>
                <a:lnTo>
                  <a:pt x="195181" y="51073"/>
                </a:lnTo>
                <a:close/>
                <a:moveTo>
                  <a:pt x="449651" y="41472"/>
                </a:moveTo>
                <a:cubicBezTo>
                  <a:pt x="450631" y="42539"/>
                  <a:pt x="451612" y="42539"/>
                  <a:pt x="452682" y="43516"/>
                </a:cubicBezTo>
                <a:cubicBezTo>
                  <a:pt x="454732" y="45560"/>
                  <a:pt x="455712" y="47604"/>
                  <a:pt x="455712" y="50626"/>
                </a:cubicBezTo>
                <a:cubicBezTo>
                  <a:pt x="455712" y="53648"/>
                  <a:pt x="454732" y="55692"/>
                  <a:pt x="452682" y="57647"/>
                </a:cubicBezTo>
                <a:cubicBezTo>
                  <a:pt x="450631" y="59691"/>
                  <a:pt x="448581" y="60757"/>
                  <a:pt x="445551" y="60757"/>
                </a:cubicBezTo>
                <a:cubicBezTo>
                  <a:pt x="442520" y="60757"/>
                  <a:pt x="440470" y="59691"/>
                  <a:pt x="438509" y="57647"/>
                </a:cubicBezTo>
                <a:cubicBezTo>
                  <a:pt x="436459" y="55692"/>
                  <a:pt x="435389" y="53648"/>
                  <a:pt x="435389" y="50626"/>
                </a:cubicBezTo>
                <a:cubicBezTo>
                  <a:pt x="435389" y="47604"/>
                  <a:pt x="436459" y="45560"/>
                  <a:pt x="438509" y="43516"/>
                </a:cubicBezTo>
                <a:cubicBezTo>
                  <a:pt x="441540" y="40495"/>
                  <a:pt x="445551" y="39517"/>
                  <a:pt x="449651" y="41472"/>
                </a:cubicBezTo>
                <a:close/>
                <a:moveTo>
                  <a:pt x="486030" y="40505"/>
                </a:moveTo>
                <a:lnTo>
                  <a:pt x="516494" y="40505"/>
                </a:lnTo>
                <a:cubicBezTo>
                  <a:pt x="522551" y="40505"/>
                  <a:pt x="526559" y="44591"/>
                  <a:pt x="526559" y="50631"/>
                </a:cubicBezTo>
                <a:cubicBezTo>
                  <a:pt x="526559" y="56671"/>
                  <a:pt x="522551" y="60757"/>
                  <a:pt x="516494" y="60757"/>
                </a:cubicBezTo>
                <a:lnTo>
                  <a:pt x="486030" y="60757"/>
                </a:lnTo>
                <a:cubicBezTo>
                  <a:pt x="479973" y="60757"/>
                  <a:pt x="475964" y="56671"/>
                  <a:pt x="475964" y="50631"/>
                </a:cubicBezTo>
                <a:cubicBezTo>
                  <a:pt x="475964" y="44591"/>
                  <a:pt x="479973" y="40505"/>
                  <a:pt x="486030" y="40505"/>
                </a:cubicBezTo>
                <a:close/>
                <a:moveTo>
                  <a:pt x="384851" y="40505"/>
                </a:moveTo>
                <a:lnTo>
                  <a:pt x="405059" y="40505"/>
                </a:lnTo>
                <a:cubicBezTo>
                  <a:pt x="411112" y="40505"/>
                  <a:pt x="415207" y="44591"/>
                  <a:pt x="415207" y="50631"/>
                </a:cubicBezTo>
                <a:cubicBezTo>
                  <a:pt x="415207" y="56671"/>
                  <a:pt x="411112" y="60757"/>
                  <a:pt x="405059" y="60757"/>
                </a:cubicBezTo>
                <a:lnTo>
                  <a:pt x="384851" y="60757"/>
                </a:lnTo>
                <a:cubicBezTo>
                  <a:pt x="378708" y="60757"/>
                  <a:pt x="374702" y="56671"/>
                  <a:pt x="374702" y="50631"/>
                </a:cubicBezTo>
                <a:cubicBezTo>
                  <a:pt x="374702" y="44591"/>
                  <a:pt x="378708" y="40505"/>
                  <a:pt x="384851" y="40505"/>
                </a:cubicBezTo>
                <a:close/>
                <a:moveTo>
                  <a:pt x="70855" y="20176"/>
                </a:moveTo>
                <a:cubicBezTo>
                  <a:pt x="64803" y="20176"/>
                  <a:pt x="60798" y="24264"/>
                  <a:pt x="60798" y="30308"/>
                </a:cubicBezTo>
                <a:lnTo>
                  <a:pt x="60798" y="343788"/>
                </a:lnTo>
                <a:lnTo>
                  <a:pt x="222783" y="343788"/>
                </a:lnTo>
                <a:cubicBezTo>
                  <a:pt x="228835" y="343788"/>
                  <a:pt x="232929" y="347876"/>
                  <a:pt x="232929" y="353920"/>
                </a:cubicBezTo>
                <a:lnTo>
                  <a:pt x="232929" y="364052"/>
                </a:lnTo>
                <a:lnTo>
                  <a:pt x="374711" y="364052"/>
                </a:lnTo>
                <a:lnTo>
                  <a:pt x="374711" y="353920"/>
                </a:lnTo>
                <a:cubicBezTo>
                  <a:pt x="374711" y="347876"/>
                  <a:pt x="378716" y="343788"/>
                  <a:pt x="384857" y="343788"/>
                </a:cubicBezTo>
                <a:lnTo>
                  <a:pt x="546843" y="343788"/>
                </a:lnTo>
                <a:lnTo>
                  <a:pt x="546843" y="30308"/>
                </a:lnTo>
                <a:cubicBezTo>
                  <a:pt x="546843" y="24264"/>
                  <a:pt x="542748" y="20176"/>
                  <a:pt x="536696" y="20176"/>
                </a:cubicBezTo>
                <a:close/>
                <a:moveTo>
                  <a:pt x="70855" y="0"/>
                </a:moveTo>
                <a:lnTo>
                  <a:pt x="536696" y="0"/>
                </a:lnTo>
                <a:cubicBezTo>
                  <a:pt x="553963" y="0"/>
                  <a:pt x="567135" y="13154"/>
                  <a:pt x="567135" y="30308"/>
                </a:cubicBezTo>
                <a:lnTo>
                  <a:pt x="567135" y="343794"/>
                </a:lnTo>
                <a:lnTo>
                  <a:pt x="384859" y="343794"/>
                </a:lnTo>
                <a:cubicBezTo>
                  <a:pt x="378718" y="343794"/>
                  <a:pt x="374712" y="347883"/>
                  <a:pt x="374712" y="353928"/>
                </a:cubicBezTo>
                <a:lnTo>
                  <a:pt x="374712" y="364062"/>
                </a:lnTo>
                <a:lnTo>
                  <a:pt x="232927" y="364062"/>
                </a:lnTo>
                <a:lnTo>
                  <a:pt x="232927" y="353928"/>
                </a:lnTo>
                <a:cubicBezTo>
                  <a:pt x="232927" y="347883"/>
                  <a:pt x="228833" y="343794"/>
                  <a:pt x="222780" y="343794"/>
                </a:cubicBezTo>
                <a:lnTo>
                  <a:pt x="40505" y="343794"/>
                </a:lnTo>
                <a:lnTo>
                  <a:pt x="40505" y="30308"/>
                </a:lnTo>
                <a:cubicBezTo>
                  <a:pt x="40505" y="13154"/>
                  <a:pt x="53678" y="0"/>
                  <a:pt x="70855" y="0"/>
                </a:cubicBezTo>
                <a:close/>
              </a:path>
            </a:pathLst>
          </a:custGeom>
          <a:solidFill>
            <a:srgbClr val="FFC000"/>
          </a:solidFill>
          <a:ln>
            <a:noFill/>
          </a:ln>
        </p:spPr>
        <p:txBody>
          <a:bodyPr anchor="ctr"/>
          <a:lstStyle/>
          <a:p>
            <a:pPr algn="ctr">
              <a:defRPr/>
            </a:pPr>
            <a:endParaRPr kern="0">
              <a:solidFill>
                <a:srgbClr val="000000"/>
              </a:solidFill>
              <a:latin typeface="Arial" panose="020B0604020202020204"/>
              <a:ea typeface="微软雅黑" panose="020B0503020204020204" pitchFamily="34" charset="-122"/>
            </a:endParaRPr>
          </a:p>
        </p:txBody>
      </p:sp>
      <p:cxnSp>
        <p:nvCxnSpPr>
          <p:cNvPr id="57" name="直接连接符 56"/>
          <p:cNvCxnSpPr/>
          <p:nvPr/>
        </p:nvCxnSpPr>
        <p:spPr>
          <a:xfrm>
            <a:off x="8184232" y="2441865"/>
            <a:ext cx="2890182" cy="0"/>
          </a:xfrm>
          <a:prstGeom prst="line">
            <a:avLst/>
          </a:prstGeom>
          <a:noFill/>
          <a:ln w="3175" cap="rnd" cmpd="sng" algn="ctr">
            <a:solidFill>
              <a:srgbClr val="FFFFFF">
                <a:lumMod val="85000"/>
              </a:srgbClr>
            </a:solidFill>
            <a:prstDash val="solid"/>
            <a:round/>
            <a:headEnd type="none"/>
            <a:tailEnd type="none" w="med" len="med"/>
          </a:ln>
          <a:effectLst/>
        </p:spPr>
      </p:cxnSp>
      <p:cxnSp>
        <p:nvCxnSpPr>
          <p:cNvPr id="58" name="直接连接符 57"/>
          <p:cNvCxnSpPr/>
          <p:nvPr/>
        </p:nvCxnSpPr>
        <p:spPr>
          <a:xfrm>
            <a:off x="8184232" y="3717032"/>
            <a:ext cx="2890182" cy="0"/>
          </a:xfrm>
          <a:prstGeom prst="line">
            <a:avLst/>
          </a:prstGeom>
          <a:noFill/>
          <a:ln w="3175" cap="rnd" cmpd="sng" algn="ctr">
            <a:solidFill>
              <a:srgbClr val="FFFFFF">
                <a:lumMod val="85000"/>
              </a:srgbClr>
            </a:solidFill>
            <a:prstDash val="solid"/>
            <a:round/>
            <a:headEnd type="none"/>
            <a:tailEnd type="none" w="med" len="med"/>
          </a:ln>
          <a:effectLst/>
        </p:spPr>
      </p:cxnSp>
      <p:cxnSp>
        <p:nvCxnSpPr>
          <p:cNvPr id="59" name="直接连接符 58"/>
          <p:cNvCxnSpPr/>
          <p:nvPr/>
        </p:nvCxnSpPr>
        <p:spPr>
          <a:xfrm>
            <a:off x="8184232" y="5013176"/>
            <a:ext cx="2890182" cy="0"/>
          </a:xfrm>
          <a:prstGeom prst="line">
            <a:avLst/>
          </a:prstGeom>
          <a:noFill/>
          <a:ln w="3175" cap="rnd" cmpd="sng" algn="ctr">
            <a:solidFill>
              <a:srgbClr val="FFFFFF">
                <a:lumMod val="85000"/>
              </a:srgbClr>
            </a:solidFill>
            <a:prstDash val="solid"/>
            <a:round/>
            <a:headEnd type="none"/>
            <a:tailEnd type="none" w="med" len="med"/>
          </a:ln>
          <a:effectLst/>
        </p:spPr>
      </p:cxn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2" name="图片 1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grpSp>
        <p:nvGrpSpPr>
          <p:cNvPr id="17" name="组合 16"/>
          <p:cNvGrpSpPr/>
          <p:nvPr/>
        </p:nvGrpSpPr>
        <p:grpSpPr>
          <a:xfrm>
            <a:off x="518809" y="1340768"/>
            <a:ext cx="11193766" cy="4913602"/>
            <a:chOff x="518809" y="1215736"/>
            <a:chExt cx="11193766" cy="4913602"/>
          </a:xfrm>
        </p:grpSpPr>
        <p:grpSp>
          <p:nvGrpSpPr>
            <p:cNvPr id="18" name="组合 17"/>
            <p:cNvGrpSpPr/>
            <p:nvPr/>
          </p:nvGrpSpPr>
          <p:grpSpPr>
            <a:xfrm>
              <a:off x="1371600" y="1239969"/>
              <a:ext cx="9575870" cy="4889369"/>
              <a:chOff x="1371600" y="1239969"/>
              <a:chExt cx="9575870" cy="4889369"/>
            </a:xfrm>
          </p:grpSpPr>
          <p:sp>
            <p:nvSpPr>
              <p:cNvPr id="22" name="椭圆 21"/>
              <p:cNvSpPr/>
              <p:nvPr/>
            </p:nvSpPr>
            <p:spPr>
              <a:xfrm>
                <a:off x="1371600" y="1239969"/>
                <a:ext cx="4066674" cy="606736"/>
              </a:xfrm>
              <a:prstGeom prst="ellipse">
                <a:avLst/>
              </a:prstGeom>
              <a:solidFill>
                <a:srgbClr val="FFFFFF"/>
              </a:solidFill>
              <a:ln w="12700" cap="flat" cmpd="sng" algn="ctr">
                <a:noFill/>
                <a:prstDash val="solid"/>
                <a:miter lim="800000"/>
              </a:ln>
              <a:effectLst>
                <a:outerShdw blurRad="444500" dist="38100" dir="5400000" algn="t" rotWithShape="0">
                  <a:prstClr val="black">
                    <a:alpha val="4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txBody>
              <a:bodyPr rtlCol="0" anchor="ctr"/>
              <a:lstStyle/>
              <a:p>
                <a:pPr algn="ctr" defTabSz="457200">
                  <a:defRPr/>
                </a:pPr>
                <a:endParaRPr lang="en-US" kern="0">
                  <a:solidFill>
                    <a:srgbClr val="FFFFFF"/>
                  </a:solidFill>
                  <a:latin typeface="Arial" panose="020B0604020202020204"/>
                  <a:sym typeface="+mn-lt"/>
                </a:endParaRPr>
              </a:p>
            </p:txBody>
          </p:sp>
          <p:sp>
            <p:nvSpPr>
              <p:cNvPr id="23" name="椭圆 22"/>
              <p:cNvSpPr/>
              <p:nvPr/>
            </p:nvSpPr>
            <p:spPr>
              <a:xfrm>
                <a:off x="6880796" y="1239969"/>
                <a:ext cx="4066674" cy="606736"/>
              </a:xfrm>
              <a:prstGeom prst="ellipse">
                <a:avLst/>
              </a:prstGeom>
              <a:solidFill>
                <a:srgbClr val="FFFFFF"/>
              </a:solidFill>
              <a:ln w="12700" cap="flat" cmpd="sng" algn="ctr">
                <a:noFill/>
                <a:prstDash val="solid"/>
                <a:miter lim="800000"/>
              </a:ln>
              <a:effectLst>
                <a:outerShdw blurRad="444500" dist="38100" dir="5400000" algn="t" rotWithShape="0">
                  <a:prstClr val="black">
                    <a:alpha val="4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txBody>
              <a:bodyPr rtlCol="0" anchor="ctr"/>
              <a:lstStyle/>
              <a:p>
                <a:pPr algn="ctr" defTabSz="457200">
                  <a:defRPr/>
                </a:pPr>
                <a:endParaRPr lang="en-US" kern="0">
                  <a:solidFill>
                    <a:srgbClr val="FFFFFF"/>
                  </a:solidFill>
                  <a:latin typeface="Arial" panose="020B0604020202020204"/>
                  <a:sym typeface="+mn-lt"/>
                </a:endParaRPr>
              </a:p>
            </p:txBody>
          </p:sp>
          <p:sp>
            <p:nvSpPr>
              <p:cNvPr id="24" name="椭圆 23"/>
              <p:cNvSpPr/>
              <p:nvPr/>
            </p:nvSpPr>
            <p:spPr>
              <a:xfrm>
                <a:off x="1371600" y="5522602"/>
                <a:ext cx="4066674" cy="606736"/>
              </a:xfrm>
              <a:prstGeom prst="ellipse">
                <a:avLst/>
              </a:prstGeom>
              <a:solidFill>
                <a:srgbClr val="FFFFFF"/>
              </a:solidFill>
              <a:ln w="12700" cap="flat" cmpd="sng" algn="ctr">
                <a:noFill/>
                <a:prstDash val="solid"/>
                <a:miter lim="800000"/>
              </a:ln>
              <a:effectLst>
                <a:outerShdw blurRad="444500" dist="38100" dir="5400000" algn="t" rotWithShape="0">
                  <a:prstClr val="black">
                    <a:alpha val="4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txBody>
              <a:bodyPr rtlCol="0" anchor="ctr"/>
              <a:lstStyle/>
              <a:p>
                <a:pPr algn="ctr" defTabSz="457200">
                  <a:defRPr/>
                </a:pPr>
                <a:endParaRPr lang="en-US" kern="0">
                  <a:solidFill>
                    <a:srgbClr val="FFFFFF"/>
                  </a:solidFill>
                  <a:latin typeface="Arial" panose="020B0604020202020204"/>
                  <a:sym typeface="+mn-lt"/>
                </a:endParaRPr>
              </a:p>
            </p:txBody>
          </p:sp>
          <p:sp>
            <p:nvSpPr>
              <p:cNvPr id="25" name="椭圆 24"/>
              <p:cNvSpPr/>
              <p:nvPr/>
            </p:nvSpPr>
            <p:spPr>
              <a:xfrm>
                <a:off x="6880796" y="5522602"/>
                <a:ext cx="4066674" cy="606736"/>
              </a:xfrm>
              <a:prstGeom prst="ellipse">
                <a:avLst/>
              </a:prstGeom>
              <a:solidFill>
                <a:srgbClr val="FFFFFF"/>
              </a:solidFill>
              <a:ln w="12700" cap="flat" cmpd="sng" algn="ctr">
                <a:noFill/>
                <a:prstDash val="solid"/>
                <a:miter lim="800000"/>
              </a:ln>
              <a:effectLst>
                <a:outerShdw blurRad="444500" dist="38100" dir="5400000" algn="t" rotWithShape="0">
                  <a:prstClr val="black">
                    <a:alpha val="4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txBody>
              <a:bodyPr rtlCol="0" anchor="ctr"/>
              <a:lstStyle/>
              <a:p>
                <a:pPr algn="ctr" defTabSz="457200">
                  <a:defRPr/>
                </a:pPr>
                <a:endParaRPr lang="en-US" kern="0">
                  <a:solidFill>
                    <a:srgbClr val="FFFFFF"/>
                  </a:solidFill>
                  <a:latin typeface="Arial" panose="020B0604020202020204"/>
                  <a:sym typeface="+mn-lt"/>
                </a:endParaRPr>
              </a:p>
            </p:txBody>
          </p:sp>
        </p:grpSp>
        <p:sp>
          <p:nvSpPr>
            <p:cNvPr id="19" name="矩形 18"/>
            <p:cNvSpPr/>
            <p:nvPr/>
          </p:nvSpPr>
          <p:spPr>
            <a:xfrm>
              <a:off x="518809" y="1215736"/>
              <a:ext cx="5596883" cy="4904629"/>
            </a:xfrm>
            <a:prstGeom prst="rect">
              <a:avLst/>
            </a:prstGeom>
            <a:pattFill prst="ltUpDiag">
              <a:fgClr>
                <a:srgbClr val="FFFFFF">
                  <a:lumMod val="95000"/>
                </a:srgbClr>
              </a:fgClr>
              <a:bgClr>
                <a:srgbClr val="FFFFFF"/>
              </a:bgClr>
            </a:pattFill>
            <a:ln w="19050" cap="flat" cmpd="sng" algn="ctr">
              <a:solidFill>
                <a:srgbClr val="FFFFFF">
                  <a:lumMod val="50000"/>
                </a:srgbClr>
              </a:solidFill>
              <a:prstDash val="solid"/>
              <a:miter lim="800000"/>
            </a:ln>
            <a:effectLst/>
          </p:spPr>
          <p:txBody>
            <a:bodyPr rtlCol="0" anchor="ctr"/>
            <a:lstStyle/>
            <a:p>
              <a:pPr algn="ctr" defTabSz="457200">
                <a:defRPr/>
              </a:pPr>
              <a:endParaRPr lang="en-US" kern="0">
                <a:solidFill>
                  <a:srgbClr val="FFFFFF"/>
                </a:solidFill>
                <a:latin typeface="Arial" panose="020B0604020202020204"/>
                <a:sym typeface="+mn-lt"/>
              </a:endParaRPr>
            </a:p>
          </p:txBody>
        </p:sp>
        <p:sp>
          <p:nvSpPr>
            <p:cNvPr id="20" name="矩形: 折角 19"/>
            <p:cNvSpPr/>
            <p:nvPr/>
          </p:nvSpPr>
          <p:spPr>
            <a:xfrm>
              <a:off x="6115692" y="1215736"/>
              <a:ext cx="5596883" cy="4904629"/>
            </a:xfrm>
            <a:prstGeom prst="foldedCorner">
              <a:avLst>
                <a:gd name="adj" fmla="val 7693"/>
              </a:avLst>
            </a:prstGeom>
            <a:pattFill prst="ltUpDiag">
              <a:fgClr>
                <a:srgbClr val="FFFFFF">
                  <a:lumMod val="95000"/>
                </a:srgbClr>
              </a:fgClr>
              <a:bgClr>
                <a:srgbClr val="FFFFFF"/>
              </a:bgClr>
            </a:pattFill>
            <a:ln w="19050" cap="flat" cmpd="sng" algn="ctr">
              <a:solidFill>
                <a:srgbClr val="FFFFFF">
                  <a:lumMod val="50000"/>
                </a:srgbClr>
              </a:solidFill>
              <a:prstDash val="solid"/>
              <a:miter lim="800000"/>
            </a:ln>
            <a:effectLst/>
          </p:spPr>
          <p:txBody>
            <a:bodyPr rtlCol="0" anchor="ctr"/>
            <a:lstStyle/>
            <a:p>
              <a:pPr algn="ctr" defTabSz="457200">
                <a:defRPr/>
              </a:pPr>
              <a:endParaRPr lang="en-US" kern="0">
                <a:solidFill>
                  <a:srgbClr val="000000"/>
                </a:solidFill>
                <a:latin typeface="Arial" panose="020B0604020202020204"/>
                <a:sym typeface="+mn-lt"/>
              </a:endParaRPr>
            </a:p>
          </p:txBody>
        </p:sp>
        <p:sp>
          <p:nvSpPr>
            <p:cNvPr id="21" name="矩形 20"/>
            <p:cNvSpPr/>
            <p:nvPr/>
          </p:nvSpPr>
          <p:spPr>
            <a:xfrm>
              <a:off x="6127033" y="1229250"/>
              <a:ext cx="737755" cy="4877602"/>
            </a:xfrm>
            <a:prstGeom prst="rect">
              <a:avLst/>
            </a:prstGeom>
            <a:gradFill flip="none" rotWithShape="1">
              <a:gsLst>
                <a:gs pos="100000">
                  <a:srgbClr val="FFFFFF">
                    <a:alpha val="0"/>
                  </a:srgbClr>
                </a:gs>
                <a:gs pos="48000">
                  <a:srgbClr val="FFFFFF">
                    <a:lumMod val="95000"/>
                  </a:srgbClr>
                </a:gs>
                <a:gs pos="0">
                  <a:srgbClr val="FFFFFF">
                    <a:lumMod val="85000"/>
                    <a:alpha val="70000"/>
                  </a:srgbClr>
                </a:gs>
              </a:gsLst>
              <a:lin ang="0" scaled="1"/>
              <a:tileRect/>
            </a:gradFill>
            <a:ln w="12700" cap="flat" cmpd="sng" algn="ctr">
              <a:noFill/>
              <a:prstDash val="solid"/>
              <a:miter lim="800000"/>
            </a:ln>
            <a:effectLst/>
          </p:spPr>
          <p:txBody>
            <a:bodyPr rtlCol="0" anchor="ctr"/>
            <a:lstStyle/>
            <a:p>
              <a:pPr algn="ctr" defTabSz="457200">
                <a:defRPr/>
              </a:pPr>
              <a:endParaRPr lang="en-US" kern="0">
                <a:solidFill>
                  <a:srgbClr val="FFFFFF"/>
                </a:solidFill>
                <a:latin typeface="Arial" panose="020B0604020202020204"/>
                <a:sym typeface="+mn-lt"/>
              </a:endParaRPr>
            </a:p>
          </p:txBody>
        </p:sp>
      </p:grpSp>
      <p:sp>
        <p:nvSpPr>
          <p:cNvPr id="26" name="矩形 25"/>
          <p:cNvSpPr/>
          <p:nvPr/>
        </p:nvSpPr>
        <p:spPr>
          <a:xfrm>
            <a:off x="893618" y="1654702"/>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panose="020B0604020202020204"/>
                <a:cs typeface="+mn-ea"/>
                <a:sym typeface="+mn-lt"/>
              </a:rPr>
              <a:t>1. </a:t>
            </a:r>
            <a:r>
              <a:rPr lang="zh-CN" altLang="en-US" kern="100" dirty="0">
                <a:solidFill>
                  <a:prstClr val="black">
                    <a:lumMod val="85000"/>
                    <a:lumOff val="15000"/>
                  </a:prstClr>
                </a:solidFill>
                <a:latin typeface="Arial" panose="020B0604020202020204"/>
                <a:cs typeface="+mn-ea"/>
                <a:sym typeface="+mn-lt"/>
              </a:rPr>
              <a:t>期刊作者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题名</a:t>
            </a:r>
            <a:r>
              <a:rPr lang="en-US" altLang="zh-CN" kern="100" dirty="0">
                <a:solidFill>
                  <a:prstClr val="black">
                    <a:lumMod val="85000"/>
                    <a:lumOff val="15000"/>
                  </a:prstClr>
                </a:solidFill>
                <a:latin typeface="Arial" panose="020B0604020202020204"/>
                <a:cs typeface="+mn-ea"/>
                <a:sym typeface="+mn-lt"/>
              </a:rPr>
              <a:t>〔J〕.</a:t>
            </a:r>
            <a:r>
              <a:rPr lang="zh-CN" altLang="en-US" kern="100" dirty="0">
                <a:solidFill>
                  <a:prstClr val="black">
                    <a:lumMod val="85000"/>
                    <a:lumOff val="15000"/>
                  </a:prstClr>
                </a:solidFill>
                <a:latin typeface="Arial" panose="020B0604020202020204"/>
                <a:cs typeface="+mn-ea"/>
                <a:sym typeface="+mn-lt"/>
              </a:rPr>
              <a:t>刊名，出版年，卷</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期</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起止页码</a:t>
            </a:r>
            <a:endParaRPr lang="en-US" altLang="zh-CN" kern="100" dirty="0">
              <a:solidFill>
                <a:prstClr val="black">
                  <a:lumMod val="85000"/>
                  <a:lumOff val="15000"/>
                </a:prstClr>
              </a:solidFill>
              <a:latin typeface="Arial" panose="020B0604020202020204"/>
              <a:cs typeface="+mn-ea"/>
              <a:sym typeface="+mn-lt"/>
            </a:endParaRPr>
          </a:p>
        </p:txBody>
      </p:sp>
      <p:sp>
        <p:nvSpPr>
          <p:cNvPr id="27" name="矩形 26"/>
          <p:cNvSpPr/>
          <p:nvPr/>
        </p:nvSpPr>
        <p:spPr>
          <a:xfrm>
            <a:off x="893618" y="2778041"/>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panose="020B0604020202020204"/>
                <a:cs typeface="+mn-ea"/>
                <a:sym typeface="+mn-lt"/>
              </a:rPr>
              <a:t>2. </a:t>
            </a:r>
            <a:r>
              <a:rPr lang="zh-CN" altLang="en-US" kern="100" dirty="0">
                <a:solidFill>
                  <a:prstClr val="black">
                    <a:lumMod val="85000"/>
                    <a:lumOff val="15000"/>
                  </a:prstClr>
                </a:solidFill>
                <a:latin typeface="Arial" panose="020B0604020202020204"/>
                <a:cs typeface="+mn-ea"/>
                <a:sym typeface="+mn-lt"/>
              </a:rPr>
              <a:t>专著作者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书名</a:t>
            </a:r>
            <a:r>
              <a:rPr lang="en-US" altLang="zh-CN" kern="100" dirty="0">
                <a:solidFill>
                  <a:prstClr val="black">
                    <a:lumMod val="85000"/>
                    <a:lumOff val="15000"/>
                  </a:prstClr>
                </a:solidFill>
                <a:latin typeface="Arial" panose="020B0604020202020204"/>
                <a:cs typeface="+mn-ea"/>
                <a:sym typeface="+mn-lt"/>
              </a:rPr>
              <a:t>〔M〕.</a:t>
            </a:r>
            <a:r>
              <a:rPr lang="zh-CN" altLang="en-US" kern="100" dirty="0">
                <a:solidFill>
                  <a:prstClr val="black">
                    <a:lumMod val="85000"/>
                    <a:lumOff val="15000"/>
                  </a:prstClr>
                </a:solidFill>
                <a:latin typeface="Arial" panose="020B0604020202020204"/>
                <a:cs typeface="+mn-ea"/>
                <a:sym typeface="+mn-lt"/>
              </a:rPr>
              <a:t>版本</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第一版不著录</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出版地∶出版者，出版年∶起止页码</a:t>
            </a:r>
            <a:endParaRPr lang="en-US" altLang="zh-CN" kern="100" dirty="0">
              <a:solidFill>
                <a:prstClr val="black">
                  <a:lumMod val="85000"/>
                  <a:lumOff val="15000"/>
                </a:prstClr>
              </a:solidFill>
              <a:latin typeface="Arial" panose="020B0604020202020204"/>
              <a:cs typeface="+mn-ea"/>
              <a:sym typeface="+mn-lt"/>
            </a:endParaRPr>
          </a:p>
        </p:txBody>
      </p:sp>
      <p:sp>
        <p:nvSpPr>
          <p:cNvPr id="28" name="矩形 27"/>
          <p:cNvSpPr/>
          <p:nvPr/>
        </p:nvSpPr>
        <p:spPr>
          <a:xfrm>
            <a:off x="893618" y="3901380"/>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panose="020B0604020202020204"/>
                <a:cs typeface="+mn-ea"/>
                <a:sym typeface="+mn-lt"/>
              </a:rPr>
              <a:t>3. </a:t>
            </a:r>
            <a:r>
              <a:rPr lang="zh-CN" altLang="en-US" kern="100" dirty="0">
                <a:solidFill>
                  <a:prstClr val="black">
                    <a:lumMod val="85000"/>
                    <a:lumOff val="15000"/>
                  </a:prstClr>
                </a:solidFill>
                <a:latin typeface="Arial" panose="020B0604020202020204"/>
                <a:cs typeface="+mn-ea"/>
                <a:sym typeface="+mn-lt"/>
              </a:rPr>
              <a:t>论文集作者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题名</a:t>
            </a:r>
            <a:r>
              <a:rPr lang="en-US" altLang="zh-CN" kern="100" dirty="0">
                <a:solidFill>
                  <a:prstClr val="black">
                    <a:lumMod val="85000"/>
                    <a:lumOff val="15000"/>
                  </a:prstClr>
                </a:solidFill>
                <a:latin typeface="Arial" panose="020B0604020202020204"/>
                <a:cs typeface="+mn-ea"/>
                <a:sym typeface="+mn-lt"/>
              </a:rPr>
              <a:t>〔C〕.</a:t>
            </a:r>
            <a:r>
              <a:rPr lang="zh-CN" altLang="en-US" kern="100" dirty="0">
                <a:solidFill>
                  <a:prstClr val="black">
                    <a:lumMod val="85000"/>
                    <a:lumOff val="15000"/>
                  </a:prstClr>
                </a:solidFill>
                <a:latin typeface="Arial" panose="020B0604020202020204"/>
                <a:cs typeface="+mn-ea"/>
                <a:sym typeface="+mn-lt"/>
              </a:rPr>
              <a:t>编者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论文集名，出版地∶出版者，出版年∶起止页码</a:t>
            </a:r>
            <a:endParaRPr lang="en-US" altLang="zh-CN" kern="100" dirty="0">
              <a:solidFill>
                <a:prstClr val="black">
                  <a:lumMod val="85000"/>
                  <a:lumOff val="15000"/>
                </a:prstClr>
              </a:solidFill>
              <a:latin typeface="Arial" panose="020B0604020202020204"/>
              <a:cs typeface="+mn-ea"/>
              <a:sym typeface="+mn-lt"/>
            </a:endParaRPr>
          </a:p>
        </p:txBody>
      </p:sp>
      <p:sp>
        <p:nvSpPr>
          <p:cNvPr id="29" name="矩形 28"/>
          <p:cNvSpPr/>
          <p:nvPr/>
        </p:nvSpPr>
        <p:spPr>
          <a:xfrm>
            <a:off x="893618" y="5024719"/>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panose="020B0604020202020204"/>
                <a:cs typeface="+mn-ea"/>
                <a:sym typeface="+mn-lt"/>
              </a:rPr>
              <a:t>4. </a:t>
            </a:r>
            <a:r>
              <a:rPr lang="zh-CN" altLang="en-US" kern="100" dirty="0">
                <a:solidFill>
                  <a:prstClr val="black">
                    <a:lumMod val="85000"/>
                    <a:lumOff val="15000"/>
                  </a:prstClr>
                </a:solidFill>
                <a:latin typeface="Arial" panose="020B0604020202020204"/>
                <a:cs typeface="+mn-ea"/>
                <a:sym typeface="+mn-lt"/>
              </a:rPr>
              <a:t>学位论文作者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题名</a:t>
            </a:r>
            <a:r>
              <a:rPr lang="en-US" altLang="zh-CN" kern="100" dirty="0">
                <a:solidFill>
                  <a:prstClr val="black">
                    <a:lumMod val="85000"/>
                    <a:lumOff val="15000"/>
                  </a:prstClr>
                </a:solidFill>
                <a:latin typeface="Arial" panose="020B0604020202020204"/>
                <a:cs typeface="+mn-ea"/>
                <a:sym typeface="+mn-lt"/>
              </a:rPr>
              <a:t>〔D〕.</a:t>
            </a:r>
            <a:r>
              <a:rPr lang="zh-CN" altLang="en-US" kern="100" dirty="0">
                <a:solidFill>
                  <a:prstClr val="black">
                    <a:lumMod val="85000"/>
                    <a:lumOff val="15000"/>
                  </a:prstClr>
                </a:solidFill>
                <a:latin typeface="Arial" panose="020B0604020202020204"/>
                <a:cs typeface="+mn-ea"/>
                <a:sym typeface="+mn-lt"/>
              </a:rPr>
              <a:t>保存地点</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保存单位</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年份</a:t>
            </a:r>
            <a:endParaRPr lang="en-US" altLang="zh-CN" kern="100" dirty="0">
              <a:solidFill>
                <a:prstClr val="black">
                  <a:lumMod val="85000"/>
                  <a:lumOff val="15000"/>
                </a:prstClr>
              </a:solidFill>
              <a:latin typeface="Arial" panose="020B0604020202020204"/>
              <a:cs typeface="+mn-ea"/>
              <a:sym typeface="+mn-lt"/>
            </a:endParaRPr>
          </a:p>
        </p:txBody>
      </p:sp>
      <p:sp>
        <p:nvSpPr>
          <p:cNvPr id="30" name="矩形 29"/>
          <p:cNvSpPr/>
          <p:nvPr/>
        </p:nvSpPr>
        <p:spPr>
          <a:xfrm>
            <a:off x="6518913" y="1654702"/>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panose="020B0604020202020204"/>
                <a:cs typeface="+mn-ea"/>
                <a:sym typeface="+mn-lt"/>
              </a:rPr>
              <a:t>5. </a:t>
            </a:r>
            <a:r>
              <a:rPr lang="zh-CN" altLang="en-US" kern="100" dirty="0">
                <a:solidFill>
                  <a:prstClr val="black">
                    <a:lumMod val="85000"/>
                    <a:lumOff val="15000"/>
                  </a:prstClr>
                </a:solidFill>
                <a:latin typeface="Arial" panose="020B0604020202020204"/>
                <a:cs typeface="+mn-ea"/>
                <a:sym typeface="+mn-lt"/>
              </a:rPr>
              <a:t>专利文献题名</a:t>
            </a:r>
            <a:r>
              <a:rPr lang="en-US" altLang="zh-CN" kern="100" dirty="0">
                <a:solidFill>
                  <a:prstClr val="black">
                    <a:lumMod val="85000"/>
                    <a:lumOff val="15000"/>
                  </a:prstClr>
                </a:solidFill>
                <a:latin typeface="Arial" panose="020B0604020202020204"/>
                <a:cs typeface="+mn-ea"/>
                <a:sym typeface="+mn-lt"/>
              </a:rPr>
              <a:t>〔P〕.</a:t>
            </a:r>
            <a:r>
              <a:rPr lang="zh-CN" altLang="en-US" kern="100" dirty="0">
                <a:solidFill>
                  <a:prstClr val="black">
                    <a:lumMod val="85000"/>
                    <a:lumOff val="15000"/>
                  </a:prstClr>
                </a:solidFill>
                <a:latin typeface="Arial" panose="020B0604020202020204"/>
                <a:cs typeface="+mn-ea"/>
                <a:sym typeface="+mn-lt"/>
              </a:rPr>
              <a:t>国别</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专利文献种类</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专利号</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出版日期</a:t>
            </a:r>
            <a:endParaRPr lang="en-US" altLang="zh-CN" kern="100" dirty="0">
              <a:solidFill>
                <a:prstClr val="black">
                  <a:lumMod val="85000"/>
                  <a:lumOff val="15000"/>
                </a:prstClr>
              </a:solidFill>
              <a:latin typeface="Arial" panose="020B0604020202020204"/>
              <a:cs typeface="+mn-ea"/>
              <a:sym typeface="+mn-lt"/>
            </a:endParaRPr>
          </a:p>
        </p:txBody>
      </p:sp>
      <p:sp>
        <p:nvSpPr>
          <p:cNvPr id="31" name="矩形 30"/>
          <p:cNvSpPr/>
          <p:nvPr/>
        </p:nvSpPr>
        <p:spPr>
          <a:xfrm>
            <a:off x="6518913" y="2808829"/>
            <a:ext cx="4883727" cy="458459"/>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panose="020B0604020202020204"/>
                <a:cs typeface="+mn-ea"/>
                <a:sym typeface="+mn-lt"/>
              </a:rPr>
              <a:t>6. </a:t>
            </a:r>
            <a:r>
              <a:rPr lang="zh-CN" altLang="en-US" kern="100" dirty="0">
                <a:solidFill>
                  <a:prstClr val="black">
                    <a:lumMod val="85000"/>
                    <a:lumOff val="15000"/>
                  </a:prstClr>
                </a:solidFill>
                <a:latin typeface="Arial" panose="020B0604020202020204"/>
                <a:cs typeface="+mn-ea"/>
                <a:sym typeface="+mn-lt"/>
              </a:rPr>
              <a:t>标准编号</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标准名称</a:t>
            </a:r>
            <a:r>
              <a:rPr lang="en-US" altLang="zh-CN" kern="100" dirty="0">
                <a:solidFill>
                  <a:prstClr val="black">
                    <a:lumMod val="85000"/>
                    <a:lumOff val="15000"/>
                  </a:prstClr>
                </a:solidFill>
                <a:latin typeface="Arial" panose="020B0604020202020204"/>
                <a:cs typeface="+mn-ea"/>
                <a:sym typeface="+mn-lt"/>
              </a:rPr>
              <a:t>〔S〕</a:t>
            </a:r>
          </a:p>
        </p:txBody>
      </p:sp>
      <p:sp>
        <p:nvSpPr>
          <p:cNvPr id="32" name="矩形 31"/>
          <p:cNvSpPr/>
          <p:nvPr/>
        </p:nvSpPr>
        <p:spPr>
          <a:xfrm>
            <a:off x="6518913" y="3547458"/>
            <a:ext cx="4883727" cy="458459"/>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panose="020B0604020202020204"/>
                <a:cs typeface="+mn-ea"/>
                <a:sym typeface="+mn-lt"/>
              </a:rPr>
              <a:t>7. </a:t>
            </a:r>
            <a:r>
              <a:rPr lang="zh-CN" altLang="en-US" kern="100" dirty="0">
                <a:solidFill>
                  <a:prstClr val="black">
                    <a:lumMod val="85000"/>
                    <a:lumOff val="15000"/>
                  </a:prstClr>
                </a:solidFill>
                <a:latin typeface="Arial" panose="020B0604020202020204"/>
                <a:cs typeface="+mn-ea"/>
                <a:sym typeface="+mn-lt"/>
              </a:rPr>
              <a:t>报纸作者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题名</a:t>
            </a:r>
            <a:r>
              <a:rPr lang="en-US" altLang="zh-CN" kern="100" dirty="0">
                <a:solidFill>
                  <a:prstClr val="black">
                    <a:lumMod val="85000"/>
                    <a:lumOff val="15000"/>
                  </a:prstClr>
                </a:solidFill>
                <a:latin typeface="Arial" panose="020B0604020202020204"/>
                <a:cs typeface="+mn-ea"/>
                <a:sym typeface="+mn-lt"/>
              </a:rPr>
              <a:t>〔N〕.</a:t>
            </a:r>
            <a:r>
              <a:rPr lang="zh-CN" altLang="en-US" kern="100" dirty="0">
                <a:solidFill>
                  <a:prstClr val="black">
                    <a:lumMod val="85000"/>
                    <a:lumOff val="15000"/>
                  </a:prstClr>
                </a:solidFill>
                <a:latin typeface="Arial" panose="020B0604020202020204"/>
                <a:cs typeface="+mn-ea"/>
                <a:sym typeface="+mn-lt"/>
              </a:rPr>
              <a:t>报纸名</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出版日期</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版次</a:t>
            </a:r>
            <a:r>
              <a:rPr lang="en-US" altLang="zh-CN" kern="100" dirty="0">
                <a:solidFill>
                  <a:prstClr val="black">
                    <a:lumMod val="85000"/>
                    <a:lumOff val="15000"/>
                  </a:prstClr>
                </a:solidFill>
                <a:latin typeface="Arial" panose="020B0604020202020204"/>
                <a:cs typeface="+mn-ea"/>
                <a:sym typeface="+mn-lt"/>
              </a:rPr>
              <a:t>)</a:t>
            </a:r>
          </a:p>
        </p:txBody>
      </p:sp>
      <p:sp>
        <p:nvSpPr>
          <p:cNvPr id="33" name="矩形 32"/>
          <p:cNvSpPr/>
          <p:nvPr/>
        </p:nvSpPr>
        <p:spPr>
          <a:xfrm>
            <a:off x="6518913" y="4286087"/>
            <a:ext cx="4883727" cy="458459"/>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panose="020B0604020202020204"/>
                <a:cs typeface="+mn-ea"/>
                <a:sym typeface="+mn-lt"/>
              </a:rPr>
              <a:t>8. </a:t>
            </a:r>
            <a:r>
              <a:rPr lang="zh-CN" altLang="en-US" kern="100" dirty="0">
                <a:solidFill>
                  <a:prstClr val="black">
                    <a:lumMod val="85000"/>
                    <a:lumOff val="15000"/>
                  </a:prstClr>
                </a:solidFill>
                <a:latin typeface="Arial" panose="020B0604020202020204"/>
                <a:cs typeface="+mn-ea"/>
                <a:sym typeface="+mn-lt"/>
              </a:rPr>
              <a:t>报告作者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题名</a:t>
            </a:r>
            <a:r>
              <a:rPr lang="en-US" altLang="zh-CN" kern="100" dirty="0">
                <a:solidFill>
                  <a:prstClr val="black">
                    <a:lumMod val="85000"/>
                    <a:lumOff val="15000"/>
                  </a:prstClr>
                </a:solidFill>
                <a:latin typeface="Arial" panose="020B0604020202020204"/>
                <a:cs typeface="+mn-ea"/>
                <a:sym typeface="+mn-lt"/>
              </a:rPr>
              <a:t>〔R〕.</a:t>
            </a:r>
            <a:r>
              <a:rPr lang="zh-CN" altLang="en-US" kern="100" dirty="0">
                <a:solidFill>
                  <a:prstClr val="black">
                    <a:lumMod val="85000"/>
                    <a:lumOff val="15000"/>
                  </a:prstClr>
                </a:solidFill>
                <a:latin typeface="Arial" panose="020B0604020202020204"/>
                <a:cs typeface="+mn-ea"/>
                <a:sym typeface="+mn-lt"/>
              </a:rPr>
              <a:t>保存地点</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年份</a:t>
            </a:r>
            <a:endParaRPr lang="en-US" altLang="zh-CN" kern="100" dirty="0">
              <a:solidFill>
                <a:prstClr val="black">
                  <a:lumMod val="85000"/>
                  <a:lumOff val="15000"/>
                </a:prstClr>
              </a:solidFill>
              <a:latin typeface="Arial" panose="020B0604020202020204"/>
              <a:cs typeface="+mn-ea"/>
              <a:sym typeface="+mn-lt"/>
            </a:endParaRPr>
          </a:p>
        </p:txBody>
      </p:sp>
      <p:sp>
        <p:nvSpPr>
          <p:cNvPr id="34" name="矩形 33"/>
          <p:cNvSpPr/>
          <p:nvPr/>
        </p:nvSpPr>
        <p:spPr>
          <a:xfrm>
            <a:off x="6518913" y="5024719"/>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panose="020B0604020202020204"/>
                <a:cs typeface="+mn-ea"/>
                <a:sym typeface="+mn-lt"/>
              </a:rPr>
              <a:t>9. </a:t>
            </a:r>
            <a:r>
              <a:rPr lang="zh-CN" altLang="en-US" kern="100" dirty="0">
                <a:solidFill>
                  <a:prstClr val="black">
                    <a:lumMod val="85000"/>
                    <a:lumOff val="15000"/>
                  </a:prstClr>
                </a:solidFill>
                <a:latin typeface="Arial" panose="020B0604020202020204"/>
                <a:cs typeface="+mn-ea"/>
                <a:sym typeface="+mn-lt"/>
              </a:rPr>
              <a:t>电子文献作者</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题名</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电子文献及载体类型标识</a:t>
            </a:r>
            <a:r>
              <a:rPr lang="en-US" altLang="zh-CN" kern="100" dirty="0">
                <a:solidFill>
                  <a:prstClr val="black">
                    <a:lumMod val="85000"/>
                    <a:lumOff val="15000"/>
                  </a:prstClr>
                </a:solidFill>
                <a:latin typeface="Arial" panose="020B0604020202020204"/>
                <a:cs typeface="+mn-ea"/>
                <a:sym typeface="+mn-lt"/>
              </a:rPr>
              <a:t>〕.</a:t>
            </a:r>
            <a:r>
              <a:rPr lang="zh-CN" altLang="en-US" kern="100" dirty="0">
                <a:solidFill>
                  <a:prstClr val="black">
                    <a:lumMod val="85000"/>
                    <a:lumOff val="15000"/>
                  </a:prstClr>
                </a:solidFill>
                <a:latin typeface="Arial" panose="020B0604020202020204"/>
                <a:cs typeface="+mn-ea"/>
                <a:sym typeface="+mn-lt"/>
              </a:rPr>
              <a:t>文献出处，日期</a:t>
            </a:r>
            <a:endParaRPr lang="en-US" altLang="zh-CN" kern="100" dirty="0">
              <a:solidFill>
                <a:prstClr val="black">
                  <a:lumMod val="85000"/>
                  <a:lumOff val="15000"/>
                </a:prstClr>
              </a:solidFill>
              <a:latin typeface="Arial" panose="020B0604020202020204"/>
              <a:cs typeface="+mn-ea"/>
              <a:sym typeface="+mn-lt"/>
            </a:endParaRPr>
          </a:p>
        </p:txBody>
      </p:sp>
      <p:cxnSp>
        <p:nvCxnSpPr>
          <p:cNvPr id="35" name="直接连接符 34"/>
          <p:cNvCxnSpPr/>
          <p:nvPr/>
        </p:nvCxnSpPr>
        <p:spPr>
          <a:xfrm>
            <a:off x="893618" y="2653350"/>
            <a:ext cx="4883727" cy="0"/>
          </a:xfrm>
          <a:prstGeom prst="line">
            <a:avLst/>
          </a:prstGeom>
          <a:noFill/>
          <a:ln w="6350" cap="flat" cmpd="sng" algn="ctr">
            <a:solidFill>
              <a:srgbClr val="FFFFFF">
                <a:lumMod val="75000"/>
              </a:srgbClr>
            </a:solidFill>
            <a:prstDash val="dash"/>
            <a:miter lim="800000"/>
          </a:ln>
          <a:effectLst/>
        </p:spPr>
      </p:cxnSp>
      <p:cxnSp>
        <p:nvCxnSpPr>
          <p:cNvPr id="36" name="直接连接符 35"/>
          <p:cNvCxnSpPr/>
          <p:nvPr/>
        </p:nvCxnSpPr>
        <p:spPr>
          <a:xfrm>
            <a:off x="893618" y="3776689"/>
            <a:ext cx="4883727" cy="0"/>
          </a:xfrm>
          <a:prstGeom prst="line">
            <a:avLst/>
          </a:prstGeom>
          <a:noFill/>
          <a:ln w="6350" cap="flat" cmpd="sng" algn="ctr">
            <a:solidFill>
              <a:srgbClr val="FFFFFF">
                <a:lumMod val="75000"/>
              </a:srgbClr>
            </a:solidFill>
            <a:prstDash val="dash"/>
            <a:miter lim="800000"/>
          </a:ln>
          <a:effectLst/>
        </p:spPr>
      </p:cxnSp>
      <p:cxnSp>
        <p:nvCxnSpPr>
          <p:cNvPr id="37" name="直接连接符 36"/>
          <p:cNvCxnSpPr/>
          <p:nvPr/>
        </p:nvCxnSpPr>
        <p:spPr>
          <a:xfrm>
            <a:off x="893618" y="4900028"/>
            <a:ext cx="4883727" cy="0"/>
          </a:xfrm>
          <a:prstGeom prst="line">
            <a:avLst/>
          </a:prstGeom>
          <a:noFill/>
          <a:ln w="6350" cap="flat" cmpd="sng" algn="ctr">
            <a:solidFill>
              <a:srgbClr val="FFFFFF">
                <a:lumMod val="75000"/>
              </a:srgbClr>
            </a:solidFill>
            <a:prstDash val="dash"/>
            <a:miter lim="800000"/>
          </a:ln>
          <a:effectLst/>
        </p:spPr>
      </p:cxnSp>
      <p:cxnSp>
        <p:nvCxnSpPr>
          <p:cNvPr id="38" name="直接连接符 37"/>
          <p:cNvCxnSpPr/>
          <p:nvPr/>
        </p:nvCxnSpPr>
        <p:spPr>
          <a:xfrm>
            <a:off x="6518913" y="4884631"/>
            <a:ext cx="4883727" cy="0"/>
          </a:xfrm>
          <a:prstGeom prst="line">
            <a:avLst/>
          </a:prstGeom>
          <a:noFill/>
          <a:ln w="6350" cap="flat" cmpd="sng" algn="ctr">
            <a:solidFill>
              <a:srgbClr val="FFFFFF">
                <a:lumMod val="75000"/>
              </a:srgbClr>
            </a:solidFill>
            <a:prstDash val="dash"/>
            <a:miter lim="800000"/>
          </a:ln>
          <a:effectLst/>
        </p:spPr>
      </p:cxnSp>
      <p:cxnSp>
        <p:nvCxnSpPr>
          <p:cNvPr id="39" name="直接连接符 38"/>
          <p:cNvCxnSpPr/>
          <p:nvPr/>
        </p:nvCxnSpPr>
        <p:spPr>
          <a:xfrm>
            <a:off x="6518913" y="4146002"/>
            <a:ext cx="4883727" cy="0"/>
          </a:xfrm>
          <a:prstGeom prst="line">
            <a:avLst/>
          </a:prstGeom>
          <a:noFill/>
          <a:ln w="6350" cap="flat" cmpd="sng" algn="ctr">
            <a:solidFill>
              <a:srgbClr val="FFFFFF">
                <a:lumMod val="75000"/>
              </a:srgbClr>
            </a:solidFill>
            <a:prstDash val="dash"/>
            <a:miter lim="800000"/>
          </a:ln>
          <a:effectLst/>
        </p:spPr>
      </p:cxnSp>
      <p:cxnSp>
        <p:nvCxnSpPr>
          <p:cNvPr id="40" name="直接连接符 39"/>
          <p:cNvCxnSpPr/>
          <p:nvPr/>
        </p:nvCxnSpPr>
        <p:spPr>
          <a:xfrm>
            <a:off x="6518913" y="3407373"/>
            <a:ext cx="4883727" cy="0"/>
          </a:xfrm>
          <a:prstGeom prst="line">
            <a:avLst/>
          </a:prstGeom>
          <a:noFill/>
          <a:ln w="6350" cap="flat" cmpd="sng" algn="ctr">
            <a:solidFill>
              <a:srgbClr val="FFFFFF">
                <a:lumMod val="75000"/>
              </a:srgbClr>
            </a:solidFill>
            <a:prstDash val="dash"/>
            <a:miter lim="800000"/>
          </a:ln>
          <a:effectLst/>
        </p:spPr>
      </p:cxnSp>
      <p:cxnSp>
        <p:nvCxnSpPr>
          <p:cNvPr id="41" name="直接连接符 40"/>
          <p:cNvCxnSpPr/>
          <p:nvPr/>
        </p:nvCxnSpPr>
        <p:spPr>
          <a:xfrm>
            <a:off x="6518913" y="2668744"/>
            <a:ext cx="4883727" cy="0"/>
          </a:xfrm>
          <a:prstGeom prst="line">
            <a:avLst/>
          </a:prstGeom>
          <a:noFill/>
          <a:ln w="6350" cap="flat" cmpd="sng" algn="ctr">
            <a:solidFill>
              <a:srgbClr val="FFFFFF">
                <a:lumMod val="75000"/>
              </a:srgbClr>
            </a:solidFill>
            <a:prstDash val="dash"/>
            <a:miter lim="800000"/>
          </a:ln>
          <a:effectLst/>
        </p:spPr>
      </p:cxn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2990"/>
          </a:xfrm>
          <a:prstGeom prst="rect">
            <a:avLst/>
          </a:prstGeom>
        </p:spPr>
      </p:pic>
      <p:sp>
        <p:nvSpPr>
          <p:cNvPr id="4" name="矩形 3"/>
          <p:cNvSpPr/>
          <p:nvPr/>
        </p:nvSpPr>
        <p:spPr>
          <a:xfrm>
            <a:off x="-25241" y="-2"/>
            <a:ext cx="12210055" cy="6907309"/>
          </a:xfrm>
          <a:prstGeom prst="rect">
            <a:avLst/>
          </a:prstGeom>
          <a:gradFill flip="none" rotWithShape="1">
            <a:gsLst>
              <a:gs pos="100000">
                <a:sysClr val="window" lastClr="FFFFFF">
                  <a:alpha val="92000"/>
                </a:sysClr>
              </a:gs>
              <a:gs pos="0">
                <a:sysClr val="window" lastClr="FFFFFF">
                  <a:alpha val="98000"/>
                </a:sys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0" y="260648"/>
            <a:ext cx="4367671" cy="1043832"/>
            <a:chOff x="0" y="260648"/>
            <a:chExt cx="4367671" cy="1043832"/>
          </a:xfrm>
        </p:grpSpPr>
        <p:sp>
          <p:nvSpPr>
            <p:cNvPr id="6" name="矩形 5"/>
            <p:cNvSpPr/>
            <p:nvPr/>
          </p:nvSpPr>
          <p:spPr>
            <a:xfrm>
              <a:off x="0" y="374221"/>
              <a:ext cx="551384" cy="792088"/>
            </a:xfrm>
            <a:prstGeom prst="rect">
              <a:avLst/>
            </a:prstGeom>
            <a:solidFill>
              <a:srgbClr val="0B47B3"/>
            </a:solidFill>
            <a:ln w="25400" cap="flat" cmpd="sng" algn="ctr">
              <a:solidFill>
                <a:srgbClr val="0B47B3"/>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7" name="组合 6"/>
            <p:cNvGrpSpPr/>
            <p:nvPr/>
          </p:nvGrpSpPr>
          <p:grpSpPr>
            <a:xfrm>
              <a:off x="695400" y="260648"/>
              <a:ext cx="3672271" cy="1043832"/>
              <a:chOff x="623392" y="310880"/>
              <a:chExt cx="3672271" cy="1043832"/>
            </a:xfrm>
          </p:grpSpPr>
          <p:sp>
            <p:nvSpPr>
              <p:cNvPr id="8" name="文本框 7"/>
              <p:cNvSpPr txBox="1"/>
              <p:nvPr/>
            </p:nvSpPr>
            <p:spPr>
              <a:xfrm>
                <a:off x="623392" y="310880"/>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0" cap="none" spc="0" normalizeH="0" baseline="0" noProof="0" dirty="0">
                    <a:ln>
                      <a:noFill/>
                    </a:ln>
                    <a:solidFill>
                      <a:prstClr val="black"/>
                    </a:solidFill>
                    <a:effectLst/>
                    <a:uLnTx/>
                    <a:uFillTx/>
                    <a:latin typeface="黑体" panose="02010609060101010101" charset="-122"/>
                    <a:ea typeface="黑体" panose="02010609060101010101" charset="-122"/>
                    <a:cs typeface="+mn-cs"/>
                  </a:rPr>
                  <a:t>请输入你的标题</a:t>
                </a:r>
              </a:p>
            </p:txBody>
          </p:sp>
          <p:cxnSp>
            <p:nvCxnSpPr>
              <p:cNvPr id="9" name="直接连接符 8"/>
              <p:cNvCxnSpPr/>
              <p:nvPr/>
            </p:nvCxnSpPr>
            <p:spPr>
              <a:xfrm>
                <a:off x="623392" y="989439"/>
                <a:ext cx="2880320" cy="0"/>
              </a:xfrm>
              <a:prstGeom prst="line">
                <a:avLst/>
              </a:prstGeom>
              <a:noFill/>
              <a:ln w="28575" cap="flat" cmpd="sng" algn="ctr">
                <a:gradFill flip="none" rotWithShape="1">
                  <a:gsLst>
                    <a:gs pos="0">
                      <a:srgbClr val="023FA1"/>
                    </a:gs>
                    <a:gs pos="93000">
                      <a:srgbClr val="4F81BD">
                        <a:lumMod val="45000"/>
                        <a:lumOff val="55000"/>
                      </a:srgbClr>
                    </a:gs>
                    <a:gs pos="100000">
                      <a:srgbClr val="4F81BD">
                        <a:lumMod val="45000"/>
                        <a:lumOff val="55000"/>
                      </a:srgbClr>
                    </a:gs>
                    <a:gs pos="100000">
                      <a:srgbClr val="4F81BD">
                        <a:lumMod val="30000"/>
                        <a:lumOff val="70000"/>
                      </a:srgbClr>
                    </a:gs>
                  </a:gsLst>
                  <a:lin ang="0" scaled="1"/>
                  <a:tileRect/>
                </a:gradFill>
                <a:prstDash val="solid"/>
              </a:ln>
              <a:effectLst/>
            </p:spPr>
          </p:cxnSp>
          <p:sp>
            <p:nvSpPr>
              <p:cNvPr id="10" name="文本框 9"/>
              <p:cNvSpPr txBox="1"/>
              <p:nvPr/>
            </p:nvSpPr>
            <p:spPr>
              <a:xfrm>
                <a:off x="668362" y="1046935"/>
                <a:ext cx="3627301"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ADD YOUR TITLE HERE ADD YOUR TITLE HERE </a:t>
                </a:r>
              </a:p>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0" cap="none" spc="300" normalizeH="0" baseline="0" noProof="0" dirty="0">
                    <a:ln>
                      <a:noFill/>
                    </a:ln>
                    <a:solidFill>
                      <a:prstClr val="black"/>
                    </a:solidFill>
                    <a:effectLst/>
                    <a:uLnTx/>
                    <a:uFillTx/>
                    <a:latin typeface="Calibri" panose="020F0502020204030204"/>
                    <a:ea typeface="宋体" panose="02010600030101010101" pitchFamily="2" charset="-122"/>
                    <a:cs typeface="+mn-cs"/>
                  </a:rPr>
                  <a:t> </a:t>
                </a:r>
              </a:p>
            </p:txBody>
          </p:sp>
        </p:grpSp>
      </p:grpSp>
      <p:sp>
        <p:nvSpPr>
          <p:cNvPr id="11" name="文本框 10"/>
          <p:cNvSpPr txBox="1"/>
          <p:nvPr/>
        </p:nvSpPr>
        <p:spPr>
          <a:xfrm>
            <a:off x="10704512" y="638370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prstClr val="white">
                    <a:lumMod val="75000"/>
                  </a:prstClr>
                </a:solidFill>
                <a:effectLst/>
                <a:uLnTx/>
                <a:uFillTx/>
                <a:latin typeface="Calibri" panose="020F0502020204030204"/>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lumMod val="75000"/>
                </a:prstClr>
              </a:solidFill>
              <a:effectLst/>
              <a:uLnTx/>
              <a:uFillTx/>
              <a:latin typeface="Calibri" panose="020F0502020204030204"/>
              <a:ea typeface="宋体" panose="02010600030101010101" pitchFamily="2" charset="-122"/>
              <a:cs typeface="+mn-cs"/>
            </a:endParaRPr>
          </a:p>
        </p:txBody>
      </p:sp>
      <p:pic>
        <p:nvPicPr>
          <p:cNvPr id="12" name="图片 11"/>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a:xfrm>
            <a:off x="226388" y="6401486"/>
            <a:ext cx="2464200" cy="393729"/>
          </a:xfrm>
          <a:prstGeom prst="rect">
            <a:avLst/>
          </a:prstGeom>
        </p:spPr>
      </p:pic>
      <p:grpSp>
        <p:nvGrpSpPr>
          <p:cNvPr id="13" name="组合 12"/>
          <p:cNvGrpSpPr/>
          <p:nvPr/>
        </p:nvGrpSpPr>
        <p:grpSpPr>
          <a:xfrm>
            <a:off x="8925185" y="381902"/>
            <a:ext cx="2879308" cy="743473"/>
            <a:chOff x="825667" y="458497"/>
            <a:chExt cx="4856203" cy="125393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825667" y="458497"/>
              <a:ext cx="1253932" cy="1253932"/>
            </a:xfrm>
            <a:prstGeom prst="rect">
              <a:avLst/>
            </a:prstGeom>
          </p:spPr>
        </p:pic>
        <p:pic>
          <p:nvPicPr>
            <p:cNvPr id="15" name="图片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006780" y="606338"/>
              <a:ext cx="3642029" cy="596779"/>
            </a:xfrm>
            <a:prstGeom prst="rect">
              <a:avLst/>
            </a:prstGeom>
          </p:spPr>
        </p:pic>
        <p:sp>
          <p:nvSpPr>
            <p:cNvPr id="16" name="矩形 15"/>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BEIHANG UNIVERSITY</a:t>
              </a:r>
            </a:p>
          </p:txBody>
        </p:sp>
      </p:grpSp>
      <p:sp>
        <p:nvSpPr>
          <p:cNvPr id="17" name="矩形 16"/>
          <p:cNvSpPr/>
          <p:nvPr/>
        </p:nvSpPr>
        <p:spPr>
          <a:xfrm>
            <a:off x="1004117" y="1928513"/>
            <a:ext cx="10183766" cy="2959849"/>
          </a:xfrm>
          <a:prstGeom prst="rect">
            <a:avLst/>
          </a:prstGeom>
        </p:spPr>
        <p:txBody>
          <a:bodyPr wrap="square">
            <a:spAutoFit/>
          </a:bodyPr>
          <a:lstStyle/>
          <a:p>
            <a:pPr algn="ctr">
              <a:lnSpc>
                <a:spcPct val="150000"/>
              </a:lnSpc>
            </a:pPr>
            <a:r>
              <a:rPr lang="zh-CN" altLang="en-US" sz="6600" b="1" i="1" dirty="0">
                <a:solidFill>
                  <a:srgbClr val="0B47B3"/>
                </a:solidFill>
                <a:latin typeface="微软雅黑" panose="020B0503020204020204" pitchFamily="34" charset="-122"/>
                <a:ea typeface="微软雅黑" panose="020B0503020204020204" pitchFamily="34" charset="-122"/>
              </a:rPr>
              <a:t>你的模板你做主！</a:t>
            </a:r>
            <a:endParaRPr lang="en-US" altLang="zh-CN" sz="6600" b="1" i="1" dirty="0">
              <a:solidFill>
                <a:srgbClr val="0B47B3"/>
              </a:solidFill>
              <a:latin typeface="微软雅黑" panose="020B0503020204020204" pitchFamily="34" charset="-122"/>
              <a:ea typeface="微软雅黑" panose="020B0503020204020204" pitchFamily="34" charset="-122"/>
            </a:endParaRPr>
          </a:p>
          <a:p>
            <a:pPr algn="ctr">
              <a:lnSpc>
                <a:spcPct val="150000"/>
              </a:lnSpc>
            </a:pPr>
            <a:r>
              <a:rPr lang="zh-CN" altLang="en-US" sz="6600" b="1" i="1" dirty="0">
                <a:solidFill>
                  <a:srgbClr val="0B47B3"/>
                </a:solidFill>
                <a:latin typeface="微软雅黑" panose="020B0503020204020204" pitchFamily="34" charset="-122"/>
                <a:ea typeface="微软雅黑" panose="020B0503020204020204" pitchFamily="34" charset="-122"/>
              </a:rPr>
              <a:t>（请输入你的内容）</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0" y="0"/>
            <a:ext cx="12191999" cy="6872990"/>
          </a:xfrm>
          <a:prstGeom prst="rect">
            <a:avLst/>
          </a:prstGeom>
        </p:spPr>
      </p:pic>
      <p:sp>
        <p:nvSpPr>
          <p:cNvPr id="4" name="矩形 3"/>
          <p:cNvSpPr/>
          <p:nvPr/>
        </p:nvSpPr>
        <p:spPr>
          <a:xfrm>
            <a:off x="0" y="0"/>
            <a:ext cx="12191999" cy="6912403"/>
          </a:xfrm>
          <a:prstGeom prst="rect">
            <a:avLst/>
          </a:prstGeom>
          <a:gradFill flip="none" rotWithShape="1">
            <a:gsLst>
              <a:gs pos="85000">
                <a:srgbClr val="0B47B3">
                  <a:alpha val="88000"/>
                </a:srgbClr>
              </a:gs>
              <a:gs pos="0">
                <a:srgbClr val="0B47B3">
                  <a:alpha val="95000"/>
                </a:srgbClr>
              </a:gs>
              <a:gs pos="100000">
                <a:srgbClr val="0B47B3"/>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pic>
        <p:nvPicPr>
          <p:cNvPr id="5" name="图片 4"/>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01583" y="655063"/>
            <a:ext cx="5472608" cy="6272330"/>
          </a:xfrm>
          <a:prstGeom prst="rect">
            <a:avLst/>
          </a:prstGeom>
        </p:spPr>
      </p:pic>
      <p:grpSp>
        <p:nvGrpSpPr>
          <p:cNvPr id="6" name="组合 5"/>
          <p:cNvGrpSpPr/>
          <p:nvPr/>
        </p:nvGrpSpPr>
        <p:grpSpPr>
          <a:xfrm>
            <a:off x="6362235" y="2374418"/>
            <a:ext cx="5256584" cy="1899301"/>
            <a:chOff x="2135560" y="1748871"/>
            <a:chExt cx="5256584" cy="1899301"/>
          </a:xfrm>
        </p:grpSpPr>
        <p:sp>
          <p:nvSpPr>
            <p:cNvPr id="7" name="文本框 6"/>
            <p:cNvSpPr txBox="1"/>
            <p:nvPr/>
          </p:nvSpPr>
          <p:spPr>
            <a:xfrm flipH="1">
              <a:off x="2135560" y="1748871"/>
              <a:ext cx="5256584" cy="1323439"/>
            </a:xfrm>
            <a:prstGeom prst="rect">
              <a:avLst/>
            </a:prstGeom>
            <a:noFill/>
          </p:spPr>
          <p:txBody>
            <a:bodyPr wrap="square" rtlCol="0">
              <a:spAutoFit/>
            </a:bodyPr>
            <a:lstStyle/>
            <a:p>
              <a:pPr>
                <a:defRPr/>
              </a:pPr>
              <a:r>
                <a:rPr lang="zh-CN" altLang="en-US" sz="8000" b="1" kern="0" spc="300" dirty="0">
                  <a:solidFill>
                    <a:prstClr val="white"/>
                  </a:solidFill>
                  <a:latin typeface="微软雅黑" panose="020B0503020204020204" pitchFamily="34" charset="-122"/>
                  <a:ea typeface="微软雅黑" panose="020B0503020204020204" pitchFamily="34" charset="-122"/>
                </a:rPr>
                <a:t>欢迎提问</a:t>
              </a:r>
            </a:p>
          </p:txBody>
        </p:sp>
        <p:cxnSp>
          <p:nvCxnSpPr>
            <p:cNvPr id="8" name="直接连接符 7"/>
            <p:cNvCxnSpPr/>
            <p:nvPr/>
          </p:nvCxnSpPr>
          <p:spPr>
            <a:xfrm>
              <a:off x="2279576" y="3102783"/>
              <a:ext cx="4176464" cy="0"/>
            </a:xfrm>
            <a:prstGeom prst="line">
              <a:avLst/>
            </a:prstGeom>
            <a:noFill/>
            <a:ln w="28575" cap="flat" cmpd="sng" algn="ctr">
              <a:solidFill>
                <a:sysClr val="window" lastClr="FFFFFF"/>
              </a:solidFill>
              <a:prstDash val="solid"/>
            </a:ln>
            <a:effectLst/>
          </p:spPr>
        </p:cxnSp>
        <p:sp>
          <p:nvSpPr>
            <p:cNvPr id="9" name="文本框 8"/>
            <p:cNvSpPr txBox="1"/>
            <p:nvPr/>
          </p:nvSpPr>
          <p:spPr>
            <a:xfrm>
              <a:off x="2135560" y="3278840"/>
              <a:ext cx="4176464" cy="369332"/>
            </a:xfrm>
            <a:prstGeom prst="rect">
              <a:avLst/>
            </a:prstGeom>
            <a:noFill/>
          </p:spPr>
          <p:txBody>
            <a:bodyPr wrap="square" rtlCol="0">
              <a:spAutoFit/>
            </a:bodyPr>
            <a:lstStyle/>
            <a:p>
              <a:pPr algn="dist">
                <a:defRPr/>
              </a:pPr>
              <a:r>
                <a:rPr lang="en-US" altLang="zh-CN" kern="0" dirty="0">
                  <a:solidFill>
                    <a:prstClr val="white"/>
                  </a:solidFill>
                  <a:latin typeface="微软雅黑" panose="020B0503020204020204" pitchFamily="34" charset="-122"/>
                  <a:ea typeface="微软雅黑" panose="020B0503020204020204" pitchFamily="34" charset="-122"/>
                </a:rPr>
                <a:t>Welcoming</a:t>
              </a:r>
              <a:r>
                <a:rPr lang="zh-CN" altLang="en-US" kern="0" dirty="0">
                  <a:solidFill>
                    <a:prstClr val="white"/>
                  </a:solidFill>
                  <a:latin typeface="微软雅黑" panose="020B0503020204020204" pitchFamily="34" charset="-122"/>
                  <a:ea typeface="微软雅黑" panose="020B0503020204020204" pitchFamily="34" charset="-122"/>
                </a:rPr>
                <a:t>  </a:t>
              </a:r>
              <a:r>
                <a:rPr lang="en-US" altLang="zh-CN" kern="0" dirty="0">
                  <a:solidFill>
                    <a:prstClr val="white"/>
                  </a:solidFill>
                  <a:latin typeface="微软雅黑" panose="020B0503020204020204" pitchFamily="34" charset="-122"/>
                  <a:ea typeface="微软雅黑" panose="020B0503020204020204" pitchFamily="34" charset="-122"/>
                </a:rPr>
                <a:t>for communication.</a:t>
              </a:r>
              <a:endParaRPr lang="zh-CN" altLang="en-US" kern="0" dirty="0">
                <a:solidFill>
                  <a:prstClr val="white"/>
                </a:solidFill>
                <a:latin typeface="微软雅黑" panose="020B0503020204020204" pitchFamily="34" charset="-122"/>
                <a:ea typeface="微软雅黑" panose="020B0503020204020204" pitchFamily="34" charset="-122"/>
              </a:endParaRPr>
            </a:p>
          </p:txBody>
        </p:sp>
      </p:grpSp>
      <p:grpSp>
        <p:nvGrpSpPr>
          <p:cNvPr id="10" name="组合 9"/>
          <p:cNvGrpSpPr/>
          <p:nvPr/>
        </p:nvGrpSpPr>
        <p:grpSpPr>
          <a:xfrm>
            <a:off x="8968955" y="220196"/>
            <a:ext cx="2851680" cy="726950"/>
            <a:chOff x="751446" y="486412"/>
            <a:chExt cx="4918925" cy="1253932"/>
          </a:xfrm>
        </p:grpSpPr>
        <p:pic>
          <p:nvPicPr>
            <p:cNvPr id="11" name="图片 10"/>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751446" y="486412"/>
              <a:ext cx="1253932" cy="1253932"/>
            </a:xfrm>
            <a:prstGeom prst="rect">
              <a:avLst/>
            </a:prstGeom>
          </p:spPr>
        </p:pic>
        <p:pic>
          <p:nvPicPr>
            <p:cNvPr id="12" name="图片 11"/>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1960351" y="558072"/>
              <a:ext cx="3710020" cy="607919"/>
            </a:xfrm>
            <a:prstGeom prst="rect">
              <a:avLst/>
            </a:prstGeom>
          </p:spPr>
        </p:pic>
        <p:sp>
          <p:nvSpPr>
            <p:cNvPr id="13" name="矩形 12"/>
            <p:cNvSpPr/>
            <p:nvPr/>
          </p:nvSpPr>
          <p:spPr>
            <a:xfrm>
              <a:off x="2063872" y="1156394"/>
              <a:ext cx="3606499" cy="530891"/>
            </a:xfrm>
            <a:prstGeom prst="rect">
              <a:avLst/>
            </a:prstGeom>
          </p:spPr>
          <p:txBody>
            <a:bodyPr wrap="square">
              <a:spAutoFit/>
            </a:bodyPr>
            <a:lstStyle/>
            <a:p>
              <a:pPr lvl="0" algn="dist"/>
              <a:r>
                <a:rPr lang="en-US" altLang="zh-CN" sz="1400" b="1" dirty="0">
                  <a:solidFill>
                    <a:prstClr val="white"/>
                  </a:solidFill>
                </a:rPr>
                <a:t>BEIHANG UNIVERSITY</a:t>
              </a:r>
              <a:endParaRPr kumimoji="0" lang="zh-CN" altLang="en-US" sz="14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4" name="组合 13"/>
          <p:cNvGrpSpPr/>
          <p:nvPr/>
        </p:nvGrpSpPr>
        <p:grpSpPr>
          <a:xfrm>
            <a:off x="9468206" y="5784735"/>
            <a:ext cx="2412444" cy="929311"/>
            <a:chOff x="227727" y="5753818"/>
            <a:chExt cx="2412444" cy="929311"/>
          </a:xfrm>
        </p:grpSpPr>
        <p:pic>
          <p:nvPicPr>
            <p:cNvPr id="15" name="图片 14"/>
            <p:cNvPicPr>
              <a:picLocks noChangeAspect="1"/>
            </p:cNvPicPr>
            <p:nvPr/>
          </p:nvPicPr>
          <p:blipFill rotWithShape="1">
            <a:blip r:embed="rId7" cstate="print">
              <a:extLst>
                <a:ext uri="{28A0092B-C50C-407E-A947-70E740481C1C}">
                  <a14:useLocalDpi xmlns:a14="http://schemas.microsoft.com/office/drawing/2010/main" val="0"/>
                </a:ext>
              </a:extLst>
            </a:blip>
            <a:srcRect r="50000" b="-2912"/>
            <a:stretch>
              <a:fillRect/>
            </a:stretch>
          </p:blipFill>
          <p:spPr>
            <a:xfrm>
              <a:off x="227727" y="5753818"/>
              <a:ext cx="1475785" cy="485334"/>
            </a:xfrm>
            <a:prstGeom prst="rect">
              <a:avLst/>
            </a:prstGeom>
          </p:spPr>
        </p:pic>
        <p:pic>
          <p:nvPicPr>
            <p:cNvPr id="16" name="图片 15"/>
            <p:cNvPicPr>
              <a:picLocks noChangeAspect="1"/>
            </p:cNvPicPr>
            <p:nvPr/>
          </p:nvPicPr>
          <p:blipFill rotWithShape="1">
            <a:blip r:embed="rId7" cstate="print">
              <a:extLst>
                <a:ext uri="{28A0092B-C50C-407E-A947-70E740481C1C}">
                  <a14:useLocalDpi xmlns:a14="http://schemas.microsoft.com/office/drawing/2010/main" val="0"/>
                </a:ext>
              </a:extLst>
            </a:blip>
            <a:srcRect l="50000"/>
            <a:stretch>
              <a:fillRect/>
            </a:stretch>
          </p:blipFill>
          <p:spPr>
            <a:xfrm>
              <a:off x="1164385" y="6211529"/>
              <a:ext cx="1475786" cy="4716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0" y="0"/>
            <a:ext cx="12191999" cy="6872990"/>
          </a:xfrm>
          <a:prstGeom prst="rect">
            <a:avLst/>
          </a:prstGeom>
        </p:spPr>
      </p:pic>
      <p:sp>
        <p:nvSpPr>
          <p:cNvPr id="4" name="矩形 3"/>
          <p:cNvSpPr/>
          <p:nvPr/>
        </p:nvSpPr>
        <p:spPr>
          <a:xfrm>
            <a:off x="0" y="0"/>
            <a:ext cx="12192000" cy="6912403"/>
          </a:xfrm>
          <a:prstGeom prst="rect">
            <a:avLst/>
          </a:prstGeom>
          <a:gradFill flip="none" rotWithShape="1">
            <a:gsLst>
              <a:gs pos="0">
                <a:srgbClr val="0B47B3">
                  <a:alpha val="82000"/>
                </a:srgbClr>
              </a:gs>
              <a:gs pos="100000">
                <a:srgbClr val="0B47B3"/>
              </a:gs>
            </a:gsLst>
            <a:lin ang="5400000" scaled="1"/>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nvGrpSpPr>
          <p:cNvPr id="22" name="组合 21"/>
          <p:cNvGrpSpPr/>
          <p:nvPr/>
        </p:nvGrpSpPr>
        <p:grpSpPr>
          <a:xfrm>
            <a:off x="623392" y="2828835"/>
            <a:ext cx="11568608" cy="3921914"/>
            <a:chOff x="623392" y="3284984"/>
            <a:chExt cx="11568608" cy="3921914"/>
          </a:xfrm>
        </p:grpSpPr>
        <p:sp>
          <p:nvSpPr>
            <p:cNvPr id="23" name="Rectangle 15"/>
            <p:cNvSpPr>
              <a:spLocks noChangeArrowheads="1"/>
            </p:cNvSpPr>
            <p:nvPr/>
          </p:nvSpPr>
          <p:spPr bwMode="auto">
            <a:xfrm>
              <a:off x="623392" y="3284984"/>
              <a:ext cx="1156860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8000" b="1" i="0" u="none" strike="noStrike" kern="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汇报结束 感谢聆听</a:t>
              </a:r>
              <a:r>
                <a:rPr kumimoji="0" lang="zh-CN" altLang="en-US" sz="8000" b="1" i="1" u="none" strike="noStrike" kern="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a:t>
              </a:r>
            </a:p>
          </p:txBody>
        </p:sp>
        <p:sp>
          <p:nvSpPr>
            <p:cNvPr id="24" name="文本框 23"/>
            <p:cNvSpPr txBox="1"/>
            <p:nvPr/>
          </p:nvSpPr>
          <p:spPr>
            <a:xfrm>
              <a:off x="5511501" y="6900193"/>
              <a:ext cx="107823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1" dirty="0">
                  <a:solidFill>
                    <a:prstClr val="white"/>
                  </a:solidFill>
                  <a:latin typeface="Calibri" panose="020F0502020204030204"/>
                  <a:ea typeface="宋体" panose="02010600030101010101" pitchFamily="2" charset="-122"/>
                </a:rPr>
                <a:t>星空情报站</a:t>
              </a:r>
              <a:endParaRPr kumimoji="0" lang="zh-CN" altLang="en-US" sz="1400" b="1" i="0" u="none" strike="noStrike" kern="1200" cap="none" spc="0" normalizeH="0" baseline="30000" noProof="0" dirty="0">
                <a:ln>
                  <a:noFill/>
                </a:ln>
                <a:solidFill>
                  <a:prstClr val="white"/>
                </a:solidFill>
                <a:effectLst/>
                <a:uLnTx/>
                <a:uFillTx/>
                <a:latin typeface="Calibri" panose="020F0502020204030204"/>
                <a:ea typeface="宋体" panose="02010600030101010101" pitchFamily="2" charset="-122"/>
                <a:cs typeface="+mn-cs"/>
              </a:endParaRPr>
            </a:p>
          </p:txBody>
        </p:sp>
        <p:cxnSp>
          <p:nvCxnSpPr>
            <p:cNvPr id="25" name="直接连接符 24"/>
            <p:cNvCxnSpPr/>
            <p:nvPr/>
          </p:nvCxnSpPr>
          <p:spPr>
            <a:xfrm>
              <a:off x="5159896" y="7084859"/>
              <a:ext cx="323469" cy="0"/>
            </a:xfrm>
            <a:prstGeom prst="line">
              <a:avLst/>
            </a:prstGeom>
            <a:noFill/>
            <a:ln w="9525" cap="flat" cmpd="sng" algn="ctr">
              <a:solidFill>
                <a:sysClr val="window" lastClr="FFFFFF"/>
              </a:solidFill>
              <a:prstDash val="solid"/>
            </a:ln>
            <a:effectLst/>
          </p:spPr>
        </p:cxnSp>
        <p:cxnSp>
          <p:nvCxnSpPr>
            <p:cNvPr id="26" name="直接连接符 25"/>
            <p:cNvCxnSpPr/>
            <p:nvPr/>
          </p:nvCxnSpPr>
          <p:spPr>
            <a:xfrm>
              <a:off x="6583346" y="7065578"/>
              <a:ext cx="323469" cy="0"/>
            </a:xfrm>
            <a:prstGeom prst="line">
              <a:avLst/>
            </a:prstGeom>
            <a:noFill/>
            <a:ln w="9525" cap="flat" cmpd="sng" algn="ctr">
              <a:solidFill>
                <a:sysClr val="window" lastClr="FFFFFF"/>
              </a:solidFill>
              <a:prstDash val="solid"/>
            </a:ln>
            <a:effectLst/>
          </p:spPr>
        </p:cxnSp>
        <p:cxnSp>
          <p:nvCxnSpPr>
            <p:cNvPr id="27" name="直接连接符 26"/>
            <p:cNvCxnSpPr/>
            <p:nvPr/>
          </p:nvCxnSpPr>
          <p:spPr>
            <a:xfrm>
              <a:off x="1619185" y="4797152"/>
              <a:ext cx="8659688" cy="0"/>
            </a:xfrm>
            <a:prstGeom prst="line">
              <a:avLst/>
            </a:prstGeom>
            <a:noFill/>
            <a:ln w="28575" cap="flat" cmpd="sng" algn="ctr">
              <a:solidFill>
                <a:sysClr val="window" lastClr="FFFFFF"/>
              </a:solidFill>
              <a:prstDash val="solid"/>
            </a:ln>
            <a:effectLst/>
          </p:spPr>
        </p:cxnSp>
      </p:grpSp>
      <p:grpSp>
        <p:nvGrpSpPr>
          <p:cNvPr id="28" name="组合 27"/>
          <p:cNvGrpSpPr/>
          <p:nvPr/>
        </p:nvGrpSpPr>
        <p:grpSpPr>
          <a:xfrm>
            <a:off x="3602028" y="1445612"/>
            <a:ext cx="4918925" cy="1253932"/>
            <a:chOff x="751446" y="486412"/>
            <a:chExt cx="4918925" cy="1253932"/>
          </a:xfrm>
        </p:grpSpPr>
        <p:pic>
          <p:nvPicPr>
            <p:cNvPr id="29" name="图片 2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51446" y="486412"/>
              <a:ext cx="1253932" cy="1253932"/>
            </a:xfrm>
            <a:prstGeom prst="rect">
              <a:avLst/>
            </a:prstGeom>
          </p:spPr>
        </p:pic>
        <p:pic>
          <p:nvPicPr>
            <p:cNvPr id="30" name="图片 2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1960350" y="609785"/>
              <a:ext cx="3710021" cy="607920"/>
            </a:xfrm>
            <a:prstGeom prst="rect">
              <a:avLst/>
            </a:prstGeom>
          </p:spPr>
        </p:pic>
        <p:sp>
          <p:nvSpPr>
            <p:cNvPr id="31" name="矩形 30"/>
            <p:cNvSpPr/>
            <p:nvPr/>
          </p:nvSpPr>
          <p:spPr>
            <a:xfrm>
              <a:off x="2137414" y="1226892"/>
              <a:ext cx="3502977" cy="307777"/>
            </a:xfrm>
            <a:prstGeom prst="rect">
              <a:avLst/>
            </a:prstGeom>
          </p:spPr>
          <p:txBody>
            <a:bodyPr wrap="square">
              <a:spAutoFit/>
            </a:bodyPr>
            <a:lstStyle/>
            <a:p>
              <a:pPr lvl="0" algn="dist"/>
              <a:r>
                <a:rPr lang="en-US" altLang="zh-CN" sz="1400" b="1" dirty="0">
                  <a:solidFill>
                    <a:prstClr val="white"/>
                  </a:solidFill>
                </a:rPr>
                <a:t>BEIHANG UNIVERSITY</a:t>
              </a:r>
              <a:endParaRPr kumimoji="0" lang="zh-CN" altLang="en-US" sz="1400" b="1"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32" name="组合 31"/>
          <p:cNvGrpSpPr/>
          <p:nvPr/>
        </p:nvGrpSpPr>
        <p:grpSpPr>
          <a:xfrm>
            <a:off x="227727" y="5753818"/>
            <a:ext cx="2412444" cy="929311"/>
            <a:chOff x="227727" y="5753818"/>
            <a:chExt cx="2412444" cy="929311"/>
          </a:xfrm>
        </p:grpSpPr>
        <p:pic>
          <p:nvPicPr>
            <p:cNvPr id="33" name="图片 32"/>
            <p:cNvPicPr>
              <a:picLocks noChangeAspect="1"/>
            </p:cNvPicPr>
            <p:nvPr/>
          </p:nvPicPr>
          <p:blipFill rotWithShape="1">
            <a:blip r:embed="rId5" cstate="print">
              <a:extLst>
                <a:ext uri="{28A0092B-C50C-407E-A947-70E740481C1C}">
                  <a14:useLocalDpi xmlns:a14="http://schemas.microsoft.com/office/drawing/2010/main" val="0"/>
                </a:ext>
              </a:extLst>
            </a:blip>
            <a:srcRect r="50000" b="-2912"/>
            <a:stretch>
              <a:fillRect/>
            </a:stretch>
          </p:blipFill>
          <p:spPr>
            <a:xfrm>
              <a:off x="227727" y="5753818"/>
              <a:ext cx="1475785" cy="485334"/>
            </a:xfrm>
            <a:prstGeom prst="rect">
              <a:avLst/>
            </a:prstGeom>
          </p:spPr>
        </p:pic>
        <p:pic>
          <p:nvPicPr>
            <p:cNvPr id="34" name="图片 33"/>
            <p:cNvPicPr>
              <a:picLocks noChangeAspect="1"/>
            </p:cNvPicPr>
            <p:nvPr/>
          </p:nvPicPr>
          <p:blipFill rotWithShape="1">
            <a:blip r:embed="rId5" cstate="print">
              <a:extLst>
                <a:ext uri="{28A0092B-C50C-407E-A947-70E740481C1C}">
                  <a14:useLocalDpi xmlns:a14="http://schemas.microsoft.com/office/drawing/2010/main" val="0"/>
                </a:ext>
              </a:extLst>
            </a:blip>
            <a:srcRect l="50000"/>
            <a:stretch>
              <a:fillRect/>
            </a:stretch>
          </p:blipFill>
          <p:spPr>
            <a:xfrm>
              <a:off x="1164385" y="6211529"/>
              <a:ext cx="1475786" cy="471600"/>
            </a:xfrm>
            <a:prstGeom prst="rect">
              <a:avLst/>
            </a:prstGeom>
          </p:spPr>
        </p:pic>
      </p:grpSp>
      <p:pic>
        <p:nvPicPr>
          <p:cNvPr id="35" name="图片 3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20059" y="4445569"/>
            <a:ext cx="8659688" cy="78390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descr="更多北京航空航天大学内容，关注微信公众号：星空情报站"/>
          <p:cNvPicPr>
            <a:picLocks noChangeAspect="1"/>
          </p:cNvPicPr>
          <p:nvPr/>
        </p:nvPicPr>
        <p:blipFill>
          <a:blip r:embed="rId2"/>
          <a:stretch>
            <a:fillRect/>
          </a:stretch>
        </p:blipFill>
        <p:spPr>
          <a:xfrm>
            <a:off x="609600" y="1600200"/>
            <a:ext cx="10858500" cy="396240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E5M2Q3YTk2NzExM2ViYmM0ZjRmYzRhOWQ2NWVkYzYifQ=="/>
</p:tagLst>
</file>

<file path=ppt/tags/tag2.xml><?xml version="1.0" encoding="utf-8"?>
<p:tagLst xmlns:a="http://schemas.openxmlformats.org/drawingml/2006/main" xmlns:r="http://schemas.openxmlformats.org/officeDocument/2006/relationships" xmlns:p="http://schemas.openxmlformats.org/presentationml/2006/main">
  <p:tag name="ISLIDE.DIAGRAM" val="4d5c9446-e71a-41fc-9605-be1165a4b6e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TotalTime>
  <Words>3539</Words>
  <Application>Microsoft Office PowerPoint</Application>
  <PresentationFormat>宽屏</PresentationFormat>
  <Paragraphs>385</Paragraphs>
  <Slides>33</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33</vt:i4>
      </vt:variant>
    </vt:vector>
  </HeadingPairs>
  <TitlesOfParts>
    <vt:vector size="43" baseType="lpstr">
      <vt:lpstr>等线</vt:lpstr>
      <vt:lpstr>黑体</vt:lpstr>
      <vt:lpstr>华文细黑</vt:lpstr>
      <vt:lpstr>微软雅黑</vt:lpstr>
      <vt:lpstr>Arial</vt:lpstr>
      <vt:lpstr>Arial Black</vt:lpstr>
      <vt:lpstr>Calibri</vt:lpstr>
      <vt:lpstr>Calibri Light</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
  <cp:revision>33</cp:revision>
  <dcterms:created xsi:type="dcterms:W3CDTF">2020-07-27T06:27:00Z</dcterms:created>
  <dcterms:modified xsi:type="dcterms:W3CDTF">2024-01-02T05:14:51Z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1254FF55EFA14868BAFF1D73911837C5_12</vt:lpwstr>
  </property>
  <property fmtid="{D5CDD505-2E9C-101B-9397-08002B2CF9AE}" pid="3" name="KSOProductBuildVer">
    <vt:lpwstr>2052-12.1.0.16120</vt:lpwstr>
  </property>
</Properties>
</file>