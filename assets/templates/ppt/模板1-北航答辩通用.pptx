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1" r:id="rId7"/>
    <p:sldId id="263" r:id="rId8"/>
    <p:sldId id="264" r:id="rId9"/>
    <p:sldId id="265" r:id="rId10"/>
    <p:sldId id="266" r:id="rId11"/>
    <p:sldId id="267" r:id="rId12"/>
    <p:sldId id="270" r:id="rId13"/>
    <p:sldId id="268" r:id="rId14"/>
    <p:sldId id="269" r:id="rId15"/>
    <p:sldId id="271" r:id="rId16"/>
    <p:sldId id="272" r:id="rId17"/>
    <p:sldId id="273" r:id="rId18"/>
    <p:sldId id="274" r:id="rId19"/>
    <p:sldId id="275" r:id="rId20"/>
    <p:sldId id="276" r:id="rId21"/>
    <p:sldId id="277" r:id="rId22"/>
    <p:sldId id="278" r:id="rId23"/>
    <p:sldId id="279" r:id="rId24"/>
    <p:sldId id="280" r:id="rId25"/>
    <p:sldId id="284" r:id="rId26"/>
    <p:sldId id="285" r:id="rId27"/>
    <p:sldId id="286" r:id="rId28"/>
    <p:sldId id="287" r:id="rId29"/>
    <p:sldId id="288" r:id="rId30"/>
    <p:sldId id="289" r:id="rId31"/>
    <p:sldId id="291" r:id="rId32"/>
    <p:sldId id="290" r:id="rId33"/>
    <p:sldId id="292" r:id="rId34"/>
    <p:sldId id="293" r:id="rId35"/>
    <p:sldId id="260" r:id="rId36"/>
    <p:sldId id="282" r:id="rId37"/>
    <p:sldId id="283" r:id="rId38"/>
    <p:sldId id="281" r:id="rId39"/>
    <p:sldId id="294"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 initials="" lastIdx="1" clrIdx="0">
    <p:extLst>
      <p:ext uri="{19B8F6BF-5375-455C-9EA6-DF929625EA0E}">
        <p15:presenceInfo xmlns:p15="http://schemas.microsoft.com/office/powerpoint/2012/main" userId=""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0" d="100"/>
          <a:sy n="60" d="100"/>
        </p:scale>
        <p:origin x="380"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176BDD-580B-4D1A-BF24-38BE544594F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A5955C5-9AF7-47AE-810D-599410B578E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E5D9B7D-7387-479B-A169-E3A3C4691DD7}"/>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834B5FE8-9EE9-4EC3-8BDE-040D9D805F1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4B68DDA-93F2-465B-973D-8CC9124CE860}"/>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736855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6EDCD5-EB9F-4C88-8994-C7F5CBE411D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3FD99E2-8141-4527-BDB9-FBA46E73F7A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020406A-4B85-4512-8DFB-544DC89948D6}"/>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59A985BC-E6D5-48D5-88FD-A4648A00DBC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BBF79A-3072-41CF-85B7-209236CF34A7}"/>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1500631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82C0AC-3381-473E-BF69-779D5CF601C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33E3CDC-0A0C-4AC0-8511-186CF556B62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5B909F-65A6-478A-9B79-2282D8CB674B}"/>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FA63BC6A-8937-41CE-B200-39624C615C9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FFC1A3-9CB1-457A-8774-3395879A7608}"/>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4129808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A15F98-2500-4AB5-BFA9-79A6B9F285A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218D24-B82F-4ACF-9BD8-C240F61256B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BF4A46-41D0-443D-A76E-D9454AA359A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E54CC22-D11B-4B15-B507-3D6AB00BDFE2}"/>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6" name="页脚占位符 5">
            <a:extLst>
              <a:ext uri="{FF2B5EF4-FFF2-40B4-BE49-F238E27FC236}">
                <a16:creationId xmlns:a16="http://schemas.microsoft.com/office/drawing/2014/main" id="{E3A15538-1447-4A31-A96E-5CFF0B05B0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22CDFC0-A02A-4BF1-93DA-DB220CFF3BDA}"/>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233553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991471-44A0-4738-B4E7-3F598F0BBF0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33C282C-726D-4666-9BED-598C44D19A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D2297896-F7F3-4EC3-874D-1A8BB248501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A1BDD10-E46E-4DA3-B882-8C7D3EC902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ED03F2E-ADEC-4FD9-879A-76BA69F59ACB}"/>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84BB852-7A59-4E46-9BBB-4A760A035D63}"/>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8" name="页脚占位符 7">
            <a:extLst>
              <a:ext uri="{FF2B5EF4-FFF2-40B4-BE49-F238E27FC236}">
                <a16:creationId xmlns:a16="http://schemas.microsoft.com/office/drawing/2014/main" id="{3BF20E3D-B1AA-45D2-A94D-A1D9BE1522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A4ABB32-F5EC-4D50-A260-FFCC74079FE1}"/>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15693926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19A55F-8AA6-4C30-A50C-3821ACFFB6C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30B7712-36BD-4FDE-A35A-D89390EAB713}"/>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4" name="页脚占位符 3">
            <a:extLst>
              <a:ext uri="{FF2B5EF4-FFF2-40B4-BE49-F238E27FC236}">
                <a16:creationId xmlns:a16="http://schemas.microsoft.com/office/drawing/2014/main" id="{06669C0A-9328-4CB2-AAA9-FDB4DF09FC3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E61BC2A-8D9B-427C-87E9-B16E915239C5}"/>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503839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E2D6D2D-8BAF-494C-981A-016842777793}"/>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3" name="页脚占位符 2">
            <a:extLst>
              <a:ext uri="{FF2B5EF4-FFF2-40B4-BE49-F238E27FC236}">
                <a16:creationId xmlns:a16="http://schemas.microsoft.com/office/drawing/2014/main" id="{13FD0602-739D-4D7C-9E48-1A49B44BF57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AC38935-D2F2-47E9-8A16-2481E6E575C6}"/>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457675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A7389A-F93F-4985-80EA-BD155640FDE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8623D923-8A68-454B-B408-74E5424B6C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C7DE8B-255C-4B25-A273-3A1B8D761C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D364DC9-2AF8-4AA8-86CE-10CA284A85AE}"/>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6" name="页脚占位符 5">
            <a:extLst>
              <a:ext uri="{FF2B5EF4-FFF2-40B4-BE49-F238E27FC236}">
                <a16:creationId xmlns:a16="http://schemas.microsoft.com/office/drawing/2014/main" id="{70816C3A-5BCF-40CE-B5E2-8E1BF9D4C61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DCD7967-AA8D-4E3C-9CB8-16A82DA95FB5}"/>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1105452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9872F3-4C9D-4A3B-B264-25CD14484F2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FC40272-A297-4B75-A69E-1137ABB7AD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C14C34D-E8B0-43AD-83B3-12E7611DCC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1EF7B98-D3D9-4152-8045-D8E1846BB8C3}"/>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6" name="页脚占位符 5">
            <a:extLst>
              <a:ext uri="{FF2B5EF4-FFF2-40B4-BE49-F238E27FC236}">
                <a16:creationId xmlns:a16="http://schemas.microsoft.com/office/drawing/2014/main" id="{29CA769D-87AB-4DB1-9C2B-D2BA8B83016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F87FC77-766E-4F6E-8FF1-EAB8A351D172}"/>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22378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8E9890-335E-45B6-B588-85D9EBD7E10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D79B372-ED62-4A49-9C65-6B906AA253A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3F109B1-2685-4ED0-9ECF-0B7642463075}"/>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08E65DEF-463E-4846-96E2-01C55DD05F2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783983E-242D-4701-86AD-4F7B64465EB3}"/>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36166329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886E7D0-BA2C-4D34-A840-917866B707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2B788DC-BF5E-4226-865E-ACBE0FC77EF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02D2812-C9F2-4CB1-8F56-0C07EF77F703}"/>
              </a:ext>
            </a:extLst>
          </p:cNvPr>
          <p:cNvSpPr>
            <a:spLocks noGrp="1"/>
          </p:cNvSpPr>
          <p:nvPr>
            <p:ph type="dt" sz="half" idx="10"/>
          </p:nvPr>
        </p:nvSpPr>
        <p:spPr/>
        <p:txBody>
          <a:body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EB0045C6-D2AB-41B2-9032-CBC8DF86D3A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DEF7C4-BCC1-4183-AA0A-D9E6B3312268}"/>
              </a:ext>
            </a:extLst>
          </p:cNvPr>
          <p:cNvSpPr>
            <a:spLocks noGrp="1"/>
          </p:cNvSpPr>
          <p:nvPr>
            <p:ph type="sldNum" sz="quarter" idx="12"/>
          </p:nvPr>
        </p:nvSpPr>
        <p:spPr/>
        <p:txBody>
          <a:body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1100173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146ED92-2E0B-48E7-A176-EE1B3E3726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070C440-0132-4DC3-80DC-1F5DC213C3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026934-7C45-4C29-852E-73B40EFFA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51F9A0-DEB4-4FE9-AA51-88B1BED6F42B}" type="datetimeFigureOut">
              <a:rPr lang="zh-CN" altLang="en-US" smtClean="0"/>
              <a:t>2024/1/2</a:t>
            </a:fld>
            <a:endParaRPr lang="zh-CN" altLang="en-US"/>
          </a:p>
        </p:txBody>
      </p:sp>
      <p:sp>
        <p:nvSpPr>
          <p:cNvPr id="5" name="页脚占位符 4">
            <a:extLst>
              <a:ext uri="{FF2B5EF4-FFF2-40B4-BE49-F238E27FC236}">
                <a16:creationId xmlns:a16="http://schemas.microsoft.com/office/drawing/2014/main" id="{67ACF6B6-58FF-472C-B91D-8F58F7582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E409DB4-E135-44F1-BED5-057F4F895F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BE86DD-6606-4CE5-BC30-77EEE06B7C3C}" type="slidenum">
              <a:rPr lang="zh-CN" altLang="en-US" smtClean="0"/>
              <a:t>‹#›</a:t>
            </a:fld>
            <a:endParaRPr lang="zh-CN" altLang="en-US"/>
          </a:p>
        </p:txBody>
      </p:sp>
    </p:spTree>
    <p:extLst>
      <p:ext uri="{BB962C8B-B14F-4D97-AF65-F5344CB8AC3E}">
        <p14:creationId xmlns:p14="http://schemas.microsoft.com/office/powerpoint/2010/main" val="1541886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3" Type="http://schemas.openxmlformats.org/officeDocument/2006/relationships/tags" Target="../tags/tag13.xml"/><Relationship Id="rId18" Type="http://schemas.openxmlformats.org/officeDocument/2006/relationships/tags" Target="../tags/tag18.xml"/><Relationship Id="rId26" Type="http://schemas.openxmlformats.org/officeDocument/2006/relationships/tags" Target="../tags/tag26.xml"/><Relationship Id="rId39" Type="http://schemas.openxmlformats.org/officeDocument/2006/relationships/tags" Target="../tags/tag39.xml"/><Relationship Id="rId21" Type="http://schemas.openxmlformats.org/officeDocument/2006/relationships/tags" Target="../tags/tag21.xml"/><Relationship Id="rId34" Type="http://schemas.openxmlformats.org/officeDocument/2006/relationships/tags" Target="../tags/tag34.xml"/><Relationship Id="rId42" Type="http://schemas.openxmlformats.org/officeDocument/2006/relationships/image" Target="../media/image2.png"/><Relationship Id="rId7" Type="http://schemas.openxmlformats.org/officeDocument/2006/relationships/tags" Target="../tags/tag7.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image" Target="../media/image5.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10" Type="http://schemas.openxmlformats.org/officeDocument/2006/relationships/tags" Target="../tags/tag10.xml"/><Relationship Id="rId19" Type="http://schemas.openxmlformats.org/officeDocument/2006/relationships/tags" Target="../tags/tag19.xml"/><Relationship Id="rId31" Type="http://schemas.openxmlformats.org/officeDocument/2006/relationships/tags" Target="../tags/tag31.xml"/><Relationship Id="rId44" Type="http://schemas.openxmlformats.org/officeDocument/2006/relationships/image" Target="../media/image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image" Target="../media/image8.jpg"/><Relationship Id="rId8" Type="http://schemas.openxmlformats.org/officeDocument/2006/relationships/tags" Target="../tags/tag8.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image" Target="../media/image6.png"/><Relationship Id="rId20" Type="http://schemas.openxmlformats.org/officeDocument/2006/relationships/tags" Target="../tags/tag20.xml"/><Relationship Id="rId4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3" Type="http://schemas.openxmlformats.org/officeDocument/2006/relationships/tags" Target="../tags/tag53.xml"/><Relationship Id="rId18" Type="http://schemas.openxmlformats.org/officeDocument/2006/relationships/tags" Target="../tags/tag58.xml"/><Relationship Id="rId26" Type="http://schemas.openxmlformats.org/officeDocument/2006/relationships/tags" Target="../tags/tag66.xml"/><Relationship Id="rId39" Type="http://schemas.openxmlformats.org/officeDocument/2006/relationships/tags" Target="../tags/tag79.xml"/><Relationship Id="rId21" Type="http://schemas.openxmlformats.org/officeDocument/2006/relationships/tags" Target="../tags/tag61.xml"/><Relationship Id="rId34" Type="http://schemas.openxmlformats.org/officeDocument/2006/relationships/tags" Target="../tags/tag74.xml"/><Relationship Id="rId42" Type="http://schemas.openxmlformats.org/officeDocument/2006/relationships/image" Target="../media/image2.png"/><Relationship Id="rId7" Type="http://schemas.openxmlformats.org/officeDocument/2006/relationships/tags" Target="../tags/tag47.xml"/><Relationship Id="rId2" Type="http://schemas.openxmlformats.org/officeDocument/2006/relationships/tags" Target="../tags/tag42.xml"/><Relationship Id="rId16" Type="http://schemas.openxmlformats.org/officeDocument/2006/relationships/tags" Target="../tags/tag56.xml"/><Relationship Id="rId29" Type="http://schemas.openxmlformats.org/officeDocument/2006/relationships/tags" Target="../tags/tag69.xml"/><Relationship Id="rId1" Type="http://schemas.openxmlformats.org/officeDocument/2006/relationships/tags" Target="../tags/tag41.xml"/><Relationship Id="rId6" Type="http://schemas.openxmlformats.org/officeDocument/2006/relationships/tags" Target="../tags/tag46.xml"/><Relationship Id="rId11" Type="http://schemas.openxmlformats.org/officeDocument/2006/relationships/tags" Target="../tags/tag51.xml"/><Relationship Id="rId24" Type="http://schemas.openxmlformats.org/officeDocument/2006/relationships/tags" Target="../tags/tag64.xml"/><Relationship Id="rId32" Type="http://schemas.openxmlformats.org/officeDocument/2006/relationships/tags" Target="../tags/tag72.xml"/><Relationship Id="rId37" Type="http://schemas.openxmlformats.org/officeDocument/2006/relationships/tags" Target="../tags/tag77.xml"/><Relationship Id="rId40" Type="http://schemas.openxmlformats.org/officeDocument/2006/relationships/tags" Target="../tags/tag80.xml"/><Relationship Id="rId45" Type="http://schemas.openxmlformats.org/officeDocument/2006/relationships/image" Target="../media/image5.png"/><Relationship Id="rId5" Type="http://schemas.openxmlformats.org/officeDocument/2006/relationships/tags" Target="../tags/tag45.xml"/><Relationship Id="rId15" Type="http://schemas.openxmlformats.org/officeDocument/2006/relationships/tags" Target="../tags/tag55.xml"/><Relationship Id="rId23" Type="http://schemas.openxmlformats.org/officeDocument/2006/relationships/tags" Target="../tags/tag63.xml"/><Relationship Id="rId28" Type="http://schemas.openxmlformats.org/officeDocument/2006/relationships/tags" Target="../tags/tag68.xml"/><Relationship Id="rId36" Type="http://schemas.openxmlformats.org/officeDocument/2006/relationships/tags" Target="../tags/tag76.xml"/><Relationship Id="rId10" Type="http://schemas.openxmlformats.org/officeDocument/2006/relationships/tags" Target="../tags/tag50.xml"/><Relationship Id="rId19" Type="http://schemas.openxmlformats.org/officeDocument/2006/relationships/tags" Target="../tags/tag59.xml"/><Relationship Id="rId31" Type="http://schemas.openxmlformats.org/officeDocument/2006/relationships/tags" Target="../tags/tag71.xml"/><Relationship Id="rId44" Type="http://schemas.openxmlformats.org/officeDocument/2006/relationships/image" Target="../media/image4.png"/><Relationship Id="rId4" Type="http://schemas.openxmlformats.org/officeDocument/2006/relationships/tags" Target="../tags/tag44.xml"/><Relationship Id="rId9" Type="http://schemas.openxmlformats.org/officeDocument/2006/relationships/tags" Target="../tags/tag49.xml"/><Relationship Id="rId14" Type="http://schemas.openxmlformats.org/officeDocument/2006/relationships/tags" Target="../tags/tag54.xml"/><Relationship Id="rId22" Type="http://schemas.openxmlformats.org/officeDocument/2006/relationships/tags" Target="../tags/tag62.xml"/><Relationship Id="rId27" Type="http://schemas.openxmlformats.org/officeDocument/2006/relationships/tags" Target="../tags/tag67.xml"/><Relationship Id="rId30" Type="http://schemas.openxmlformats.org/officeDocument/2006/relationships/tags" Target="../tags/tag70.xml"/><Relationship Id="rId35" Type="http://schemas.openxmlformats.org/officeDocument/2006/relationships/tags" Target="../tags/tag75.xml"/><Relationship Id="rId43" Type="http://schemas.openxmlformats.org/officeDocument/2006/relationships/image" Target="../media/image9.jpg"/><Relationship Id="rId8" Type="http://schemas.openxmlformats.org/officeDocument/2006/relationships/tags" Target="../tags/tag48.xml"/><Relationship Id="rId3" Type="http://schemas.openxmlformats.org/officeDocument/2006/relationships/tags" Target="../tags/tag43.xml"/><Relationship Id="rId12" Type="http://schemas.openxmlformats.org/officeDocument/2006/relationships/tags" Target="../tags/tag52.xml"/><Relationship Id="rId17" Type="http://schemas.openxmlformats.org/officeDocument/2006/relationships/tags" Target="../tags/tag57.xml"/><Relationship Id="rId25" Type="http://schemas.openxmlformats.org/officeDocument/2006/relationships/tags" Target="../tags/tag65.xml"/><Relationship Id="rId33" Type="http://schemas.openxmlformats.org/officeDocument/2006/relationships/tags" Target="../tags/tag73.xml"/><Relationship Id="rId38" Type="http://schemas.openxmlformats.org/officeDocument/2006/relationships/tags" Target="../tags/tag78.xml"/><Relationship Id="rId46" Type="http://schemas.openxmlformats.org/officeDocument/2006/relationships/image" Target="../media/image6.png"/><Relationship Id="rId20" Type="http://schemas.openxmlformats.org/officeDocument/2006/relationships/tags" Target="../tags/tag60.xml"/><Relationship Id="rId4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0.jp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4.jp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jpg"/><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5.jpg"/><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9.jp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1.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0.jpg"/><Relationship Id="rId5" Type="http://schemas.openxmlformats.org/officeDocument/2006/relationships/image" Target="../media/image13.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23.jp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2.jpg"/><Relationship Id="rId5" Type="http://schemas.openxmlformats.org/officeDocument/2006/relationships/image" Target="../media/image13.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24.jp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jpg"/><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9.jp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13.pn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3.png"/><Relationship Id="rId4" Type="http://schemas.openxmlformats.org/officeDocument/2006/relationships/image" Target="../media/image12.png"/></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28.jp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9.jp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4036D83-1C97-4B08-AE3C-7AEDA923BB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19215" y="1678797"/>
            <a:ext cx="7124626" cy="7124626"/>
          </a:xfrm>
          <a:prstGeom prst="rect">
            <a:avLst/>
          </a:prstGeom>
        </p:spPr>
      </p:pic>
      <p:pic>
        <p:nvPicPr>
          <p:cNvPr id="5" name="Picture 2">
            <a:extLst>
              <a:ext uri="{FF2B5EF4-FFF2-40B4-BE49-F238E27FC236}">
                <a16:creationId xmlns:a16="http://schemas.microsoft.com/office/drawing/2014/main" id="{7014BE1E-9895-46A3-A269-4F2EC9A44D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2326" b="21210"/>
          <a:stretch/>
        </p:blipFill>
        <p:spPr bwMode="auto">
          <a:xfrm>
            <a:off x="-1" y="2106219"/>
            <a:ext cx="12214205" cy="3023423"/>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94115BE-34ED-407E-929E-7206110F62ED}"/>
              </a:ext>
            </a:extLst>
          </p:cNvPr>
          <p:cNvSpPr/>
          <p:nvPr/>
        </p:nvSpPr>
        <p:spPr>
          <a:xfrm>
            <a:off x="0" y="2107257"/>
            <a:ext cx="12215445" cy="3023423"/>
          </a:xfrm>
          <a:prstGeom prst="rect">
            <a:avLst/>
          </a:prstGeom>
          <a:solidFill>
            <a:srgbClr val="0C49B7">
              <a:alpha val="80000"/>
            </a:srgbClr>
          </a:solidFill>
          <a:ln w="12700" cap="flat" cmpd="sng" algn="ctr">
            <a:noFill/>
            <a:prstDash val="solid"/>
            <a:miter lim="800000"/>
          </a:ln>
          <a:effectLst/>
        </p:spPr>
        <p:txBody>
          <a:bodyPr rtlCol="0" anchor="ctr"/>
          <a:lstStyle/>
          <a:p>
            <a:pPr algn="ctr">
              <a:defRPr/>
            </a:pPr>
            <a:endParaRPr lang="zh-CN" altLang="en-US" kern="0" dirty="0">
              <a:solidFill>
                <a:srgbClr val="FFFFFF"/>
              </a:solidFill>
              <a:latin typeface="Arial" panose="020F0502020204030204"/>
              <a:ea typeface="微软雅黑"/>
              <a:cs typeface="+mn-ea"/>
              <a:sym typeface="+mn-lt"/>
            </a:endParaRPr>
          </a:p>
        </p:txBody>
      </p:sp>
      <p:grpSp>
        <p:nvGrpSpPr>
          <p:cNvPr id="7" name="组合 6">
            <a:extLst>
              <a:ext uri="{FF2B5EF4-FFF2-40B4-BE49-F238E27FC236}">
                <a16:creationId xmlns:a16="http://schemas.microsoft.com/office/drawing/2014/main" id="{30352FE1-9480-41D1-A7B3-3BAF669A8B0E}"/>
              </a:ext>
            </a:extLst>
          </p:cNvPr>
          <p:cNvGrpSpPr/>
          <p:nvPr/>
        </p:nvGrpSpPr>
        <p:grpSpPr>
          <a:xfrm>
            <a:off x="2388937" y="6230473"/>
            <a:ext cx="6978108" cy="338554"/>
            <a:chOff x="415917" y="6056049"/>
            <a:chExt cx="6978108" cy="338554"/>
          </a:xfrm>
        </p:grpSpPr>
        <p:sp>
          <p:nvSpPr>
            <p:cNvPr id="8" name="TextBox 14">
              <a:extLst>
                <a:ext uri="{FF2B5EF4-FFF2-40B4-BE49-F238E27FC236}">
                  <a16:creationId xmlns:a16="http://schemas.microsoft.com/office/drawing/2014/main" id="{0F14893D-013A-4994-84A7-F9BCEB67E95D}"/>
                </a:ext>
              </a:extLst>
            </p:cNvPr>
            <p:cNvSpPr txBox="1"/>
            <p:nvPr/>
          </p:nvSpPr>
          <p:spPr>
            <a:xfrm>
              <a:off x="415917" y="6056049"/>
              <a:ext cx="2031325"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答辩人：星空情报站</a:t>
              </a:r>
            </a:p>
          </p:txBody>
        </p:sp>
        <p:sp>
          <p:nvSpPr>
            <p:cNvPr id="9" name="TextBox 28">
              <a:extLst>
                <a:ext uri="{FF2B5EF4-FFF2-40B4-BE49-F238E27FC236}">
                  <a16:creationId xmlns:a16="http://schemas.microsoft.com/office/drawing/2014/main" id="{47BC8258-8BC3-4284-8396-2BF2CB57033B}"/>
                </a:ext>
              </a:extLst>
            </p:cNvPr>
            <p:cNvSpPr txBox="1"/>
            <p:nvPr/>
          </p:nvSpPr>
          <p:spPr>
            <a:xfrm>
              <a:off x="2741384" y="6056049"/>
              <a:ext cx="2294218"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指导老师：</a:t>
              </a:r>
              <a:r>
                <a:rPr lang="en-US" altLang="zh-CN" sz="1600" b="1" dirty="0">
                  <a:solidFill>
                    <a:srgbClr val="0C49B7"/>
                  </a:solidFill>
                  <a:latin typeface="Arial" panose="020F0502020204030204"/>
                  <a:ea typeface="微软雅黑"/>
                  <a:cs typeface="+mn-ea"/>
                </a:rPr>
                <a:t> </a:t>
              </a:r>
              <a:r>
                <a:rPr lang="zh-CN" altLang="en-US" sz="1600" b="1" dirty="0">
                  <a:solidFill>
                    <a:srgbClr val="0C49B7"/>
                  </a:solidFill>
                  <a:latin typeface="Arial" panose="020F0502020204030204"/>
                  <a:ea typeface="微软雅黑"/>
                  <a:cs typeface="+mn-ea"/>
                </a:rPr>
                <a:t>微信公众号</a:t>
              </a:r>
            </a:p>
          </p:txBody>
        </p:sp>
        <p:sp>
          <p:nvSpPr>
            <p:cNvPr id="10" name="TextBox 90">
              <a:extLst>
                <a:ext uri="{FF2B5EF4-FFF2-40B4-BE49-F238E27FC236}">
                  <a16:creationId xmlns:a16="http://schemas.microsoft.com/office/drawing/2014/main" id="{97991683-302A-4BF9-A552-57DCD700A62E}"/>
                </a:ext>
              </a:extLst>
            </p:cNvPr>
            <p:cNvSpPr txBox="1"/>
            <p:nvPr/>
          </p:nvSpPr>
          <p:spPr>
            <a:xfrm>
              <a:off x="5295374" y="6056049"/>
              <a:ext cx="2098651"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日期：</a:t>
              </a:r>
              <a:r>
                <a:rPr lang="en-US" altLang="zh-CN" sz="1600" b="1" dirty="0">
                  <a:solidFill>
                    <a:srgbClr val="0C49B7"/>
                  </a:solidFill>
                  <a:latin typeface="Arial" panose="020F0502020204030204"/>
                  <a:ea typeface="微软雅黑"/>
                  <a:cs typeface="+mn-ea"/>
                </a:rPr>
                <a:t>2024</a:t>
              </a:r>
              <a:r>
                <a:rPr lang="zh-CN" altLang="en-US" sz="1600" b="1" dirty="0">
                  <a:solidFill>
                    <a:srgbClr val="0C49B7"/>
                  </a:solidFill>
                  <a:latin typeface="Arial" panose="020F0502020204030204"/>
                  <a:ea typeface="微软雅黑"/>
                  <a:cs typeface="+mn-ea"/>
                </a:rPr>
                <a:t>年</a:t>
              </a:r>
              <a:r>
                <a:rPr lang="en-US" altLang="zh-CN" sz="1600" b="1" dirty="0">
                  <a:solidFill>
                    <a:srgbClr val="0C49B7"/>
                  </a:solidFill>
                  <a:latin typeface="Arial" panose="020F0502020204030204"/>
                  <a:ea typeface="微软雅黑"/>
                  <a:cs typeface="+mn-ea"/>
                </a:rPr>
                <a:t>1</a:t>
              </a:r>
              <a:r>
                <a:rPr lang="zh-CN" altLang="en-US" sz="1600" b="1" dirty="0">
                  <a:solidFill>
                    <a:srgbClr val="0C49B7"/>
                  </a:solidFill>
                  <a:latin typeface="Arial" panose="020F0502020204030204"/>
                  <a:ea typeface="微软雅黑"/>
                  <a:cs typeface="+mn-ea"/>
                </a:rPr>
                <a:t>月</a:t>
              </a:r>
              <a:r>
                <a:rPr lang="en-US" altLang="zh-CN" sz="1600" b="1" dirty="0">
                  <a:solidFill>
                    <a:srgbClr val="0C49B7"/>
                  </a:solidFill>
                  <a:latin typeface="Arial" panose="020F0502020204030204"/>
                  <a:ea typeface="微软雅黑"/>
                  <a:cs typeface="+mn-ea"/>
                </a:rPr>
                <a:t>1</a:t>
              </a:r>
              <a:r>
                <a:rPr lang="zh-CN" altLang="en-US" sz="1600" b="1" dirty="0">
                  <a:solidFill>
                    <a:srgbClr val="0C49B7"/>
                  </a:solidFill>
                  <a:latin typeface="Arial" panose="020F0502020204030204"/>
                  <a:ea typeface="微软雅黑"/>
                  <a:cs typeface="+mn-ea"/>
                </a:rPr>
                <a:t>日</a:t>
              </a:r>
            </a:p>
          </p:txBody>
        </p:sp>
      </p:grpSp>
      <p:grpSp>
        <p:nvGrpSpPr>
          <p:cNvPr id="11" name="Group 15">
            <a:extLst>
              <a:ext uri="{FF2B5EF4-FFF2-40B4-BE49-F238E27FC236}">
                <a16:creationId xmlns:a16="http://schemas.microsoft.com/office/drawing/2014/main" id="{64956D1F-B282-4746-AA5A-F7380CCC2EBD}"/>
              </a:ext>
            </a:extLst>
          </p:cNvPr>
          <p:cNvGrpSpPr/>
          <p:nvPr/>
        </p:nvGrpSpPr>
        <p:grpSpPr>
          <a:xfrm>
            <a:off x="355557" y="2471759"/>
            <a:ext cx="11516653" cy="2473772"/>
            <a:chOff x="-1189225" y="2617244"/>
            <a:chExt cx="10204948" cy="2473772"/>
          </a:xfrm>
        </p:grpSpPr>
        <p:sp>
          <p:nvSpPr>
            <p:cNvPr id="12" name="Rectangle 9">
              <a:extLst>
                <a:ext uri="{FF2B5EF4-FFF2-40B4-BE49-F238E27FC236}">
                  <a16:creationId xmlns:a16="http://schemas.microsoft.com/office/drawing/2014/main" id="{900FC72C-9BFF-4A20-8D12-B430584ECA00}"/>
                </a:ext>
              </a:extLst>
            </p:cNvPr>
            <p:cNvSpPr/>
            <p:nvPr/>
          </p:nvSpPr>
          <p:spPr>
            <a:xfrm>
              <a:off x="-1189225" y="2617244"/>
              <a:ext cx="10204948" cy="1938992"/>
            </a:xfrm>
            <a:prstGeom prst="rect">
              <a:avLst/>
            </a:prstGeom>
          </p:spPr>
          <p:txBody>
            <a:bodyPr wrap="square">
              <a:spAutoFit/>
            </a:bodyPr>
            <a:lstStyle/>
            <a:p>
              <a:pPr algn="ctr"/>
              <a:r>
                <a:rPr lang="zh-CN" altLang="en-US" sz="6000" b="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北京航空航天大学毕业答辩开题工作汇报演讲通用模板</a:t>
              </a:r>
            </a:p>
          </p:txBody>
        </p:sp>
        <p:sp>
          <p:nvSpPr>
            <p:cNvPr id="13" name="Rectangle 10">
              <a:extLst>
                <a:ext uri="{FF2B5EF4-FFF2-40B4-BE49-F238E27FC236}">
                  <a16:creationId xmlns:a16="http://schemas.microsoft.com/office/drawing/2014/main" id="{587D1B8C-289B-46C4-9FC2-9A6E1A826AD5}"/>
                </a:ext>
              </a:extLst>
            </p:cNvPr>
            <p:cNvSpPr/>
            <p:nvPr/>
          </p:nvSpPr>
          <p:spPr>
            <a:xfrm>
              <a:off x="-1189225" y="4690906"/>
              <a:ext cx="9762402" cy="400110"/>
            </a:xfrm>
            <a:prstGeom prst="rect">
              <a:avLst/>
            </a:prstGeom>
          </p:spPr>
          <p:txBody>
            <a:bodyPr wrap="square">
              <a:spAutoFit/>
            </a:bodyPr>
            <a:lstStyle/>
            <a:p>
              <a:pPr algn="ctr"/>
              <a:r>
                <a:rPr lang="en-US" altLang="zh-CN" sz="2000" b="1" dirty="0">
                  <a:solidFill>
                    <a:prstClr val="white"/>
                  </a:solidFill>
                  <a:latin typeface="微软雅黑 Light" panose="020B0502040204020203" pitchFamily="34" charset="-122"/>
                  <a:ea typeface="微软雅黑 Light" panose="020B0502040204020203" pitchFamily="34" charset="-122"/>
                </a:rPr>
                <a:t>BEIHANG UNIVERSITY </a:t>
              </a:r>
              <a:r>
                <a:rPr lang="zh-CN" altLang="en-US" sz="2000" b="1" dirty="0">
                  <a:solidFill>
                    <a:prstClr val="white"/>
                  </a:solidFill>
                  <a:latin typeface="微软雅黑 Light" panose="020B0502040204020203" pitchFamily="34" charset="-122"/>
                  <a:ea typeface="微软雅黑 Light" panose="020B0502040204020203" pitchFamily="34" charset="-122"/>
                </a:rPr>
                <a:t>GRADUATION REPLY GENERAL TEMPLATE</a:t>
              </a:r>
            </a:p>
          </p:txBody>
        </p:sp>
      </p:grpSp>
      <p:cxnSp>
        <p:nvCxnSpPr>
          <p:cNvPr id="14" name="直接连接符 13">
            <a:extLst>
              <a:ext uri="{FF2B5EF4-FFF2-40B4-BE49-F238E27FC236}">
                <a16:creationId xmlns:a16="http://schemas.microsoft.com/office/drawing/2014/main" id="{27DF0BF8-018C-4FDD-A3BA-D79B2F32A3B7}"/>
              </a:ext>
            </a:extLst>
          </p:cNvPr>
          <p:cNvCxnSpPr>
            <a:cxnSpLocks/>
            <a:endCxn id="16" idx="1"/>
          </p:cNvCxnSpPr>
          <p:nvPr/>
        </p:nvCxnSpPr>
        <p:spPr>
          <a:xfrm flipV="1">
            <a:off x="0" y="5522445"/>
            <a:ext cx="5022908" cy="7132"/>
          </a:xfrm>
          <a:prstGeom prst="line">
            <a:avLst/>
          </a:prstGeom>
          <a:noFill/>
          <a:ln w="38100" cap="flat" cmpd="sng" algn="ctr">
            <a:solidFill>
              <a:srgbClr val="0C49B7"/>
            </a:solidFill>
            <a:prstDash val="solid"/>
            <a:miter lim="800000"/>
          </a:ln>
          <a:effectLst/>
        </p:spPr>
      </p:cxnSp>
      <p:cxnSp>
        <p:nvCxnSpPr>
          <p:cNvPr id="15" name="直接连接符 14">
            <a:extLst>
              <a:ext uri="{FF2B5EF4-FFF2-40B4-BE49-F238E27FC236}">
                <a16:creationId xmlns:a16="http://schemas.microsoft.com/office/drawing/2014/main" id="{FC0357B2-C74F-4527-8CC3-ABD1C43FEBF6}"/>
              </a:ext>
            </a:extLst>
          </p:cNvPr>
          <p:cNvCxnSpPr>
            <a:cxnSpLocks/>
            <a:stCxn id="16" idx="3"/>
          </p:cNvCxnSpPr>
          <p:nvPr/>
        </p:nvCxnSpPr>
        <p:spPr>
          <a:xfrm>
            <a:off x="7169092" y="5522445"/>
            <a:ext cx="5045113" cy="7132"/>
          </a:xfrm>
          <a:prstGeom prst="line">
            <a:avLst/>
          </a:prstGeom>
          <a:noFill/>
          <a:ln w="38100" cap="flat" cmpd="sng" algn="ctr">
            <a:solidFill>
              <a:srgbClr val="0C49B7"/>
            </a:solidFill>
            <a:prstDash val="solid"/>
            <a:miter lim="800000"/>
          </a:ln>
          <a:effectLst/>
        </p:spPr>
      </p:cxnSp>
      <p:pic>
        <p:nvPicPr>
          <p:cNvPr id="16" name="图片 15">
            <a:extLst>
              <a:ext uri="{FF2B5EF4-FFF2-40B4-BE49-F238E27FC236}">
                <a16:creationId xmlns:a16="http://schemas.microsoft.com/office/drawing/2014/main" id="{47CB63C7-A0A1-43D6-BC88-C8F3884ED18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036563" y="5353168"/>
            <a:ext cx="2118874" cy="338553"/>
          </a:xfrm>
          <a:prstGeom prst="rect">
            <a:avLst/>
          </a:prstGeom>
        </p:spPr>
      </p:pic>
      <p:grpSp>
        <p:nvGrpSpPr>
          <p:cNvPr id="17" name="组合 16">
            <a:extLst>
              <a:ext uri="{FF2B5EF4-FFF2-40B4-BE49-F238E27FC236}">
                <a16:creationId xmlns:a16="http://schemas.microsoft.com/office/drawing/2014/main" id="{4B430D64-60EA-4ED4-B546-E07D34F40436}"/>
              </a:ext>
            </a:extLst>
          </p:cNvPr>
          <p:cNvGrpSpPr/>
          <p:nvPr/>
        </p:nvGrpSpPr>
        <p:grpSpPr>
          <a:xfrm>
            <a:off x="3968198" y="808968"/>
            <a:ext cx="4255603" cy="1068170"/>
            <a:chOff x="985945" y="526951"/>
            <a:chExt cx="4255603" cy="1068170"/>
          </a:xfrm>
        </p:grpSpPr>
        <p:pic>
          <p:nvPicPr>
            <p:cNvPr id="18" name="图片 17">
              <a:extLst>
                <a:ext uri="{FF2B5EF4-FFF2-40B4-BE49-F238E27FC236}">
                  <a16:creationId xmlns:a16="http://schemas.microsoft.com/office/drawing/2014/main" id="{E40649E3-E3A9-4AF2-9615-CBEFFDF5794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85945" y="526951"/>
              <a:ext cx="1068170" cy="1068170"/>
            </a:xfrm>
            <a:prstGeom prst="rect">
              <a:avLst/>
            </a:prstGeom>
          </p:spPr>
        </p:pic>
        <p:pic>
          <p:nvPicPr>
            <p:cNvPr id="19" name="图片 18">
              <a:extLst>
                <a:ext uri="{FF2B5EF4-FFF2-40B4-BE49-F238E27FC236}">
                  <a16:creationId xmlns:a16="http://schemas.microsoft.com/office/drawing/2014/main" id="{74D9A361-FF78-4F4A-8727-B20731A616A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050235" y="642953"/>
              <a:ext cx="3191313" cy="522925"/>
            </a:xfrm>
            <a:prstGeom prst="rect">
              <a:avLst/>
            </a:prstGeom>
          </p:spPr>
        </p:pic>
        <p:sp>
          <p:nvSpPr>
            <p:cNvPr id="20" name="矩形 19">
              <a:extLst>
                <a:ext uri="{FF2B5EF4-FFF2-40B4-BE49-F238E27FC236}">
                  <a16:creationId xmlns:a16="http://schemas.microsoft.com/office/drawing/2014/main" id="{2B574254-B8AE-4285-9800-E0F8630A3AD1}"/>
                </a:ext>
              </a:extLst>
            </p:cNvPr>
            <p:cNvSpPr/>
            <p:nvPr/>
          </p:nvSpPr>
          <p:spPr>
            <a:xfrm>
              <a:off x="2164265" y="1124660"/>
              <a:ext cx="3077283" cy="307777"/>
            </a:xfrm>
            <a:prstGeom prst="rect">
              <a:avLst/>
            </a:prstGeom>
          </p:spPr>
          <p:txBody>
            <a:bodyPr wrap="square">
              <a:spAutoFit/>
            </a:bodyPr>
            <a:lstStyle/>
            <a:p>
              <a:pPr lvl="0" algn="dist">
                <a:defRPr/>
              </a:pPr>
              <a:r>
                <a:rPr lang="en-US" altLang="zh-CN" sz="1400" b="1" dirty="0">
                  <a:latin typeface="Calibri"/>
                  <a:ea typeface="宋体" panose="02010600030101010101" pitchFamily="2" charset="-122"/>
                </a:rPr>
                <a:t>BEIHANG UNIVERSITY</a:t>
              </a:r>
            </a:p>
          </p:txBody>
        </p:sp>
      </p:grpSp>
    </p:spTree>
    <p:extLst>
      <p:ext uri="{BB962C8B-B14F-4D97-AF65-F5344CB8AC3E}">
        <p14:creationId xmlns:p14="http://schemas.microsoft.com/office/powerpoint/2010/main" val="1657800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DFA013-C969-430B-9872-8ECCDB9BA6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 y="-1"/>
            <a:ext cx="12191998" cy="6872989"/>
          </a:xfrm>
          <a:custGeom>
            <a:avLst/>
            <a:gdLst>
              <a:gd name="connsiteX0" fmla="*/ 0 w 12191999"/>
              <a:gd name="connsiteY0" fmla="*/ 0 h 6858000"/>
              <a:gd name="connsiteX1" fmla="*/ 12191999 w 12191999"/>
              <a:gd name="connsiteY1" fmla="*/ 0 h 6858000"/>
              <a:gd name="connsiteX2" fmla="*/ 12191999 w 12191999"/>
              <a:gd name="connsiteY2" fmla="*/ 1 h 6858000"/>
              <a:gd name="connsiteX3" fmla="*/ 8438627 w 12191999"/>
              <a:gd name="connsiteY3" fmla="*/ 1 h 6858000"/>
              <a:gd name="connsiteX4" fmla="*/ 12191999 w 12191999"/>
              <a:gd name="connsiteY4" fmla="*/ 5623284 h 6858000"/>
              <a:gd name="connsiteX5" fmla="*/ 12191999 w 12191999"/>
              <a:gd name="connsiteY5" fmla="*/ 6858000 h 6858000"/>
              <a:gd name="connsiteX6" fmla="*/ 0 w 1219199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6858000">
                <a:moveTo>
                  <a:pt x="0" y="0"/>
                </a:moveTo>
                <a:lnTo>
                  <a:pt x="12191999" y="0"/>
                </a:lnTo>
                <a:lnTo>
                  <a:pt x="12191999" y="1"/>
                </a:lnTo>
                <a:lnTo>
                  <a:pt x="8438627" y="1"/>
                </a:lnTo>
                <a:lnTo>
                  <a:pt x="12191999" y="5623284"/>
                </a:lnTo>
                <a:lnTo>
                  <a:pt x="12191999" y="6858000"/>
                </a:lnTo>
                <a:lnTo>
                  <a:pt x="0" y="6858000"/>
                </a:lnTo>
                <a:close/>
              </a:path>
            </a:pathLst>
          </a:custGeom>
          <a:effectLst>
            <a:outerShdw blurRad="393700" dist="38100" dir="19800000" algn="bl" rotWithShape="0">
              <a:prstClr val="black">
                <a:alpha val="49000"/>
              </a:prstClr>
            </a:outerShdw>
          </a:effectLst>
        </p:spPr>
      </p:pic>
      <p:sp>
        <p:nvSpPr>
          <p:cNvPr id="3" name="任意多边形: 形状 2">
            <a:extLst>
              <a:ext uri="{FF2B5EF4-FFF2-40B4-BE49-F238E27FC236}">
                <a16:creationId xmlns:a16="http://schemas.microsoft.com/office/drawing/2014/main" id="{E448A566-6116-4E40-B5ED-22E042473CC5}"/>
              </a:ext>
            </a:extLst>
          </p:cNvPr>
          <p:cNvSpPr/>
          <p:nvPr/>
        </p:nvSpPr>
        <p:spPr>
          <a:xfrm>
            <a:off x="0" y="0"/>
            <a:ext cx="12191999" cy="6872990"/>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solidFill>
            <a:srgbClr val="0C49B7">
              <a:alpha val="80000"/>
            </a:srgbClr>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algn="ctr">
              <a:defRPr/>
            </a:pPr>
            <a:endParaRPr lang="zh-CN" altLang="en-US" kern="0" dirty="0">
              <a:solidFill>
                <a:srgbClr val="FFFFFF"/>
              </a:solidFill>
              <a:latin typeface="Arial" panose="020F0502020204030204"/>
              <a:ea typeface="微软雅黑"/>
              <a:cs typeface="+mn-ea"/>
              <a:sym typeface="+mn-lt"/>
            </a:endParaRPr>
          </a:p>
        </p:txBody>
      </p:sp>
      <p:sp>
        <p:nvSpPr>
          <p:cNvPr id="4" name="平行四边形 3">
            <a:extLst>
              <a:ext uri="{FF2B5EF4-FFF2-40B4-BE49-F238E27FC236}">
                <a16:creationId xmlns:a16="http://schemas.microsoft.com/office/drawing/2014/main" id="{EB4102EB-071E-4599-8080-238EE6BC133A}"/>
              </a:ext>
            </a:extLst>
          </p:cNvPr>
          <p:cNvSpPr/>
          <p:nvPr/>
        </p:nvSpPr>
        <p:spPr>
          <a:xfrm rot="3720564">
            <a:off x="-2212109" y="2394088"/>
            <a:ext cx="9404027" cy="2305880"/>
          </a:xfrm>
          <a:prstGeom prst="parallelogram">
            <a:avLst>
              <a:gd name="adj" fmla="val 49564"/>
            </a:avLst>
          </a:prstGeom>
          <a:solidFill>
            <a:sysClr val="window" lastClr="FFFFFF">
              <a:alpha val="20000"/>
            </a:sysClr>
          </a:solidFill>
          <a:ln w="12700" cap="flat" cmpd="sng" algn="ctr">
            <a:noFill/>
            <a:prstDash val="solid"/>
            <a:miter lim="800000"/>
          </a:ln>
          <a:effectLst>
            <a:outerShdw blurRad="215900" dist="38100" dir="5400000" algn="t" rotWithShape="0">
              <a:prstClr val="black">
                <a:alpha val="16000"/>
              </a:prstClr>
            </a:outerShdw>
          </a:effectLst>
          <a:scene3d>
            <a:camera prst="orthographicFront"/>
            <a:lightRig rig="sunrise" dir="t">
              <a:rot lat="0" lon="0" rev="11400000"/>
            </a:lightRig>
          </a:scene3d>
          <a:sp3d prstMaterial="metal"/>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sp>
        <p:nvSpPr>
          <p:cNvPr id="5" name="文本框 4">
            <a:extLst>
              <a:ext uri="{FF2B5EF4-FFF2-40B4-BE49-F238E27FC236}">
                <a16:creationId xmlns:a16="http://schemas.microsoft.com/office/drawing/2014/main" id="{A649F017-B281-463C-AFBC-EB1ECD924932}"/>
              </a:ext>
            </a:extLst>
          </p:cNvPr>
          <p:cNvSpPr txBox="1"/>
          <p:nvPr/>
        </p:nvSpPr>
        <p:spPr>
          <a:xfrm>
            <a:off x="335364" y="1848314"/>
            <a:ext cx="9450735" cy="1015663"/>
          </a:xfrm>
          <a:prstGeom prst="rect">
            <a:avLst/>
          </a:prstGeom>
          <a:noFill/>
          <a:effectLst/>
        </p:spPr>
        <p:txBody>
          <a:bodyPr wrap="square" rtlCol="0">
            <a:spAutoFit/>
          </a:bodyPr>
          <a:lstStyle/>
          <a:p>
            <a:r>
              <a:rPr lang="zh-CN" altLang="en-US" sz="6000" b="1" dirty="0">
                <a:solidFill>
                  <a:srgbClr val="FFFFFF"/>
                </a:solidFill>
                <a:effectLst>
                  <a:outerShdw blurRad="203200" dist="38100" dir="5400000" algn="t" rotWithShape="0">
                    <a:prstClr val="black">
                      <a:alpha val="40000"/>
                    </a:prstClr>
                  </a:outerShdw>
                </a:effectLst>
                <a:latin typeface="Arial" panose="020F0502020204030204"/>
                <a:ea typeface="微软雅黑"/>
                <a:cs typeface="+mn-ea"/>
                <a:sym typeface="+mn-lt"/>
              </a:rPr>
              <a:t>北京航空航天大学通用模板</a:t>
            </a:r>
          </a:p>
        </p:txBody>
      </p:sp>
      <p:grpSp>
        <p:nvGrpSpPr>
          <p:cNvPr id="6" name="组合 5">
            <a:extLst>
              <a:ext uri="{FF2B5EF4-FFF2-40B4-BE49-F238E27FC236}">
                <a16:creationId xmlns:a16="http://schemas.microsoft.com/office/drawing/2014/main" id="{2E0B5547-C2E2-4534-A3F8-AA7777FD74CC}"/>
              </a:ext>
            </a:extLst>
          </p:cNvPr>
          <p:cNvGrpSpPr/>
          <p:nvPr/>
        </p:nvGrpSpPr>
        <p:grpSpPr>
          <a:xfrm>
            <a:off x="2711704" y="1153450"/>
            <a:ext cx="4633976" cy="765868"/>
            <a:chOff x="2574544" y="1130300"/>
            <a:chExt cx="4633976" cy="765868"/>
          </a:xfrm>
        </p:grpSpPr>
        <p:cxnSp>
          <p:nvCxnSpPr>
            <p:cNvPr id="7" name="直接连接符 6">
              <a:extLst>
                <a:ext uri="{FF2B5EF4-FFF2-40B4-BE49-F238E27FC236}">
                  <a16:creationId xmlns:a16="http://schemas.microsoft.com/office/drawing/2014/main" id="{DA94C32D-8615-42CC-A10C-7C0CE449A875}"/>
                </a:ext>
              </a:extLst>
            </p:cNvPr>
            <p:cNvCxnSpPr>
              <a:cxnSpLocks/>
            </p:cNvCxnSpPr>
            <p:nvPr/>
          </p:nvCxnSpPr>
          <p:spPr>
            <a:xfrm flipV="1">
              <a:off x="2575560" y="1130300"/>
              <a:ext cx="4632960" cy="0"/>
            </a:xfrm>
            <a:prstGeom prst="line">
              <a:avLst/>
            </a:prstGeom>
            <a:noFill/>
            <a:ln w="25400" cap="rnd" cmpd="sng" algn="ctr">
              <a:gradFill>
                <a:gsLst>
                  <a:gs pos="45000">
                    <a:srgbClr val="FFFFFF"/>
                  </a:gs>
                  <a:gs pos="0">
                    <a:srgbClr val="FFFFFF">
                      <a:alpha val="0"/>
                    </a:srgbClr>
                  </a:gs>
                </a:gsLst>
                <a:lin ang="5400000" scaled="1"/>
              </a:gradFill>
              <a:prstDash val="solid"/>
              <a:miter lim="800000"/>
            </a:ln>
            <a:effectLst>
              <a:outerShdw blurRad="50800" dist="25400" dir="16200000" rotWithShape="0">
                <a:prstClr val="black">
                  <a:alpha val="40000"/>
                </a:prstClr>
              </a:outerShdw>
            </a:effectLst>
          </p:spPr>
        </p:cxnSp>
        <p:cxnSp>
          <p:nvCxnSpPr>
            <p:cNvPr id="8" name="直接连接符 7">
              <a:extLst>
                <a:ext uri="{FF2B5EF4-FFF2-40B4-BE49-F238E27FC236}">
                  <a16:creationId xmlns:a16="http://schemas.microsoft.com/office/drawing/2014/main" id="{5FFF3DE8-A9FD-4613-9AD3-773718406685}"/>
                </a:ext>
              </a:extLst>
            </p:cNvPr>
            <p:cNvCxnSpPr>
              <a:cxnSpLocks/>
            </p:cNvCxnSpPr>
            <p:nvPr/>
          </p:nvCxnSpPr>
          <p:spPr>
            <a:xfrm flipV="1">
              <a:off x="2574544" y="1132840"/>
              <a:ext cx="0" cy="763328"/>
            </a:xfrm>
            <a:prstGeom prst="line">
              <a:avLst/>
            </a:prstGeom>
            <a:noFill/>
            <a:ln w="25400" cap="rnd" cmpd="sng" algn="ctr">
              <a:gradFill>
                <a:gsLst>
                  <a:gs pos="45000">
                    <a:srgbClr val="FFFFFF"/>
                  </a:gs>
                  <a:gs pos="0">
                    <a:srgbClr val="FFFFFF">
                      <a:alpha val="0"/>
                    </a:srgbClr>
                  </a:gs>
                </a:gsLst>
                <a:lin ang="5400000" scaled="1"/>
              </a:gradFill>
              <a:prstDash val="solid"/>
              <a:miter lim="800000"/>
            </a:ln>
            <a:effectLst>
              <a:outerShdw blurRad="50800" dist="25400" dir="13500000" algn="br" rotWithShape="0">
                <a:prstClr val="black">
                  <a:alpha val="40000"/>
                </a:prstClr>
              </a:outerShdw>
            </a:effectLst>
          </p:spPr>
        </p:cxnSp>
      </p:grpSp>
      <p:grpSp>
        <p:nvGrpSpPr>
          <p:cNvPr id="9" name="组合 8">
            <a:extLst>
              <a:ext uri="{FF2B5EF4-FFF2-40B4-BE49-F238E27FC236}">
                <a16:creationId xmlns:a16="http://schemas.microsoft.com/office/drawing/2014/main" id="{E386A125-C402-4A59-8A7F-5B94AAEB4BD3}"/>
              </a:ext>
            </a:extLst>
          </p:cNvPr>
          <p:cNvGrpSpPr/>
          <p:nvPr/>
        </p:nvGrpSpPr>
        <p:grpSpPr>
          <a:xfrm>
            <a:off x="2712720" y="4448120"/>
            <a:ext cx="4641088" cy="1359320"/>
            <a:chOff x="2575560" y="4401820"/>
            <a:chExt cx="4641088" cy="1359320"/>
          </a:xfrm>
        </p:grpSpPr>
        <p:cxnSp>
          <p:nvCxnSpPr>
            <p:cNvPr id="10" name="直接连接符 9">
              <a:extLst>
                <a:ext uri="{FF2B5EF4-FFF2-40B4-BE49-F238E27FC236}">
                  <a16:creationId xmlns:a16="http://schemas.microsoft.com/office/drawing/2014/main" id="{69D2BDF0-158E-4D3D-910D-06F6DEE3939C}"/>
                </a:ext>
              </a:extLst>
            </p:cNvPr>
            <p:cNvCxnSpPr>
              <a:cxnSpLocks/>
            </p:cNvCxnSpPr>
            <p:nvPr/>
          </p:nvCxnSpPr>
          <p:spPr>
            <a:xfrm>
              <a:off x="2575560" y="5761140"/>
              <a:ext cx="4632960" cy="0"/>
            </a:xfrm>
            <a:prstGeom prst="line">
              <a:avLst/>
            </a:prstGeom>
            <a:noFill/>
            <a:ln w="25400" cap="rnd" cmpd="sng" algn="ctr">
              <a:gradFill>
                <a:gsLst>
                  <a:gs pos="45000">
                    <a:srgbClr val="FFFFFF"/>
                  </a:gs>
                  <a:gs pos="0">
                    <a:srgbClr val="FFFFFF">
                      <a:alpha val="0"/>
                    </a:srgbClr>
                  </a:gs>
                </a:gsLst>
                <a:lin ang="5400000" scaled="1"/>
              </a:gradFill>
              <a:prstDash val="solid"/>
              <a:round/>
            </a:ln>
            <a:effectLst>
              <a:outerShdw blurRad="50800" dist="38100" dir="5400000" algn="t" rotWithShape="0">
                <a:prstClr val="black">
                  <a:alpha val="40000"/>
                </a:prstClr>
              </a:outerShdw>
            </a:effectLst>
          </p:spPr>
        </p:cxnSp>
        <p:cxnSp>
          <p:nvCxnSpPr>
            <p:cNvPr id="11" name="直接连接符 10">
              <a:extLst>
                <a:ext uri="{FF2B5EF4-FFF2-40B4-BE49-F238E27FC236}">
                  <a16:creationId xmlns:a16="http://schemas.microsoft.com/office/drawing/2014/main" id="{EF87748F-F498-4732-BF3B-EA60FAA01E53}"/>
                </a:ext>
              </a:extLst>
            </p:cNvPr>
            <p:cNvCxnSpPr>
              <a:cxnSpLocks/>
            </p:cNvCxnSpPr>
            <p:nvPr/>
          </p:nvCxnSpPr>
          <p:spPr>
            <a:xfrm>
              <a:off x="7216648" y="4401820"/>
              <a:ext cx="0" cy="1358050"/>
            </a:xfrm>
            <a:prstGeom prst="line">
              <a:avLst/>
            </a:prstGeom>
            <a:noFill/>
            <a:ln w="25400" cap="rnd" cmpd="sng" algn="ctr">
              <a:gradFill>
                <a:gsLst>
                  <a:gs pos="45000">
                    <a:srgbClr val="FFFFFF"/>
                  </a:gs>
                  <a:gs pos="0">
                    <a:srgbClr val="FFFFFF">
                      <a:alpha val="0"/>
                    </a:srgbClr>
                  </a:gs>
                </a:gsLst>
                <a:lin ang="5400000" scaled="1"/>
              </a:gradFill>
              <a:prstDash val="solid"/>
              <a:round/>
            </a:ln>
            <a:effectLst>
              <a:outerShdw blurRad="50800" dist="38100" dir="2700000" algn="tl" rotWithShape="0">
                <a:prstClr val="black">
                  <a:alpha val="40000"/>
                </a:prstClr>
              </a:outerShdw>
            </a:effectLst>
          </p:spPr>
        </p:cxnSp>
      </p:grpSp>
      <p:sp>
        <p:nvSpPr>
          <p:cNvPr id="12" name="平行四边形 11">
            <a:extLst>
              <a:ext uri="{FF2B5EF4-FFF2-40B4-BE49-F238E27FC236}">
                <a16:creationId xmlns:a16="http://schemas.microsoft.com/office/drawing/2014/main" id="{A06DEBC6-2F1B-4026-8DFD-980C0FEBCBB4}"/>
              </a:ext>
            </a:extLst>
          </p:cNvPr>
          <p:cNvSpPr/>
          <p:nvPr/>
        </p:nvSpPr>
        <p:spPr>
          <a:xfrm>
            <a:off x="2344059" y="3487332"/>
            <a:ext cx="5958390" cy="369332"/>
          </a:xfrm>
          <a:prstGeom prst="parallelogram">
            <a:avLst>
              <a:gd name="adj" fmla="val 57544"/>
            </a:avLst>
          </a:prstGeom>
          <a:solidFill>
            <a:sysClr val="window" lastClr="FFFFFF">
              <a:alpha val="55000"/>
            </a:sysClr>
          </a:solidFill>
          <a:ln w="12700" cap="flat" cmpd="sng" algn="ctr">
            <a:noFill/>
            <a:prstDash val="solid"/>
            <a:miter lim="800000"/>
          </a:ln>
          <a:effectLst>
            <a:outerShdw blurRad="215900" dist="38100" dir="5400000" algn="t" rotWithShape="0">
              <a:prstClr val="black">
                <a:alpha val="1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grpSp>
        <p:nvGrpSpPr>
          <p:cNvPr id="13" name="组合 12">
            <a:extLst>
              <a:ext uri="{FF2B5EF4-FFF2-40B4-BE49-F238E27FC236}">
                <a16:creationId xmlns:a16="http://schemas.microsoft.com/office/drawing/2014/main" id="{B0F46B5A-8BC9-474C-8B07-B5CA7728A113}"/>
              </a:ext>
            </a:extLst>
          </p:cNvPr>
          <p:cNvGrpSpPr/>
          <p:nvPr/>
        </p:nvGrpSpPr>
        <p:grpSpPr>
          <a:xfrm>
            <a:off x="3913234" y="4413528"/>
            <a:ext cx="2716159" cy="940004"/>
            <a:chOff x="4483464" y="4876336"/>
            <a:chExt cx="2716159" cy="940004"/>
          </a:xfrm>
        </p:grpSpPr>
        <p:grpSp>
          <p:nvGrpSpPr>
            <p:cNvPr id="14" name="组合 13">
              <a:extLst>
                <a:ext uri="{FF2B5EF4-FFF2-40B4-BE49-F238E27FC236}">
                  <a16:creationId xmlns:a16="http://schemas.microsoft.com/office/drawing/2014/main" id="{0AF596A9-594D-4B41-B47B-B17ACA7753FE}"/>
                </a:ext>
              </a:extLst>
            </p:cNvPr>
            <p:cNvGrpSpPr/>
            <p:nvPr/>
          </p:nvGrpSpPr>
          <p:grpSpPr>
            <a:xfrm>
              <a:off x="4483464" y="4876336"/>
              <a:ext cx="2716159" cy="369332"/>
              <a:chOff x="4401377" y="4837317"/>
              <a:chExt cx="2716159" cy="369332"/>
            </a:xfrm>
          </p:grpSpPr>
          <p:sp>
            <p:nvSpPr>
              <p:cNvPr id="18" name="iconfont-1187-868307">
                <a:extLst>
                  <a:ext uri="{FF2B5EF4-FFF2-40B4-BE49-F238E27FC236}">
                    <a16:creationId xmlns:a16="http://schemas.microsoft.com/office/drawing/2014/main" id="{7D89A8AD-670F-42AE-B1AC-32852C572B49}"/>
                  </a:ext>
                </a:extLst>
              </p:cNvPr>
              <p:cNvSpPr>
                <a:spLocks noChangeAspect="1"/>
              </p:cNvSpPr>
              <p:nvPr/>
            </p:nvSpPr>
            <p:spPr bwMode="auto">
              <a:xfrm>
                <a:off x="4401377" y="4862697"/>
                <a:ext cx="299157" cy="318572"/>
              </a:xfrm>
              <a:custGeom>
                <a:avLst/>
                <a:gdLst>
                  <a:gd name="connsiteX0" fmla="*/ 259627 w 568475"/>
                  <a:gd name="connsiteY0" fmla="*/ 574975 h 605368"/>
                  <a:gd name="connsiteX1" fmla="*/ 257135 w 568475"/>
                  <a:gd name="connsiteY1" fmla="*/ 587594 h 605368"/>
                  <a:gd name="connsiteX2" fmla="*/ 272266 w 568475"/>
                  <a:gd name="connsiteY2" fmla="*/ 587594 h 605368"/>
                  <a:gd name="connsiteX3" fmla="*/ 267549 w 568475"/>
                  <a:gd name="connsiteY3" fmla="*/ 535518 h 605368"/>
                  <a:gd name="connsiteX4" fmla="*/ 263900 w 568475"/>
                  <a:gd name="connsiteY4" fmla="*/ 554002 h 605368"/>
                  <a:gd name="connsiteX5" fmla="*/ 297455 w 568475"/>
                  <a:gd name="connsiteY5" fmla="*/ 587594 h 605368"/>
                  <a:gd name="connsiteX6" fmla="*/ 311339 w 568475"/>
                  <a:gd name="connsiteY6" fmla="*/ 587594 h 605368"/>
                  <a:gd name="connsiteX7" fmla="*/ 309292 w 568475"/>
                  <a:gd name="connsiteY7" fmla="*/ 577108 h 605368"/>
                  <a:gd name="connsiteX8" fmla="*/ 272622 w 568475"/>
                  <a:gd name="connsiteY8" fmla="*/ 510457 h 605368"/>
                  <a:gd name="connsiteX9" fmla="*/ 271732 w 568475"/>
                  <a:gd name="connsiteY9" fmla="*/ 514545 h 605368"/>
                  <a:gd name="connsiteX10" fmla="*/ 302973 w 568475"/>
                  <a:gd name="connsiteY10" fmla="*/ 545738 h 605368"/>
                  <a:gd name="connsiteX11" fmla="*/ 295941 w 568475"/>
                  <a:gd name="connsiteY11" fmla="*/ 510457 h 605368"/>
                  <a:gd name="connsiteX12" fmla="*/ 293716 w 568475"/>
                  <a:gd name="connsiteY12" fmla="*/ 510546 h 605368"/>
                  <a:gd name="connsiteX13" fmla="*/ 274758 w 568475"/>
                  <a:gd name="connsiteY13" fmla="*/ 510546 h 605368"/>
                  <a:gd name="connsiteX14" fmla="*/ 272622 w 568475"/>
                  <a:gd name="connsiteY14" fmla="*/ 510457 h 605368"/>
                  <a:gd name="connsiteX15" fmla="*/ 275648 w 568475"/>
                  <a:gd name="connsiteY15" fmla="*/ 467267 h 605368"/>
                  <a:gd name="connsiteX16" fmla="*/ 264523 w 568475"/>
                  <a:gd name="connsiteY16" fmla="*/ 481131 h 605368"/>
                  <a:gd name="connsiteX17" fmla="*/ 264701 w 568475"/>
                  <a:gd name="connsiteY17" fmla="*/ 482730 h 605368"/>
                  <a:gd name="connsiteX18" fmla="*/ 274758 w 568475"/>
                  <a:gd name="connsiteY18" fmla="*/ 492772 h 605368"/>
                  <a:gd name="connsiteX19" fmla="*/ 293716 w 568475"/>
                  <a:gd name="connsiteY19" fmla="*/ 492772 h 605368"/>
                  <a:gd name="connsiteX20" fmla="*/ 303863 w 568475"/>
                  <a:gd name="connsiteY20" fmla="*/ 482730 h 605368"/>
                  <a:gd name="connsiteX21" fmla="*/ 304041 w 568475"/>
                  <a:gd name="connsiteY21" fmla="*/ 481131 h 605368"/>
                  <a:gd name="connsiteX22" fmla="*/ 292826 w 568475"/>
                  <a:gd name="connsiteY22" fmla="*/ 467267 h 605368"/>
                  <a:gd name="connsiteX23" fmla="*/ 291046 w 568475"/>
                  <a:gd name="connsiteY23" fmla="*/ 469489 h 605368"/>
                  <a:gd name="connsiteX24" fmla="*/ 284282 w 568475"/>
                  <a:gd name="connsiteY24" fmla="*/ 472599 h 605368"/>
                  <a:gd name="connsiteX25" fmla="*/ 277428 w 568475"/>
                  <a:gd name="connsiteY25" fmla="*/ 469489 h 605368"/>
                  <a:gd name="connsiteX26" fmla="*/ 275648 w 568475"/>
                  <a:gd name="connsiteY26" fmla="*/ 467267 h 605368"/>
                  <a:gd name="connsiteX27" fmla="*/ 531627 w 568475"/>
                  <a:gd name="connsiteY27" fmla="*/ 466290 h 605368"/>
                  <a:gd name="connsiteX28" fmla="*/ 502701 w 568475"/>
                  <a:gd name="connsiteY28" fmla="*/ 495172 h 605368"/>
                  <a:gd name="connsiteX29" fmla="*/ 483030 w 568475"/>
                  <a:gd name="connsiteY29" fmla="*/ 542538 h 605368"/>
                  <a:gd name="connsiteX30" fmla="*/ 483030 w 568475"/>
                  <a:gd name="connsiteY30" fmla="*/ 587594 h 605368"/>
                  <a:gd name="connsiteX31" fmla="*/ 531093 w 568475"/>
                  <a:gd name="connsiteY31" fmla="*/ 587594 h 605368"/>
                  <a:gd name="connsiteX32" fmla="*/ 550674 w 568475"/>
                  <a:gd name="connsiteY32" fmla="*/ 571509 h 605368"/>
                  <a:gd name="connsiteX33" fmla="*/ 550674 w 568475"/>
                  <a:gd name="connsiteY33" fmla="*/ 519611 h 605368"/>
                  <a:gd name="connsiteX34" fmla="*/ 531627 w 568475"/>
                  <a:gd name="connsiteY34" fmla="*/ 466290 h 605368"/>
                  <a:gd name="connsiteX35" fmla="*/ 36937 w 568475"/>
                  <a:gd name="connsiteY35" fmla="*/ 466290 h 605368"/>
                  <a:gd name="connsiteX36" fmla="*/ 17801 w 568475"/>
                  <a:gd name="connsiteY36" fmla="*/ 519611 h 605368"/>
                  <a:gd name="connsiteX37" fmla="*/ 17801 w 568475"/>
                  <a:gd name="connsiteY37" fmla="*/ 571509 h 605368"/>
                  <a:gd name="connsiteX38" fmla="*/ 37382 w 568475"/>
                  <a:gd name="connsiteY38" fmla="*/ 587594 h 605368"/>
                  <a:gd name="connsiteX39" fmla="*/ 85445 w 568475"/>
                  <a:gd name="connsiteY39" fmla="*/ 587594 h 605368"/>
                  <a:gd name="connsiteX40" fmla="*/ 85445 w 568475"/>
                  <a:gd name="connsiteY40" fmla="*/ 542538 h 605368"/>
                  <a:gd name="connsiteX41" fmla="*/ 65863 w 568475"/>
                  <a:gd name="connsiteY41" fmla="*/ 495172 h 605368"/>
                  <a:gd name="connsiteX42" fmla="*/ 409868 w 568475"/>
                  <a:gd name="connsiteY42" fmla="*/ 425766 h 605368"/>
                  <a:gd name="connsiteX43" fmla="*/ 355041 w 568475"/>
                  <a:gd name="connsiteY43" fmla="*/ 506636 h 605368"/>
                  <a:gd name="connsiteX44" fmla="*/ 341601 w 568475"/>
                  <a:gd name="connsiteY44" fmla="*/ 514634 h 605368"/>
                  <a:gd name="connsiteX45" fmla="*/ 339821 w 568475"/>
                  <a:gd name="connsiteY45" fmla="*/ 514723 h 605368"/>
                  <a:gd name="connsiteX46" fmla="*/ 326826 w 568475"/>
                  <a:gd name="connsiteY46" fmla="*/ 509302 h 605368"/>
                  <a:gd name="connsiteX47" fmla="*/ 326203 w 568475"/>
                  <a:gd name="connsiteY47" fmla="*/ 508591 h 605368"/>
                  <a:gd name="connsiteX48" fmla="*/ 317303 w 568475"/>
                  <a:gd name="connsiteY48" fmla="*/ 497571 h 605368"/>
                  <a:gd name="connsiteX49" fmla="*/ 312674 w 568475"/>
                  <a:gd name="connsiteY49" fmla="*/ 503170 h 605368"/>
                  <a:gd name="connsiteX50" fmla="*/ 326203 w 568475"/>
                  <a:gd name="connsiteY50" fmla="*/ 571065 h 605368"/>
                  <a:gd name="connsiteX51" fmla="*/ 329496 w 568475"/>
                  <a:gd name="connsiteY51" fmla="*/ 587594 h 605368"/>
                  <a:gd name="connsiteX52" fmla="*/ 465229 w 568475"/>
                  <a:gd name="connsiteY52" fmla="*/ 587594 h 605368"/>
                  <a:gd name="connsiteX53" fmla="*/ 465229 w 568475"/>
                  <a:gd name="connsiteY53" fmla="*/ 542538 h 605368"/>
                  <a:gd name="connsiteX54" fmla="*/ 490062 w 568475"/>
                  <a:gd name="connsiteY54" fmla="*/ 482642 h 605368"/>
                  <a:gd name="connsiteX55" fmla="*/ 518899 w 568475"/>
                  <a:gd name="connsiteY55" fmla="*/ 453848 h 605368"/>
                  <a:gd name="connsiteX56" fmla="*/ 494690 w 568475"/>
                  <a:gd name="connsiteY56" fmla="*/ 441585 h 605368"/>
                  <a:gd name="connsiteX57" fmla="*/ 158607 w 568475"/>
                  <a:gd name="connsiteY57" fmla="*/ 425766 h 605368"/>
                  <a:gd name="connsiteX58" fmla="*/ 73785 w 568475"/>
                  <a:gd name="connsiteY58" fmla="*/ 441585 h 605368"/>
                  <a:gd name="connsiteX59" fmla="*/ 49576 w 568475"/>
                  <a:gd name="connsiteY59" fmla="*/ 453848 h 605368"/>
                  <a:gd name="connsiteX60" fmla="*/ 78413 w 568475"/>
                  <a:gd name="connsiteY60" fmla="*/ 482642 h 605368"/>
                  <a:gd name="connsiteX61" fmla="*/ 103246 w 568475"/>
                  <a:gd name="connsiteY61" fmla="*/ 542538 h 605368"/>
                  <a:gd name="connsiteX62" fmla="*/ 103246 w 568475"/>
                  <a:gd name="connsiteY62" fmla="*/ 587594 h 605368"/>
                  <a:gd name="connsiteX63" fmla="*/ 238978 w 568475"/>
                  <a:gd name="connsiteY63" fmla="*/ 587594 h 605368"/>
                  <a:gd name="connsiteX64" fmla="*/ 255889 w 568475"/>
                  <a:gd name="connsiteY64" fmla="*/ 503170 h 605368"/>
                  <a:gd name="connsiteX65" fmla="*/ 251261 w 568475"/>
                  <a:gd name="connsiteY65" fmla="*/ 497571 h 605368"/>
                  <a:gd name="connsiteX66" fmla="*/ 242360 w 568475"/>
                  <a:gd name="connsiteY66" fmla="*/ 508591 h 605368"/>
                  <a:gd name="connsiteX67" fmla="*/ 241737 w 568475"/>
                  <a:gd name="connsiteY67" fmla="*/ 509302 h 605368"/>
                  <a:gd name="connsiteX68" fmla="*/ 228743 w 568475"/>
                  <a:gd name="connsiteY68" fmla="*/ 514723 h 605368"/>
                  <a:gd name="connsiteX69" fmla="*/ 226963 w 568475"/>
                  <a:gd name="connsiteY69" fmla="*/ 514634 h 605368"/>
                  <a:gd name="connsiteX70" fmla="*/ 213523 w 568475"/>
                  <a:gd name="connsiteY70" fmla="*/ 506636 h 605368"/>
                  <a:gd name="connsiteX71" fmla="*/ 367947 w 568475"/>
                  <a:gd name="connsiteY71" fmla="*/ 381421 h 605368"/>
                  <a:gd name="connsiteX72" fmla="*/ 317392 w 568475"/>
                  <a:gd name="connsiteY72" fmla="*/ 410747 h 605368"/>
                  <a:gd name="connsiteX73" fmla="*/ 303062 w 568475"/>
                  <a:gd name="connsiteY73" fmla="*/ 451627 h 605368"/>
                  <a:gd name="connsiteX74" fmla="*/ 339554 w 568475"/>
                  <a:gd name="connsiteY74" fmla="*/ 496860 h 605368"/>
                  <a:gd name="connsiteX75" fmla="*/ 339910 w 568475"/>
                  <a:gd name="connsiteY75" fmla="*/ 496949 h 605368"/>
                  <a:gd name="connsiteX76" fmla="*/ 340266 w 568475"/>
                  <a:gd name="connsiteY76" fmla="*/ 496683 h 605368"/>
                  <a:gd name="connsiteX77" fmla="*/ 394648 w 568475"/>
                  <a:gd name="connsiteY77" fmla="*/ 416613 h 605368"/>
                  <a:gd name="connsiteX78" fmla="*/ 200617 w 568475"/>
                  <a:gd name="connsiteY78" fmla="*/ 381332 h 605368"/>
                  <a:gd name="connsiteX79" fmla="*/ 173916 w 568475"/>
                  <a:gd name="connsiteY79" fmla="*/ 416613 h 605368"/>
                  <a:gd name="connsiteX80" fmla="*/ 228209 w 568475"/>
                  <a:gd name="connsiteY80" fmla="*/ 496683 h 605368"/>
                  <a:gd name="connsiteX81" fmla="*/ 228654 w 568475"/>
                  <a:gd name="connsiteY81" fmla="*/ 496949 h 605368"/>
                  <a:gd name="connsiteX82" fmla="*/ 229010 w 568475"/>
                  <a:gd name="connsiteY82" fmla="*/ 496860 h 605368"/>
                  <a:gd name="connsiteX83" fmla="*/ 265413 w 568475"/>
                  <a:gd name="connsiteY83" fmla="*/ 451627 h 605368"/>
                  <a:gd name="connsiteX84" fmla="*/ 251172 w 568475"/>
                  <a:gd name="connsiteY84" fmla="*/ 410747 h 605368"/>
                  <a:gd name="connsiteX85" fmla="*/ 200617 w 568475"/>
                  <a:gd name="connsiteY85" fmla="*/ 381332 h 605368"/>
                  <a:gd name="connsiteX86" fmla="*/ 264612 w 568475"/>
                  <a:gd name="connsiteY86" fmla="*/ 368358 h 605368"/>
                  <a:gd name="connsiteX87" fmla="*/ 284282 w 568475"/>
                  <a:gd name="connsiteY87" fmla="*/ 448605 h 605368"/>
                  <a:gd name="connsiteX88" fmla="*/ 303952 w 568475"/>
                  <a:gd name="connsiteY88" fmla="*/ 368358 h 605368"/>
                  <a:gd name="connsiteX89" fmla="*/ 268138 w 568475"/>
                  <a:gd name="connsiteY89" fmla="*/ 309521 h 605368"/>
                  <a:gd name="connsiteX90" fmla="*/ 284308 w 568475"/>
                  <a:gd name="connsiteY90" fmla="*/ 311377 h 605368"/>
                  <a:gd name="connsiteX91" fmla="*/ 314844 w 568475"/>
                  <a:gd name="connsiteY91" fmla="*/ 313333 h 605368"/>
                  <a:gd name="connsiteX92" fmla="*/ 324904 w 568475"/>
                  <a:gd name="connsiteY92" fmla="*/ 315911 h 605368"/>
                  <a:gd name="connsiteX93" fmla="*/ 337368 w 568475"/>
                  <a:gd name="connsiteY93" fmla="*/ 314666 h 605368"/>
                  <a:gd name="connsiteX94" fmla="*/ 338703 w 568475"/>
                  <a:gd name="connsiteY94" fmla="*/ 327113 h 605368"/>
                  <a:gd name="connsiteX95" fmla="*/ 324726 w 568475"/>
                  <a:gd name="connsiteY95" fmla="*/ 333692 h 605368"/>
                  <a:gd name="connsiteX96" fmla="*/ 309057 w 568475"/>
                  <a:gd name="connsiteY96" fmla="*/ 330225 h 605368"/>
                  <a:gd name="connsiteX97" fmla="*/ 289471 w 568475"/>
                  <a:gd name="connsiteY97" fmla="*/ 328802 h 605368"/>
                  <a:gd name="connsiteX98" fmla="*/ 289293 w 568475"/>
                  <a:gd name="connsiteY98" fmla="*/ 328891 h 605368"/>
                  <a:gd name="connsiteX99" fmla="*/ 288759 w 568475"/>
                  <a:gd name="connsiteY99" fmla="*/ 329158 h 605368"/>
                  <a:gd name="connsiteX100" fmla="*/ 288492 w 568475"/>
                  <a:gd name="connsiteY100" fmla="*/ 329336 h 605368"/>
                  <a:gd name="connsiteX101" fmla="*/ 288047 w 568475"/>
                  <a:gd name="connsiteY101" fmla="*/ 329602 h 605368"/>
                  <a:gd name="connsiteX102" fmla="*/ 287602 w 568475"/>
                  <a:gd name="connsiteY102" fmla="*/ 329780 h 605368"/>
                  <a:gd name="connsiteX103" fmla="*/ 287246 w 568475"/>
                  <a:gd name="connsiteY103" fmla="*/ 329869 h 605368"/>
                  <a:gd name="connsiteX104" fmla="*/ 286800 w 568475"/>
                  <a:gd name="connsiteY104" fmla="*/ 330047 h 605368"/>
                  <a:gd name="connsiteX105" fmla="*/ 286444 w 568475"/>
                  <a:gd name="connsiteY105" fmla="*/ 330136 h 605368"/>
                  <a:gd name="connsiteX106" fmla="*/ 285910 w 568475"/>
                  <a:gd name="connsiteY106" fmla="*/ 330225 h 605368"/>
                  <a:gd name="connsiteX107" fmla="*/ 285643 w 568475"/>
                  <a:gd name="connsiteY107" fmla="*/ 330314 h 605368"/>
                  <a:gd name="connsiteX108" fmla="*/ 285109 w 568475"/>
                  <a:gd name="connsiteY108" fmla="*/ 330403 h 605368"/>
                  <a:gd name="connsiteX109" fmla="*/ 284753 w 568475"/>
                  <a:gd name="connsiteY109" fmla="*/ 330403 h 605368"/>
                  <a:gd name="connsiteX110" fmla="*/ 284308 w 568475"/>
                  <a:gd name="connsiteY110" fmla="*/ 330403 h 605368"/>
                  <a:gd name="connsiteX111" fmla="*/ 283863 w 568475"/>
                  <a:gd name="connsiteY111" fmla="*/ 330403 h 605368"/>
                  <a:gd name="connsiteX112" fmla="*/ 283417 w 568475"/>
                  <a:gd name="connsiteY112" fmla="*/ 330403 h 605368"/>
                  <a:gd name="connsiteX113" fmla="*/ 282972 w 568475"/>
                  <a:gd name="connsiteY113" fmla="*/ 330314 h 605368"/>
                  <a:gd name="connsiteX114" fmla="*/ 282616 w 568475"/>
                  <a:gd name="connsiteY114" fmla="*/ 330225 h 605368"/>
                  <a:gd name="connsiteX115" fmla="*/ 282171 w 568475"/>
                  <a:gd name="connsiteY115" fmla="*/ 330136 h 605368"/>
                  <a:gd name="connsiteX116" fmla="*/ 281815 w 568475"/>
                  <a:gd name="connsiteY116" fmla="*/ 330047 h 605368"/>
                  <a:gd name="connsiteX117" fmla="*/ 281370 w 568475"/>
                  <a:gd name="connsiteY117" fmla="*/ 329958 h 605368"/>
                  <a:gd name="connsiteX118" fmla="*/ 280925 w 568475"/>
                  <a:gd name="connsiteY118" fmla="*/ 329780 h 605368"/>
                  <a:gd name="connsiteX119" fmla="*/ 280569 w 568475"/>
                  <a:gd name="connsiteY119" fmla="*/ 329602 h 605368"/>
                  <a:gd name="connsiteX120" fmla="*/ 280124 w 568475"/>
                  <a:gd name="connsiteY120" fmla="*/ 329336 h 605368"/>
                  <a:gd name="connsiteX121" fmla="*/ 279767 w 568475"/>
                  <a:gd name="connsiteY121" fmla="*/ 329158 h 605368"/>
                  <a:gd name="connsiteX122" fmla="*/ 279322 w 568475"/>
                  <a:gd name="connsiteY122" fmla="*/ 328891 h 605368"/>
                  <a:gd name="connsiteX123" fmla="*/ 279144 w 568475"/>
                  <a:gd name="connsiteY123" fmla="*/ 328802 h 605368"/>
                  <a:gd name="connsiteX124" fmla="*/ 259469 w 568475"/>
                  <a:gd name="connsiteY124" fmla="*/ 330225 h 605368"/>
                  <a:gd name="connsiteX125" fmla="*/ 243801 w 568475"/>
                  <a:gd name="connsiteY125" fmla="*/ 333692 h 605368"/>
                  <a:gd name="connsiteX126" fmla="*/ 229913 w 568475"/>
                  <a:gd name="connsiteY126" fmla="*/ 327113 h 605368"/>
                  <a:gd name="connsiteX127" fmla="*/ 231159 w 568475"/>
                  <a:gd name="connsiteY127" fmla="*/ 314666 h 605368"/>
                  <a:gd name="connsiteX128" fmla="*/ 243712 w 568475"/>
                  <a:gd name="connsiteY128" fmla="*/ 315911 h 605368"/>
                  <a:gd name="connsiteX129" fmla="*/ 253772 w 568475"/>
                  <a:gd name="connsiteY129" fmla="*/ 313333 h 605368"/>
                  <a:gd name="connsiteX130" fmla="*/ 268138 w 568475"/>
                  <a:gd name="connsiteY130" fmla="*/ 309521 h 605368"/>
                  <a:gd name="connsiteX131" fmla="*/ 474130 w 568475"/>
                  <a:gd name="connsiteY131" fmla="*/ 245098 h 605368"/>
                  <a:gd name="connsiteX132" fmla="*/ 464072 w 568475"/>
                  <a:gd name="connsiteY132" fmla="*/ 255229 h 605368"/>
                  <a:gd name="connsiteX133" fmla="*/ 464072 w 568475"/>
                  <a:gd name="connsiteY133" fmla="*/ 280112 h 605368"/>
                  <a:gd name="connsiteX134" fmla="*/ 484187 w 568475"/>
                  <a:gd name="connsiteY134" fmla="*/ 280112 h 605368"/>
                  <a:gd name="connsiteX135" fmla="*/ 484187 w 568475"/>
                  <a:gd name="connsiteY135" fmla="*/ 255229 h 605368"/>
                  <a:gd name="connsiteX136" fmla="*/ 474130 w 568475"/>
                  <a:gd name="connsiteY136" fmla="*/ 245098 h 605368"/>
                  <a:gd name="connsiteX137" fmla="*/ 350700 w 568475"/>
                  <a:gd name="connsiteY137" fmla="*/ 236805 h 605368"/>
                  <a:gd name="connsiteX138" fmla="*/ 359601 w 568475"/>
                  <a:gd name="connsiteY138" fmla="*/ 245700 h 605368"/>
                  <a:gd name="connsiteX139" fmla="*/ 341265 w 568475"/>
                  <a:gd name="connsiteY139" fmla="*/ 264114 h 605368"/>
                  <a:gd name="connsiteX140" fmla="*/ 332363 w 568475"/>
                  <a:gd name="connsiteY140" fmla="*/ 255219 h 605368"/>
                  <a:gd name="connsiteX141" fmla="*/ 341265 w 568475"/>
                  <a:gd name="connsiteY141" fmla="*/ 246323 h 605368"/>
                  <a:gd name="connsiteX142" fmla="*/ 341799 w 568475"/>
                  <a:gd name="connsiteY142" fmla="*/ 245700 h 605368"/>
                  <a:gd name="connsiteX143" fmla="*/ 350700 w 568475"/>
                  <a:gd name="connsiteY143" fmla="*/ 236805 h 605368"/>
                  <a:gd name="connsiteX144" fmla="*/ 236807 w 568475"/>
                  <a:gd name="connsiteY144" fmla="*/ 236805 h 605368"/>
                  <a:gd name="connsiteX145" fmla="*/ 245709 w 568475"/>
                  <a:gd name="connsiteY145" fmla="*/ 245700 h 605368"/>
                  <a:gd name="connsiteX146" fmla="*/ 227372 w 568475"/>
                  <a:gd name="connsiteY146" fmla="*/ 264114 h 605368"/>
                  <a:gd name="connsiteX147" fmla="*/ 218471 w 568475"/>
                  <a:gd name="connsiteY147" fmla="*/ 255219 h 605368"/>
                  <a:gd name="connsiteX148" fmla="*/ 227372 w 568475"/>
                  <a:gd name="connsiteY148" fmla="*/ 246323 h 605368"/>
                  <a:gd name="connsiteX149" fmla="*/ 227906 w 568475"/>
                  <a:gd name="connsiteY149" fmla="*/ 245700 h 605368"/>
                  <a:gd name="connsiteX150" fmla="*/ 236807 w 568475"/>
                  <a:gd name="connsiteY150" fmla="*/ 236805 h 605368"/>
                  <a:gd name="connsiteX151" fmla="*/ 284282 w 568475"/>
                  <a:gd name="connsiteY151" fmla="*/ 235678 h 605368"/>
                  <a:gd name="connsiteX152" fmla="*/ 274135 w 568475"/>
                  <a:gd name="connsiteY152" fmla="*/ 245720 h 605368"/>
                  <a:gd name="connsiteX153" fmla="*/ 227319 w 568475"/>
                  <a:gd name="connsiteY153" fmla="*/ 292553 h 605368"/>
                  <a:gd name="connsiteX154" fmla="*/ 180413 w 568475"/>
                  <a:gd name="connsiteY154" fmla="*/ 245720 h 605368"/>
                  <a:gd name="connsiteX155" fmla="*/ 180413 w 568475"/>
                  <a:gd name="connsiteY155" fmla="*/ 245098 h 605368"/>
                  <a:gd name="connsiteX156" fmla="*/ 159942 w 568475"/>
                  <a:gd name="connsiteY156" fmla="*/ 245098 h 605368"/>
                  <a:gd name="connsiteX157" fmla="*/ 159942 w 568475"/>
                  <a:gd name="connsiteY157" fmla="*/ 245453 h 605368"/>
                  <a:gd name="connsiteX158" fmla="*/ 188512 w 568475"/>
                  <a:gd name="connsiteY158" fmla="*/ 339920 h 605368"/>
                  <a:gd name="connsiteX159" fmla="*/ 248057 w 568475"/>
                  <a:gd name="connsiteY159" fmla="*/ 390752 h 605368"/>
                  <a:gd name="connsiteX160" fmla="*/ 246989 w 568475"/>
                  <a:gd name="connsiteY160" fmla="*/ 358938 h 605368"/>
                  <a:gd name="connsiteX161" fmla="*/ 255800 w 568475"/>
                  <a:gd name="connsiteY161" fmla="*/ 350584 h 605368"/>
                  <a:gd name="connsiteX162" fmla="*/ 312674 w 568475"/>
                  <a:gd name="connsiteY162" fmla="*/ 350584 h 605368"/>
                  <a:gd name="connsiteX163" fmla="*/ 321575 w 568475"/>
                  <a:gd name="connsiteY163" fmla="*/ 358938 h 605368"/>
                  <a:gd name="connsiteX164" fmla="*/ 320507 w 568475"/>
                  <a:gd name="connsiteY164" fmla="*/ 390841 h 605368"/>
                  <a:gd name="connsiteX165" fmla="*/ 379963 w 568475"/>
                  <a:gd name="connsiteY165" fmla="*/ 340098 h 605368"/>
                  <a:gd name="connsiteX166" fmla="*/ 408533 w 568475"/>
                  <a:gd name="connsiteY166" fmla="*/ 245453 h 605368"/>
                  <a:gd name="connsiteX167" fmla="*/ 408533 w 568475"/>
                  <a:gd name="connsiteY167" fmla="*/ 245098 h 605368"/>
                  <a:gd name="connsiteX168" fmla="*/ 388062 w 568475"/>
                  <a:gd name="connsiteY168" fmla="*/ 245098 h 605368"/>
                  <a:gd name="connsiteX169" fmla="*/ 388062 w 568475"/>
                  <a:gd name="connsiteY169" fmla="*/ 245720 h 605368"/>
                  <a:gd name="connsiteX170" fmla="*/ 341245 w 568475"/>
                  <a:gd name="connsiteY170" fmla="*/ 292553 h 605368"/>
                  <a:gd name="connsiteX171" fmla="*/ 294339 w 568475"/>
                  <a:gd name="connsiteY171" fmla="*/ 245720 h 605368"/>
                  <a:gd name="connsiteX172" fmla="*/ 284282 w 568475"/>
                  <a:gd name="connsiteY172" fmla="*/ 235678 h 605368"/>
                  <a:gd name="connsiteX173" fmla="*/ 341245 w 568475"/>
                  <a:gd name="connsiteY173" fmla="*/ 216660 h 605368"/>
                  <a:gd name="connsiteX174" fmla="*/ 312140 w 568475"/>
                  <a:gd name="connsiteY174" fmla="*/ 245720 h 605368"/>
                  <a:gd name="connsiteX175" fmla="*/ 341245 w 568475"/>
                  <a:gd name="connsiteY175" fmla="*/ 274780 h 605368"/>
                  <a:gd name="connsiteX176" fmla="*/ 370261 w 568475"/>
                  <a:gd name="connsiteY176" fmla="*/ 245720 h 605368"/>
                  <a:gd name="connsiteX177" fmla="*/ 341245 w 568475"/>
                  <a:gd name="connsiteY177" fmla="*/ 216660 h 605368"/>
                  <a:gd name="connsiteX178" fmla="*/ 227319 w 568475"/>
                  <a:gd name="connsiteY178" fmla="*/ 216660 h 605368"/>
                  <a:gd name="connsiteX179" fmla="*/ 198214 w 568475"/>
                  <a:gd name="connsiteY179" fmla="*/ 245720 h 605368"/>
                  <a:gd name="connsiteX180" fmla="*/ 227319 w 568475"/>
                  <a:gd name="connsiteY180" fmla="*/ 274780 h 605368"/>
                  <a:gd name="connsiteX181" fmla="*/ 256334 w 568475"/>
                  <a:gd name="connsiteY181" fmla="*/ 245720 h 605368"/>
                  <a:gd name="connsiteX182" fmla="*/ 227319 w 568475"/>
                  <a:gd name="connsiteY182" fmla="*/ 216660 h 605368"/>
                  <a:gd name="connsiteX183" fmla="*/ 284282 w 568475"/>
                  <a:gd name="connsiteY183" fmla="*/ 178802 h 605368"/>
                  <a:gd name="connsiteX184" fmla="*/ 192696 w 568475"/>
                  <a:gd name="connsiteY184" fmla="*/ 189555 h 605368"/>
                  <a:gd name="connsiteX185" fmla="*/ 160209 w 568475"/>
                  <a:gd name="connsiteY185" fmla="*/ 207773 h 605368"/>
                  <a:gd name="connsiteX186" fmla="*/ 159942 w 568475"/>
                  <a:gd name="connsiteY186" fmla="*/ 210084 h 605368"/>
                  <a:gd name="connsiteX187" fmla="*/ 159942 w 568475"/>
                  <a:gd name="connsiteY187" fmla="*/ 227324 h 605368"/>
                  <a:gd name="connsiteX188" fmla="*/ 184151 w 568475"/>
                  <a:gd name="connsiteY188" fmla="*/ 227324 h 605368"/>
                  <a:gd name="connsiteX189" fmla="*/ 227319 w 568475"/>
                  <a:gd name="connsiteY189" fmla="*/ 198887 h 605368"/>
                  <a:gd name="connsiteX190" fmla="*/ 268261 w 568475"/>
                  <a:gd name="connsiteY190" fmla="*/ 222970 h 605368"/>
                  <a:gd name="connsiteX191" fmla="*/ 284282 w 568475"/>
                  <a:gd name="connsiteY191" fmla="*/ 217904 h 605368"/>
                  <a:gd name="connsiteX192" fmla="*/ 300303 w 568475"/>
                  <a:gd name="connsiteY192" fmla="*/ 222970 h 605368"/>
                  <a:gd name="connsiteX193" fmla="*/ 341245 w 568475"/>
                  <a:gd name="connsiteY193" fmla="*/ 198887 h 605368"/>
                  <a:gd name="connsiteX194" fmla="*/ 384324 w 568475"/>
                  <a:gd name="connsiteY194" fmla="*/ 227324 h 605368"/>
                  <a:gd name="connsiteX195" fmla="*/ 408533 w 568475"/>
                  <a:gd name="connsiteY195" fmla="*/ 227324 h 605368"/>
                  <a:gd name="connsiteX196" fmla="*/ 408533 w 568475"/>
                  <a:gd name="connsiteY196" fmla="*/ 209728 h 605368"/>
                  <a:gd name="connsiteX197" fmla="*/ 408266 w 568475"/>
                  <a:gd name="connsiteY197" fmla="*/ 207773 h 605368"/>
                  <a:gd name="connsiteX198" fmla="*/ 375779 w 568475"/>
                  <a:gd name="connsiteY198" fmla="*/ 189555 h 605368"/>
                  <a:gd name="connsiteX199" fmla="*/ 284282 w 568475"/>
                  <a:gd name="connsiteY199" fmla="*/ 178802 h 605368"/>
                  <a:gd name="connsiteX200" fmla="*/ 284282 w 568475"/>
                  <a:gd name="connsiteY200" fmla="*/ 140856 h 605368"/>
                  <a:gd name="connsiteX201" fmla="*/ 192696 w 568475"/>
                  <a:gd name="connsiteY201" fmla="*/ 151609 h 605368"/>
                  <a:gd name="connsiteX202" fmla="*/ 160209 w 568475"/>
                  <a:gd name="connsiteY202" fmla="*/ 169916 h 605368"/>
                  <a:gd name="connsiteX203" fmla="*/ 159942 w 568475"/>
                  <a:gd name="connsiteY203" fmla="*/ 172137 h 605368"/>
                  <a:gd name="connsiteX204" fmla="*/ 159942 w 568475"/>
                  <a:gd name="connsiteY204" fmla="*/ 183690 h 605368"/>
                  <a:gd name="connsiteX205" fmla="*/ 187800 w 568475"/>
                  <a:gd name="connsiteY205" fmla="*/ 172404 h 605368"/>
                  <a:gd name="connsiteX206" fmla="*/ 284282 w 568475"/>
                  <a:gd name="connsiteY206" fmla="*/ 161029 h 605368"/>
                  <a:gd name="connsiteX207" fmla="*/ 380675 w 568475"/>
                  <a:gd name="connsiteY207" fmla="*/ 172404 h 605368"/>
                  <a:gd name="connsiteX208" fmla="*/ 408533 w 568475"/>
                  <a:gd name="connsiteY208" fmla="*/ 183601 h 605368"/>
                  <a:gd name="connsiteX209" fmla="*/ 408533 w 568475"/>
                  <a:gd name="connsiteY209" fmla="*/ 171871 h 605368"/>
                  <a:gd name="connsiteX210" fmla="*/ 408266 w 568475"/>
                  <a:gd name="connsiteY210" fmla="*/ 169916 h 605368"/>
                  <a:gd name="connsiteX211" fmla="*/ 375779 w 568475"/>
                  <a:gd name="connsiteY211" fmla="*/ 151609 h 605368"/>
                  <a:gd name="connsiteX212" fmla="*/ 284282 w 568475"/>
                  <a:gd name="connsiteY212" fmla="*/ 140856 h 605368"/>
                  <a:gd name="connsiteX213" fmla="*/ 284282 w 568475"/>
                  <a:gd name="connsiteY213" fmla="*/ 74472 h 605368"/>
                  <a:gd name="connsiteX214" fmla="*/ 192696 w 568475"/>
                  <a:gd name="connsiteY214" fmla="*/ 85225 h 605368"/>
                  <a:gd name="connsiteX215" fmla="*/ 160209 w 568475"/>
                  <a:gd name="connsiteY215" fmla="*/ 103531 h 605368"/>
                  <a:gd name="connsiteX216" fmla="*/ 159942 w 568475"/>
                  <a:gd name="connsiteY216" fmla="*/ 105753 h 605368"/>
                  <a:gd name="connsiteX217" fmla="*/ 159942 w 568475"/>
                  <a:gd name="connsiteY217" fmla="*/ 138279 h 605368"/>
                  <a:gd name="connsiteX218" fmla="*/ 159942 w 568475"/>
                  <a:gd name="connsiteY218" fmla="*/ 143078 h 605368"/>
                  <a:gd name="connsiteX219" fmla="*/ 159942 w 568475"/>
                  <a:gd name="connsiteY219" fmla="*/ 145744 h 605368"/>
                  <a:gd name="connsiteX220" fmla="*/ 187800 w 568475"/>
                  <a:gd name="connsiteY220" fmla="*/ 134546 h 605368"/>
                  <a:gd name="connsiteX221" fmla="*/ 284282 w 568475"/>
                  <a:gd name="connsiteY221" fmla="*/ 123082 h 605368"/>
                  <a:gd name="connsiteX222" fmla="*/ 380675 w 568475"/>
                  <a:gd name="connsiteY222" fmla="*/ 134546 h 605368"/>
                  <a:gd name="connsiteX223" fmla="*/ 408533 w 568475"/>
                  <a:gd name="connsiteY223" fmla="*/ 145655 h 605368"/>
                  <a:gd name="connsiteX224" fmla="*/ 408533 w 568475"/>
                  <a:gd name="connsiteY224" fmla="*/ 139345 h 605368"/>
                  <a:gd name="connsiteX225" fmla="*/ 408533 w 568475"/>
                  <a:gd name="connsiteY225" fmla="*/ 135435 h 605368"/>
                  <a:gd name="connsiteX226" fmla="*/ 408533 w 568475"/>
                  <a:gd name="connsiteY226" fmla="*/ 105486 h 605368"/>
                  <a:gd name="connsiteX227" fmla="*/ 408266 w 568475"/>
                  <a:gd name="connsiteY227" fmla="*/ 103531 h 605368"/>
                  <a:gd name="connsiteX228" fmla="*/ 375779 w 568475"/>
                  <a:gd name="connsiteY228" fmla="*/ 85225 h 605368"/>
                  <a:gd name="connsiteX229" fmla="*/ 284282 w 568475"/>
                  <a:gd name="connsiteY229" fmla="*/ 74472 h 605368"/>
                  <a:gd name="connsiteX230" fmla="*/ 279431 w 568475"/>
                  <a:gd name="connsiteY230" fmla="*/ 17729 h 605368"/>
                  <a:gd name="connsiteX231" fmla="*/ 252952 w 568475"/>
                  <a:gd name="connsiteY231" fmla="*/ 22128 h 605368"/>
                  <a:gd name="connsiteX232" fmla="*/ 59811 w 568475"/>
                  <a:gd name="connsiteY232" fmla="*/ 88246 h 605368"/>
                  <a:gd name="connsiteX233" fmla="*/ 55628 w 568475"/>
                  <a:gd name="connsiteY233" fmla="*/ 94111 h 605368"/>
                  <a:gd name="connsiteX234" fmla="*/ 59811 w 568475"/>
                  <a:gd name="connsiteY234" fmla="*/ 99977 h 605368"/>
                  <a:gd name="connsiteX235" fmla="*/ 142141 w 568475"/>
                  <a:gd name="connsiteY235" fmla="*/ 128148 h 605368"/>
                  <a:gd name="connsiteX236" fmla="*/ 142141 w 568475"/>
                  <a:gd name="connsiteY236" fmla="*/ 103531 h 605368"/>
                  <a:gd name="connsiteX237" fmla="*/ 142675 w 568475"/>
                  <a:gd name="connsiteY237" fmla="*/ 100599 h 605368"/>
                  <a:gd name="connsiteX238" fmla="*/ 187800 w 568475"/>
                  <a:gd name="connsiteY238" fmla="*/ 68162 h 605368"/>
                  <a:gd name="connsiteX239" fmla="*/ 284282 w 568475"/>
                  <a:gd name="connsiteY239" fmla="*/ 56698 h 605368"/>
                  <a:gd name="connsiteX240" fmla="*/ 380675 w 568475"/>
                  <a:gd name="connsiteY240" fmla="*/ 68162 h 605368"/>
                  <a:gd name="connsiteX241" fmla="*/ 425889 w 568475"/>
                  <a:gd name="connsiteY241" fmla="*/ 100954 h 605368"/>
                  <a:gd name="connsiteX242" fmla="*/ 426334 w 568475"/>
                  <a:gd name="connsiteY242" fmla="*/ 103531 h 605368"/>
                  <a:gd name="connsiteX243" fmla="*/ 426334 w 568475"/>
                  <a:gd name="connsiteY243" fmla="*/ 124860 h 605368"/>
                  <a:gd name="connsiteX244" fmla="*/ 499051 w 568475"/>
                  <a:gd name="connsiteY244" fmla="*/ 99977 h 605368"/>
                  <a:gd name="connsiteX245" fmla="*/ 503235 w 568475"/>
                  <a:gd name="connsiteY245" fmla="*/ 94111 h 605368"/>
                  <a:gd name="connsiteX246" fmla="*/ 499051 w 568475"/>
                  <a:gd name="connsiteY246" fmla="*/ 88246 h 605368"/>
                  <a:gd name="connsiteX247" fmla="*/ 305910 w 568475"/>
                  <a:gd name="connsiteY247" fmla="*/ 22128 h 605368"/>
                  <a:gd name="connsiteX248" fmla="*/ 279431 w 568475"/>
                  <a:gd name="connsiteY248" fmla="*/ 17729 h 605368"/>
                  <a:gd name="connsiteX249" fmla="*/ 279431 w 568475"/>
                  <a:gd name="connsiteY249" fmla="*/ 0 h 605368"/>
                  <a:gd name="connsiteX250" fmla="*/ 311695 w 568475"/>
                  <a:gd name="connsiteY250" fmla="*/ 5332 h 605368"/>
                  <a:gd name="connsiteX251" fmla="*/ 504837 w 568475"/>
                  <a:gd name="connsiteY251" fmla="*/ 71450 h 605368"/>
                  <a:gd name="connsiteX252" fmla="*/ 521036 w 568475"/>
                  <a:gd name="connsiteY252" fmla="*/ 94111 h 605368"/>
                  <a:gd name="connsiteX253" fmla="*/ 504837 w 568475"/>
                  <a:gd name="connsiteY253" fmla="*/ 116773 h 605368"/>
                  <a:gd name="connsiteX254" fmla="*/ 483030 w 568475"/>
                  <a:gd name="connsiteY254" fmla="*/ 124238 h 605368"/>
                  <a:gd name="connsiteX255" fmla="*/ 483030 w 568475"/>
                  <a:gd name="connsiteY255" fmla="*/ 228835 h 605368"/>
                  <a:gd name="connsiteX256" fmla="*/ 501988 w 568475"/>
                  <a:gd name="connsiteY256" fmla="*/ 255229 h 605368"/>
                  <a:gd name="connsiteX257" fmla="*/ 501988 w 568475"/>
                  <a:gd name="connsiteY257" fmla="*/ 288999 h 605368"/>
                  <a:gd name="connsiteX258" fmla="*/ 493088 w 568475"/>
                  <a:gd name="connsiteY258" fmla="*/ 297885 h 605368"/>
                  <a:gd name="connsiteX259" fmla="*/ 455172 w 568475"/>
                  <a:gd name="connsiteY259" fmla="*/ 297885 h 605368"/>
                  <a:gd name="connsiteX260" fmla="*/ 446271 w 568475"/>
                  <a:gd name="connsiteY260" fmla="*/ 288999 h 605368"/>
                  <a:gd name="connsiteX261" fmla="*/ 446271 w 568475"/>
                  <a:gd name="connsiteY261" fmla="*/ 255229 h 605368"/>
                  <a:gd name="connsiteX262" fmla="*/ 465229 w 568475"/>
                  <a:gd name="connsiteY262" fmla="*/ 228835 h 605368"/>
                  <a:gd name="connsiteX263" fmla="*/ 465229 w 568475"/>
                  <a:gd name="connsiteY263" fmla="*/ 130281 h 605368"/>
                  <a:gd name="connsiteX264" fmla="*/ 426334 w 568475"/>
                  <a:gd name="connsiteY264" fmla="*/ 143611 h 605368"/>
                  <a:gd name="connsiteX265" fmla="*/ 426334 w 568475"/>
                  <a:gd name="connsiteY265" fmla="*/ 245453 h 605368"/>
                  <a:gd name="connsiteX266" fmla="*/ 380586 w 568475"/>
                  <a:gd name="connsiteY266" fmla="*/ 368535 h 605368"/>
                  <a:gd name="connsiteX267" fmla="*/ 410224 w 568475"/>
                  <a:gd name="connsiteY267" fmla="*/ 407815 h 605368"/>
                  <a:gd name="connsiteX268" fmla="*/ 498339 w 568475"/>
                  <a:gd name="connsiteY268" fmla="*/ 424255 h 605368"/>
                  <a:gd name="connsiteX269" fmla="*/ 499140 w 568475"/>
                  <a:gd name="connsiteY269" fmla="*/ 424433 h 605368"/>
                  <a:gd name="connsiteX270" fmla="*/ 550407 w 568475"/>
                  <a:gd name="connsiteY270" fmla="*/ 461758 h 605368"/>
                  <a:gd name="connsiteX271" fmla="*/ 568475 w 568475"/>
                  <a:gd name="connsiteY271" fmla="*/ 519611 h 605368"/>
                  <a:gd name="connsiteX272" fmla="*/ 568475 w 568475"/>
                  <a:gd name="connsiteY272" fmla="*/ 571509 h 605368"/>
                  <a:gd name="connsiteX273" fmla="*/ 531093 w 568475"/>
                  <a:gd name="connsiteY273" fmla="*/ 605368 h 605368"/>
                  <a:gd name="connsiteX274" fmla="*/ 322287 w 568475"/>
                  <a:gd name="connsiteY274" fmla="*/ 605368 h 605368"/>
                  <a:gd name="connsiteX275" fmla="*/ 322198 w 568475"/>
                  <a:gd name="connsiteY275" fmla="*/ 605368 h 605368"/>
                  <a:gd name="connsiteX276" fmla="*/ 246366 w 568475"/>
                  <a:gd name="connsiteY276" fmla="*/ 605368 h 605368"/>
                  <a:gd name="connsiteX277" fmla="*/ 246277 w 568475"/>
                  <a:gd name="connsiteY277" fmla="*/ 605368 h 605368"/>
                  <a:gd name="connsiteX278" fmla="*/ 37382 w 568475"/>
                  <a:gd name="connsiteY278" fmla="*/ 605368 h 605368"/>
                  <a:gd name="connsiteX279" fmla="*/ 0 w 568475"/>
                  <a:gd name="connsiteY279" fmla="*/ 571509 h 605368"/>
                  <a:gd name="connsiteX280" fmla="*/ 0 w 568475"/>
                  <a:gd name="connsiteY280" fmla="*/ 519611 h 605368"/>
                  <a:gd name="connsiteX281" fmla="*/ 18068 w 568475"/>
                  <a:gd name="connsiteY281" fmla="*/ 461758 h 605368"/>
                  <a:gd name="connsiteX282" fmla="*/ 69424 w 568475"/>
                  <a:gd name="connsiteY282" fmla="*/ 424433 h 605368"/>
                  <a:gd name="connsiteX283" fmla="*/ 70136 w 568475"/>
                  <a:gd name="connsiteY283" fmla="*/ 424255 h 605368"/>
                  <a:gd name="connsiteX284" fmla="*/ 158340 w 568475"/>
                  <a:gd name="connsiteY284" fmla="*/ 407815 h 605368"/>
                  <a:gd name="connsiteX285" fmla="*/ 187978 w 568475"/>
                  <a:gd name="connsiteY285" fmla="*/ 368535 h 605368"/>
                  <a:gd name="connsiteX286" fmla="*/ 142141 w 568475"/>
                  <a:gd name="connsiteY286" fmla="*/ 245453 h 605368"/>
                  <a:gd name="connsiteX287" fmla="*/ 142141 w 568475"/>
                  <a:gd name="connsiteY287" fmla="*/ 146899 h 605368"/>
                  <a:gd name="connsiteX288" fmla="*/ 54026 w 568475"/>
                  <a:gd name="connsiteY288" fmla="*/ 116773 h 605368"/>
                  <a:gd name="connsiteX289" fmla="*/ 37827 w 568475"/>
                  <a:gd name="connsiteY289" fmla="*/ 94111 h 605368"/>
                  <a:gd name="connsiteX290" fmla="*/ 54026 w 568475"/>
                  <a:gd name="connsiteY290" fmla="*/ 71450 h 605368"/>
                  <a:gd name="connsiteX291" fmla="*/ 247167 w 568475"/>
                  <a:gd name="connsiteY291" fmla="*/ 5332 h 605368"/>
                  <a:gd name="connsiteX292" fmla="*/ 279431 w 568475"/>
                  <a:gd name="connsiteY292" fmla="*/ 0 h 605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568475" h="605368">
                    <a:moveTo>
                      <a:pt x="259627" y="574975"/>
                    </a:moveTo>
                    <a:lnTo>
                      <a:pt x="257135" y="587594"/>
                    </a:lnTo>
                    <a:lnTo>
                      <a:pt x="272266" y="587594"/>
                    </a:lnTo>
                    <a:close/>
                    <a:moveTo>
                      <a:pt x="267549" y="535518"/>
                    </a:moveTo>
                    <a:lnTo>
                      <a:pt x="263900" y="554002"/>
                    </a:lnTo>
                    <a:lnTo>
                      <a:pt x="297455" y="587594"/>
                    </a:lnTo>
                    <a:lnTo>
                      <a:pt x="311339" y="587594"/>
                    </a:lnTo>
                    <a:lnTo>
                      <a:pt x="309292" y="577108"/>
                    </a:lnTo>
                    <a:close/>
                    <a:moveTo>
                      <a:pt x="272622" y="510457"/>
                    </a:moveTo>
                    <a:lnTo>
                      <a:pt x="271732" y="514545"/>
                    </a:lnTo>
                    <a:lnTo>
                      <a:pt x="302973" y="545738"/>
                    </a:lnTo>
                    <a:lnTo>
                      <a:pt x="295941" y="510457"/>
                    </a:lnTo>
                    <a:cubicBezTo>
                      <a:pt x="295229" y="510546"/>
                      <a:pt x="294517" y="510546"/>
                      <a:pt x="293716" y="510546"/>
                    </a:cubicBezTo>
                    <a:lnTo>
                      <a:pt x="274758" y="510546"/>
                    </a:lnTo>
                    <a:cubicBezTo>
                      <a:pt x="274046" y="510546"/>
                      <a:pt x="273334" y="510546"/>
                      <a:pt x="272622" y="510457"/>
                    </a:cubicBezTo>
                    <a:close/>
                    <a:moveTo>
                      <a:pt x="275648" y="467267"/>
                    </a:moveTo>
                    <a:lnTo>
                      <a:pt x="264523" y="481131"/>
                    </a:lnTo>
                    <a:cubicBezTo>
                      <a:pt x="264612" y="481664"/>
                      <a:pt x="264701" y="482197"/>
                      <a:pt x="264701" y="482730"/>
                    </a:cubicBezTo>
                    <a:cubicBezTo>
                      <a:pt x="264701" y="488240"/>
                      <a:pt x="269240" y="492772"/>
                      <a:pt x="274758" y="492772"/>
                    </a:cubicBezTo>
                    <a:lnTo>
                      <a:pt x="293716" y="492772"/>
                    </a:lnTo>
                    <a:cubicBezTo>
                      <a:pt x="299324" y="492772"/>
                      <a:pt x="303863" y="488240"/>
                      <a:pt x="303863" y="482730"/>
                    </a:cubicBezTo>
                    <a:cubicBezTo>
                      <a:pt x="303863" y="482197"/>
                      <a:pt x="303863" y="481664"/>
                      <a:pt x="304041" y="481131"/>
                    </a:cubicBezTo>
                    <a:lnTo>
                      <a:pt x="292826" y="467267"/>
                    </a:lnTo>
                    <a:cubicBezTo>
                      <a:pt x="292292" y="467978"/>
                      <a:pt x="291669" y="468778"/>
                      <a:pt x="291046" y="469489"/>
                    </a:cubicBezTo>
                    <a:cubicBezTo>
                      <a:pt x="289355" y="471444"/>
                      <a:pt x="286863" y="472599"/>
                      <a:pt x="284282" y="472599"/>
                    </a:cubicBezTo>
                    <a:cubicBezTo>
                      <a:pt x="281612" y="472599"/>
                      <a:pt x="279119" y="471444"/>
                      <a:pt x="277428" y="469489"/>
                    </a:cubicBezTo>
                    <a:cubicBezTo>
                      <a:pt x="276894" y="468778"/>
                      <a:pt x="276271" y="467978"/>
                      <a:pt x="275648" y="467267"/>
                    </a:cubicBezTo>
                    <a:close/>
                    <a:moveTo>
                      <a:pt x="531627" y="466290"/>
                    </a:moveTo>
                    <a:lnTo>
                      <a:pt x="502701" y="495172"/>
                    </a:lnTo>
                    <a:cubicBezTo>
                      <a:pt x="490062" y="507880"/>
                      <a:pt x="483030" y="524676"/>
                      <a:pt x="483030" y="542538"/>
                    </a:cubicBezTo>
                    <a:lnTo>
                      <a:pt x="483030" y="587594"/>
                    </a:lnTo>
                    <a:lnTo>
                      <a:pt x="531093" y="587594"/>
                    </a:lnTo>
                    <a:cubicBezTo>
                      <a:pt x="541863" y="587594"/>
                      <a:pt x="550674" y="580396"/>
                      <a:pt x="550674" y="571509"/>
                    </a:cubicBezTo>
                    <a:lnTo>
                      <a:pt x="550674" y="519611"/>
                    </a:lnTo>
                    <a:cubicBezTo>
                      <a:pt x="550674" y="501659"/>
                      <a:pt x="544177" y="481842"/>
                      <a:pt x="531627" y="466290"/>
                    </a:cubicBezTo>
                    <a:close/>
                    <a:moveTo>
                      <a:pt x="36937" y="466290"/>
                    </a:moveTo>
                    <a:cubicBezTo>
                      <a:pt x="24298" y="481842"/>
                      <a:pt x="17801" y="501659"/>
                      <a:pt x="17801" y="519611"/>
                    </a:cubicBezTo>
                    <a:lnTo>
                      <a:pt x="17801" y="571509"/>
                    </a:lnTo>
                    <a:cubicBezTo>
                      <a:pt x="17801" y="580396"/>
                      <a:pt x="26612" y="587594"/>
                      <a:pt x="37382" y="587594"/>
                    </a:cubicBezTo>
                    <a:lnTo>
                      <a:pt x="85445" y="587594"/>
                    </a:lnTo>
                    <a:lnTo>
                      <a:pt x="85445" y="542538"/>
                    </a:lnTo>
                    <a:cubicBezTo>
                      <a:pt x="85445" y="524676"/>
                      <a:pt x="78502" y="507880"/>
                      <a:pt x="65863" y="495172"/>
                    </a:cubicBezTo>
                    <a:close/>
                    <a:moveTo>
                      <a:pt x="409868" y="425766"/>
                    </a:moveTo>
                    <a:lnTo>
                      <a:pt x="355041" y="506636"/>
                    </a:lnTo>
                    <a:cubicBezTo>
                      <a:pt x="351926" y="511168"/>
                      <a:pt x="347031" y="514101"/>
                      <a:pt x="341601" y="514634"/>
                    </a:cubicBezTo>
                    <a:cubicBezTo>
                      <a:pt x="340978" y="514634"/>
                      <a:pt x="340355" y="514723"/>
                      <a:pt x="339821" y="514723"/>
                    </a:cubicBezTo>
                    <a:cubicBezTo>
                      <a:pt x="334926" y="514723"/>
                      <a:pt x="330297" y="512768"/>
                      <a:pt x="326826" y="509302"/>
                    </a:cubicBezTo>
                    <a:cubicBezTo>
                      <a:pt x="326559" y="509035"/>
                      <a:pt x="326381" y="508858"/>
                      <a:pt x="326203" y="508591"/>
                    </a:cubicBezTo>
                    <a:lnTo>
                      <a:pt x="317303" y="497571"/>
                    </a:lnTo>
                    <a:cubicBezTo>
                      <a:pt x="315968" y="499615"/>
                      <a:pt x="314454" y="501570"/>
                      <a:pt x="312674" y="503170"/>
                    </a:cubicBezTo>
                    <a:lnTo>
                      <a:pt x="326203" y="571065"/>
                    </a:lnTo>
                    <a:lnTo>
                      <a:pt x="329496" y="587594"/>
                    </a:lnTo>
                    <a:lnTo>
                      <a:pt x="465229" y="587594"/>
                    </a:lnTo>
                    <a:lnTo>
                      <a:pt x="465229" y="542538"/>
                    </a:lnTo>
                    <a:cubicBezTo>
                      <a:pt x="465229" y="519877"/>
                      <a:pt x="474041" y="498638"/>
                      <a:pt x="490062" y="482642"/>
                    </a:cubicBezTo>
                    <a:lnTo>
                      <a:pt x="518899" y="453848"/>
                    </a:lnTo>
                    <a:cubicBezTo>
                      <a:pt x="511957" y="448516"/>
                      <a:pt x="503858" y="444251"/>
                      <a:pt x="494690" y="441585"/>
                    </a:cubicBezTo>
                    <a:close/>
                    <a:moveTo>
                      <a:pt x="158607" y="425766"/>
                    </a:moveTo>
                    <a:lnTo>
                      <a:pt x="73785" y="441585"/>
                    </a:lnTo>
                    <a:cubicBezTo>
                      <a:pt x="64617" y="444251"/>
                      <a:pt x="56607" y="448516"/>
                      <a:pt x="49576" y="453848"/>
                    </a:cubicBezTo>
                    <a:lnTo>
                      <a:pt x="78413" y="482642"/>
                    </a:lnTo>
                    <a:cubicBezTo>
                      <a:pt x="94434" y="498638"/>
                      <a:pt x="103246" y="519877"/>
                      <a:pt x="103246" y="542538"/>
                    </a:cubicBezTo>
                    <a:lnTo>
                      <a:pt x="103246" y="587594"/>
                    </a:lnTo>
                    <a:lnTo>
                      <a:pt x="238978" y="587594"/>
                    </a:lnTo>
                    <a:lnTo>
                      <a:pt x="255889" y="503170"/>
                    </a:lnTo>
                    <a:cubicBezTo>
                      <a:pt x="254109" y="501570"/>
                      <a:pt x="252507" y="499615"/>
                      <a:pt x="251261" y="497571"/>
                    </a:cubicBezTo>
                    <a:lnTo>
                      <a:pt x="242360" y="508591"/>
                    </a:lnTo>
                    <a:cubicBezTo>
                      <a:pt x="242182" y="508858"/>
                      <a:pt x="241915" y="509124"/>
                      <a:pt x="241737" y="509302"/>
                    </a:cubicBezTo>
                    <a:cubicBezTo>
                      <a:pt x="238266" y="512768"/>
                      <a:pt x="233549" y="514723"/>
                      <a:pt x="228743" y="514723"/>
                    </a:cubicBezTo>
                    <a:cubicBezTo>
                      <a:pt x="228120" y="514723"/>
                      <a:pt x="227586" y="514634"/>
                      <a:pt x="226963" y="514634"/>
                    </a:cubicBezTo>
                    <a:cubicBezTo>
                      <a:pt x="221533" y="514101"/>
                      <a:pt x="216549" y="511168"/>
                      <a:pt x="213523" y="506636"/>
                    </a:cubicBezTo>
                    <a:close/>
                    <a:moveTo>
                      <a:pt x="367947" y="381421"/>
                    </a:moveTo>
                    <a:cubicBezTo>
                      <a:pt x="352994" y="394929"/>
                      <a:pt x="335905" y="405149"/>
                      <a:pt x="317392" y="410747"/>
                    </a:cubicBezTo>
                    <a:cubicBezTo>
                      <a:pt x="314632" y="424167"/>
                      <a:pt x="310182" y="438474"/>
                      <a:pt x="303062" y="451627"/>
                    </a:cubicBezTo>
                    <a:lnTo>
                      <a:pt x="339554" y="496860"/>
                    </a:lnTo>
                    <a:cubicBezTo>
                      <a:pt x="339643" y="496860"/>
                      <a:pt x="339732" y="496949"/>
                      <a:pt x="339910" y="496949"/>
                    </a:cubicBezTo>
                    <a:cubicBezTo>
                      <a:pt x="340177" y="496860"/>
                      <a:pt x="340266" y="496683"/>
                      <a:pt x="340266" y="496683"/>
                    </a:cubicBezTo>
                    <a:lnTo>
                      <a:pt x="394648" y="416613"/>
                    </a:lnTo>
                    <a:close/>
                    <a:moveTo>
                      <a:pt x="200617" y="381332"/>
                    </a:moveTo>
                    <a:lnTo>
                      <a:pt x="173916" y="416613"/>
                    </a:lnTo>
                    <a:lnTo>
                      <a:pt x="228209" y="496683"/>
                    </a:lnTo>
                    <a:cubicBezTo>
                      <a:pt x="228298" y="496683"/>
                      <a:pt x="228387" y="496860"/>
                      <a:pt x="228654" y="496949"/>
                    </a:cubicBezTo>
                    <a:cubicBezTo>
                      <a:pt x="228832" y="496949"/>
                      <a:pt x="228921" y="496860"/>
                      <a:pt x="229010" y="496860"/>
                    </a:cubicBezTo>
                    <a:lnTo>
                      <a:pt x="265413" y="451627"/>
                    </a:lnTo>
                    <a:cubicBezTo>
                      <a:pt x="258381" y="438385"/>
                      <a:pt x="253931" y="424078"/>
                      <a:pt x="251172" y="410747"/>
                    </a:cubicBezTo>
                    <a:cubicBezTo>
                      <a:pt x="232659" y="405060"/>
                      <a:pt x="215570" y="394840"/>
                      <a:pt x="200617" y="381332"/>
                    </a:cubicBezTo>
                    <a:close/>
                    <a:moveTo>
                      <a:pt x="264612" y="368358"/>
                    </a:moveTo>
                    <a:cubicBezTo>
                      <a:pt x="264790" y="384620"/>
                      <a:pt x="267193" y="421323"/>
                      <a:pt x="284282" y="448605"/>
                    </a:cubicBezTo>
                    <a:cubicBezTo>
                      <a:pt x="301371" y="421323"/>
                      <a:pt x="303774" y="384620"/>
                      <a:pt x="303952" y="368358"/>
                    </a:cubicBezTo>
                    <a:close/>
                    <a:moveTo>
                      <a:pt x="268138" y="309521"/>
                    </a:moveTo>
                    <a:cubicBezTo>
                      <a:pt x="273358" y="308799"/>
                      <a:pt x="278877" y="309021"/>
                      <a:pt x="284308" y="311377"/>
                    </a:cubicBezTo>
                    <a:cubicBezTo>
                      <a:pt x="295169" y="306665"/>
                      <a:pt x="306386" y="310488"/>
                      <a:pt x="314844" y="313333"/>
                    </a:cubicBezTo>
                    <a:cubicBezTo>
                      <a:pt x="317960" y="314400"/>
                      <a:pt x="323123" y="316178"/>
                      <a:pt x="324904" y="315911"/>
                    </a:cubicBezTo>
                    <a:cubicBezTo>
                      <a:pt x="328020" y="312177"/>
                      <a:pt x="333540" y="311644"/>
                      <a:pt x="337368" y="314666"/>
                    </a:cubicBezTo>
                    <a:cubicBezTo>
                      <a:pt x="341196" y="317778"/>
                      <a:pt x="341819" y="323379"/>
                      <a:pt x="338703" y="327113"/>
                    </a:cubicBezTo>
                    <a:cubicBezTo>
                      <a:pt x="334697" y="332092"/>
                      <a:pt x="329800" y="333692"/>
                      <a:pt x="324726" y="333692"/>
                    </a:cubicBezTo>
                    <a:cubicBezTo>
                      <a:pt x="319295" y="333692"/>
                      <a:pt x="313775" y="331825"/>
                      <a:pt x="309057" y="330225"/>
                    </a:cubicBezTo>
                    <a:cubicBezTo>
                      <a:pt x="299976" y="327113"/>
                      <a:pt x="294101" y="325513"/>
                      <a:pt x="289471" y="328802"/>
                    </a:cubicBezTo>
                    <a:cubicBezTo>
                      <a:pt x="289382" y="328802"/>
                      <a:pt x="289293" y="328891"/>
                      <a:pt x="289293" y="328891"/>
                    </a:cubicBezTo>
                    <a:cubicBezTo>
                      <a:pt x="289115" y="328980"/>
                      <a:pt x="288937" y="329069"/>
                      <a:pt x="288759" y="329158"/>
                    </a:cubicBezTo>
                    <a:cubicBezTo>
                      <a:pt x="288670" y="329247"/>
                      <a:pt x="288581" y="329336"/>
                      <a:pt x="288492" y="329336"/>
                    </a:cubicBezTo>
                    <a:cubicBezTo>
                      <a:pt x="288314" y="329425"/>
                      <a:pt x="288225" y="329514"/>
                      <a:pt x="288047" y="329602"/>
                    </a:cubicBezTo>
                    <a:cubicBezTo>
                      <a:pt x="287869" y="329691"/>
                      <a:pt x="287780" y="329691"/>
                      <a:pt x="287602" y="329780"/>
                    </a:cubicBezTo>
                    <a:cubicBezTo>
                      <a:pt x="287513" y="329780"/>
                      <a:pt x="287424" y="329869"/>
                      <a:pt x="287246" y="329869"/>
                    </a:cubicBezTo>
                    <a:cubicBezTo>
                      <a:pt x="287068" y="329958"/>
                      <a:pt x="286979" y="330047"/>
                      <a:pt x="286800" y="330047"/>
                    </a:cubicBezTo>
                    <a:cubicBezTo>
                      <a:pt x="286711" y="330136"/>
                      <a:pt x="286533" y="330136"/>
                      <a:pt x="286444" y="330136"/>
                    </a:cubicBezTo>
                    <a:cubicBezTo>
                      <a:pt x="286266" y="330225"/>
                      <a:pt x="286088" y="330225"/>
                      <a:pt x="285910" y="330225"/>
                    </a:cubicBezTo>
                    <a:cubicBezTo>
                      <a:pt x="285821" y="330314"/>
                      <a:pt x="285732" y="330314"/>
                      <a:pt x="285643" y="330314"/>
                    </a:cubicBezTo>
                    <a:cubicBezTo>
                      <a:pt x="285465" y="330314"/>
                      <a:pt x="285287" y="330403"/>
                      <a:pt x="285109" y="330403"/>
                    </a:cubicBezTo>
                    <a:cubicBezTo>
                      <a:pt x="285020" y="330403"/>
                      <a:pt x="284842" y="330403"/>
                      <a:pt x="284753" y="330403"/>
                    </a:cubicBezTo>
                    <a:cubicBezTo>
                      <a:pt x="284575" y="330403"/>
                      <a:pt x="284397" y="330403"/>
                      <a:pt x="284308" y="330403"/>
                    </a:cubicBezTo>
                    <a:cubicBezTo>
                      <a:pt x="284130" y="330403"/>
                      <a:pt x="284041" y="330403"/>
                      <a:pt x="283863" y="330403"/>
                    </a:cubicBezTo>
                    <a:cubicBezTo>
                      <a:pt x="283685" y="330403"/>
                      <a:pt x="283596" y="330403"/>
                      <a:pt x="283417" y="330403"/>
                    </a:cubicBezTo>
                    <a:cubicBezTo>
                      <a:pt x="283328" y="330403"/>
                      <a:pt x="283150" y="330314"/>
                      <a:pt x="282972" y="330314"/>
                    </a:cubicBezTo>
                    <a:cubicBezTo>
                      <a:pt x="282883" y="330314"/>
                      <a:pt x="282705" y="330314"/>
                      <a:pt x="282616" y="330225"/>
                    </a:cubicBezTo>
                    <a:cubicBezTo>
                      <a:pt x="282438" y="330225"/>
                      <a:pt x="282260" y="330225"/>
                      <a:pt x="282171" y="330136"/>
                    </a:cubicBezTo>
                    <a:cubicBezTo>
                      <a:pt x="281993" y="330136"/>
                      <a:pt x="281904" y="330136"/>
                      <a:pt x="281815" y="330047"/>
                    </a:cubicBezTo>
                    <a:cubicBezTo>
                      <a:pt x="281637" y="330047"/>
                      <a:pt x="281459" y="329958"/>
                      <a:pt x="281370" y="329958"/>
                    </a:cubicBezTo>
                    <a:cubicBezTo>
                      <a:pt x="281192" y="329869"/>
                      <a:pt x="281103" y="329780"/>
                      <a:pt x="280925" y="329780"/>
                    </a:cubicBezTo>
                    <a:cubicBezTo>
                      <a:pt x="280836" y="329691"/>
                      <a:pt x="280658" y="329691"/>
                      <a:pt x="280569" y="329602"/>
                    </a:cubicBezTo>
                    <a:cubicBezTo>
                      <a:pt x="280391" y="329514"/>
                      <a:pt x="280213" y="329425"/>
                      <a:pt x="280124" y="329336"/>
                    </a:cubicBezTo>
                    <a:cubicBezTo>
                      <a:pt x="280034" y="329336"/>
                      <a:pt x="279856" y="329247"/>
                      <a:pt x="279767" y="329158"/>
                    </a:cubicBezTo>
                    <a:cubicBezTo>
                      <a:pt x="279589" y="329069"/>
                      <a:pt x="279500" y="328980"/>
                      <a:pt x="279322" y="328891"/>
                    </a:cubicBezTo>
                    <a:cubicBezTo>
                      <a:pt x="279233" y="328891"/>
                      <a:pt x="279144" y="328802"/>
                      <a:pt x="279144" y="328802"/>
                    </a:cubicBezTo>
                    <a:cubicBezTo>
                      <a:pt x="274426" y="325424"/>
                      <a:pt x="268639" y="327113"/>
                      <a:pt x="259469" y="330225"/>
                    </a:cubicBezTo>
                    <a:cubicBezTo>
                      <a:pt x="254840" y="331825"/>
                      <a:pt x="249231" y="333692"/>
                      <a:pt x="243801" y="333692"/>
                    </a:cubicBezTo>
                    <a:cubicBezTo>
                      <a:pt x="238815" y="333692"/>
                      <a:pt x="233919" y="332092"/>
                      <a:pt x="229913" y="327113"/>
                    </a:cubicBezTo>
                    <a:cubicBezTo>
                      <a:pt x="226797" y="323379"/>
                      <a:pt x="227420" y="317778"/>
                      <a:pt x="231159" y="314666"/>
                    </a:cubicBezTo>
                    <a:cubicBezTo>
                      <a:pt x="234987" y="311555"/>
                      <a:pt x="240596" y="312088"/>
                      <a:pt x="243712" y="315911"/>
                    </a:cubicBezTo>
                    <a:cubicBezTo>
                      <a:pt x="245403" y="316178"/>
                      <a:pt x="250656" y="314400"/>
                      <a:pt x="253772" y="313333"/>
                    </a:cubicBezTo>
                    <a:cubicBezTo>
                      <a:pt x="258001" y="311910"/>
                      <a:pt x="262919" y="310243"/>
                      <a:pt x="268138" y="309521"/>
                    </a:cubicBezTo>
                    <a:close/>
                    <a:moveTo>
                      <a:pt x="474130" y="245098"/>
                    </a:moveTo>
                    <a:cubicBezTo>
                      <a:pt x="468612" y="245098"/>
                      <a:pt x="464072" y="249630"/>
                      <a:pt x="464072" y="255229"/>
                    </a:cubicBezTo>
                    <a:lnTo>
                      <a:pt x="464072" y="280112"/>
                    </a:lnTo>
                    <a:lnTo>
                      <a:pt x="484187" y="280112"/>
                    </a:lnTo>
                    <a:lnTo>
                      <a:pt x="484187" y="255229"/>
                    </a:lnTo>
                    <a:cubicBezTo>
                      <a:pt x="484187" y="249630"/>
                      <a:pt x="479737" y="245098"/>
                      <a:pt x="474130" y="245098"/>
                    </a:cubicBezTo>
                    <a:close/>
                    <a:moveTo>
                      <a:pt x="350700" y="236805"/>
                    </a:moveTo>
                    <a:cubicBezTo>
                      <a:pt x="355685" y="236805"/>
                      <a:pt x="359601" y="240808"/>
                      <a:pt x="359601" y="245700"/>
                    </a:cubicBezTo>
                    <a:cubicBezTo>
                      <a:pt x="359601" y="255841"/>
                      <a:pt x="351412" y="264114"/>
                      <a:pt x="341265" y="264114"/>
                    </a:cubicBezTo>
                    <a:cubicBezTo>
                      <a:pt x="336369" y="264114"/>
                      <a:pt x="332363" y="260111"/>
                      <a:pt x="332363" y="255219"/>
                    </a:cubicBezTo>
                    <a:cubicBezTo>
                      <a:pt x="332363" y="250237"/>
                      <a:pt x="336369" y="246323"/>
                      <a:pt x="341265" y="246323"/>
                    </a:cubicBezTo>
                    <a:cubicBezTo>
                      <a:pt x="341532" y="246323"/>
                      <a:pt x="341799" y="246056"/>
                      <a:pt x="341799" y="245700"/>
                    </a:cubicBezTo>
                    <a:cubicBezTo>
                      <a:pt x="341799" y="240808"/>
                      <a:pt x="345804" y="236805"/>
                      <a:pt x="350700" y="236805"/>
                    </a:cubicBezTo>
                    <a:close/>
                    <a:moveTo>
                      <a:pt x="236807" y="236805"/>
                    </a:moveTo>
                    <a:cubicBezTo>
                      <a:pt x="241792" y="236805"/>
                      <a:pt x="245709" y="240808"/>
                      <a:pt x="245709" y="245700"/>
                    </a:cubicBezTo>
                    <a:cubicBezTo>
                      <a:pt x="245709" y="255841"/>
                      <a:pt x="237520" y="264114"/>
                      <a:pt x="227372" y="264114"/>
                    </a:cubicBezTo>
                    <a:cubicBezTo>
                      <a:pt x="222476" y="264114"/>
                      <a:pt x="218471" y="260111"/>
                      <a:pt x="218471" y="255219"/>
                    </a:cubicBezTo>
                    <a:cubicBezTo>
                      <a:pt x="218471" y="250237"/>
                      <a:pt x="222476" y="246323"/>
                      <a:pt x="227372" y="246323"/>
                    </a:cubicBezTo>
                    <a:cubicBezTo>
                      <a:pt x="227639" y="246323"/>
                      <a:pt x="227906" y="246056"/>
                      <a:pt x="227906" y="245700"/>
                    </a:cubicBezTo>
                    <a:cubicBezTo>
                      <a:pt x="227906" y="240808"/>
                      <a:pt x="231912" y="236805"/>
                      <a:pt x="236807" y="236805"/>
                    </a:cubicBezTo>
                    <a:close/>
                    <a:moveTo>
                      <a:pt x="284282" y="235678"/>
                    </a:moveTo>
                    <a:cubicBezTo>
                      <a:pt x="278674" y="235678"/>
                      <a:pt x="274135" y="240121"/>
                      <a:pt x="274135" y="245720"/>
                    </a:cubicBezTo>
                    <a:cubicBezTo>
                      <a:pt x="274135" y="271492"/>
                      <a:pt x="253130" y="292553"/>
                      <a:pt x="227319" y="292553"/>
                    </a:cubicBezTo>
                    <a:cubicBezTo>
                      <a:pt x="201418" y="292553"/>
                      <a:pt x="180413" y="271492"/>
                      <a:pt x="180413" y="245720"/>
                    </a:cubicBezTo>
                    <a:cubicBezTo>
                      <a:pt x="180413" y="245542"/>
                      <a:pt x="180413" y="245364"/>
                      <a:pt x="180413" y="245098"/>
                    </a:cubicBezTo>
                    <a:lnTo>
                      <a:pt x="159942" y="245098"/>
                    </a:lnTo>
                    <a:lnTo>
                      <a:pt x="159942" y="245453"/>
                    </a:lnTo>
                    <a:cubicBezTo>
                      <a:pt x="159942" y="278690"/>
                      <a:pt x="170088" y="312193"/>
                      <a:pt x="188512" y="339920"/>
                    </a:cubicBezTo>
                    <a:cubicBezTo>
                      <a:pt x="204355" y="363825"/>
                      <a:pt x="225271" y="381599"/>
                      <a:pt x="248057" y="390752"/>
                    </a:cubicBezTo>
                    <a:cubicBezTo>
                      <a:pt x="246099" y="373068"/>
                      <a:pt x="246900" y="360093"/>
                      <a:pt x="246989" y="358938"/>
                    </a:cubicBezTo>
                    <a:cubicBezTo>
                      <a:pt x="247256" y="354228"/>
                      <a:pt x="251172" y="350584"/>
                      <a:pt x="255800" y="350584"/>
                    </a:cubicBezTo>
                    <a:lnTo>
                      <a:pt x="312674" y="350584"/>
                    </a:lnTo>
                    <a:cubicBezTo>
                      <a:pt x="317392" y="350584"/>
                      <a:pt x="321308" y="354228"/>
                      <a:pt x="321575" y="358938"/>
                    </a:cubicBezTo>
                    <a:cubicBezTo>
                      <a:pt x="321664" y="360093"/>
                      <a:pt x="322376" y="373156"/>
                      <a:pt x="320507" y="390841"/>
                    </a:cubicBezTo>
                    <a:cubicBezTo>
                      <a:pt x="343293" y="381688"/>
                      <a:pt x="364120" y="364003"/>
                      <a:pt x="379963" y="340098"/>
                    </a:cubicBezTo>
                    <a:cubicBezTo>
                      <a:pt x="398387" y="312371"/>
                      <a:pt x="408533" y="278779"/>
                      <a:pt x="408533" y="245453"/>
                    </a:cubicBezTo>
                    <a:lnTo>
                      <a:pt x="408533" y="245098"/>
                    </a:lnTo>
                    <a:lnTo>
                      <a:pt x="388062" y="245098"/>
                    </a:lnTo>
                    <a:cubicBezTo>
                      <a:pt x="388062" y="245364"/>
                      <a:pt x="388062" y="245542"/>
                      <a:pt x="388062" y="245720"/>
                    </a:cubicBezTo>
                    <a:cubicBezTo>
                      <a:pt x="388062" y="271492"/>
                      <a:pt x="367057" y="292553"/>
                      <a:pt x="341245" y="292553"/>
                    </a:cubicBezTo>
                    <a:cubicBezTo>
                      <a:pt x="315345" y="292553"/>
                      <a:pt x="294339" y="271492"/>
                      <a:pt x="294339" y="245720"/>
                    </a:cubicBezTo>
                    <a:cubicBezTo>
                      <a:pt x="294339" y="240121"/>
                      <a:pt x="289800" y="235678"/>
                      <a:pt x="284282" y="235678"/>
                    </a:cubicBezTo>
                    <a:close/>
                    <a:moveTo>
                      <a:pt x="341245" y="216660"/>
                    </a:moveTo>
                    <a:cubicBezTo>
                      <a:pt x="325224" y="216660"/>
                      <a:pt x="312140" y="229724"/>
                      <a:pt x="312140" y="245720"/>
                    </a:cubicBezTo>
                    <a:cubicBezTo>
                      <a:pt x="312140" y="261716"/>
                      <a:pt x="325224" y="274780"/>
                      <a:pt x="341245" y="274780"/>
                    </a:cubicBezTo>
                    <a:cubicBezTo>
                      <a:pt x="357266" y="274780"/>
                      <a:pt x="370261" y="261716"/>
                      <a:pt x="370261" y="245720"/>
                    </a:cubicBezTo>
                    <a:cubicBezTo>
                      <a:pt x="370261" y="229724"/>
                      <a:pt x="357266" y="216660"/>
                      <a:pt x="341245" y="216660"/>
                    </a:cubicBezTo>
                    <a:close/>
                    <a:moveTo>
                      <a:pt x="227319" y="216660"/>
                    </a:moveTo>
                    <a:cubicBezTo>
                      <a:pt x="211298" y="216660"/>
                      <a:pt x="198214" y="229724"/>
                      <a:pt x="198214" y="245720"/>
                    </a:cubicBezTo>
                    <a:cubicBezTo>
                      <a:pt x="198214" y="261716"/>
                      <a:pt x="211298" y="274780"/>
                      <a:pt x="227319" y="274780"/>
                    </a:cubicBezTo>
                    <a:cubicBezTo>
                      <a:pt x="243339" y="274780"/>
                      <a:pt x="256334" y="261716"/>
                      <a:pt x="256334" y="245720"/>
                    </a:cubicBezTo>
                    <a:cubicBezTo>
                      <a:pt x="256334" y="229724"/>
                      <a:pt x="243339" y="216660"/>
                      <a:pt x="227319" y="216660"/>
                    </a:cubicBezTo>
                    <a:close/>
                    <a:moveTo>
                      <a:pt x="284282" y="178802"/>
                    </a:moveTo>
                    <a:cubicBezTo>
                      <a:pt x="249570" y="178802"/>
                      <a:pt x="217083" y="182624"/>
                      <a:pt x="192696" y="189555"/>
                    </a:cubicBezTo>
                    <a:cubicBezTo>
                      <a:pt x="166083" y="197109"/>
                      <a:pt x="160209" y="205285"/>
                      <a:pt x="160209" y="207773"/>
                    </a:cubicBezTo>
                    <a:cubicBezTo>
                      <a:pt x="160209" y="208573"/>
                      <a:pt x="160120" y="209373"/>
                      <a:pt x="159942" y="210084"/>
                    </a:cubicBezTo>
                    <a:lnTo>
                      <a:pt x="159942" y="227324"/>
                    </a:lnTo>
                    <a:lnTo>
                      <a:pt x="184151" y="227324"/>
                    </a:lnTo>
                    <a:cubicBezTo>
                      <a:pt x="191361" y="210617"/>
                      <a:pt x="208004" y="198887"/>
                      <a:pt x="227319" y="198887"/>
                    </a:cubicBezTo>
                    <a:cubicBezTo>
                      <a:pt x="244853" y="198887"/>
                      <a:pt x="260250" y="208662"/>
                      <a:pt x="268261" y="222970"/>
                    </a:cubicBezTo>
                    <a:cubicBezTo>
                      <a:pt x="272800" y="219771"/>
                      <a:pt x="278318" y="217904"/>
                      <a:pt x="284282" y="217904"/>
                    </a:cubicBezTo>
                    <a:cubicBezTo>
                      <a:pt x="290245" y="217904"/>
                      <a:pt x="295763" y="219771"/>
                      <a:pt x="300303" y="222970"/>
                    </a:cubicBezTo>
                    <a:cubicBezTo>
                      <a:pt x="308313" y="208662"/>
                      <a:pt x="323622" y="198887"/>
                      <a:pt x="341245" y="198887"/>
                    </a:cubicBezTo>
                    <a:cubicBezTo>
                      <a:pt x="360560" y="198887"/>
                      <a:pt x="377203" y="210617"/>
                      <a:pt x="384324" y="227324"/>
                    </a:cubicBezTo>
                    <a:lnTo>
                      <a:pt x="408533" y="227324"/>
                    </a:lnTo>
                    <a:lnTo>
                      <a:pt x="408533" y="209728"/>
                    </a:lnTo>
                    <a:cubicBezTo>
                      <a:pt x="408355" y="209106"/>
                      <a:pt x="408266" y="208484"/>
                      <a:pt x="408266" y="207773"/>
                    </a:cubicBezTo>
                    <a:cubicBezTo>
                      <a:pt x="408266" y="205285"/>
                      <a:pt x="402481" y="197109"/>
                      <a:pt x="375779" y="189555"/>
                    </a:cubicBezTo>
                    <a:cubicBezTo>
                      <a:pt x="351481" y="182624"/>
                      <a:pt x="318994" y="178802"/>
                      <a:pt x="284282" y="178802"/>
                    </a:cubicBezTo>
                    <a:close/>
                    <a:moveTo>
                      <a:pt x="284282" y="140856"/>
                    </a:moveTo>
                    <a:cubicBezTo>
                      <a:pt x="249570" y="140856"/>
                      <a:pt x="217083" y="144677"/>
                      <a:pt x="192696" y="151609"/>
                    </a:cubicBezTo>
                    <a:cubicBezTo>
                      <a:pt x="166083" y="159252"/>
                      <a:pt x="160209" y="167338"/>
                      <a:pt x="160209" y="169916"/>
                    </a:cubicBezTo>
                    <a:cubicBezTo>
                      <a:pt x="160209" y="170627"/>
                      <a:pt x="160120" y="171426"/>
                      <a:pt x="159942" y="172137"/>
                    </a:cubicBezTo>
                    <a:lnTo>
                      <a:pt x="159942" y="183690"/>
                    </a:lnTo>
                    <a:cubicBezTo>
                      <a:pt x="167062" y="179424"/>
                      <a:pt x="176408" y="175692"/>
                      <a:pt x="187800" y="172404"/>
                    </a:cubicBezTo>
                    <a:cubicBezTo>
                      <a:pt x="213701" y="165028"/>
                      <a:pt x="247968" y="161029"/>
                      <a:pt x="284282" y="161029"/>
                    </a:cubicBezTo>
                    <a:cubicBezTo>
                      <a:pt x="320596" y="161029"/>
                      <a:pt x="354774" y="165028"/>
                      <a:pt x="380675" y="172404"/>
                    </a:cubicBezTo>
                    <a:cubicBezTo>
                      <a:pt x="392067" y="175692"/>
                      <a:pt x="401413" y="179424"/>
                      <a:pt x="408533" y="183601"/>
                    </a:cubicBezTo>
                    <a:lnTo>
                      <a:pt x="408533" y="171871"/>
                    </a:lnTo>
                    <a:cubicBezTo>
                      <a:pt x="408355" y="171249"/>
                      <a:pt x="408266" y="170538"/>
                      <a:pt x="408266" y="169916"/>
                    </a:cubicBezTo>
                    <a:cubicBezTo>
                      <a:pt x="408266" y="167338"/>
                      <a:pt x="402481" y="159252"/>
                      <a:pt x="375779" y="151609"/>
                    </a:cubicBezTo>
                    <a:cubicBezTo>
                      <a:pt x="351481" y="144677"/>
                      <a:pt x="318994" y="140856"/>
                      <a:pt x="284282" y="140856"/>
                    </a:cubicBezTo>
                    <a:close/>
                    <a:moveTo>
                      <a:pt x="284282" y="74472"/>
                    </a:moveTo>
                    <a:cubicBezTo>
                      <a:pt x="249570" y="74472"/>
                      <a:pt x="217083" y="78293"/>
                      <a:pt x="192696" y="85225"/>
                    </a:cubicBezTo>
                    <a:cubicBezTo>
                      <a:pt x="166083" y="92867"/>
                      <a:pt x="160209" y="101043"/>
                      <a:pt x="160209" y="103531"/>
                    </a:cubicBezTo>
                    <a:cubicBezTo>
                      <a:pt x="160209" y="104331"/>
                      <a:pt x="160120" y="105042"/>
                      <a:pt x="159942" y="105753"/>
                    </a:cubicBezTo>
                    <a:lnTo>
                      <a:pt x="159942" y="138279"/>
                    </a:lnTo>
                    <a:cubicBezTo>
                      <a:pt x="160387" y="139789"/>
                      <a:pt x="160387" y="141478"/>
                      <a:pt x="159942" y="143078"/>
                    </a:cubicBezTo>
                    <a:lnTo>
                      <a:pt x="159942" y="145744"/>
                    </a:lnTo>
                    <a:cubicBezTo>
                      <a:pt x="167062" y="141567"/>
                      <a:pt x="176408" y="137834"/>
                      <a:pt x="187800" y="134546"/>
                    </a:cubicBezTo>
                    <a:cubicBezTo>
                      <a:pt x="213701" y="127170"/>
                      <a:pt x="247968" y="123082"/>
                      <a:pt x="284282" y="123082"/>
                    </a:cubicBezTo>
                    <a:cubicBezTo>
                      <a:pt x="320596" y="123082"/>
                      <a:pt x="354774" y="127170"/>
                      <a:pt x="380675" y="134546"/>
                    </a:cubicBezTo>
                    <a:cubicBezTo>
                      <a:pt x="392067" y="137745"/>
                      <a:pt x="401413" y="141478"/>
                      <a:pt x="408533" y="145655"/>
                    </a:cubicBezTo>
                    <a:lnTo>
                      <a:pt x="408533" y="139345"/>
                    </a:lnTo>
                    <a:cubicBezTo>
                      <a:pt x="408177" y="138012"/>
                      <a:pt x="408177" y="136679"/>
                      <a:pt x="408533" y="135435"/>
                    </a:cubicBezTo>
                    <a:lnTo>
                      <a:pt x="408533" y="105486"/>
                    </a:lnTo>
                    <a:cubicBezTo>
                      <a:pt x="408355" y="104864"/>
                      <a:pt x="408266" y="104242"/>
                      <a:pt x="408266" y="103531"/>
                    </a:cubicBezTo>
                    <a:cubicBezTo>
                      <a:pt x="408266" y="101043"/>
                      <a:pt x="402481" y="92867"/>
                      <a:pt x="375779" y="85225"/>
                    </a:cubicBezTo>
                    <a:cubicBezTo>
                      <a:pt x="351481" y="78293"/>
                      <a:pt x="318994" y="74472"/>
                      <a:pt x="284282" y="74472"/>
                    </a:cubicBezTo>
                    <a:close/>
                    <a:moveTo>
                      <a:pt x="279431" y="17729"/>
                    </a:moveTo>
                    <a:cubicBezTo>
                      <a:pt x="270464" y="17729"/>
                      <a:pt x="261496" y="19196"/>
                      <a:pt x="252952" y="22128"/>
                    </a:cubicBezTo>
                    <a:lnTo>
                      <a:pt x="59811" y="88246"/>
                    </a:lnTo>
                    <a:cubicBezTo>
                      <a:pt x="56073" y="89579"/>
                      <a:pt x="55628" y="92778"/>
                      <a:pt x="55628" y="94111"/>
                    </a:cubicBezTo>
                    <a:cubicBezTo>
                      <a:pt x="55628" y="95444"/>
                      <a:pt x="56073" y="98644"/>
                      <a:pt x="59811" y="99977"/>
                    </a:cubicBezTo>
                    <a:lnTo>
                      <a:pt x="142141" y="128148"/>
                    </a:lnTo>
                    <a:lnTo>
                      <a:pt x="142141" y="103531"/>
                    </a:lnTo>
                    <a:cubicBezTo>
                      <a:pt x="142141" y="102465"/>
                      <a:pt x="142319" y="101487"/>
                      <a:pt x="142675" y="100599"/>
                    </a:cubicBezTo>
                    <a:cubicBezTo>
                      <a:pt x="144544" y="87091"/>
                      <a:pt x="159764" y="76160"/>
                      <a:pt x="187800" y="68162"/>
                    </a:cubicBezTo>
                    <a:cubicBezTo>
                      <a:pt x="213701" y="60786"/>
                      <a:pt x="247968" y="56698"/>
                      <a:pt x="284282" y="56698"/>
                    </a:cubicBezTo>
                    <a:cubicBezTo>
                      <a:pt x="320596" y="56698"/>
                      <a:pt x="354863" y="60786"/>
                      <a:pt x="380675" y="68162"/>
                    </a:cubicBezTo>
                    <a:cubicBezTo>
                      <a:pt x="409067" y="76249"/>
                      <a:pt x="424198" y="87269"/>
                      <a:pt x="425889" y="100954"/>
                    </a:cubicBezTo>
                    <a:cubicBezTo>
                      <a:pt x="426156" y="101754"/>
                      <a:pt x="426334" y="102643"/>
                      <a:pt x="426334" y="103531"/>
                    </a:cubicBezTo>
                    <a:lnTo>
                      <a:pt x="426334" y="124860"/>
                    </a:lnTo>
                    <a:lnTo>
                      <a:pt x="499051" y="99977"/>
                    </a:lnTo>
                    <a:cubicBezTo>
                      <a:pt x="502790" y="98644"/>
                      <a:pt x="503235" y="95444"/>
                      <a:pt x="503235" y="94111"/>
                    </a:cubicBezTo>
                    <a:cubicBezTo>
                      <a:pt x="503235" y="92778"/>
                      <a:pt x="502790" y="89579"/>
                      <a:pt x="499051" y="88246"/>
                    </a:cubicBezTo>
                    <a:lnTo>
                      <a:pt x="305910" y="22128"/>
                    </a:lnTo>
                    <a:cubicBezTo>
                      <a:pt x="297365" y="19196"/>
                      <a:pt x="288398" y="17729"/>
                      <a:pt x="279431" y="17729"/>
                    </a:cubicBezTo>
                    <a:close/>
                    <a:moveTo>
                      <a:pt x="279431" y="0"/>
                    </a:moveTo>
                    <a:cubicBezTo>
                      <a:pt x="290356" y="0"/>
                      <a:pt x="301282" y="1778"/>
                      <a:pt x="311695" y="5332"/>
                    </a:cubicBezTo>
                    <a:lnTo>
                      <a:pt x="504837" y="71450"/>
                    </a:lnTo>
                    <a:cubicBezTo>
                      <a:pt x="514627" y="74827"/>
                      <a:pt x="521036" y="83714"/>
                      <a:pt x="521036" y="94111"/>
                    </a:cubicBezTo>
                    <a:cubicBezTo>
                      <a:pt x="521036" y="104509"/>
                      <a:pt x="514627" y="113396"/>
                      <a:pt x="504837" y="116773"/>
                    </a:cubicBezTo>
                    <a:lnTo>
                      <a:pt x="483030" y="124238"/>
                    </a:lnTo>
                    <a:lnTo>
                      <a:pt x="483030" y="228835"/>
                    </a:lnTo>
                    <a:cubicBezTo>
                      <a:pt x="494067" y="232567"/>
                      <a:pt x="501988" y="242965"/>
                      <a:pt x="501988" y="255229"/>
                    </a:cubicBezTo>
                    <a:lnTo>
                      <a:pt x="501988" y="288999"/>
                    </a:lnTo>
                    <a:cubicBezTo>
                      <a:pt x="501988" y="293886"/>
                      <a:pt x="498072" y="297885"/>
                      <a:pt x="493088" y="297885"/>
                    </a:cubicBezTo>
                    <a:lnTo>
                      <a:pt x="455172" y="297885"/>
                    </a:lnTo>
                    <a:cubicBezTo>
                      <a:pt x="450277" y="297885"/>
                      <a:pt x="446271" y="293886"/>
                      <a:pt x="446271" y="288999"/>
                    </a:cubicBezTo>
                    <a:lnTo>
                      <a:pt x="446271" y="255229"/>
                    </a:lnTo>
                    <a:cubicBezTo>
                      <a:pt x="446271" y="242965"/>
                      <a:pt x="454193" y="232567"/>
                      <a:pt x="465229" y="228835"/>
                    </a:cubicBezTo>
                    <a:lnTo>
                      <a:pt x="465229" y="130281"/>
                    </a:lnTo>
                    <a:lnTo>
                      <a:pt x="426334" y="143611"/>
                    </a:lnTo>
                    <a:lnTo>
                      <a:pt x="426334" y="245453"/>
                    </a:lnTo>
                    <a:cubicBezTo>
                      <a:pt x="426334" y="292109"/>
                      <a:pt x="408622" y="336721"/>
                      <a:pt x="380586" y="368535"/>
                    </a:cubicBezTo>
                    <a:lnTo>
                      <a:pt x="410224" y="407815"/>
                    </a:lnTo>
                    <a:lnTo>
                      <a:pt x="498339" y="424255"/>
                    </a:lnTo>
                    <a:cubicBezTo>
                      <a:pt x="498606" y="424255"/>
                      <a:pt x="498873" y="424344"/>
                      <a:pt x="499140" y="424433"/>
                    </a:cubicBezTo>
                    <a:cubicBezTo>
                      <a:pt x="519968" y="430210"/>
                      <a:pt x="537679" y="443184"/>
                      <a:pt x="550407" y="461758"/>
                    </a:cubicBezTo>
                    <a:cubicBezTo>
                      <a:pt x="562067" y="478731"/>
                      <a:pt x="568475" y="499349"/>
                      <a:pt x="568475" y="519611"/>
                    </a:cubicBezTo>
                    <a:lnTo>
                      <a:pt x="568475" y="571509"/>
                    </a:lnTo>
                    <a:cubicBezTo>
                      <a:pt x="568475" y="590172"/>
                      <a:pt x="551742" y="605368"/>
                      <a:pt x="531093" y="605368"/>
                    </a:cubicBezTo>
                    <a:lnTo>
                      <a:pt x="322287" y="605368"/>
                    </a:lnTo>
                    <a:cubicBezTo>
                      <a:pt x="322287" y="605368"/>
                      <a:pt x="322198" y="605368"/>
                      <a:pt x="322198" y="605368"/>
                    </a:cubicBezTo>
                    <a:lnTo>
                      <a:pt x="246366" y="605368"/>
                    </a:lnTo>
                    <a:cubicBezTo>
                      <a:pt x="246277" y="605368"/>
                      <a:pt x="246277" y="605368"/>
                      <a:pt x="246277" y="605368"/>
                    </a:cubicBezTo>
                    <a:lnTo>
                      <a:pt x="37382" y="605368"/>
                    </a:lnTo>
                    <a:cubicBezTo>
                      <a:pt x="16822" y="605368"/>
                      <a:pt x="0" y="590172"/>
                      <a:pt x="0" y="571509"/>
                    </a:cubicBezTo>
                    <a:lnTo>
                      <a:pt x="0" y="519611"/>
                    </a:lnTo>
                    <a:cubicBezTo>
                      <a:pt x="0" y="499349"/>
                      <a:pt x="6497" y="478731"/>
                      <a:pt x="18068" y="461758"/>
                    </a:cubicBezTo>
                    <a:cubicBezTo>
                      <a:pt x="30795" y="443184"/>
                      <a:pt x="48507" y="430210"/>
                      <a:pt x="69424" y="424433"/>
                    </a:cubicBezTo>
                    <a:cubicBezTo>
                      <a:pt x="69602" y="424344"/>
                      <a:pt x="69869" y="424255"/>
                      <a:pt x="70136" y="424255"/>
                    </a:cubicBezTo>
                    <a:lnTo>
                      <a:pt x="158340" y="407815"/>
                    </a:lnTo>
                    <a:lnTo>
                      <a:pt x="187978" y="368535"/>
                    </a:lnTo>
                    <a:cubicBezTo>
                      <a:pt x="159853" y="336632"/>
                      <a:pt x="142141" y="291931"/>
                      <a:pt x="142141" y="245453"/>
                    </a:cubicBezTo>
                    <a:lnTo>
                      <a:pt x="142141" y="146899"/>
                    </a:lnTo>
                    <a:lnTo>
                      <a:pt x="54026" y="116773"/>
                    </a:lnTo>
                    <a:cubicBezTo>
                      <a:pt x="44235" y="113396"/>
                      <a:pt x="37827" y="104509"/>
                      <a:pt x="37827" y="94111"/>
                    </a:cubicBezTo>
                    <a:cubicBezTo>
                      <a:pt x="37827" y="83714"/>
                      <a:pt x="44235" y="74827"/>
                      <a:pt x="54026" y="71450"/>
                    </a:cubicBezTo>
                    <a:lnTo>
                      <a:pt x="247167" y="5332"/>
                    </a:lnTo>
                    <a:cubicBezTo>
                      <a:pt x="257580" y="1778"/>
                      <a:pt x="268506" y="0"/>
                      <a:pt x="279431"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a:solidFill>
                    <a:srgbClr val="000000"/>
                  </a:solidFill>
                  <a:latin typeface="Arial" panose="020F0502020204030204"/>
                  <a:ea typeface="微软雅黑"/>
                  <a:cs typeface="+mn-ea"/>
                  <a:sym typeface="+mn-lt"/>
                </a:endParaRPr>
              </a:p>
            </p:txBody>
          </p:sp>
          <p:sp>
            <p:nvSpPr>
              <p:cNvPr id="19" name="文本框 18">
                <a:extLst>
                  <a:ext uri="{FF2B5EF4-FFF2-40B4-BE49-F238E27FC236}">
                    <a16:creationId xmlns:a16="http://schemas.microsoft.com/office/drawing/2014/main" id="{410D977A-E065-4BBA-8D3C-AC0D3C29EC07}"/>
                  </a:ext>
                </a:extLst>
              </p:cNvPr>
              <p:cNvSpPr txBox="1"/>
              <p:nvPr/>
            </p:nvSpPr>
            <p:spPr>
              <a:xfrm>
                <a:off x="4775859" y="4837317"/>
                <a:ext cx="2341677" cy="369332"/>
              </a:xfrm>
              <a:prstGeom prst="rect">
                <a:avLst/>
              </a:prstGeom>
              <a:noFill/>
            </p:spPr>
            <p:txBody>
              <a:bodyPr wrap="square" rtlCol="0">
                <a:spAutoFit/>
              </a:bodyPr>
              <a:lstStyle/>
              <a:p>
                <a:pPr>
                  <a:defRPr/>
                </a:pPr>
                <a:r>
                  <a:rPr lang="zh-CN" altLang="en-US" kern="0" dirty="0">
                    <a:solidFill>
                      <a:srgbClr val="FFFFFF"/>
                    </a:solidFill>
                    <a:latin typeface="Arial" panose="020F0502020204030204"/>
                    <a:ea typeface="微软雅黑"/>
                    <a:cs typeface="+mn-ea"/>
                    <a:sym typeface="+mn-lt"/>
                  </a:rPr>
                  <a:t>汇报人：星空情报站</a:t>
                </a:r>
              </a:p>
            </p:txBody>
          </p:sp>
        </p:grpSp>
        <p:grpSp>
          <p:nvGrpSpPr>
            <p:cNvPr id="15" name="组合 14">
              <a:extLst>
                <a:ext uri="{FF2B5EF4-FFF2-40B4-BE49-F238E27FC236}">
                  <a16:creationId xmlns:a16="http://schemas.microsoft.com/office/drawing/2014/main" id="{CC61574C-A44D-470B-8468-C6B4205BE59E}"/>
                </a:ext>
              </a:extLst>
            </p:cNvPr>
            <p:cNvGrpSpPr/>
            <p:nvPr/>
          </p:nvGrpSpPr>
          <p:grpSpPr>
            <a:xfrm>
              <a:off x="4489351" y="5447008"/>
              <a:ext cx="2226046" cy="369332"/>
              <a:chOff x="4428391" y="5447008"/>
              <a:chExt cx="2226046" cy="369332"/>
            </a:xfrm>
          </p:grpSpPr>
          <p:sp>
            <p:nvSpPr>
              <p:cNvPr id="16" name="iconfont-1187-868307">
                <a:extLst>
                  <a:ext uri="{FF2B5EF4-FFF2-40B4-BE49-F238E27FC236}">
                    <a16:creationId xmlns:a16="http://schemas.microsoft.com/office/drawing/2014/main" id="{C31E00EF-667F-4239-937A-4DB4906847B8}"/>
                  </a:ext>
                </a:extLst>
              </p:cNvPr>
              <p:cNvSpPr>
                <a:spLocks noChangeAspect="1"/>
              </p:cNvSpPr>
              <p:nvPr/>
            </p:nvSpPr>
            <p:spPr bwMode="auto">
              <a:xfrm>
                <a:off x="4428391" y="5495825"/>
                <a:ext cx="299157" cy="271699"/>
              </a:xfrm>
              <a:custGeom>
                <a:avLst/>
                <a:gdLst>
                  <a:gd name="T0" fmla="*/ 81 w 4753"/>
                  <a:gd name="T1" fmla="*/ 4315 h 4323"/>
                  <a:gd name="T2" fmla="*/ 316 w 4753"/>
                  <a:gd name="T3" fmla="*/ 3451 h 4323"/>
                  <a:gd name="T4" fmla="*/ 1173 w 4753"/>
                  <a:gd name="T5" fmla="*/ 2706 h 4323"/>
                  <a:gd name="T6" fmla="*/ 1626 w 4753"/>
                  <a:gd name="T7" fmla="*/ 2706 h 4323"/>
                  <a:gd name="T8" fmla="*/ 2508 w 4753"/>
                  <a:gd name="T9" fmla="*/ 3544 h 4323"/>
                  <a:gd name="T10" fmla="*/ 3450 w 4753"/>
                  <a:gd name="T11" fmla="*/ 2819 h 4323"/>
                  <a:gd name="T12" fmla="*/ 2540 w 4753"/>
                  <a:gd name="T13" fmla="*/ 3806 h 4323"/>
                  <a:gd name="T14" fmla="*/ 2369 w 4753"/>
                  <a:gd name="T15" fmla="*/ 3767 h 4323"/>
                  <a:gd name="T16" fmla="*/ 1698 w 4753"/>
                  <a:gd name="T17" fmla="*/ 2928 h 4323"/>
                  <a:gd name="T18" fmla="*/ 1719 w 4753"/>
                  <a:gd name="T19" fmla="*/ 3982 h 4323"/>
                  <a:gd name="T20" fmla="*/ 1493 w 4753"/>
                  <a:gd name="T21" fmla="*/ 4227 h 4323"/>
                  <a:gd name="T22" fmla="*/ 1360 w 4753"/>
                  <a:gd name="T23" fmla="*/ 4251 h 4323"/>
                  <a:gd name="T24" fmla="*/ 1106 w 4753"/>
                  <a:gd name="T25" fmla="*/ 4077 h 4323"/>
                  <a:gd name="T26" fmla="*/ 1151 w 4753"/>
                  <a:gd name="T27" fmla="*/ 3227 h 4323"/>
                  <a:gd name="T28" fmla="*/ 514 w 4753"/>
                  <a:gd name="T29" fmla="*/ 3531 h 4323"/>
                  <a:gd name="T30" fmla="*/ 121 w 4753"/>
                  <a:gd name="T31" fmla="*/ 4323 h 4323"/>
                  <a:gd name="T32" fmla="*/ 1393 w 4753"/>
                  <a:gd name="T33" fmla="*/ 4034 h 4323"/>
                  <a:gd name="T34" fmla="*/ 1432 w 4753"/>
                  <a:gd name="T35" fmla="*/ 3329 h 4323"/>
                  <a:gd name="T36" fmla="*/ 1286 w 4753"/>
                  <a:gd name="T37" fmla="*/ 3947 h 4323"/>
                  <a:gd name="T38" fmla="*/ 1441 w 4753"/>
                  <a:gd name="T39" fmla="*/ 3115 h 4323"/>
                  <a:gd name="T40" fmla="*/ 1305 w 4753"/>
                  <a:gd name="T41" fmla="*/ 2919 h 4323"/>
                  <a:gd name="T42" fmla="*/ 4647 w 4753"/>
                  <a:gd name="T43" fmla="*/ 3982 h 4323"/>
                  <a:gd name="T44" fmla="*/ 2918 w 4753"/>
                  <a:gd name="T45" fmla="*/ 3876 h 4323"/>
                  <a:gd name="T46" fmla="*/ 4540 w 4753"/>
                  <a:gd name="T47" fmla="*/ 3769 h 4323"/>
                  <a:gd name="T48" fmla="*/ 312 w 4753"/>
                  <a:gd name="T49" fmla="*/ 698 h 4323"/>
                  <a:gd name="T50" fmla="*/ 205 w 4753"/>
                  <a:gd name="T51" fmla="*/ 3049 h 4323"/>
                  <a:gd name="T52" fmla="*/ 99 w 4753"/>
                  <a:gd name="T53" fmla="*/ 591 h 4323"/>
                  <a:gd name="T54" fmla="*/ 4647 w 4753"/>
                  <a:gd name="T55" fmla="*/ 485 h 4323"/>
                  <a:gd name="T56" fmla="*/ 4753 w 4753"/>
                  <a:gd name="T57" fmla="*/ 3876 h 4323"/>
                  <a:gd name="T58" fmla="*/ 1921 w 4753"/>
                  <a:gd name="T59" fmla="*/ 3477 h 4323"/>
                  <a:gd name="T60" fmla="*/ 1815 w 4753"/>
                  <a:gd name="T61" fmla="*/ 3356 h 4323"/>
                  <a:gd name="T62" fmla="*/ 2028 w 4753"/>
                  <a:gd name="T63" fmla="*/ 3356 h 4323"/>
                  <a:gd name="T64" fmla="*/ 1921 w 4753"/>
                  <a:gd name="T65" fmla="*/ 3477 h 4323"/>
                  <a:gd name="T66" fmla="*/ 806 w 4753"/>
                  <a:gd name="T67" fmla="*/ 1923 h 4323"/>
                  <a:gd name="T68" fmla="*/ 1507 w 4753"/>
                  <a:gd name="T69" fmla="*/ 1347 h 4323"/>
                  <a:gd name="T70" fmla="*/ 1980 w 4753"/>
                  <a:gd name="T71" fmla="*/ 1923 h 4323"/>
                  <a:gd name="T72" fmla="*/ 1203 w 4753"/>
                  <a:gd name="T73" fmla="*/ 1602 h 4323"/>
                  <a:gd name="T74" fmla="*/ 1393 w 4753"/>
                  <a:gd name="T75" fmla="*/ 2297 h 4323"/>
                  <a:gd name="T76" fmla="*/ 1535 w 4753"/>
                  <a:gd name="T77" fmla="*/ 1578 h 4323"/>
                  <a:gd name="T78" fmla="*/ 1208 w 4753"/>
                  <a:gd name="T79" fmla="*/ 1695 h 4323"/>
                  <a:gd name="T80" fmla="*/ 4068 w 4753"/>
                  <a:gd name="T81" fmla="*/ 1797 h 4323"/>
                  <a:gd name="T82" fmla="*/ 3414 w 4753"/>
                  <a:gd name="T83" fmla="*/ 1691 h 4323"/>
                  <a:gd name="T84" fmla="*/ 4068 w 4753"/>
                  <a:gd name="T85" fmla="*/ 1584 h 4323"/>
                  <a:gd name="T86" fmla="*/ 4068 w 4753"/>
                  <a:gd name="T87" fmla="*/ 1797 h 4323"/>
                  <a:gd name="T88" fmla="*/ 2822 w 4753"/>
                  <a:gd name="T89" fmla="*/ 1797 h 4323"/>
                  <a:gd name="T90" fmla="*/ 2822 w 4753"/>
                  <a:gd name="T91" fmla="*/ 1584 h 4323"/>
                  <a:gd name="T92" fmla="*/ 3132 w 4753"/>
                  <a:gd name="T93" fmla="*/ 1691 h 4323"/>
                  <a:gd name="T94" fmla="*/ 4068 w 4753"/>
                  <a:gd name="T95" fmla="*/ 1352 h 4323"/>
                  <a:gd name="T96" fmla="*/ 2867 w 4753"/>
                  <a:gd name="T97" fmla="*/ 1246 h 4323"/>
                  <a:gd name="T98" fmla="*/ 4068 w 4753"/>
                  <a:gd name="T99" fmla="*/ 1139 h 4323"/>
                  <a:gd name="T100" fmla="*/ 4068 w 4753"/>
                  <a:gd name="T101" fmla="*/ 1352 h 4323"/>
                  <a:gd name="T102" fmla="*/ 1878 w 4753"/>
                  <a:gd name="T103" fmla="*/ 214 h 4323"/>
                  <a:gd name="T104" fmla="*/ 1878 w 4753"/>
                  <a:gd name="T105" fmla="*/ 0 h 4323"/>
                  <a:gd name="T106" fmla="*/ 3080 w 4753"/>
                  <a:gd name="T107" fmla="*/ 107 h 4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53" h="4323">
                    <a:moveTo>
                      <a:pt x="121" y="4323"/>
                    </a:moveTo>
                    <a:cubicBezTo>
                      <a:pt x="107" y="4323"/>
                      <a:pt x="94" y="4320"/>
                      <a:pt x="81" y="4315"/>
                    </a:cubicBezTo>
                    <a:cubicBezTo>
                      <a:pt x="26" y="4293"/>
                      <a:pt x="0" y="4231"/>
                      <a:pt x="22" y="4176"/>
                    </a:cubicBezTo>
                    <a:lnTo>
                      <a:pt x="316" y="3451"/>
                    </a:lnTo>
                    <a:cubicBezTo>
                      <a:pt x="443" y="3139"/>
                      <a:pt x="667" y="2726"/>
                      <a:pt x="1161" y="2706"/>
                    </a:cubicBezTo>
                    <a:cubicBezTo>
                      <a:pt x="1165" y="2706"/>
                      <a:pt x="1169" y="2706"/>
                      <a:pt x="1173" y="2706"/>
                    </a:cubicBezTo>
                    <a:lnTo>
                      <a:pt x="1613" y="2706"/>
                    </a:lnTo>
                    <a:cubicBezTo>
                      <a:pt x="1618" y="2706"/>
                      <a:pt x="1622" y="2706"/>
                      <a:pt x="1626" y="2706"/>
                    </a:cubicBezTo>
                    <a:cubicBezTo>
                      <a:pt x="2119" y="2726"/>
                      <a:pt x="2344" y="3139"/>
                      <a:pt x="2470" y="3451"/>
                    </a:cubicBezTo>
                    <a:lnTo>
                      <a:pt x="2508" y="3544"/>
                    </a:lnTo>
                    <a:lnTo>
                      <a:pt x="3299" y="2813"/>
                    </a:lnTo>
                    <a:cubicBezTo>
                      <a:pt x="3342" y="2773"/>
                      <a:pt x="3410" y="2776"/>
                      <a:pt x="3450" y="2819"/>
                    </a:cubicBezTo>
                    <a:cubicBezTo>
                      <a:pt x="3490" y="2863"/>
                      <a:pt x="3487" y="2930"/>
                      <a:pt x="3444" y="2970"/>
                    </a:cubicBezTo>
                    <a:lnTo>
                      <a:pt x="2540" y="3806"/>
                    </a:lnTo>
                    <a:cubicBezTo>
                      <a:pt x="2514" y="3829"/>
                      <a:pt x="2478" y="3839"/>
                      <a:pt x="2444" y="3831"/>
                    </a:cubicBezTo>
                    <a:cubicBezTo>
                      <a:pt x="2410" y="3824"/>
                      <a:pt x="2382" y="3800"/>
                      <a:pt x="2369" y="3767"/>
                    </a:cubicBezTo>
                    <a:lnTo>
                      <a:pt x="2273" y="3531"/>
                    </a:lnTo>
                    <a:cubicBezTo>
                      <a:pt x="2120" y="3155"/>
                      <a:pt x="1945" y="2968"/>
                      <a:pt x="1698" y="2928"/>
                    </a:cubicBezTo>
                    <a:lnTo>
                      <a:pt x="1635" y="3227"/>
                    </a:lnTo>
                    <a:lnTo>
                      <a:pt x="1719" y="3982"/>
                    </a:lnTo>
                    <a:cubicBezTo>
                      <a:pt x="1723" y="4018"/>
                      <a:pt x="1709" y="4054"/>
                      <a:pt x="1680" y="4077"/>
                    </a:cubicBezTo>
                    <a:lnTo>
                      <a:pt x="1493" y="4227"/>
                    </a:lnTo>
                    <a:cubicBezTo>
                      <a:pt x="1474" y="4242"/>
                      <a:pt x="1451" y="4251"/>
                      <a:pt x="1426" y="4251"/>
                    </a:cubicBezTo>
                    <a:lnTo>
                      <a:pt x="1360" y="4251"/>
                    </a:lnTo>
                    <a:cubicBezTo>
                      <a:pt x="1336" y="4251"/>
                      <a:pt x="1312" y="4242"/>
                      <a:pt x="1293" y="4227"/>
                    </a:cubicBezTo>
                    <a:lnTo>
                      <a:pt x="1106" y="4077"/>
                    </a:lnTo>
                    <a:cubicBezTo>
                      <a:pt x="1078" y="4054"/>
                      <a:pt x="1063" y="4018"/>
                      <a:pt x="1067" y="3982"/>
                    </a:cubicBezTo>
                    <a:lnTo>
                      <a:pt x="1151" y="3227"/>
                    </a:lnTo>
                    <a:lnTo>
                      <a:pt x="1088" y="2928"/>
                    </a:lnTo>
                    <a:cubicBezTo>
                      <a:pt x="842" y="2968"/>
                      <a:pt x="666" y="3156"/>
                      <a:pt x="514" y="3531"/>
                    </a:cubicBezTo>
                    <a:lnTo>
                      <a:pt x="220" y="4256"/>
                    </a:lnTo>
                    <a:cubicBezTo>
                      <a:pt x="203" y="4298"/>
                      <a:pt x="163" y="4323"/>
                      <a:pt x="121" y="4323"/>
                    </a:cubicBezTo>
                    <a:close/>
                    <a:moveTo>
                      <a:pt x="1286" y="3947"/>
                    </a:moveTo>
                    <a:lnTo>
                      <a:pt x="1393" y="4034"/>
                    </a:lnTo>
                    <a:lnTo>
                      <a:pt x="1501" y="3947"/>
                    </a:lnTo>
                    <a:lnTo>
                      <a:pt x="1432" y="3329"/>
                    </a:lnTo>
                    <a:lnTo>
                      <a:pt x="1354" y="3329"/>
                    </a:lnTo>
                    <a:lnTo>
                      <a:pt x="1286" y="3947"/>
                    </a:lnTo>
                    <a:close/>
                    <a:moveTo>
                      <a:pt x="1346" y="3115"/>
                    </a:moveTo>
                    <a:lnTo>
                      <a:pt x="1441" y="3115"/>
                    </a:lnTo>
                    <a:lnTo>
                      <a:pt x="1482" y="2919"/>
                    </a:lnTo>
                    <a:lnTo>
                      <a:pt x="1305" y="2919"/>
                    </a:lnTo>
                    <a:lnTo>
                      <a:pt x="1346" y="3115"/>
                    </a:lnTo>
                    <a:close/>
                    <a:moveTo>
                      <a:pt x="4647" y="3982"/>
                    </a:moveTo>
                    <a:lnTo>
                      <a:pt x="3025" y="3982"/>
                    </a:lnTo>
                    <a:cubicBezTo>
                      <a:pt x="2966" y="3982"/>
                      <a:pt x="2918" y="3935"/>
                      <a:pt x="2918" y="3876"/>
                    </a:cubicBezTo>
                    <a:cubicBezTo>
                      <a:pt x="2918" y="3817"/>
                      <a:pt x="2966" y="3769"/>
                      <a:pt x="3025" y="3769"/>
                    </a:cubicBezTo>
                    <a:lnTo>
                      <a:pt x="4540" y="3769"/>
                    </a:lnTo>
                    <a:lnTo>
                      <a:pt x="4540" y="698"/>
                    </a:lnTo>
                    <a:lnTo>
                      <a:pt x="312" y="698"/>
                    </a:lnTo>
                    <a:lnTo>
                      <a:pt x="312" y="2942"/>
                    </a:lnTo>
                    <a:cubicBezTo>
                      <a:pt x="312" y="3001"/>
                      <a:pt x="264" y="3049"/>
                      <a:pt x="205" y="3049"/>
                    </a:cubicBezTo>
                    <a:cubicBezTo>
                      <a:pt x="146" y="3049"/>
                      <a:pt x="99" y="3001"/>
                      <a:pt x="99" y="2942"/>
                    </a:cubicBezTo>
                    <a:lnTo>
                      <a:pt x="99" y="591"/>
                    </a:lnTo>
                    <a:cubicBezTo>
                      <a:pt x="99" y="532"/>
                      <a:pt x="146" y="485"/>
                      <a:pt x="205" y="485"/>
                    </a:cubicBezTo>
                    <a:lnTo>
                      <a:pt x="4647" y="485"/>
                    </a:lnTo>
                    <a:cubicBezTo>
                      <a:pt x="4705" y="485"/>
                      <a:pt x="4753" y="532"/>
                      <a:pt x="4753" y="591"/>
                    </a:cubicBezTo>
                    <a:lnTo>
                      <a:pt x="4753" y="3876"/>
                    </a:lnTo>
                    <a:cubicBezTo>
                      <a:pt x="4753" y="3935"/>
                      <a:pt x="4705" y="3982"/>
                      <a:pt x="4647" y="3982"/>
                    </a:cubicBezTo>
                    <a:close/>
                    <a:moveTo>
                      <a:pt x="1921" y="3477"/>
                    </a:moveTo>
                    <a:cubicBezTo>
                      <a:pt x="1862" y="3477"/>
                      <a:pt x="1815" y="3430"/>
                      <a:pt x="1815" y="3371"/>
                    </a:cubicBezTo>
                    <a:lnTo>
                      <a:pt x="1815" y="3356"/>
                    </a:lnTo>
                    <a:cubicBezTo>
                      <a:pt x="1815" y="3297"/>
                      <a:pt x="1862" y="3250"/>
                      <a:pt x="1921" y="3250"/>
                    </a:cubicBezTo>
                    <a:cubicBezTo>
                      <a:pt x="1980" y="3250"/>
                      <a:pt x="2028" y="3297"/>
                      <a:pt x="2028" y="3356"/>
                    </a:cubicBezTo>
                    <a:lnTo>
                      <a:pt x="2028" y="3371"/>
                    </a:lnTo>
                    <a:cubicBezTo>
                      <a:pt x="2028" y="3430"/>
                      <a:pt x="1980" y="3477"/>
                      <a:pt x="1921" y="3477"/>
                    </a:cubicBezTo>
                    <a:close/>
                    <a:moveTo>
                      <a:pt x="1393" y="2510"/>
                    </a:moveTo>
                    <a:cubicBezTo>
                      <a:pt x="1070" y="2510"/>
                      <a:pt x="806" y="2247"/>
                      <a:pt x="806" y="1923"/>
                    </a:cubicBezTo>
                    <a:cubicBezTo>
                      <a:pt x="806" y="1600"/>
                      <a:pt x="1070" y="1336"/>
                      <a:pt x="1393" y="1336"/>
                    </a:cubicBezTo>
                    <a:cubicBezTo>
                      <a:pt x="1432" y="1336"/>
                      <a:pt x="1470" y="1340"/>
                      <a:pt x="1507" y="1347"/>
                    </a:cubicBezTo>
                    <a:cubicBezTo>
                      <a:pt x="1509" y="1348"/>
                      <a:pt x="1511" y="1348"/>
                      <a:pt x="1513" y="1349"/>
                    </a:cubicBezTo>
                    <a:cubicBezTo>
                      <a:pt x="1780" y="1404"/>
                      <a:pt x="1980" y="1641"/>
                      <a:pt x="1980" y="1923"/>
                    </a:cubicBezTo>
                    <a:cubicBezTo>
                      <a:pt x="1980" y="2247"/>
                      <a:pt x="1717" y="2510"/>
                      <a:pt x="1393" y="2510"/>
                    </a:cubicBezTo>
                    <a:close/>
                    <a:moveTo>
                      <a:pt x="1203" y="1602"/>
                    </a:moveTo>
                    <a:cubicBezTo>
                      <a:pt x="1093" y="1667"/>
                      <a:pt x="1020" y="1787"/>
                      <a:pt x="1020" y="1923"/>
                    </a:cubicBezTo>
                    <a:cubicBezTo>
                      <a:pt x="1020" y="2129"/>
                      <a:pt x="1187" y="2297"/>
                      <a:pt x="1393" y="2297"/>
                    </a:cubicBezTo>
                    <a:cubicBezTo>
                      <a:pt x="1599" y="2297"/>
                      <a:pt x="1767" y="2129"/>
                      <a:pt x="1767" y="1923"/>
                    </a:cubicBezTo>
                    <a:cubicBezTo>
                      <a:pt x="1767" y="1767"/>
                      <a:pt x="1671" y="1634"/>
                      <a:pt x="1535" y="1578"/>
                    </a:cubicBezTo>
                    <a:cubicBezTo>
                      <a:pt x="1486" y="1642"/>
                      <a:pt x="1425" y="1696"/>
                      <a:pt x="1354" y="1736"/>
                    </a:cubicBezTo>
                    <a:cubicBezTo>
                      <a:pt x="1302" y="1764"/>
                      <a:pt x="1237" y="1746"/>
                      <a:pt x="1208" y="1695"/>
                    </a:cubicBezTo>
                    <a:cubicBezTo>
                      <a:pt x="1192" y="1665"/>
                      <a:pt x="1191" y="1631"/>
                      <a:pt x="1203" y="1602"/>
                    </a:cubicBezTo>
                    <a:close/>
                    <a:moveTo>
                      <a:pt x="4068" y="1797"/>
                    </a:moveTo>
                    <a:lnTo>
                      <a:pt x="3521" y="1797"/>
                    </a:lnTo>
                    <a:cubicBezTo>
                      <a:pt x="3462" y="1797"/>
                      <a:pt x="3414" y="1749"/>
                      <a:pt x="3414" y="1691"/>
                    </a:cubicBezTo>
                    <a:cubicBezTo>
                      <a:pt x="3414" y="1632"/>
                      <a:pt x="3462" y="1584"/>
                      <a:pt x="3521" y="1584"/>
                    </a:cubicBezTo>
                    <a:lnTo>
                      <a:pt x="4068" y="1584"/>
                    </a:lnTo>
                    <a:cubicBezTo>
                      <a:pt x="4127" y="1584"/>
                      <a:pt x="4175" y="1632"/>
                      <a:pt x="4175" y="1691"/>
                    </a:cubicBezTo>
                    <a:cubicBezTo>
                      <a:pt x="4175" y="1749"/>
                      <a:pt x="4127" y="1797"/>
                      <a:pt x="4068" y="1797"/>
                    </a:cubicBezTo>
                    <a:close/>
                    <a:moveTo>
                      <a:pt x="3025" y="1797"/>
                    </a:moveTo>
                    <a:lnTo>
                      <a:pt x="2822" y="1797"/>
                    </a:lnTo>
                    <a:cubicBezTo>
                      <a:pt x="2763" y="1797"/>
                      <a:pt x="2715" y="1749"/>
                      <a:pt x="2715" y="1691"/>
                    </a:cubicBezTo>
                    <a:cubicBezTo>
                      <a:pt x="2715" y="1632"/>
                      <a:pt x="2763" y="1584"/>
                      <a:pt x="2822" y="1584"/>
                    </a:cubicBezTo>
                    <a:lnTo>
                      <a:pt x="3025" y="1584"/>
                    </a:lnTo>
                    <a:cubicBezTo>
                      <a:pt x="3084" y="1584"/>
                      <a:pt x="3132" y="1632"/>
                      <a:pt x="3132" y="1691"/>
                    </a:cubicBezTo>
                    <a:cubicBezTo>
                      <a:pt x="3132" y="1749"/>
                      <a:pt x="3084" y="1797"/>
                      <a:pt x="3025" y="1797"/>
                    </a:cubicBezTo>
                    <a:close/>
                    <a:moveTo>
                      <a:pt x="4068" y="1352"/>
                    </a:moveTo>
                    <a:lnTo>
                      <a:pt x="2973" y="1352"/>
                    </a:lnTo>
                    <a:cubicBezTo>
                      <a:pt x="2914" y="1352"/>
                      <a:pt x="2867" y="1304"/>
                      <a:pt x="2867" y="1246"/>
                    </a:cubicBezTo>
                    <a:cubicBezTo>
                      <a:pt x="2867" y="1187"/>
                      <a:pt x="2914" y="1139"/>
                      <a:pt x="2973" y="1139"/>
                    </a:cubicBezTo>
                    <a:lnTo>
                      <a:pt x="4068" y="1139"/>
                    </a:lnTo>
                    <a:cubicBezTo>
                      <a:pt x="4127" y="1139"/>
                      <a:pt x="4175" y="1187"/>
                      <a:pt x="4175" y="1246"/>
                    </a:cubicBezTo>
                    <a:cubicBezTo>
                      <a:pt x="4175" y="1304"/>
                      <a:pt x="4127" y="1352"/>
                      <a:pt x="4068" y="1352"/>
                    </a:cubicBezTo>
                    <a:close/>
                    <a:moveTo>
                      <a:pt x="2973" y="214"/>
                    </a:moveTo>
                    <a:lnTo>
                      <a:pt x="1878" y="214"/>
                    </a:lnTo>
                    <a:cubicBezTo>
                      <a:pt x="1819" y="214"/>
                      <a:pt x="1772" y="166"/>
                      <a:pt x="1772" y="107"/>
                    </a:cubicBezTo>
                    <a:cubicBezTo>
                      <a:pt x="1772" y="48"/>
                      <a:pt x="1819" y="0"/>
                      <a:pt x="1878" y="0"/>
                    </a:cubicBezTo>
                    <a:lnTo>
                      <a:pt x="2973" y="0"/>
                    </a:lnTo>
                    <a:cubicBezTo>
                      <a:pt x="3032" y="0"/>
                      <a:pt x="3080" y="48"/>
                      <a:pt x="3080" y="107"/>
                    </a:cubicBezTo>
                    <a:cubicBezTo>
                      <a:pt x="3080" y="166"/>
                      <a:pt x="3032" y="214"/>
                      <a:pt x="2973" y="214"/>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7" name="文本框 16">
                <a:extLst>
                  <a:ext uri="{FF2B5EF4-FFF2-40B4-BE49-F238E27FC236}">
                    <a16:creationId xmlns:a16="http://schemas.microsoft.com/office/drawing/2014/main" id="{FCB4CC4D-210C-4F90-84EA-749523B36110}"/>
                  </a:ext>
                </a:extLst>
              </p:cNvPr>
              <p:cNvSpPr txBox="1"/>
              <p:nvPr/>
            </p:nvSpPr>
            <p:spPr>
              <a:xfrm>
                <a:off x="4796987" y="5447008"/>
                <a:ext cx="1857450" cy="369332"/>
              </a:xfrm>
              <a:prstGeom prst="rect">
                <a:avLst/>
              </a:prstGeom>
              <a:noFill/>
            </p:spPr>
            <p:txBody>
              <a:bodyPr wrap="square" rtlCol="0">
                <a:spAutoFit/>
              </a:bodyPr>
              <a:lstStyle/>
              <a:p>
                <a:pPr>
                  <a:defRPr/>
                </a:pPr>
                <a:r>
                  <a:rPr lang="zh-CN" altLang="en-US" kern="0" dirty="0">
                    <a:solidFill>
                      <a:srgbClr val="FFFFFF"/>
                    </a:solidFill>
                    <a:latin typeface="Arial" panose="020F0502020204030204"/>
                    <a:ea typeface="微软雅黑"/>
                    <a:cs typeface="+mn-ea"/>
                    <a:sym typeface="+mn-lt"/>
                  </a:rPr>
                  <a:t>指导老师：微信</a:t>
                </a:r>
              </a:p>
            </p:txBody>
          </p:sp>
        </p:grpSp>
      </p:grpSp>
      <p:cxnSp>
        <p:nvCxnSpPr>
          <p:cNvPr id="20" name="直接连接符 19">
            <a:extLst>
              <a:ext uri="{FF2B5EF4-FFF2-40B4-BE49-F238E27FC236}">
                <a16:creationId xmlns:a16="http://schemas.microsoft.com/office/drawing/2014/main" id="{66B7CDC1-DC41-4E3A-9B80-DC617A49C56E}"/>
              </a:ext>
            </a:extLst>
          </p:cNvPr>
          <p:cNvCxnSpPr>
            <a:cxnSpLocks/>
          </p:cNvCxnSpPr>
          <p:nvPr/>
        </p:nvCxnSpPr>
        <p:spPr>
          <a:xfrm flipV="1">
            <a:off x="7938135" y="1260833"/>
            <a:ext cx="628650" cy="358139"/>
          </a:xfrm>
          <a:prstGeom prst="line">
            <a:avLst/>
          </a:prstGeom>
          <a:noFill/>
          <a:ln w="76200" cap="rnd" cmpd="sng" algn="ctr">
            <a:gradFill>
              <a:gsLst>
                <a:gs pos="0">
                  <a:srgbClr val="FFFFFF">
                    <a:alpha val="77000"/>
                  </a:srgbClr>
                </a:gs>
                <a:gs pos="100000">
                  <a:srgbClr val="FFFFFF">
                    <a:alpha val="0"/>
                  </a:srgbClr>
                </a:gs>
              </a:gsLst>
              <a:lin ang="5400000" scaled="1"/>
            </a:gradFill>
            <a:prstDash val="solid"/>
            <a:round/>
          </a:ln>
          <a:effectLst/>
        </p:spPr>
      </p:cxnSp>
      <p:cxnSp>
        <p:nvCxnSpPr>
          <p:cNvPr id="21" name="直接连接符 20">
            <a:extLst>
              <a:ext uri="{FF2B5EF4-FFF2-40B4-BE49-F238E27FC236}">
                <a16:creationId xmlns:a16="http://schemas.microsoft.com/office/drawing/2014/main" id="{96264B27-FD5E-467B-8C94-6E080129B8D4}"/>
              </a:ext>
            </a:extLst>
          </p:cNvPr>
          <p:cNvCxnSpPr>
            <a:cxnSpLocks/>
          </p:cNvCxnSpPr>
          <p:nvPr/>
        </p:nvCxnSpPr>
        <p:spPr>
          <a:xfrm flipV="1">
            <a:off x="7507653" y="971890"/>
            <a:ext cx="1149834" cy="616027"/>
          </a:xfrm>
          <a:prstGeom prst="line">
            <a:avLst/>
          </a:prstGeom>
          <a:noFill/>
          <a:ln w="63500" cap="rnd" cmpd="sng" algn="ctr">
            <a:gradFill>
              <a:gsLst>
                <a:gs pos="0">
                  <a:srgbClr val="FFFFFF"/>
                </a:gs>
                <a:gs pos="100000">
                  <a:srgbClr val="FFFFFF">
                    <a:alpha val="0"/>
                  </a:srgbClr>
                </a:gs>
              </a:gsLst>
              <a:lin ang="5400000" scaled="1"/>
            </a:gradFill>
            <a:prstDash val="solid"/>
            <a:round/>
          </a:ln>
          <a:effectLst/>
        </p:spPr>
      </p:cxnSp>
      <p:grpSp>
        <p:nvGrpSpPr>
          <p:cNvPr id="22" name="组合 21">
            <a:extLst>
              <a:ext uri="{FF2B5EF4-FFF2-40B4-BE49-F238E27FC236}">
                <a16:creationId xmlns:a16="http://schemas.microsoft.com/office/drawing/2014/main" id="{53AA3F70-F299-45AF-8676-3777D922BC89}"/>
              </a:ext>
            </a:extLst>
          </p:cNvPr>
          <p:cNvGrpSpPr/>
          <p:nvPr/>
        </p:nvGrpSpPr>
        <p:grpSpPr>
          <a:xfrm rot="10800000">
            <a:off x="1608607" y="4813200"/>
            <a:ext cx="1149834" cy="647082"/>
            <a:chOff x="1711084" y="4450576"/>
            <a:chExt cx="1149834" cy="647082"/>
          </a:xfrm>
        </p:grpSpPr>
        <p:cxnSp>
          <p:nvCxnSpPr>
            <p:cNvPr id="23" name="直接连接符 22">
              <a:extLst>
                <a:ext uri="{FF2B5EF4-FFF2-40B4-BE49-F238E27FC236}">
                  <a16:creationId xmlns:a16="http://schemas.microsoft.com/office/drawing/2014/main" id="{2631A64F-8DB8-4BC3-AC55-345FCBE97970}"/>
                </a:ext>
              </a:extLst>
            </p:cNvPr>
            <p:cNvCxnSpPr>
              <a:cxnSpLocks/>
            </p:cNvCxnSpPr>
            <p:nvPr/>
          </p:nvCxnSpPr>
          <p:spPr>
            <a:xfrm flipV="1">
              <a:off x="2141566" y="4739519"/>
              <a:ext cx="628650" cy="358139"/>
            </a:xfrm>
            <a:prstGeom prst="line">
              <a:avLst/>
            </a:prstGeom>
            <a:noFill/>
            <a:ln w="76200" cap="rnd" cmpd="sng" algn="ctr">
              <a:gradFill>
                <a:gsLst>
                  <a:gs pos="0">
                    <a:srgbClr val="FFFFFF">
                      <a:alpha val="74000"/>
                    </a:srgbClr>
                  </a:gs>
                  <a:gs pos="100000">
                    <a:srgbClr val="FFFFFF">
                      <a:alpha val="0"/>
                    </a:srgbClr>
                  </a:gs>
                </a:gsLst>
                <a:lin ang="5400000" scaled="1"/>
              </a:gradFill>
              <a:prstDash val="solid"/>
              <a:round/>
            </a:ln>
            <a:effectLst/>
          </p:spPr>
        </p:cxnSp>
        <p:cxnSp>
          <p:nvCxnSpPr>
            <p:cNvPr id="24" name="直接连接符 23">
              <a:extLst>
                <a:ext uri="{FF2B5EF4-FFF2-40B4-BE49-F238E27FC236}">
                  <a16:creationId xmlns:a16="http://schemas.microsoft.com/office/drawing/2014/main" id="{181F6F51-6483-44A4-9BF9-3D5A617E9EF6}"/>
                </a:ext>
              </a:extLst>
            </p:cNvPr>
            <p:cNvCxnSpPr>
              <a:cxnSpLocks/>
            </p:cNvCxnSpPr>
            <p:nvPr/>
          </p:nvCxnSpPr>
          <p:spPr>
            <a:xfrm flipV="1">
              <a:off x="1711084" y="4450576"/>
              <a:ext cx="1149834" cy="616027"/>
            </a:xfrm>
            <a:prstGeom prst="line">
              <a:avLst/>
            </a:prstGeom>
            <a:noFill/>
            <a:ln w="63500" cap="rnd" cmpd="sng" algn="ctr">
              <a:gradFill>
                <a:gsLst>
                  <a:gs pos="0">
                    <a:srgbClr val="FFFFFF">
                      <a:alpha val="74000"/>
                    </a:srgbClr>
                  </a:gs>
                  <a:gs pos="100000">
                    <a:srgbClr val="FFFFFF">
                      <a:alpha val="0"/>
                    </a:srgbClr>
                  </a:gs>
                </a:gsLst>
                <a:lin ang="5400000" scaled="1"/>
              </a:gradFill>
              <a:prstDash val="solid"/>
              <a:round/>
            </a:ln>
            <a:effectLst/>
          </p:spPr>
        </p:cxnSp>
      </p:grpSp>
      <p:sp>
        <p:nvSpPr>
          <p:cNvPr id="25" name="矩形: 圆角 24">
            <a:extLst>
              <a:ext uri="{FF2B5EF4-FFF2-40B4-BE49-F238E27FC236}">
                <a16:creationId xmlns:a16="http://schemas.microsoft.com/office/drawing/2014/main" id="{78AE02AA-0272-4455-8E2E-7C0187B5E5CC}"/>
              </a:ext>
            </a:extLst>
          </p:cNvPr>
          <p:cNvSpPr/>
          <p:nvPr/>
        </p:nvSpPr>
        <p:spPr>
          <a:xfrm>
            <a:off x="8992857" y="5513125"/>
            <a:ext cx="2719767" cy="770250"/>
          </a:xfrm>
          <a:prstGeom prst="roundRect">
            <a:avLst>
              <a:gd name="adj" fmla="val 19121"/>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26" name="平行四边形 25">
            <a:extLst>
              <a:ext uri="{FF2B5EF4-FFF2-40B4-BE49-F238E27FC236}">
                <a16:creationId xmlns:a16="http://schemas.microsoft.com/office/drawing/2014/main" id="{2F6BE91A-042F-4679-B916-73F2AC246CAA}"/>
              </a:ext>
            </a:extLst>
          </p:cNvPr>
          <p:cNvSpPr/>
          <p:nvPr/>
        </p:nvSpPr>
        <p:spPr>
          <a:xfrm>
            <a:off x="2063552" y="3636801"/>
            <a:ext cx="5958390" cy="369332"/>
          </a:xfrm>
          <a:prstGeom prst="parallelogram">
            <a:avLst>
              <a:gd name="adj" fmla="val 57544"/>
            </a:avLst>
          </a:prstGeom>
          <a:solidFill>
            <a:sysClr val="window" lastClr="FFFFFF"/>
          </a:solidFill>
          <a:ln w="12700" cap="flat" cmpd="sng" algn="ctr">
            <a:noFill/>
            <a:prstDash val="solid"/>
            <a:miter lim="800000"/>
          </a:ln>
          <a:effectLst>
            <a:outerShdw blurRad="215900" dist="38100" dir="5400000" algn="t" rotWithShape="0">
              <a:prstClr val="black">
                <a:alpha val="16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C49B7"/>
                </a:solidFill>
                <a:effectLst/>
                <a:uLnTx/>
                <a:uFillTx/>
                <a:latin typeface="Arial" panose="020F0502020204030204"/>
                <a:ea typeface="微软雅黑"/>
                <a:cs typeface="+mn-ea"/>
                <a:sym typeface="+mn-lt"/>
              </a:rPr>
              <a:t>点击此处编辑副标题点击此处编辑副标题</a:t>
            </a:r>
          </a:p>
        </p:txBody>
      </p:sp>
      <p:sp>
        <p:nvSpPr>
          <p:cNvPr id="27" name="文本框 26">
            <a:extLst>
              <a:ext uri="{FF2B5EF4-FFF2-40B4-BE49-F238E27FC236}">
                <a16:creationId xmlns:a16="http://schemas.microsoft.com/office/drawing/2014/main" id="{32BBBC51-1592-45E5-AB8C-477188C41596}"/>
              </a:ext>
            </a:extLst>
          </p:cNvPr>
          <p:cNvSpPr txBox="1"/>
          <p:nvPr/>
        </p:nvSpPr>
        <p:spPr>
          <a:xfrm>
            <a:off x="786529" y="2954789"/>
            <a:ext cx="8475179" cy="261610"/>
          </a:xfrm>
          <a:prstGeom prst="rect">
            <a:avLst/>
          </a:prstGeom>
          <a:noFill/>
        </p:spPr>
        <p:txBody>
          <a:bodyPr wrap="square" rtlCol="0">
            <a:spAutoFit/>
          </a:bodyPr>
          <a:lstStyle/>
          <a:p>
            <a:pPr algn="dist"/>
            <a:r>
              <a:rPr lang="en-US" altLang="zh-CN" sz="1100" dirty="0">
                <a:solidFill>
                  <a:srgbClr val="FFFFFF"/>
                </a:solidFill>
                <a:latin typeface="Arial" panose="020F0502020204030204"/>
                <a:ea typeface="微软雅黑"/>
                <a:sym typeface="Wingdings" panose="05000000000000000000" pitchFamily="2" charset="2"/>
              </a:rPr>
              <a:t>General template for teaching defense in </a:t>
            </a:r>
            <a:r>
              <a:rPr lang="en-US" altLang="zh-CN" sz="1100" dirty="0">
                <a:solidFill>
                  <a:srgbClr val="FFFFFF"/>
                </a:solidFill>
                <a:latin typeface="Arial" panose="020F0502020204030204"/>
                <a:ea typeface="微软雅黑"/>
              </a:rPr>
              <a:t>BEIHANG UNIVERSITY</a:t>
            </a:r>
          </a:p>
        </p:txBody>
      </p:sp>
      <p:grpSp>
        <p:nvGrpSpPr>
          <p:cNvPr id="28" name="组合 27">
            <a:extLst>
              <a:ext uri="{FF2B5EF4-FFF2-40B4-BE49-F238E27FC236}">
                <a16:creationId xmlns:a16="http://schemas.microsoft.com/office/drawing/2014/main" id="{EC9AD600-A7E7-40CA-828C-DF8ECC7441FC}"/>
              </a:ext>
            </a:extLst>
          </p:cNvPr>
          <p:cNvGrpSpPr/>
          <p:nvPr/>
        </p:nvGrpSpPr>
        <p:grpSpPr>
          <a:xfrm>
            <a:off x="9029216" y="5543745"/>
            <a:ext cx="2601448" cy="699841"/>
            <a:chOff x="3543449" y="317549"/>
            <a:chExt cx="5111153" cy="1375006"/>
          </a:xfrm>
        </p:grpSpPr>
        <p:grpSp>
          <p:nvGrpSpPr>
            <p:cNvPr id="29" name="组合 28">
              <a:extLst>
                <a:ext uri="{FF2B5EF4-FFF2-40B4-BE49-F238E27FC236}">
                  <a16:creationId xmlns:a16="http://schemas.microsoft.com/office/drawing/2014/main" id="{A95DF4C8-E921-4A60-B637-56F3C1427DEC}"/>
                </a:ext>
              </a:extLst>
            </p:cNvPr>
            <p:cNvGrpSpPr/>
            <p:nvPr/>
          </p:nvGrpSpPr>
          <p:grpSpPr>
            <a:xfrm>
              <a:off x="3543449" y="317549"/>
              <a:ext cx="5039813" cy="1375006"/>
              <a:chOff x="5643679" y="1377126"/>
              <a:chExt cx="6484036" cy="1769032"/>
            </a:xfrm>
          </p:grpSpPr>
          <p:pic>
            <p:nvPicPr>
              <p:cNvPr id="31" name="图片 30">
                <a:extLst>
                  <a:ext uri="{FF2B5EF4-FFF2-40B4-BE49-F238E27FC236}">
                    <a16:creationId xmlns:a16="http://schemas.microsoft.com/office/drawing/2014/main" id="{FB70B922-BD87-4942-9EE2-08C20B4500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43679" y="1377126"/>
                <a:ext cx="1769025" cy="1769032"/>
              </a:xfrm>
              <a:prstGeom prst="rect">
                <a:avLst/>
              </a:prstGeom>
            </p:spPr>
          </p:pic>
          <p:pic>
            <p:nvPicPr>
              <p:cNvPr id="32" name="图片 31">
                <a:extLst>
                  <a:ext uri="{FF2B5EF4-FFF2-40B4-BE49-F238E27FC236}">
                    <a16:creationId xmlns:a16="http://schemas.microsoft.com/office/drawing/2014/main" id="{18B20BE4-55CD-4163-9EDE-D1912B7978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12704" y="1671764"/>
                <a:ext cx="4715011" cy="772598"/>
              </a:xfrm>
              <a:prstGeom prst="rect">
                <a:avLst/>
              </a:prstGeom>
            </p:spPr>
          </p:pic>
        </p:grpSp>
        <p:sp>
          <p:nvSpPr>
            <p:cNvPr id="30" name="矩形 29">
              <a:extLst>
                <a:ext uri="{FF2B5EF4-FFF2-40B4-BE49-F238E27FC236}">
                  <a16:creationId xmlns:a16="http://schemas.microsoft.com/office/drawing/2014/main" id="{803DCE5A-6F2B-4A82-965E-A35A1558B28F}"/>
                </a:ext>
              </a:extLst>
            </p:cNvPr>
            <p:cNvSpPr/>
            <p:nvPr/>
          </p:nvSpPr>
          <p:spPr>
            <a:xfrm>
              <a:off x="4989790" y="1119399"/>
              <a:ext cx="3664812" cy="362821"/>
            </a:xfrm>
            <a:prstGeom prst="rect">
              <a:avLst/>
            </a:prstGeom>
          </p:spPr>
          <p:txBody>
            <a:bodyPr wrap="square">
              <a:spAutoFit/>
            </a:bodyPr>
            <a:lstStyle/>
            <a:p>
              <a:pPr algn="dist">
                <a:defRPr/>
              </a:pPr>
              <a:r>
                <a:rPr lang="en-US" altLang="zh-CN" sz="600" b="1" dirty="0">
                  <a:solidFill>
                    <a:prstClr val="black"/>
                  </a:solidFill>
                  <a:latin typeface="Calibri"/>
                  <a:ea typeface="宋体" panose="02010600030101010101" pitchFamily="2" charset="-122"/>
                </a:rPr>
                <a:t>BEIHANG UNIVERSITY</a:t>
              </a:r>
            </a:p>
          </p:txBody>
        </p:sp>
      </p:grpSp>
      <p:pic>
        <p:nvPicPr>
          <p:cNvPr id="33" name="图片 32">
            <a:extLst>
              <a:ext uri="{FF2B5EF4-FFF2-40B4-BE49-F238E27FC236}">
                <a16:creationId xmlns:a16="http://schemas.microsoft.com/office/drawing/2014/main" id="{1BC46438-9C46-4812-B84D-346D9D52521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786683" y="-1873800"/>
            <a:ext cx="6858000" cy="6858000"/>
          </a:xfrm>
          <a:prstGeom prst="rect">
            <a:avLst/>
          </a:prstGeom>
        </p:spPr>
      </p:pic>
    </p:spTree>
    <p:extLst>
      <p:ext uri="{BB962C8B-B14F-4D97-AF65-F5344CB8AC3E}">
        <p14:creationId xmlns:p14="http://schemas.microsoft.com/office/powerpoint/2010/main" val="239166829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2DD8E21-6A7C-433C-A64B-19B69634CB6D}"/>
              </a:ext>
            </a:extLst>
          </p:cNvPr>
          <p:cNvPicPr>
            <a:picLocks noChangeAspect="1"/>
          </p:cNvPicPr>
          <p:nvPr/>
        </p:nvPicPr>
        <p:blipFill>
          <a:blip r:embed="rId42">
            <a:extLst>
              <a:ext uri="{28A0092B-C50C-407E-A947-70E740481C1C}">
                <a14:useLocalDpi xmlns:a14="http://schemas.microsoft.com/office/drawing/2010/main" val="0"/>
              </a:ext>
            </a:extLst>
          </a:blip>
          <a:srcRect/>
          <a:stretch/>
        </p:blipFill>
        <p:spPr>
          <a:xfrm>
            <a:off x="5210617" y="2162374"/>
            <a:ext cx="6858000" cy="6858000"/>
          </a:xfrm>
          <a:prstGeom prst="rect">
            <a:avLst/>
          </a:prstGeom>
        </p:spPr>
      </p:pic>
      <p:pic>
        <p:nvPicPr>
          <p:cNvPr id="3" name="图片 2">
            <a:extLst>
              <a:ext uri="{FF2B5EF4-FFF2-40B4-BE49-F238E27FC236}">
                <a16:creationId xmlns:a16="http://schemas.microsoft.com/office/drawing/2014/main" id="{56C15579-E466-4C5D-B704-4B0769C938C1}"/>
              </a:ext>
            </a:extLst>
          </p:cNvPr>
          <p:cNvPicPr>
            <a:picLocks noChangeAspect="1"/>
          </p:cNvPicPr>
          <p:nvPr>
            <p:custDataLst>
              <p:tags r:id="rId1"/>
            </p:custDataLst>
          </p:nvPr>
        </p:nvPicPr>
        <p:blipFill rotWithShape="1">
          <a:blip r:embed="rId43">
            <a:extLst>
              <a:ext uri="{28A0092B-C50C-407E-A947-70E740481C1C}">
                <a14:useLocalDpi xmlns:a14="http://schemas.microsoft.com/office/drawing/2010/main" val="0"/>
              </a:ext>
            </a:extLst>
          </a:blip>
          <a:srcRect l="14472" r="16082"/>
          <a:stretch/>
        </p:blipFill>
        <p:spPr>
          <a:xfrm>
            <a:off x="0" y="0"/>
            <a:ext cx="5217483" cy="6885383"/>
          </a:xfrm>
          <a:custGeom>
            <a:avLst/>
            <a:gdLst>
              <a:gd name="connsiteX0" fmla="*/ 0 w 5204840"/>
              <a:gd name="connsiteY0" fmla="*/ 0 h 6858000"/>
              <a:gd name="connsiteX1" fmla="*/ 5204840 w 5204840"/>
              <a:gd name="connsiteY1" fmla="*/ 0 h 6858000"/>
              <a:gd name="connsiteX2" fmla="*/ 5204840 w 5204840"/>
              <a:gd name="connsiteY2" fmla="*/ 6858000 h 6858000"/>
              <a:gd name="connsiteX3" fmla="*/ 0 w 5204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04840" h="6858000">
                <a:moveTo>
                  <a:pt x="0" y="0"/>
                </a:moveTo>
                <a:lnTo>
                  <a:pt x="5204840" y="0"/>
                </a:lnTo>
                <a:lnTo>
                  <a:pt x="5204840" y="6858000"/>
                </a:lnTo>
                <a:lnTo>
                  <a:pt x="0" y="6858000"/>
                </a:lnTo>
                <a:close/>
              </a:path>
            </a:pathLst>
          </a:custGeom>
        </p:spPr>
      </p:pic>
      <p:sp>
        <p:nvSpPr>
          <p:cNvPr id="4" name="PA-矩形 8">
            <a:extLst>
              <a:ext uri="{FF2B5EF4-FFF2-40B4-BE49-F238E27FC236}">
                <a16:creationId xmlns:a16="http://schemas.microsoft.com/office/drawing/2014/main" id="{B8425D42-B8A7-466B-9E0E-7B14905687DB}"/>
              </a:ext>
            </a:extLst>
          </p:cNvPr>
          <p:cNvSpPr/>
          <p:nvPr>
            <p:custDataLst>
              <p:tags r:id="rId2"/>
            </p:custDataLst>
          </p:nvPr>
        </p:nvSpPr>
        <p:spPr>
          <a:xfrm>
            <a:off x="0" y="0"/>
            <a:ext cx="5217483" cy="6885384"/>
          </a:xfrm>
          <a:prstGeom prst="rect">
            <a:avLst/>
          </a:prstGeom>
          <a:gradFill flip="none" rotWithShape="1">
            <a:gsLst>
              <a:gs pos="0">
                <a:srgbClr val="0C49B7">
                  <a:alpha val="90000"/>
                </a:srgbClr>
              </a:gs>
              <a:gs pos="99000">
                <a:srgbClr val="0C49B7">
                  <a:alpha val="88000"/>
                </a:srgbClr>
              </a:gs>
              <a:gs pos="72000">
                <a:srgbClr val="0C49B7">
                  <a:alpha val="72000"/>
                </a:srgb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grpSp>
        <p:nvGrpSpPr>
          <p:cNvPr id="5" name="PA-组合 20">
            <a:extLst>
              <a:ext uri="{FF2B5EF4-FFF2-40B4-BE49-F238E27FC236}">
                <a16:creationId xmlns:a16="http://schemas.microsoft.com/office/drawing/2014/main" id="{544E65DE-E04E-4D06-B461-B6FD292D8FF7}"/>
              </a:ext>
            </a:extLst>
          </p:cNvPr>
          <p:cNvGrpSpPr/>
          <p:nvPr>
            <p:custDataLst>
              <p:tags r:id="rId3"/>
            </p:custDataLst>
          </p:nvPr>
        </p:nvGrpSpPr>
        <p:grpSpPr>
          <a:xfrm>
            <a:off x="6503258" y="1506205"/>
            <a:ext cx="672405" cy="923330"/>
            <a:chOff x="7138670" y="1012807"/>
            <a:chExt cx="672405" cy="923330"/>
          </a:xfrm>
        </p:grpSpPr>
        <p:sp>
          <p:nvSpPr>
            <p:cNvPr id="6" name="PA-任意多边形 9">
              <a:extLst>
                <a:ext uri="{FF2B5EF4-FFF2-40B4-BE49-F238E27FC236}">
                  <a16:creationId xmlns:a16="http://schemas.microsoft.com/office/drawing/2014/main" id="{5AE63727-6425-4E4C-A687-0973AE6142E6}"/>
                </a:ext>
              </a:extLst>
            </p:cNvPr>
            <p:cNvSpPr/>
            <p:nvPr>
              <p:custDataLst>
                <p:tags r:id="rId39"/>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alpha val="80000"/>
                  </a:srgbClr>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7" name="PA-文本框 13">
              <a:extLst>
                <a:ext uri="{FF2B5EF4-FFF2-40B4-BE49-F238E27FC236}">
                  <a16:creationId xmlns:a16="http://schemas.microsoft.com/office/drawing/2014/main" id="{83C708AF-9BA4-4128-9EB6-7E9683DF9978}"/>
                </a:ext>
              </a:extLst>
            </p:cNvPr>
            <p:cNvSpPr txBox="1"/>
            <p:nvPr>
              <p:custDataLst>
                <p:tags r:id="rId40"/>
              </p:custDataLst>
            </p:nvPr>
          </p:nvSpPr>
          <p:spPr>
            <a:xfrm>
              <a:off x="7186365" y="1012807"/>
              <a:ext cx="62471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1</a:t>
              </a:r>
              <a:endParaRPr kumimoji="0" lang="zh-CN" altLang="en-US" sz="54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grpSp>
        <p:nvGrpSpPr>
          <p:cNvPr id="8" name="PA-组合 19">
            <a:extLst>
              <a:ext uri="{FF2B5EF4-FFF2-40B4-BE49-F238E27FC236}">
                <a16:creationId xmlns:a16="http://schemas.microsoft.com/office/drawing/2014/main" id="{D4092302-0A09-4D84-9F50-0D98FAD79F4F}"/>
              </a:ext>
            </a:extLst>
          </p:cNvPr>
          <p:cNvGrpSpPr/>
          <p:nvPr>
            <p:custDataLst>
              <p:tags r:id="rId4"/>
            </p:custDataLst>
          </p:nvPr>
        </p:nvGrpSpPr>
        <p:grpSpPr>
          <a:xfrm>
            <a:off x="6503258" y="2617813"/>
            <a:ext cx="672405" cy="830997"/>
            <a:chOff x="7138670" y="2490624"/>
            <a:chExt cx="672405" cy="830997"/>
          </a:xfrm>
        </p:grpSpPr>
        <p:sp>
          <p:nvSpPr>
            <p:cNvPr id="9" name="PA-任意多边形 10">
              <a:extLst>
                <a:ext uri="{FF2B5EF4-FFF2-40B4-BE49-F238E27FC236}">
                  <a16:creationId xmlns:a16="http://schemas.microsoft.com/office/drawing/2014/main" id="{E651FD2B-BC75-4533-9A50-864C618A08D1}"/>
                </a:ext>
              </a:extLst>
            </p:cNvPr>
            <p:cNvSpPr/>
            <p:nvPr>
              <p:custDataLst>
                <p:tags r:id="rId37"/>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0" name="PA-文本框 14">
              <a:extLst>
                <a:ext uri="{FF2B5EF4-FFF2-40B4-BE49-F238E27FC236}">
                  <a16:creationId xmlns:a16="http://schemas.microsoft.com/office/drawing/2014/main" id="{361B69A5-484C-4433-84E0-77FC48DE454A}"/>
                </a:ext>
              </a:extLst>
            </p:cNvPr>
            <p:cNvSpPr txBox="1"/>
            <p:nvPr>
              <p:custDataLst>
                <p:tags r:id="rId38"/>
              </p:custDataLst>
            </p:nvPr>
          </p:nvSpPr>
          <p:spPr>
            <a:xfrm>
              <a:off x="7186365" y="2490624"/>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2</a:t>
              </a:r>
              <a:endParaRPr kumimoji="0" lang="zh-CN" altLang="en-US"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sp>
        <p:nvSpPr>
          <p:cNvPr id="11" name="PA-任意多边形 11">
            <a:extLst>
              <a:ext uri="{FF2B5EF4-FFF2-40B4-BE49-F238E27FC236}">
                <a16:creationId xmlns:a16="http://schemas.microsoft.com/office/drawing/2014/main" id="{0C6A22C7-632D-4EAA-84F6-BB995F892E90}"/>
              </a:ext>
            </a:extLst>
          </p:cNvPr>
          <p:cNvSpPr/>
          <p:nvPr>
            <p:custDataLst>
              <p:tags r:id="rId5"/>
            </p:custDataLst>
          </p:nvPr>
        </p:nvSpPr>
        <p:spPr>
          <a:xfrm>
            <a:off x="6503258" y="413179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2" name="PA-文本框 15">
            <a:extLst>
              <a:ext uri="{FF2B5EF4-FFF2-40B4-BE49-F238E27FC236}">
                <a16:creationId xmlns:a16="http://schemas.microsoft.com/office/drawing/2014/main" id="{4F1AAC34-D1AA-4B8E-875A-B73F5C6A19A6}"/>
              </a:ext>
            </a:extLst>
          </p:cNvPr>
          <p:cNvSpPr txBox="1"/>
          <p:nvPr>
            <p:custDataLst>
              <p:tags r:id="rId6"/>
            </p:custDataLst>
          </p:nvPr>
        </p:nvSpPr>
        <p:spPr>
          <a:xfrm>
            <a:off x="6550953" y="3637087"/>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1200" cap="none" spc="0" normalizeH="0" baseline="0" noProof="0" dirty="0">
                <a:ln>
                  <a:noFill/>
                </a:ln>
                <a:solidFill>
                  <a:srgbClr val="0C49B7"/>
                </a:solidFill>
                <a:effectLst/>
                <a:uLnTx/>
                <a:uFillTx/>
                <a:latin typeface="Arial" panose="020F0502020204030204"/>
                <a:ea typeface="微软雅黑"/>
                <a:cs typeface="+mn-ea"/>
                <a:sym typeface="+mn-lt"/>
              </a:rPr>
              <a:t>3</a:t>
            </a:r>
            <a:endParaRPr kumimoji="0" lang="zh-CN" altLang="en-US" sz="4800" b="1" i="1" u="none" strike="noStrike" kern="120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nvGrpSpPr>
          <p:cNvPr id="13" name="PA-组合 17">
            <a:extLst>
              <a:ext uri="{FF2B5EF4-FFF2-40B4-BE49-F238E27FC236}">
                <a16:creationId xmlns:a16="http://schemas.microsoft.com/office/drawing/2014/main" id="{23FD3DFC-F47F-468F-9237-BB35998F5CC6}"/>
              </a:ext>
            </a:extLst>
          </p:cNvPr>
          <p:cNvGrpSpPr/>
          <p:nvPr>
            <p:custDataLst>
              <p:tags r:id="rId7"/>
            </p:custDataLst>
          </p:nvPr>
        </p:nvGrpSpPr>
        <p:grpSpPr>
          <a:xfrm>
            <a:off x="6503258" y="4656362"/>
            <a:ext cx="672405" cy="830997"/>
            <a:chOff x="7138670" y="5303103"/>
            <a:chExt cx="672405" cy="830997"/>
          </a:xfrm>
        </p:grpSpPr>
        <p:sp>
          <p:nvSpPr>
            <p:cNvPr id="14" name="PA-任意多边形 12">
              <a:extLst>
                <a:ext uri="{FF2B5EF4-FFF2-40B4-BE49-F238E27FC236}">
                  <a16:creationId xmlns:a16="http://schemas.microsoft.com/office/drawing/2014/main" id="{4821D58B-BF15-4F91-AA07-CCC7DD02465D}"/>
                </a:ext>
              </a:extLst>
            </p:cNvPr>
            <p:cNvSpPr/>
            <p:nvPr>
              <p:custDataLst>
                <p:tags r:id="rId35"/>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5" name="PA-文本框 16">
              <a:extLst>
                <a:ext uri="{FF2B5EF4-FFF2-40B4-BE49-F238E27FC236}">
                  <a16:creationId xmlns:a16="http://schemas.microsoft.com/office/drawing/2014/main" id="{7ADD5B8F-333F-4C20-B60B-98841A6CD727}"/>
                </a:ext>
              </a:extLst>
            </p:cNvPr>
            <p:cNvSpPr txBox="1"/>
            <p:nvPr>
              <p:custDataLst>
                <p:tags r:id="rId36"/>
              </p:custDataLst>
            </p:nvPr>
          </p:nvSpPr>
          <p:spPr>
            <a:xfrm>
              <a:off x="7186365" y="5303103"/>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4</a:t>
              </a:r>
              <a:endParaRPr kumimoji="0" lang="zh-CN" altLang="en-US"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sp>
        <p:nvSpPr>
          <p:cNvPr id="16" name="PA-文本框 21">
            <a:extLst>
              <a:ext uri="{FF2B5EF4-FFF2-40B4-BE49-F238E27FC236}">
                <a16:creationId xmlns:a16="http://schemas.microsoft.com/office/drawing/2014/main" id="{B6AA1633-2AFB-49F2-A20A-6A706617F57C}"/>
              </a:ext>
            </a:extLst>
          </p:cNvPr>
          <p:cNvSpPr txBox="1"/>
          <p:nvPr>
            <p:custDataLst>
              <p:tags r:id="rId8"/>
            </p:custDataLst>
          </p:nvPr>
        </p:nvSpPr>
        <p:spPr>
          <a:xfrm>
            <a:off x="7112164" y="1818317"/>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7" name="PA-文本框 22">
            <a:extLst>
              <a:ext uri="{FF2B5EF4-FFF2-40B4-BE49-F238E27FC236}">
                <a16:creationId xmlns:a16="http://schemas.microsoft.com/office/drawing/2014/main" id="{24224216-FB20-45F4-AE16-1620EEC28419}"/>
              </a:ext>
            </a:extLst>
          </p:cNvPr>
          <p:cNvSpPr txBox="1"/>
          <p:nvPr>
            <p:custDataLst>
              <p:tags r:id="rId9"/>
            </p:custDataLst>
          </p:nvPr>
        </p:nvSpPr>
        <p:spPr>
          <a:xfrm>
            <a:off x="7173124" y="2802478"/>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8" name="PA-文本框 23">
            <a:extLst>
              <a:ext uri="{FF2B5EF4-FFF2-40B4-BE49-F238E27FC236}">
                <a16:creationId xmlns:a16="http://schemas.microsoft.com/office/drawing/2014/main" id="{6F32AD88-5107-4512-9EDD-6499E8926D1E}"/>
              </a:ext>
            </a:extLst>
          </p:cNvPr>
          <p:cNvSpPr txBox="1"/>
          <p:nvPr>
            <p:custDataLst>
              <p:tags r:id="rId10"/>
            </p:custDataLst>
          </p:nvPr>
        </p:nvSpPr>
        <p:spPr>
          <a:xfrm>
            <a:off x="7173124" y="3825365"/>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9" name="PA-文本框 24">
            <a:extLst>
              <a:ext uri="{FF2B5EF4-FFF2-40B4-BE49-F238E27FC236}">
                <a16:creationId xmlns:a16="http://schemas.microsoft.com/office/drawing/2014/main" id="{40A38835-29DE-484F-9D1E-7AB6634C239F}"/>
              </a:ext>
            </a:extLst>
          </p:cNvPr>
          <p:cNvSpPr txBox="1"/>
          <p:nvPr>
            <p:custDataLst>
              <p:tags r:id="rId11"/>
            </p:custDataLst>
          </p:nvPr>
        </p:nvSpPr>
        <p:spPr>
          <a:xfrm>
            <a:off x="7173123" y="4841027"/>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cxnSp>
        <p:nvCxnSpPr>
          <p:cNvPr id="20" name="PA-直接连接符 25">
            <a:extLst>
              <a:ext uri="{FF2B5EF4-FFF2-40B4-BE49-F238E27FC236}">
                <a16:creationId xmlns:a16="http://schemas.microsoft.com/office/drawing/2014/main" id="{B1CDB9DF-B861-4E16-BBDD-4442E92A69B0}"/>
              </a:ext>
            </a:extLst>
          </p:cNvPr>
          <p:cNvCxnSpPr>
            <a:cxnSpLocks/>
          </p:cNvCxnSpPr>
          <p:nvPr>
            <p:custDataLst>
              <p:tags r:id="rId12"/>
            </p:custDataLst>
          </p:nvPr>
        </p:nvCxnSpPr>
        <p:spPr>
          <a:xfrm flipV="1">
            <a:off x="5565474" y="4867219"/>
            <a:ext cx="628650" cy="358139"/>
          </a:xfrm>
          <a:prstGeom prst="line">
            <a:avLst/>
          </a:prstGeom>
          <a:noFill/>
          <a:ln w="57150" cap="rnd" cmpd="sng" algn="ctr">
            <a:gradFill>
              <a:gsLst>
                <a:gs pos="0">
                  <a:srgbClr val="FFFFFF">
                    <a:alpha val="77000"/>
                  </a:srgbClr>
                </a:gs>
                <a:gs pos="100000">
                  <a:srgbClr val="0C49B7"/>
                </a:gs>
              </a:gsLst>
              <a:lin ang="5400000" scaled="1"/>
            </a:gradFill>
            <a:prstDash val="solid"/>
            <a:round/>
          </a:ln>
          <a:effectLst/>
        </p:spPr>
      </p:cxnSp>
      <p:cxnSp>
        <p:nvCxnSpPr>
          <p:cNvPr id="21" name="PA-直接连接符 26">
            <a:extLst>
              <a:ext uri="{FF2B5EF4-FFF2-40B4-BE49-F238E27FC236}">
                <a16:creationId xmlns:a16="http://schemas.microsoft.com/office/drawing/2014/main" id="{4C06CD10-1C46-4AD6-AC9F-65EF3D0A4BD8}"/>
              </a:ext>
            </a:extLst>
          </p:cNvPr>
          <p:cNvCxnSpPr>
            <a:cxnSpLocks/>
          </p:cNvCxnSpPr>
          <p:nvPr>
            <p:custDataLst>
              <p:tags r:id="rId13"/>
            </p:custDataLst>
          </p:nvPr>
        </p:nvCxnSpPr>
        <p:spPr>
          <a:xfrm flipV="1">
            <a:off x="6108366" y="5945110"/>
            <a:ext cx="1149834" cy="616027"/>
          </a:xfrm>
          <a:prstGeom prst="line">
            <a:avLst/>
          </a:prstGeom>
          <a:noFill/>
          <a:ln w="63500" cap="rnd" cmpd="sng" algn="ctr">
            <a:gradFill>
              <a:gsLst>
                <a:gs pos="0">
                  <a:srgbClr val="FFFFFF">
                    <a:alpha val="0"/>
                  </a:srgbClr>
                </a:gs>
                <a:gs pos="70000">
                  <a:srgbClr val="0C49B7"/>
                </a:gs>
              </a:gsLst>
              <a:lin ang="5400000" scaled="1"/>
            </a:gradFill>
            <a:prstDash val="solid"/>
            <a:round/>
          </a:ln>
          <a:effectLst/>
        </p:spPr>
      </p:cxnSp>
      <p:cxnSp>
        <p:nvCxnSpPr>
          <p:cNvPr id="22" name="PA-直接连接符 28">
            <a:extLst>
              <a:ext uri="{FF2B5EF4-FFF2-40B4-BE49-F238E27FC236}">
                <a16:creationId xmlns:a16="http://schemas.microsoft.com/office/drawing/2014/main" id="{E6993954-9ED5-460C-8361-29A1A7CD1099}"/>
              </a:ext>
            </a:extLst>
          </p:cNvPr>
          <p:cNvCxnSpPr>
            <a:cxnSpLocks/>
          </p:cNvCxnSpPr>
          <p:nvPr>
            <p:custDataLst>
              <p:tags r:id="rId14"/>
            </p:custDataLst>
          </p:nvPr>
        </p:nvCxnSpPr>
        <p:spPr>
          <a:xfrm rot="10800000" flipV="1">
            <a:off x="10644665" y="2068110"/>
            <a:ext cx="628650" cy="358139"/>
          </a:xfrm>
          <a:prstGeom prst="line">
            <a:avLst/>
          </a:prstGeom>
          <a:noFill/>
          <a:ln w="44450" cap="rnd" cmpd="sng" algn="ctr">
            <a:gradFill>
              <a:gsLst>
                <a:gs pos="0">
                  <a:srgbClr val="FFFFFF">
                    <a:alpha val="74000"/>
                  </a:srgbClr>
                </a:gs>
                <a:gs pos="100000">
                  <a:srgbClr val="0C49B7"/>
                </a:gs>
              </a:gsLst>
              <a:lin ang="5400000" scaled="1"/>
            </a:gradFill>
            <a:prstDash val="solid"/>
            <a:round/>
          </a:ln>
          <a:effectLst/>
        </p:spPr>
      </p:cxnSp>
      <p:cxnSp>
        <p:nvCxnSpPr>
          <p:cNvPr id="23" name="PA-直接连接符 29">
            <a:extLst>
              <a:ext uri="{FF2B5EF4-FFF2-40B4-BE49-F238E27FC236}">
                <a16:creationId xmlns:a16="http://schemas.microsoft.com/office/drawing/2014/main" id="{C26C1245-5E7E-4901-8CA8-B299631E1023}"/>
              </a:ext>
            </a:extLst>
          </p:cNvPr>
          <p:cNvCxnSpPr>
            <a:cxnSpLocks/>
          </p:cNvCxnSpPr>
          <p:nvPr>
            <p:custDataLst>
              <p:tags r:id="rId15"/>
            </p:custDataLst>
          </p:nvPr>
        </p:nvCxnSpPr>
        <p:spPr>
          <a:xfrm rot="10800000" flipV="1">
            <a:off x="9972553" y="1052737"/>
            <a:ext cx="1149834" cy="616027"/>
          </a:xfrm>
          <a:prstGeom prst="line">
            <a:avLst/>
          </a:prstGeom>
          <a:noFill/>
          <a:ln w="63500" cap="rnd" cmpd="sng" algn="ctr">
            <a:gradFill>
              <a:gsLst>
                <a:gs pos="0">
                  <a:srgbClr val="FFFFFF">
                    <a:alpha val="74000"/>
                  </a:srgbClr>
                </a:gs>
                <a:gs pos="100000">
                  <a:srgbClr val="0C49B7"/>
                </a:gs>
              </a:gsLst>
              <a:lin ang="5400000" scaled="1"/>
            </a:gradFill>
            <a:prstDash val="solid"/>
            <a:round/>
          </a:ln>
          <a:effectLst/>
        </p:spPr>
      </p:cxnSp>
      <p:cxnSp>
        <p:nvCxnSpPr>
          <p:cNvPr id="24" name="PA-直接连接符 31">
            <a:extLst>
              <a:ext uri="{FF2B5EF4-FFF2-40B4-BE49-F238E27FC236}">
                <a16:creationId xmlns:a16="http://schemas.microsoft.com/office/drawing/2014/main" id="{0DC1A706-43B6-45B5-A650-ED3BEC16E46F}"/>
              </a:ext>
            </a:extLst>
          </p:cNvPr>
          <p:cNvCxnSpPr>
            <a:cxnSpLocks/>
          </p:cNvCxnSpPr>
          <p:nvPr>
            <p:custDataLst>
              <p:tags r:id="rId16"/>
            </p:custDataLst>
          </p:nvPr>
        </p:nvCxnSpPr>
        <p:spPr>
          <a:xfrm flipV="1">
            <a:off x="7646099" y="4596709"/>
            <a:ext cx="315585" cy="179789"/>
          </a:xfrm>
          <a:prstGeom prst="line">
            <a:avLst/>
          </a:prstGeom>
          <a:noFill/>
          <a:ln w="69850" cap="rnd" cmpd="sng" algn="ctr">
            <a:gradFill>
              <a:gsLst>
                <a:gs pos="0">
                  <a:srgbClr val="FFFFFF">
                    <a:alpha val="77000"/>
                  </a:srgbClr>
                </a:gs>
                <a:gs pos="100000">
                  <a:srgbClr val="0C49B7"/>
                </a:gs>
              </a:gsLst>
              <a:lin ang="5400000" scaled="1"/>
            </a:gradFill>
            <a:prstDash val="solid"/>
            <a:round/>
          </a:ln>
          <a:effectLst/>
        </p:spPr>
      </p:cxnSp>
      <p:cxnSp>
        <p:nvCxnSpPr>
          <p:cNvPr id="25" name="PA-直接连接符 33">
            <a:extLst>
              <a:ext uri="{FF2B5EF4-FFF2-40B4-BE49-F238E27FC236}">
                <a16:creationId xmlns:a16="http://schemas.microsoft.com/office/drawing/2014/main" id="{A9216DC7-E6A3-4E10-B246-5C19FD402407}"/>
              </a:ext>
            </a:extLst>
          </p:cNvPr>
          <p:cNvCxnSpPr>
            <a:cxnSpLocks/>
          </p:cNvCxnSpPr>
          <p:nvPr>
            <p:custDataLst>
              <p:tags r:id="rId17"/>
            </p:custDataLst>
          </p:nvPr>
        </p:nvCxnSpPr>
        <p:spPr>
          <a:xfrm flipV="1">
            <a:off x="6970741" y="5579561"/>
            <a:ext cx="574917" cy="277128"/>
          </a:xfrm>
          <a:prstGeom prst="line">
            <a:avLst/>
          </a:prstGeom>
          <a:noFill/>
          <a:ln w="47625" cap="rnd" cmpd="sng" algn="ctr">
            <a:gradFill>
              <a:gsLst>
                <a:gs pos="0">
                  <a:srgbClr val="FFFFFF">
                    <a:alpha val="0"/>
                  </a:srgbClr>
                </a:gs>
                <a:gs pos="100000">
                  <a:srgbClr val="0C49B7"/>
                </a:gs>
              </a:gsLst>
              <a:lin ang="5400000" scaled="1"/>
            </a:gradFill>
            <a:prstDash val="solid"/>
            <a:round/>
          </a:ln>
          <a:effectLst/>
        </p:spPr>
      </p:cxnSp>
      <p:cxnSp>
        <p:nvCxnSpPr>
          <p:cNvPr id="26" name="PA-直接连接符 35">
            <a:extLst>
              <a:ext uri="{FF2B5EF4-FFF2-40B4-BE49-F238E27FC236}">
                <a16:creationId xmlns:a16="http://schemas.microsoft.com/office/drawing/2014/main" id="{160F15A8-1967-4B3C-B028-AC067ABA6A91}"/>
              </a:ext>
            </a:extLst>
          </p:cNvPr>
          <p:cNvCxnSpPr>
            <a:cxnSpLocks/>
          </p:cNvCxnSpPr>
          <p:nvPr>
            <p:custDataLst>
              <p:tags r:id="rId18"/>
            </p:custDataLst>
          </p:nvPr>
        </p:nvCxnSpPr>
        <p:spPr>
          <a:xfrm rot="10800000" flipV="1">
            <a:off x="10094636" y="2108314"/>
            <a:ext cx="628650" cy="358139"/>
          </a:xfrm>
          <a:prstGeom prst="line">
            <a:avLst/>
          </a:prstGeom>
          <a:noFill/>
          <a:ln w="31750" cap="rnd" cmpd="sng" algn="ctr">
            <a:gradFill>
              <a:gsLst>
                <a:gs pos="0">
                  <a:srgbClr val="FFFFFF">
                    <a:alpha val="74000"/>
                  </a:srgbClr>
                </a:gs>
                <a:gs pos="100000">
                  <a:srgbClr val="0C49B7"/>
                </a:gs>
              </a:gsLst>
              <a:lin ang="5400000" scaled="1"/>
            </a:gradFill>
            <a:prstDash val="solid"/>
            <a:round/>
          </a:ln>
          <a:effectLst/>
        </p:spPr>
      </p:cxnSp>
      <p:cxnSp>
        <p:nvCxnSpPr>
          <p:cNvPr id="27" name="PA-直接连接符 36">
            <a:extLst>
              <a:ext uri="{FF2B5EF4-FFF2-40B4-BE49-F238E27FC236}">
                <a16:creationId xmlns:a16="http://schemas.microsoft.com/office/drawing/2014/main" id="{703A7BCF-F296-4A3F-B2C6-A5AC8BE62B11}"/>
              </a:ext>
            </a:extLst>
          </p:cNvPr>
          <p:cNvCxnSpPr>
            <a:cxnSpLocks/>
          </p:cNvCxnSpPr>
          <p:nvPr>
            <p:custDataLst>
              <p:tags r:id="rId19"/>
            </p:custDataLst>
          </p:nvPr>
        </p:nvCxnSpPr>
        <p:spPr>
          <a:xfrm flipH="1">
            <a:off x="9035548" y="2496875"/>
            <a:ext cx="301333" cy="171668"/>
          </a:xfrm>
          <a:prstGeom prst="line">
            <a:avLst/>
          </a:prstGeom>
          <a:noFill/>
          <a:ln w="47625" cap="rnd" cmpd="sng" algn="ctr">
            <a:gradFill>
              <a:gsLst>
                <a:gs pos="0">
                  <a:srgbClr val="FFFFFF">
                    <a:alpha val="74000"/>
                  </a:srgbClr>
                </a:gs>
                <a:gs pos="100000">
                  <a:srgbClr val="0C49B7"/>
                </a:gs>
              </a:gsLst>
              <a:lin ang="5400000" scaled="1"/>
            </a:gradFill>
            <a:prstDash val="solid"/>
            <a:round/>
          </a:ln>
          <a:effectLst/>
        </p:spPr>
      </p:cxnSp>
      <p:cxnSp>
        <p:nvCxnSpPr>
          <p:cNvPr id="28" name="PA-直接连接符 38">
            <a:extLst>
              <a:ext uri="{FF2B5EF4-FFF2-40B4-BE49-F238E27FC236}">
                <a16:creationId xmlns:a16="http://schemas.microsoft.com/office/drawing/2014/main" id="{31466D33-067B-436E-9189-4C14B55F82D2}"/>
              </a:ext>
            </a:extLst>
          </p:cNvPr>
          <p:cNvCxnSpPr>
            <a:cxnSpLocks/>
          </p:cNvCxnSpPr>
          <p:nvPr>
            <p:custDataLst>
              <p:tags r:id="rId20"/>
            </p:custDataLst>
          </p:nvPr>
        </p:nvCxnSpPr>
        <p:spPr>
          <a:xfrm flipH="1">
            <a:off x="9452915" y="1541448"/>
            <a:ext cx="301333" cy="171668"/>
          </a:xfrm>
          <a:prstGeom prst="line">
            <a:avLst/>
          </a:prstGeom>
          <a:noFill/>
          <a:ln w="76200" cap="rnd" cmpd="sng" algn="ctr">
            <a:gradFill>
              <a:gsLst>
                <a:gs pos="0">
                  <a:srgbClr val="FFFFFF">
                    <a:alpha val="74000"/>
                  </a:srgbClr>
                </a:gs>
                <a:gs pos="100000">
                  <a:srgbClr val="0C49B7"/>
                </a:gs>
              </a:gsLst>
              <a:lin ang="5400000" scaled="1"/>
            </a:gradFill>
            <a:prstDash val="solid"/>
            <a:round/>
          </a:ln>
          <a:effectLst/>
        </p:spPr>
      </p:cxnSp>
      <p:grpSp>
        <p:nvGrpSpPr>
          <p:cNvPr id="29" name="组合 28">
            <a:extLst>
              <a:ext uri="{FF2B5EF4-FFF2-40B4-BE49-F238E27FC236}">
                <a16:creationId xmlns:a16="http://schemas.microsoft.com/office/drawing/2014/main" id="{BA6BB25C-7DD1-4681-BC3E-F43CF9CCB8BA}"/>
              </a:ext>
            </a:extLst>
          </p:cNvPr>
          <p:cNvGrpSpPr/>
          <p:nvPr/>
        </p:nvGrpSpPr>
        <p:grpSpPr>
          <a:xfrm>
            <a:off x="357611" y="1592658"/>
            <a:ext cx="4378398" cy="3207306"/>
            <a:chOff x="1043940" y="2140627"/>
            <a:chExt cx="4000500" cy="2930484"/>
          </a:xfrm>
        </p:grpSpPr>
        <p:sp>
          <p:nvSpPr>
            <p:cNvPr id="30" name="PA-右中括号 1">
              <a:extLst>
                <a:ext uri="{FF2B5EF4-FFF2-40B4-BE49-F238E27FC236}">
                  <a16:creationId xmlns:a16="http://schemas.microsoft.com/office/drawing/2014/main" id="{A4FA0CBB-228A-40EC-83EA-E519283E72D4}"/>
                </a:ext>
              </a:extLst>
            </p:cNvPr>
            <p:cNvSpPr/>
            <p:nvPr>
              <p:custDataLst>
                <p:tags r:id="rId21"/>
              </p:custDataLst>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panose="020F0502020204030204"/>
                <a:ea typeface="微软雅黑"/>
                <a:cs typeface="+mn-ea"/>
                <a:sym typeface="+mn-lt"/>
              </a:endParaRPr>
            </a:p>
          </p:txBody>
        </p:sp>
        <p:sp>
          <p:nvSpPr>
            <p:cNvPr id="31" name="PA-右中括号 3">
              <a:extLst>
                <a:ext uri="{FF2B5EF4-FFF2-40B4-BE49-F238E27FC236}">
                  <a16:creationId xmlns:a16="http://schemas.microsoft.com/office/drawing/2014/main" id="{2C4BCB87-CA47-4225-94BF-BB6E414A6D2C}"/>
                </a:ext>
              </a:extLst>
            </p:cNvPr>
            <p:cNvSpPr/>
            <p:nvPr>
              <p:custDataLst>
                <p:tags r:id="rId22"/>
              </p:custDataLst>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F0502020204030204"/>
                <a:ea typeface="微软雅黑"/>
                <a:cs typeface="+mn-ea"/>
                <a:sym typeface="+mn-lt"/>
              </a:endParaRPr>
            </a:p>
          </p:txBody>
        </p:sp>
        <p:sp>
          <p:nvSpPr>
            <p:cNvPr id="32" name="PA-矩形 4">
              <a:extLst>
                <a:ext uri="{FF2B5EF4-FFF2-40B4-BE49-F238E27FC236}">
                  <a16:creationId xmlns:a16="http://schemas.microsoft.com/office/drawing/2014/main" id="{6F90D814-A7AB-48C9-8870-128CD67C77FF}"/>
                </a:ext>
              </a:extLst>
            </p:cNvPr>
            <p:cNvSpPr/>
            <p:nvPr>
              <p:custDataLst>
                <p:tags r:id="rId23"/>
              </p:custDataLst>
            </p:nvPr>
          </p:nvSpPr>
          <p:spPr>
            <a:xfrm>
              <a:off x="1043940" y="2951479"/>
              <a:ext cx="4000500" cy="1087120"/>
            </a:xfrm>
            <a:prstGeom prst="rect">
              <a:avLst/>
            </a:prstGeom>
            <a:solidFill>
              <a:srgbClr val="FFFFFF">
                <a:alpha val="5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33" name="PA-文本框 5">
              <a:extLst>
                <a:ext uri="{FF2B5EF4-FFF2-40B4-BE49-F238E27FC236}">
                  <a16:creationId xmlns:a16="http://schemas.microsoft.com/office/drawing/2014/main" id="{865FD881-47EC-44E8-8B39-0EEEFF8A2465}"/>
                </a:ext>
              </a:extLst>
            </p:cNvPr>
            <p:cNvSpPr txBox="1"/>
            <p:nvPr>
              <p:custDataLst>
                <p:tags r:id="rId24"/>
              </p:custDataLst>
            </p:nvPr>
          </p:nvSpPr>
          <p:spPr>
            <a:xfrm>
              <a:off x="1993900" y="2986360"/>
              <a:ext cx="2100580" cy="116846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目录</a:t>
              </a:r>
            </a:p>
          </p:txBody>
        </p:sp>
        <p:sp>
          <p:nvSpPr>
            <p:cNvPr id="34" name="PA-文本框 6">
              <a:extLst>
                <a:ext uri="{FF2B5EF4-FFF2-40B4-BE49-F238E27FC236}">
                  <a16:creationId xmlns:a16="http://schemas.microsoft.com/office/drawing/2014/main" id="{F4AD607F-C24C-4207-B34E-9B6FA8F85F6D}"/>
                </a:ext>
              </a:extLst>
            </p:cNvPr>
            <p:cNvSpPr txBox="1"/>
            <p:nvPr>
              <p:custDataLst>
                <p:tags r:id="rId25"/>
              </p:custDataLst>
            </p:nvPr>
          </p:nvSpPr>
          <p:spPr>
            <a:xfrm>
              <a:off x="2094230" y="4223504"/>
              <a:ext cx="1899920"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CONTEXT</a:t>
              </a:r>
              <a:endPar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cxnSp>
          <p:nvCxnSpPr>
            <p:cNvPr id="35" name="PA-直接连接符 42">
              <a:extLst>
                <a:ext uri="{FF2B5EF4-FFF2-40B4-BE49-F238E27FC236}">
                  <a16:creationId xmlns:a16="http://schemas.microsoft.com/office/drawing/2014/main" id="{409A7996-8407-49AA-AD2A-4909DFE76C46}"/>
                </a:ext>
              </a:extLst>
            </p:cNvPr>
            <p:cNvCxnSpPr>
              <a:cxnSpLocks/>
            </p:cNvCxnSpPr>
            <p:nvPr>
              <p:custDataLst>
                <p:tags r:id="rId26"/>
              </p:custDataLst>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36" name="PA-组合 54">
              <a:extLst>
                <a:ext uri="{FF2B5EF4-FFF2-40B4-BE49-F238E27FC236}">
                  <a16:creationId xmlns:a16="http://schemas.microsoft.com/office/drawing/2014/main" id="{D1B96874-B23C-4C7F-AEF7-FD56AA1755EE}"/>
                </a:ext>
              </a:extLst>
            </p:cNvPr>
            <p:cNvGrpSpPr/>
            <p:nvPr>
              <p:custDataLst>
                <p:tags r:id="rId27"/>
              </p:custDataLst>
            </p:nvPr>
          </p:nvGrpSpPr>
          <p:grpSpPr>
            <a:xfrm>
              <a:off x="4200650" y="3381742"/>
              <a:ext cx="221996" cy="292636"/>
              <a:chOff x="4206240" y="3385284"/>
              <a:chExt cx="221996" cy="292636"/>
            </a:xfrm>
          </p:grpSpPr>
          <p:cxnSp>
            <p:nvCxnSpPr>
              <p:cNvPr id="41" name="PA-直接连接符 47">
                <a:extLst>
                  <a:ext uri="{FF2B5EF4-FFF2-40B4-BE49-F238E27FC236}">
                    <a16:creationId xmlns:a16="http://schemas.microsoft.com/office/drawing/2014/main" id="{25354EF2-9C9B-48E4-9E9E-839A8636CC4F}"/>
                  </a:ext>
                </a:extLst>
              </p:cNvPr>
              <p:cNvCxnSpPr/>
              <p:nvPr>
                <p:custDataLst>
                  <p:tags r:id="rId32"/>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42" name="PA-直接连接符 48">
                <a:extLst>
                  <a:ext uri="{FF2B5EF4-FFF2-40B4-BE49-F238E27FC236}">
                    <a16:creationId xmlns:a16="http://schemas.microsoft.com/office/drawing/2014/main" id="{F5CE19B4-5321-4124-AC87-DF07943FBAA0}"/>
                  </a:ext>
                </a:extLst>
              </p:cNvPr>
              <p:cNvCxnSpPr>
                <a:cxnSpLocks/>
              </p:cNvCxnSpPr>
              <p:nvPr>
                <p:custDataLst>
                  <p:tags r:id="rId33"/>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43" name="PA-直接连接符 49">
                <a:extLst>
                  <a:ext uri="{FF2B5EF4-FFF2-40B4-BE49-F238E27FC236}">
                    <a16:creationId xmlns:a16="http://schemas.microsoft.com/office/drawing/2014/main" id="{1C7A4EA6-C8E1-43AF-A3F9-77C762D0EAE3}"/>
                  </a:ext>
                </a:extLst>
              </p:cNvPr>
              <p:cNvCxnSpPr>
                <a:cxnSpLocks/>
              </p:cNvCxnSpPr>
              <p:nvPr>
                <p:custDataLst>
                  <p:tags r:id="rId34"/>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37" name="PA-组合 55">
              <a:extLst>
                <a:ext uri="{FF2B5EF4-FFF2-40B4-BE49-F238E27FC236}">
                  <a16:creationId xmlns:a16="http://schemas.microsoft.com/office/drawing/2014/main" id="{DBDA94FF-F899-415C-AA06-29368DBB9DDC}"/>
                </a:ext>
              </a:extLst>
            </p:cNvPr>
            <p:cNvGrpSpPr/>
            <p:nvPr>
              <p:custDataLst>
                <p:tags r:id="rId28"/>
              </p:custDataLst>
            </p:nvPr>
          </p:nvGrpSpPr>
          <p:grpSpPr>
            <a:xfrm flipH="1">
              <a:off x="1665733" y="3381742"/>
              <a:ext cx="221996" cy="292636"/>
              <a:chOff x="4206240" y="3385284"/>
              <a:chExt cx="221996" cy="292636"/>
            </a:xfrm>
          </p:grpSpPr>
          <p:cxnSp>
            <p:nvCxnSpPr>
              <p:cNvPr id="38" name="PA-直接连接符 56">
                <a:extLst>
                  <a:ext uri="{FF2B5EF4-FFF2-40B4-BE49-F238E27FC236}">
                    <a16:creationId xmlns:a16="http://schemas.microsoft.com/office/drawing/2014/main" id="{E8AEA5A0-7073-4E63-AB35-66B7B15CBED0}"/>
                  </a:ext>
                </a:extLst>
              </p:cNvPr>
              <p:cNvCxnSpPr/>
              <p:nvPr>
                <p:custDataLst>
                  <p:tags r:id="rId29"/>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39" name="PA-直接连接符 57">
                <a:extLst>
                  <a:ext uri="{FF2B5EF4-FFF2-40B4-BE49-F238E27FC236}">
                    <a16:creationId xmlns:a16="http://schemas.microsoft.com/office/drawing/2014/main" id="{D753F28F-8663-48E9-9AF8-685BD46A88CE}"/>
                  </a:ext>
                </a:extLst>
              </p:cNvPr>
              <p:cNvCxnSpPr>
                <a:cxnSpLocks/>
              </p:cNvCxnSpPr>
              <p:nvPr>
                <p:custDataLst>
                  <p:tags r:id="rId30"/>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40" name="PA-直接连接符 58">
                <a:extLst>
                  <a:ext uri="{FF2B5EF4-FFF2-40B4-BE49-F238E27FC236}">
                    <a16:creationId xmlns:a16="http://schemas.microsoft.com/office/drawing/2014/main" id="{2DC4B04B-014E-4C31-9185-CB6FB040540E}"/>
                  </a:ext>
                </a:extLst>
              </p:cNvPr>
              <p:cNvCxnSpPr>
                <a:cxnSpLocks/>
              </p:cNvCxnSpPr>
              <p:nvPr>
                <p:custDataLst>
                  <p:tags r:id="rId31"/>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pic>
        <p:nvPicPr>
          <p:cNvPr id="44" name="图片 43">
            <a:extLst>
              <a:ext uri="{FF2B5EF4-FFF2-40B4-BE49-F238E27FC236}">
                <a16:creationId xmlns:a16="http://schemas.microsoft.com/office/drawing/2014/main" id="{DAD39CF7-B89E-4038-83A8-220CF39C23E2}"/>
              </a:ext>
            </a:extLst>
          </p:cNvPr>
          <p:cNvPicPr>
            <a:picLocks noChangeAspect="1"/>
          </p:cNvPicPr>
          <p:nvPr/>
        </p:nvPicPr>
        <p:blipFill>
          <a:blip r:embed="rId44">
            <a:extLst>
              <a:ext uri="{28A0092B-C50C-407E-A947-70E740481C1C}">
                <a14:useLocalDpi xmlns:a14="http://schemas.microsoft.com/office/drawing/2010/main" val="0"/>
              </a:ext>
            </a:extLst>
          </a:blip>
          <a:srcRect/>
          <a:stretch/>
        </p:blipFill>
        <p:spPr>
          <a:xfrm>
            <a:off x="9563429" y="6352835"/>
            <a:ext cx="2241462" cy="358140"/>
          </a:xfrm>
          <a:prstGeom prst="rect">
            <a:avLst/>
          </a:prstGeom>
        </p:spPr>
      </p:pic>
      <p:grpSp>
        <p:nvGrpSpPr>
          <p:cNvPr id="50" name="组合 49">
            <a:extLst>
              <a:ext uri="{FF2B5EF4-FFF2-40B4-BE49-F238E27FC236}">
                <a16:creationId xmlns:a16="http://schemas.microsoft.com/office/drawing/2014/main" id="{35B39540-28EA-4EC2-B802-C79B061D068A}"/>
              </a:ext>
            </a:extLst>
          </p:cNvPr>
          <p:cNvGrpSpPr/>
          <p:nvPr/>
        </p:nvGrpSpPr>
        <p:grpSpPr>
          <a:xfrm>
            <a:off x="9246746" y="163602"/>
            <a:ext cx="2601448" cy="699841"/>
            <a:chOff x="3543449" y="317549"/>
            <a:chExt cx="5111153" cy="1375006"/>
          </a:xfrm>
        </p:grpSpPr>
        <p:grpSp>
          <p:nvGrpSpPr>
            <p:cNvPr id="51" name="组合 50">
              <a:extLst>
                <a:ext uri="{FF2B5EF4-FFF2-40B4-BE49-F238E27FC236}">
                  <a16:creationId xmlns:a16="http://schemas.microsoft.com/office/drawing/2014/main" id="{FC85283B-CF93-4B67-AB3B-2B9D24A94DBC}"/>
                </a:ext>
              </a:extLst>
            </p:cNvPr>
            <p:cNvGrpSpPr/>
            <p:nvPr/>
          </p:nvGrpSpPr>
          <p:grpSpPr>
            <a:xfrm>
              <a:off x="3543449" y="317549"/>
              <a:ext cx="5039813" cy="1375006"/>
              <a:chOff x="5643679" y="1377126"/>
              <a:chExt cx="6484036" cy="1769032"/>
            </a:xfrm>
          </p:grpSpPr>
          <p:pic>
            <p:nvPicPr>
              <p:cNvPr id="53" name="图片 52">
                <a:extLst>
                  <a:ext uri="{FF2B5EF4-FFF2-40B4-BE49-F238E27FC236}">
                    <a16:creationId xmlns:a16="http://schemas.microsoft.com/office/drawing/2014/main" id="{84BEFC97-5634-4475-8688-E5048F480ACC}"/>
                  </a:ext>
                </a:extLst>
              </p:cNvPr>
              <p:cNvPicPr>
                <a:picLocks noChangeAspect="1"/>
              </p:cNvPicPr>
              <p:nvPr/>
            </p:nvPicPr>
            <p:blipFill>
              <a:blip r:embed="rId45">
                <a:extLst>
                  <a:ext uri="{28A0092B-C50C-407E-A947-70E740481C1C}">
                    <a14:useLocalDpi xmlns:a14="http://schemas.microsoft.com/office/drawing/2010/main" val="0"/>
                  </a:ext>
                </a:extLst>
              </a:blip>
              <a:srcRect/>
              <a:stretch/>
            </p:blipFill>
            <p:spPr>
              <a:xfrm>
                <a:off x="5643679" y="1377126"/>
                <a:ext cx="1769025" cy="1769032"/>
              </a:xfrm>
              <a:prstGeom prst="rect">
                <a:avLst/>
              </a:prstGeom>
            </p:spPr>
          </p:pic>
          <p:pic>
            <p:nvPicPr>
              <p:cNvPr id="54" name="图片 53">
                <a:extLst>
                  <a:ext uri="{FF2B5EF4-FFF2-40B4-BE49-F238E27FC236}">
                    <a16:creationId xmlns:a16="http://schemas.microsoft.com/office/drawing/2014/main" id="{64787224-0580-4529-9F6B-232347CEC6DD}"/>
                  </a:ext>
                </a:extLst>
              </p:cNvPr>
              <p:cNvPicPr>
                <a:picLocks noChangeAspect="1"/>
              </p:cNvPicPr>
              <p:nvPr/>
            </p:nvPicPr>
            <p:blipFill>
              <a:blip r:embed="rId46">
                <a:extLst>
                  <a:ext uri="{28A0092B-C50C-407E-A947-70E740481C1C}">
                    <a14:useLocalDpi xmlns:a14="http://schemas.microsoft.com/office/drawing/2010/main" val="0"/>
                  </a:ext>
                </a:extLst>
              </a:blip>
              <a:srcRect/>
              <a:stretch/>
            </p:blipFill>
            <p:spPr>
              <a:xfrm>
                <a:off x="7412704" y="1671764"/>
                <a:ext cx="4715011" cy="772598"/>
              </a:xfrm>
              <a:prstGeom prst="rect">
                <a:avLst/>
              </a:prstGeom>
            </p:spPr>
          </p:pic>
        </p:grpSp>
        <p:sp>
          <p:nvSpPr>
            <p:cNvPr id="52" name="矩形 51">
              <a:extLst>
                <a:ext uri="{FF2B5EF4-FFF2-40B4-BE49-F238E27FC236}">
                  <a16:creationId xmlns:a16="http://schemas.microsoft.com/office/drawing/2014/main" id="{9D6A90DD-881B-499F-AB4C-98F69A3406ED}"/>
                </a:ext>
              </a:extLst>
            </p:cNvPr>
            <p:cNvSpPr/>
            <p:nvPr/>
          </p:nvSpPr>
          <p:spPr>
            <a:xfrm>
              <a:off x="4989790" y="1119399"/>
              <a:ext cx="3664812" cy="362821"/>
            </a:xfrm>
            <a:prstGeom prst="rect">
              <a:avLst/>
            </a:prstGeom>
          </p:spPr>
          <p:txBody>
            <a:bodyPr wrap="square">
              <a:spAutoFit/>
            </a:bodyPr>
            <a:lstStyle/>
            <a:p>
              <a:pPr algn="dist">
                <a:defRPr/>
              </a:pPr>
              <a:r>
                <a:rPr lang="en-US" altLang="zh-CN" sz="600" b="1" dirty="0">
                  <a:solidFill>
                    <a:prstClr val="black"/>
                  </a:solidFill>
                  <a:latin typeface="Calibri"/>
                  <a:ea typeface="宋体" panose="02010600030101010101" pitchFamily="2" charset="-122"/>
                </a:rPr>
                <a:t>BEIHANG UNIVERSITY</a:t>
              </a:r>
            </a:p>
          </p:txBody>
        </p:sp>
      </p:grpSp>
    </p:spTree>
    <p:extLst>
      <p:ext uri="{BB962C8B-B14F-4D97-AF65-F5344CB8AC3E}">
        <p14:creationId xmlns:p14="http://schemas.microsoft.com/office/powerpoint/2010/main" val="35367272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E2DD8E21-6A7C-433C-A64B-19B69634CB6D}"/>
              </a:ext>
            </a:extLst>
          </p:cNvPr>
          <p:cNvPicPr>
            <a:picLocks noChangeAspect="1"/>
          </p:cNvPicPr>
          <p:nvPr/>
        </p:nvPicPr>
        <p:blipFill>
          <a:blip r:embed="rId42">
            <a:extLst>
              <a:ext uri="{28A0092B-C50C-407E-A947-70E740481C1C}">
                <a14:useLocalDpi xmlns:a14="http://schemas.microsoft.com/office/drawing/2010/main" val="0"/>
              </a:ext>
            </a:extLst>
          </a:blip>
          <a:srcRect/>
          <a:stretch/>
        </p:blipFill>
        <p:spPr>
          <a:xfrm>
            <a:off x="5210617" y="2162374"/>
            <a:ext cx="6858000" cy="6858000"/>
          </a:xfrm>
          <a:prstGeom prst="rect">
            <a:avLst/>
          </a:prstGeom>
        </p:spPr>
      </p:pic>
      <p:pic>
        <p:nvPicPr>
          <p:cNvPr id="3" name="图片 2">
            <a:extLst>
              <a:ext uri="{FF2B5EF4-FFF2-40B4-BE49-F238E27FC236}">
                <a16:creationId xmlns:a16="http://schemas.microsoft.com/office/drawing/2014/main" id="{56C15579-E466-4C5D-B704-4B0769C938C1}"/>
              </a:ext>
            </a:extLst>
          </p:cNvPr>
          <p:cNvPicPr>
            <a:picLocks noChangeAspect="1"/>
          </p:cNvPicPr>
          <p:nvPr>
            <p:custDataLst>
              <p:tags r:id="rId1"/>
            </p:custDataLst>
          </p:nvPr>
        </p:nvPicPr>
        <p:blipFill>
          <a:blip r:embed="rId43">
            <a:extLst>
              <a:ext uri="{28A0092B-C50C-407E-A947-70E740481C1C}">
                <a14:useLocalDpi xmlns:a14="http://schemas.microsoft.com/office/drawing/2010/main" val="0"/>
              </a:ext>
            </a:extLst>
          </a:blip>
          <a:srcRect/>
          <a:stretch/>
        </p:blipFill>
        <p:spPr>
          <a:xfrm>
            <a:off x="0" y="0"/>
            <a:ext cx="5217483" cy="6885383"/>
          </a:xfrm>
          <a:custGeom>
            <a:avLst/>
            <a:gdLst>
              <a:gd name="connsiteX0" fmla="*/ 0 w 5204840"/>
              <a:gd name="connsiteY0" fmla="*/ 0 h 6858000"/>
              <a:gd name="connsiteX1" fmla="*/ 5204840 w 5204840"/>
              <a:gd name="connsiteY1" fmla="*/ 0 h 6858000"/>
              <a:gd name="connsiteX2" fmla="*/ 5204840 w 5204840"/>
              <a:gd name="connsiteY2" fmla="*/ 6858000 h 6858000"/>
              <a:gd name="connsiteX3" fmla="*/ 0 w 520484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204840" h="6858000">
                <a:moveTo>
                  <a:pt x="0" y="0"/>
                </a:moveTo>
                <a:lnTo>
                  <a:pt x="5204840" y="0"/>
                </a:lnTo>
                <a:lnTo>
                  <a:pt x="5204840" y="6858000"/>
                </a:lnTo>
                <a:lnTo>
                  <a:pt x="0" y="6858000"/>
                </a:lnTo>
                <a:close/>
              </a:path>
            </a:pathLst>
          </a:custGeom>
        </p:spPr>
      </p:pic>
      <p:sp>
        <p:nvSpPr>
          <p:cNvPr id="4" name="PA-矩形 8">
            <a:extLst>
              <a:ext uri="{FF2B5EF4-FFF2-40B4-BE49-F238E27FC236}">
                <a16:creationId xmlns:a16="http://schemas.microsoft.com/office/drawing/2014/main" id="{B8425D42-B8A7-466B-9E0E-7B14905687DB}"/>
              </a:ext>
            </a:extLst>
          </p:cNvPr>
          <p:cNvSpPr/>
          <p:nvPr>
            <p:custDataLst>
              <p:tags r:id="rId2"/>
            </p:custDataLst>
          </p:nvPr>
        </p:nvSpPr>
        <p:spPr>
          <a:xfrm>
            <a:off x="0" y="0"/>
            <a:ext cx="5217483" cy="6885384"/>
          </a:xfrm>
          <a:prstGeom prst="rect">
            <a:avLst/>
          </a:prstGeom>
          <a:gradFill flip="none" rotWithShape="1">
            <a:gsLst>
              <a:gs pos="0">
                <a:srgbClr val="0C49B7">
                  <a:alpha val="90000"/>
                </a:srgbClr>
              </a:gs>
              <a:gs pos="99000">
                <a:srgbClr val="0C49B7">
                  <a:alpha val="88000"/>
                </a:srgbClr>
              </a:gs>
              <a:gs pos="72000">
                <a:srgbClr val="0C49B7">
                  <a:alpha val="72000"/>
                </a:srgbClr>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grpSp>
        <p:nvGrpSpPr>
          <p:cNvPr id="5" name="PA-组合 20">
            <a:extLst>
              <a:ext uri="{FF2B5EF4-FFF2-40B4-BE49-F238E27FC236}">
                <a16:creationId xmlns:a16="http://schemas.microsoft.com/office/drawing/2014/main" id="{544E65DE-E04E-4D06-B461-B6FD292D8FF7}"/>
              </a:ext>
            </a:extLst>
          </p:cNvPr>
          <p:cNvGrpSpPr/>
          <p:nvPr>
            <p:custDataLst>
              <p:tags r:id="rId3"/>
            </p:custDataLst>
          </p:nvPr>
        </p:nvGrpSpPr>
        <p:grpSpPr>
          <a:xfrm>
            <a:off x="6503258" y="1506205"/>
            <a:ext cx="672405" cy="923330"/>
            <a:chOff x="7138670" y="1012807"/>
            <a:chExt cx="672405" cy="923330"/>
          </a:xfrm>
        </p:grpSpPr>
        <p:sp>
          <p:nvSpPr>
            <p:cNvPr id="6" name="PA-任意多边形 9">
              <a:extLst>
                <a:ext uri="{FF2B5EF4-FFF2-40B4-BE49-F238E27FC236}">
                  <a16:creationId xmlns:a16="http://schemas.microsoft.com/office/drawing/2014/main" id="{5AE63727-6425-4E4C-A687-0973AE6142E6}"/>
                </a:ext>
              </a:extLst>
            </p:cNvPr>
            <p:cNvSpPr/>
            <p:nvPr>
              <p:custDataLst>
                <p:tags r:id="rId39"/>
              </p:custDataLst>
            </p:nvPr>
          </p:nvSpPr>
          <p:spPr>
            <a:xfrm>
              <a:off x="7138670" y="1555752"/>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alpha val="80000"/>
                  </a:srgbClr>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7" name="PA-文本框 13">
              <a:extLst>
                <a:ext uri="{FF2B5EF4-FFF2-40B4-BE49-F238E27FC236}">
                  <a16:creationId xmlns:a16="http://schemas.microsoft.com/office/drawing/2014/main" id="{83C708AF-9BA4-4128-9EB6-7E9683DF9978}"/>
                </a:ext>
              </a:extLst>
            </p:cNvPr>
            <p:cNvSpPr txBox="1"/>
            <p:nvPr>
              <p:custDataLst>
                <p:tags r:id="rId40"/>
              </p:custDataLst>
            </p:nvPr>
          </p:nvSpPr>
          <p:spPr>
            <a:xfrm>
              <a:off x="7186365" y="1012807"/>
              <a:ext cx="624710"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54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1</a:t>
              </a:r>
              <a:endParaRPr kumimoji="0" lang="zh-CN" altLang="en-US" sz="54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grpSp>
        <p:nvGrpSpPr>
          <p:cNvPr id="8" name="PA-组合 19">
            <a:extLst>
              <a:ext uri="{FF2B5EF4-FFF2-40B4-BE49-F238E27FC236}">
                <a16:creationId xmlns:a16="http://schemas.microsoft.com/office/drawing/2014/main" id="{D4092302-0A09-4D84-9F50-0D98FAD79F4F}"/>
              </a:ext>
            </a:extLst>
          </p:cNvPr>
          <p:cNvGrpSpPr/>
          <p:nvPr>
            <p:custDataLst>
              <p:tags r:id="rId4"/>
            </p:custDataLst>
          </p:nvPr>
        </p:nvGrpSpPr>
        <p:grpSpPr>
          <a:xfrm>
            <a:off x="6503258" y="2617813"/>
            <a:ext cx="672405" cy="830997"/>
            <a:chOff x="7138670" y="2490624"/>
            <a:chExt cx="672405" cy="830997"/>
          </a:xfrm>
        </p:grpSpPr>
        <p:sp>
          <p:nvSpPr>
            <p:cNvPr id="9" name="PA-任意多边形 10">
              <a:extLst>
                <a:ext uri="{FF2B5EF4-FFF2-40B4-BE49-F238E27FC236}">
                  <a16:creationId xmlns:a16="http://schemas.microsoft.com/office/drawing/2014/main" id="{E651FD2B-BC75-4533-9A50-864C618A08D1}"/>
                </a:ext>
              </a:extLst>
            </p:cNvPr>
            <p:cNvSpPr/>
            <p:nvPr>
              <p:custDataLst>
                <p:tags r:id="rId37"/>
              </p:custDataLst>
            </p:nvPr>
          </p:nvSpPr>
          <p:spPr>
            <a:xfrm>
              <a:off x="7138670" y="2967858"/>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0" name="PA-文本框 14">
              <a:extLst>
                <a:ext uri="{FF2B5EF4-FFF2-40B4-BE49-F238E27FC236}">
                  <a16:creationId xmlns:a16="http://schemas.microsoft.com/office/drawing/2014/main" id="{361B69A5-484C-4433-84E0-77FC48DE454A}"/>
                </a:ext>
              </a:extLst>
            </p:cNvPr>
            <p:cNvSpPr txBox="1"/>
            <p:nvPr>
              <p:custDataLst>
                <p:tags r:id="rId38"/>
              </p:custDataLst>
            </p:nvPr>
          </p:nvSpPr>
          <p:spPr>
            <a:xfrm>
              <a:off x="7186365" y="2490624"/>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2</a:t>
              </a:r>
              <a:endParaRPr kumimoji="0" lang="zh-CN" altLang="en-US"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sp>
        <p:nvSpPr>
          <p:cNvPr id="11" name="PA-任意多边形 11">
            <a:extLst>
              <a:ext uri="{FF2B5EF4-FFF2-40B4-BE49-F238E27FC236}">
                <a16:creationId xmlns:a16="http://schemas.microsoft.com/office/drawing/2014/main" id="{0C6A22C7-632D-4EAA-84F6-BB995F892E90}"/>
              </a:ext>
            </a:extLst>
          </p:cNvPr>
          <p:cNvSpPr/>
          <p:nvPr>
            <p:custDataLst>
              <p:tags r:id="rId5"/>
            </p:custDataLst>
          </p:nvPr>
        </p:nvSpPr>
        <p:spPr>
          <a:xfrm>
            <a:off x="6503258" y="4131791"/>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2" name="PA-文本框 15">
            <a:extLst>
              <a:ext uri="{FF2B5EF4-FFF2-40B4-BE49-F238E27FC236}">
                <a16:creationId xmlns:a16="http://schemas.microsoft.com/office/drawing/2014/main" id="{4F1AAC34-D1AA-4B8E-875A-B73F5C6A19A6}"/>
              </a:ext>
            </a:extLst>
          </p:cNvPr>
          <p:cNvSpPr txBox="1"/>
          <p:nvPr>
            <p:custDataLst>
              <p:tags r:id="rId6"/>
            </p:custDataLst>
          </p:nvPr>
        </p:nvSpPr>
        <p:spPr>
          <a:xfrm>
            <a:off x="6550953" y="3637087"/>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1200" cap="none" spc="0" normalizeH="0" baseline="0" noProof="0" dirty="0">
                <a:ln>
                  <a:noFill/>
                </a:ln>
                <a:solidFill>
                  <a:srgbClr val="0C49B7"/>
                </a:solidFill>
                <a:effectLst/>
                <a:uLnTx/>
                <a:uFillTx/>
                <a:latin typeface="Arial" panose="020F0502020204030204"/>
                <a:ea typeface="微软雅黑"/>
                <a:cs typeface="+mn-ea"/>
                <a:sym typeface="+mn-lt"/>
              </a:rPr>
              <a:t>3</a:t>
            </a:r>
            <a:endParaRPr kumimoji="0" lang="zh-CN" altLang="en-US" sz="4800" b="1" i="1" u="none" strike="noStrike" kern="120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nvGrpSpPr>
          <p:cNvPr id="13" name="PA-组合 17">
            <a:extLst>
              <a:ext uri="{FF2B5EF4-FFF2-40B4-BE49-F238E27FC236}">
                <a16:creationId xmlns:a16="http://schemas.microsoft.com/office/drawing/2014/main" id="{23FD3DFC-F47F-468F-9237-BB35998F5CC6}"/>
              </a:ext>
            </a:extLst>
          </p:cNvPr>
          <p:cNvGrpSpPr/>
          <p:nvPr>
            <p:custDataLst>
              <p:tags r:id="rId7"/>
            </p:custDataLst>
          </p:nvPr>
        </p:nvGrpSpPr>
        <p:grpSpPr>
          <a:xfrm>
            <a:off x="6503258" y="4656362"/>
            <a:ext cx="672405" cy="830997"/>
            <a:chOff x="7138670" y="5303103"/>
            <a:chExt cx="672405" cy="830997"/>
          </a:xfrm>
        </p:grpSpPr>
        <p:sp>
          <p:nvSpPr>
            <p:cNvPr id="14" name="PA-任意多边形 12">
              <a:extLst>
                <a:ext uri="{FF2B5EF4-FFF2-40B4-BE49-F238E27FC236}">
                  <a16:creationId xmlns:a16="http://schemas.microsoft.com/office/drawing/2014/main" id="{4821D58B-BF15-4F91-AA07-CCC7DD02465D}"/>
                </a:ext>
              </a:extLst>
            </p:cNvPr>
            <p:cNvSpPr/>
            <p:nvPr>
              <p:custDataLst>
                <p:tags r:id="rId35"/>
              </p:custDataLst>
            </p:nvPr>
          </p:nvSpPr>
          <p:spPr>
            <a:xfrm>
              <a:off x="7138670" y="5792070"/>
              <a:ext cx="360050" cy="202528"/>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gradFill flip="none" rotWithShape="1">
              <a:gsLst>
                <a:gs pos="2000">
                  <a:srgbClr val="0C49B7"/>
                </a:gs>
                <a:gs pos="72000">
                  <a:srgbClr val="1F497D">
                    <a:lumMod val="40000"/>
                    <a:lumOff val="60000"/>
                  </a:srgbClr>
                </a:gs>
                <a:gs pos="100000">
                  <a:srgbClr val="1F497D">
                    <a:lumMod val="20000"/>
                    <a:lumOff val="80000"/>
                  </a:srgbClr>
                </a:gs>
              </a:gsLst>
              <a:lin ang="8400000" scaled="0"/>
              <a:tileRect/>
            </a:gra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15" name="PA-文本框 16">
              <a:extLst>
                <a:ext uri="{FF2B5EF4-FFF2-40B4-BE49-F238E27FC236}">
                  <a16:creationId xmlns:a16="http://schemas.microsoft.com/office/drawing/2014/main" id="{7ADD5B8F-333F-4C20-B60B-98841A6CD727}"/>
                </a:ext>
              </a:extLst>
            </p:cNvPr>
            <p:cNvSpPr txBox="1"/>
            <p:nvPr>
              <p:custDataLst>
                <p:tags r:id="rId36"/>
              </p:custDataLst>
            </p:nvPr>
          </p:nvSpPr>
          <p:spPr>
            <a:xfrm>
              <a:off x="7186365" y="5303103"/>
              <a:ext cx="62471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rPr>
                <a:t>4</a:t>
              </a:r>
              <a:endParaRPr kumimoji="0" lang="zh-CN" altLang="en-US" sz="4800" b="1" i="1" u="none" strike="noStrike" kern="0" cap="none" spc="0" normalizeH="0" baseline="0" noProof="0" dirty="0">
                <a:ln>
                  <a:noFill/>
                </a:ln>
                <a:solidFill>
                  <a:srgbClr val="0C49B7"/>
                </a:solidFill>
                <a:effectLst/>
                <a:uLnTx/>
                <a:uFillTx/>
                <a:latin typeface="Arial" panose="020F0502020204030204"/>
                <a:ea typeface="微软雅黑"/>
                <a:cs typeface="+mn-ea"/>
                <a:sym typeface="+mn-lt"/>
              </a:endParaRPr>
            </a:p>
          </p:txBody>
        </p:sp>
      </p:grpSp>
      <p:sp>
        <p:nvSpPr>
          <p:cNvPr id="16" name="PA-文本框 21">
            <a:extLst>
              <a:ext uri="{FF2B5EF4-FFF2-40B4-BE49-F238E27FC236}">
                <a16:creationId xmlns:a16="http://schemas.microsoft.com/office/drawing/2014/main" id="{B6AA1633-2AFB-49F2-A20A-6A706617F57C}"/>
              </a:ext>
            </a:extLst>
          </p:cNvPr>
          <p:cNvSpPr txBox="1"/>
          <p:nvPr>
            <p:custDataLst>
              <p:tags r:id="rId8"/>
            </p:custDataLst>
          </p:nvPr>
        </p:nvSpPr>
        <p:spPr>
          <a:xfrm>
            <a:off x="7112164" y="1818317"/>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7" name="PA-文本框 22">
            <a:extLst>
              <a:ext uri="{FF2B5EF4-FFF2-40B4-BE49-F238E27FC236}">
                <a16:creationId xmlns:a16="http://schemas.microsoft.com/office/drawing/2014/main" id="{24224216-FB20-45F4-AE16-1620EEC28419}"/>
              </a:ext>
            </a:extLst>
          </p:cNvPr>
          <p:cNvSpPr txBox="1"/>
          <p:nvPr>
            <p:custDataLst>
              <p:tags r:id="rId9"/>
            </p:custDataLst>
          </p:nvPr>
        </p:nvSpPr>
        <p:spPr>
          <a:xfrm>
            <a:off x="7173124" y="2802478"/>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8" name="PA-文本框 23">
            <a:extLst>
              <a:ext uri="{FF2B5EF4-FFF2-40B4-BE49-F238E27FC236}">
                <a16:creationId xmlns:a16="http://schemas.microsoft.com/office/drawing/2014/main" id="{6F32AD88-5107-4512-9EDD-6499E8926D1E}"/>
              </a:ext>
            </a:extLst>
          </p:cNvPr>
          <p:cNvSpPr txBox="1"/>
          <p:nvPr>
            <p:custDataLst>
              <p:tags r:id="rId10"/>
            </p:custDataLst>
          </p:nvPr>
        </p:nvSpPr>
        <p:spPr>
          <a:xfrm>
            <a:off x="7173124" y="3825365"/>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sp>
        <p:nvSpPr>
          <p:cNvPr id="19" name="PA-文本框 24">
            <a:extLst>
              <a:ext uri="{FF2B5EF4-FFF2-40B4-BE49-F238E27FC236}">
                <a16:creationId xmlns:a16="http://schemas.microsoft.com/office/drawing/2014/main" id="{40A38835-29DE-484F-9D1E-7AB6634C239F}"/>
              </a:ext>
            </a:extLst>
          </p:cNvPr>
          <p:cNvSpPr txBox="1"/>
          <p:nvPr>
            <p:custDataLst>
              <p:tags r:id="rId11"/>
            </p:custDataLst>
          </p:nvPr>
        </p:nvSpPr>
        <p:spPr>
          <a:xfrm>
            <a:off x="7173123" y="4841027"/>
            <a:ext cx="3611122"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768394">
                    <a:lumMod val="75000"/>
                  </a:srgbClr>
                </a:solidFill>
                <a:effectLst/>
                <a:uLnTx/>
                <a:uFillTx/>
                <a:latin typeface="Arial" panose="020F0502020204030204"/>
                <a:ea typeface="微软雅黑"/>
                <a:cs typeface="+mn-ea"/>
                <a:sym typeface="+mn-lt"/>
              </a:rPr>
              <a:t>在这里输入你的章节标题</a:t>
            </a:r>
          </a:p>
        </p:txBody>
      </p:sp>
      <p:cxnSp>
        <p:nvCxnSpPr>
          <p:cNvPr id="20" name="PA-直接连接符 25">
            <a:extLst>
              <a:ext uri="{FF2B5EF4-FFF2-40B4-BE49-F238E27FC236}">
                <a16:creationId xmlns:a16="http://schemas.microsoft.com/office/drawing/2014/main" id="{B1CDB9DF-B861-4E16-BBDD-4442E92A69B0}"/>
              </a:ext>
            </a:extLst>
          </p:cNvPr>
          <p:cNvCxnSpPr>
            <a:cxnSpLocks/>
          </p:cNvCxnSpPr>
          <p:nvPr>
            <p:custDataLst>
              <p:tags r:id="rId12"/>
            </p:custDataLst>
          </p:nvPr>
        </p:nvCxnSpPr>
        <p:spPr>
          <a:xfrm flipV="1">
            <a:off x="5565474" y="4867219"/>
            <a:ext cx="628650" cy="358139"/>
          </a:xfrm>
          <a:prstGeom prst="line">
            <a:avLst/>
          </a:prstGeom>
          <a:noFill/>
          <a:ln w="57150" cap="rnd" cmpd="sng" algn="ctr">
            <a:gradFill>
              <a:gsLst>
                <a:gs pos="0">
                  <a:srgbClr val="FFFFFF">
                    <a:alpha val="77000"/>
                  </a:srgbClr>
                </a:gs>
                <a:gs pos="100000">
                  <a:srgbClr val="0C49B7"/>
                </a:gs>
              </a:gsLst>
              <a:lin ang="5400000" scaled="1"/>
            </a:gradFill>
            <a:prstDash val="solid"/>
            <a:round/>
          </a:ln>
          <a:effectLst/>
        </p:spPr>
      </p:cxnSp>
      <p:cxnSp>
        <p:nvCxnSpPr>
          <p:cNvPr id="21" name="PA-直接连接符 26">
            <a:extLst>
              <a:ext uri="{FF2B5EF4-FFF2-40B4-BE49-F238E27FC236}">
                <a16:creationId xmlns:a16="http://schemas.microsoft.com/office/drawing/2014/main" id="{4C06CD10-1C46-4AD6-AC9F-65EF3D0A4BD8}"/>
              </a:ext>
            </a:extLst>
          </p:cNvPr>
          <p:cNvCxnSpPr>
            <a:cxnSpLocks/>
          </p:cNvCxnSpPr>
          <p:nvPr>
            <p:custDataLst>
              <p:tags r:id="rId13"/>
            </p:custDataLst>
          </p:nvPr>
        </p:nvCxnSpPr>
        <p:spPr>
          <a:xfrm flipV="1">
            <a:off x="6108366" y="5945110"/>
            <a:ext cx="1149834" cy="616027"/>
          </a:xfrm>
          <a:prstGeom prst="line">
            <a:avLst/>
          </a:prstGeom>
          <a:noFill/>
          <a:ln w="63500" cap="rnd" cmpd="sng" algn="ctr">
            <a:gradFill>
              <a:gsLst>
                <a:gs pos="0">
                  <a:srgbClr val="FFFFFF">
                    <a:alpha val="0"/>
                  </a:srgbClr>
                </a:gs>
                <a:gs pos="70000">
                  <a:srgbClr val="0C49B7"/>
                </a:gs>
              </a:gsLst>
              <a:lin ang="5400000" scaled="1"/>
            </a:gradFill>
            <a:prstDash val="solid"/>
            <a:round/>
          </a:ln>
          <a:effectLst/>
        </p:spPr>
      </p:cxnSp>
      <p:cxnSp>
        <p:nvCxnSpPr>
          <p:cNvPr id="22" name="PA-直接连接符 28">
            <a:extLst>
              <a:ext uri="{FF2B5EF4-FFF2-40B4-BE49-F238E27FC236}">
                <a16:creationId xmlns:a16="http://schemas.microsoft.com/office/drawing/2014/main" id="{E6993954-9ED5-460C-8361-29A1A7CD1099}"/>
              </a:ext>
            </a:extLst>
          </p:cNvPr>
          <p:cNvCxnSpPr>
            <a:cxnSpLocks/>
          </p:cNvCxnSpPr>
          <p:nvPr>
            <p:custDataLst>
              <p:tags r:id="rId14"/>
            </p:custDataLst>
          </p:nvPr>
        </p:nvCxnSpPr>
        <p:spPr>
          <a:xfrm rot="10800000" flipV="1">
            <a:off x="10644665" y="2068110"/>
            <a:ext cx="628650" cy="358139"/>
          </a:xfrm>
          <a:prstGeom prst="line">
            <a:avLst/>
          </a:prstGeom>
          <a:noFill/>
          <a:ln w="44450" cap="rnd" cmpd="sng" algn="ctr">
            <a:gradFill>
              <a:gsLst>
                <a:gs pos="0">
                  <a:srgbClr val="FFFFFF">
                    <a:alpha val="74000"/>
                  </a:srgbClr>
                </a:gs>
                <a:gs pos="100000">
                  <a:srgbClr val="0C49B7"/>
                </a:gs>
              </a:gsLst>
              <a:lin ang="5400000" scaled="1"/>
            </a:gradFill>
            <a:prstDash val="solid"/>
            <a:round/>
          </a:ln>
          <a:effectLst/>
        </p:spPr>
      </p:cxnSp>
      <p:cxnSp>
        <p:nvCxnSpPr>
          <p:cNvPr id="23" name="PA-直接连接符 29">
            <a:extLst>
              <a:ext uri="{FF2B5EF4-FFF2-40B4-BE49-F238E27FC236}">
                <a16:creationId xmlns:a16="http://schemas.microsoft.com/office/drawing/2014/main" id="{C26C1245-5E7E-4901-8CA8-B299631E1023}"/>
              </a:ext>
            </a:extLst>
          </p:cNvPr>
          <p:cNvCxnSpPr>
            <a:cxnSpLocks/>
          </p:cNvCxnSpPr>
          <p:nvPr>
            <p:custDataLst>
              <p:tags r:id="rId15"/>
            </p:custDataLst>
          </p:nvPr>
        </p:nvCxnSpPr>
        <p:spPr>
          <a:xfrm rot="10800000" flipV="1">
            <a:off x="9972553" y="1052737"/>
            <a:ext cx="1149834" cy="616027"/>
          </a:xfrm>
          <a:prstGeom prst="line">
            <a:avLst/>
          </a:prstGeom>
          <a:noFill/>
          <a:ln w="63500" cap="rnd" cmpd="sng" algn="ctr">
            <a:gradFill>
              <a:gsLst>
                <a:gs pos="0">
                  <a:srgbClr val="FFFFFF">
                    <a:alpha val="74000"/>
                  </a:srgbClr>
                </a:gs>
                <a:gs pos="100000">
                  <a:srgbClr val="0C49B7"/>
                </a:gs>
              </a:gsLst>
              <a:lin ang="5400000" scaled="1"/>
            </a:gradFill>
            <a:prstDash val="solid"/>
            <a:round/>
          </a:ln>
          <a:effectLst/>
        </p:spPr>
      </p:cxnSp>
      <p:cxnSp>
        <p:nvCxnSpPr>
          <p:cNvPr id="24" name="PA-直接连接符 31">
            <a:extLst>
              <a:ext uri="{FF2B5EF4-FFF2-40B4-BE49-F238E27FC236}">
                <a16:creationId xmlns:a16="http://schemas.microsoft.com/office/drawing/2014/main" id="{0DC1A706-43B6-45B5-A650-ED3BEC16E46F}"/>
              </a:ext>
            </a:extLst>
          </p:cNvPr>
          <p:cNvCxnSpPr>
            <a:cxnSpLocks/>
          </p:cNvCxnSpPr>
          <p:nvPr>
            <p:custDataLst>
              <p:tags r:id="rId16"/>
            </p:custDataLst>
          </p:nvPr>
        </p:nvCxnSpPr>
        <p:spPr>
          <a:xfrm flipV="1">
            <a:off x="7646099" y="4596709"/>
            <a:ext cx="315585" cy="179789"/>
          </a:xfrm>
          <a:prstGeom prst="line">
            <a:avLst/>
          </a:prstGeom>
          <a:noFill/>
          <a:ln w="69850" cap="rnd" cmpd="sng" algn="ctr">
            <a:gradFill>
              <a:gsLst>
                <a:gs pos="0">
                  <a:srgbClr val="FFFFFF">
                    <a:alpha val="77000"/>
                  </a:srgbClr>
                </a:gs>
                <a:gs pos="100000">
                  <a:srgbClr val="0C49B7"/>
                </a:gs>
              </a:gsLst>
              <a:lin ang="5400000" scaled="1"/>
            </a:gradFill>
            <a:prstDash val="solid"/>
            <a:round/>
          </a:ln>
          <a:effectLst/>
        </p:spPr>
      </p:cxnSp>
      <p:cxnSp>
        <p:nvCxnSpPr>
          <p:cNvPr id="25" name="PA-直接连接符 33">
            <a:extLst>
              <a:ext uri="{FF2B5EF4-FFF2-40B4-BE49-F238E27FC236}">
                <a16:creationId xmlns:a16="http://schemas.microsoft.com/office/drawing/2014/main" id="{A9216DC7-E6A3-4E10-B246-5C19FD402407}"/>
              </a:ext>
            </a:extLst>
          </p:cNvPr>
          <p:cNvCxnSpPr>
            <a:cxnSpLocks/>
          </p:cNvCxnSpPr>
          <p:nvPr>
            <p:custDataLst>
              <p:tags r:id="rId17"/>
            </p:custDataLst>
          </p:nvPr>
        </p:nvCxnSpPr>
        <p:spPr>
          <a:xfrm flipV="1">
            <a:off x="6970741" y="5579561"/>
            <a:ext cx="574917" cy="277128"/>
          </a:xfrm>
          <a:prstGeom prst="line">
            <a:avLst/>
          </a:prstGeom>
          <a:noFill/>
          <a:ln w="47625" cap="rnd" cmpd="sng" algn="ctr">
            <a:gradFill>
              <a:gsLst>
                <a:gs pos="0">
                  <a:srgbClr val="FFFFFF">
                    <a:alpha val="0"/>
                  </a:srgbClr>
                </a:gs>
                <a:gs pos="100000">
                  <a:srgbClr val="0C49B7"/>
                </a:gs>
              </a:gsLst>
              <a:lin ang="5400000" scaled="1"/>
            </a:gradFill>
            <a:prstDash val="solid"/>
            <a:round/>
          </a:ln>
          <a:effectLst/>
        </p:spPr>
      </p:cxnSp>
      <p:cxnSp>
        <p:nvCxnSpPr>
          <p:cNvPr id="26" name="PA-直接连接符 35">
            <a:extLst>
              <a:ext uri="{FF2B5EF4-FFF2-40B4-BE49-F238E27FC236}">
                <a16:creationId xmlns:a16="http://schemas.microsoft.com/office/drawing/2014/main" id="{160F15A8-1967-4B3C-B028-AC067ABA6A91}"/>
              </a:ext>
            </a:extLst>
          </p:cNvPr>
          <p:cNvCxnSpPr>
            <a:cxnSpLocks/>
          </p:cNvCxnSpPr>
          <p:nvPr>
            <p:custDataLst>
              <p:tags r:id="rId18"/>
            </p:custDataLst>
          </p:nvPr>
        </p:nvCxnSpPr>
        <p:spPr>
          <a:xfrm rot="10800000" flipV="1">
            <a:off x="10094636" y="2108314"/>
            <a:ext cx="628650" cy="358139"/>
          </a:xfrm>
          <a:prstGeom prst="line">
            <a:avLst/>
          </a:prstGeom>
          <a:noFill/>
          <a:ln w="31750" cap="rnd" cmpd="sng" algn="ctr">
            <a:gradFill>
              <a:gsLst>
                <a:gs pos="0">
                  <a:srgbClr val="FFFFFF">
                    <a:alpha val="74000"/>
                  </a:srgbClr>
                </a:gs>
                <a:gs pos="100000">
                  <a:srgbClr val="0C49B7"/>
                </a:gs>
              </a:gsLst>
              <a:lin ang="5400000" scaled="1"/>
            </a:gradFill>
            <a:prstDash val="solid"/>
            <a:round/>
          </a:ln>
          <a:effectLst/>
        </p:spPr>
      </p:cxnSp>
      <p:cxnSp>
        <p:nvCxnSpPr>
          <p:cNvPr id="27" name="PA-直接连接符 36">
            <a:extLst>
              <a:ext uri="{FF2B5EF4-FFF2-40B4-BE49-F238E27FC236}">
                <a16:creationId xmlns:a16="http://schemas.microsoft.com/office/drawing/2014/main" id="{703A7BCF-F296-4A3F-B2C6-A5AC8BE62B11}"/>
              </a:ext>
            </a:extLst>
          </p:cNvPr>
          <p:cNvCxnSpPr>
            <a:cxnSpLocks/>
          </p:cNvCxnSpPr>
          <p:nvPr>
            <p:custDataLst>
              <p:tags r:id="rId19"/>
            </p:custDataLst>
          </p:nvPr>
        </p:nvCxnSpPr>
        <p:spPr>
          <a:xfrm flipH="1">
            <a:off x="9035548" y="2496875"/>
            <a:ext cx="301333" cy="171668"/>
          </a:xfrm>
          <a:prstGeom prst="line">
            <a:avLst/>
          </a:prstGeom>
          <a:noFill/>
          <a:ln w="47625" cap="rnd" cmpd="sng" algn="ctr">
            <a:gradFill>
              <a:gsLst>
                <a:gs pos="0">
                  <a:srgbClr val="FFFFFF">
                    <a:alpha val="74000"/>
                  </a:srgbClr>
                </a:gs>
                <a:gs pos="100000">
                  <a:srgbClr val="0C49B7"/>
                </a:gs>
              </a:gsLst>
              <a:lin ang="5400000" scaled="1"/>
            </a:gradFill>
            <a:prstDash val="solid"/>
            <a:round/>
          </a:ln>
          <a:effectLst/>
        </p:spPr>
      </p:cxnSp>
      <p:cxnSp>
        <p:nvCxnSpPr>
          <p:cNvPr id="28" name="PA-直接连接符 38">
            <a:extLst>
              <a:ext uri="{FF2B5EF4-FFF2-40B4-BE49-F238E27FC236}">
                <a16:creationId xmlns:a16="http://schemas.microsoft.com/office/drawing/2014/main" id="{31466D33-067B-436E-9189-4C14B55F82D2}"/>
              </a:ext>
            </a:extLst>
          </p:cNvPr>
          <p:cNvCxnSpPr>
            <a:cxnSpLocks/>
          </p:cNvCxnSpPr>
          <p:nvPr>
            <p:custDataLst>
              <p:tags r:id="rId20"/>
            </p:custDataLst>
          </p:nvPr>
        </p:nvCxnSpPr>
        <p:spPr>
          <a:xfrm flipH="1">
            <a:off x="9452915" y="1541448"/>
            <a:ext cx="301333" cy="171668"/>
          </a:xfrm>
          <a:prstGeom prst="line">
            <a:avLst/>
          </a:prstGeom>
          <a:noFill/>
          <a:ln w="76200" cap="rnd" cmpd="sng" algn="ctr">
            <a:gradFill>
              <a:gsLst>
                <a:gs pos="0">
                  <a:srgbClr val="FFFFFF">
                    <a:alpha val="74000"/>
                  </a:srgbClr>
                </a:gs>
                <a:gs pos="100000">
                  <a:srgbClr val="0C49B7"/>
                </a:gs>
              </a:gsLst>
              <a:lin ang="5400000" scaled="1"/>
            </a:gradFill>
            <a:prstDash val="solid"/>
            <a:round/>
          </a:ln>
          <a:effectLst/>
        </p:spPr>
      </p:cxnSp>
      <p:grpSp>
        <p:nvGrpSpPr>
          <p:cNvPr id="29" name="组合 28">
            <a:extLst>
              <a:ext uri="{FF2B5EF4-FFF2-40B4-BE49-F238E27FC236}">
                <a16:creationId xmlns:a16="http://schemas.microsoft.com/office/drawing/2014/main" id="{BA6BB25C-7DD1-4681-BC3E-F43CF9CCB8BA}"/>
              </a:ext>
            </a:extLst>
          </p:cNvPr>
          <p:cNvGrpSpPr/>
          <p:nvPr/>
        </p:nvGrpSpPr>
        <p:grpSpPr>
          <a:xfrm>
            <a:off x="357611" y="1592658"/>
            <a:ext cx="4378398" cy="3207306"/>
            <a:chOff x="1043940" y="2140627"/>
            <a:chExt cx="4000500" cy="2930484"/>
          </a:xfrm>
        </p:grpSpPr>
        <p:sp>
          <p:nvSpPr>
            <p:cNvPr id="30" name="PA-右中括号 1">
              <a:extLst>
                <a:ext uri="{FF2B5EF4-FFF2-40B4-BE49-F238E27FC236}">
                  <a16:creationId xmlns:a16="http://schemas.microsoft.com/office/drawing/2014/main" id="{A4FA0CBB-228A-40EC-83EA-E519283E72D4}"/>
                </a:ext>
              </a:extLst>
            </p:cNvPr>
            <p:cNvSpPr/>
            <p:nvPr>
              <p:custDataLst>
                <p:tags r:id="rId21"/>
              </p:custDataLst>
            </p:nvPr>
          </p:nvSpPr>
          <p:spPr>
            <a:xfrm rot="16200000">
              <a:off x="2712720" y="1310047"/>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000000"/>
                </a:solidFill>
                <a:effectLst/>
                <a:uLnTx/>
                <a:uFillTx/>
                <a:latin typeface="Arial" panose="020F0502020204030204"/>
                <a:ea typeface="微软雅黑"/>
                <a:cs typeface="+mn-ea"/>
                <a:sym typeface="+mn-lt"/>
              </a:endParaRPr>
            </a:p>
          </p:txBody>
        </p:sp>
        <p:sp>
          <p:nvSpPr>
            <p:cNvPr id="31" name="PA-右中括号 3">
              <a:extLst>
                <a:ext uri="{FF2B5EF4-FFF2-40B4-BE49-F238E27FC236}">
                  <a16:creationId xmlns:a16="http://schemas.microsoft.com/office/drawing/2014/main" id="{2C4BCB87-CA47-4225-94BF-BB6E414A6D2C}"/>
                </a:ext>
              </a:extLst>
            </p:cNvPr>
            <p:cNvSpPr/>
            <p:nvPr>
              <p:custDataLst>
                <p:tags r:id="rId22"/>
              </p:custDataLst>
            </p:nvPr>
          </p:nvSpPr>
          <p:spPr>
            <a:xfrm rot="5400000" flipV="1">
              <a:off x="2712720" y="3577591"/>
              <a:ext cx="662940" cy="2324100"/>
            </a:xfrm>
            <a:prstGeom prst="rightBracket">
              <a:avLst>
                <a:gd name="adj" fmla="val 0"/>
              </a:avLst>
            </a:prstGeom>
            <a:noFill/>
            <a:ln w="38100" cap="flat" cmpd="sng" algn="ctr">
              <a:solidFill>
                <a:srgbClr val="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F0502020204030204"/>
                <a:ea typeface="微软雅黑"/>
                <a:cs typeface="+mn-ea"/>
                <a:sym typeface="+mn-lt"/>
              </a:endParaRPr>
            </a:p>
          </p:txBody>
        </p:sp>
        <p:sp>
          <p:nvSpPr>
            <p:cNvPr id="32" name="PA-矩形 4">
              <a:extLst>
                <a:ext uri="{FF2B5EF4-FFF2-40B4-BE49-F238E27FC236}">
                  <a16:creationId xmlns:a16="http://schemas.microsoft.com/office/drawing/2014/main" id="{6F90D814-A7AB-48C9-8870-128CD67C77FF}"/>
                </a:ext>
              </a:extLst>
            </p:cNvPr>
            <p:cNvSpPr/>
            <p:nvPr>
              <p:custDataLst>
                <p:tags r:id="rId23"/>
              </p:custDataLst>
            </p:nvPr>
          </p:nvSpPr>
          <p:spPr>
            <a:xfrm>
              <a:off x="1043940" y="2951479"/>
              <a:ext cx="4000500" cy="1087120"/>
            </a:xfrm>
            <a:prstGeom prst="rect">
              <a:avLst/>
            </a:prstGeom>
            <a:solidFill>
              <a:srgbClr val="FFFFFF">
                <a:alpha val="55000"/>
              </a:srgbClr>
            </a:solidFill>
            <a:ln w="12700" cap="flat" cmpd="sng" algn="ctr">
              <a:gradFill>
                <a:gsLst>
                  <a:gs pos="0">
                    <a:srgbClr val="00723E">
                      <a:lumMod val="5000"/>
                      <a:lumOff val="95000"/>
                    </a:srgbClr>
                  </a:gs>
                  <a:gs pos="69400">
                    <a:srgbClr val="FAFFFD">
                      <a:alpha val="33000"/>
                    </a:srgbClr>
                  </a:gs>
                  <a:gs pos="32000">
                    <a:srgbClr val="F3FFFA">
                      <a:alpha val="0"/>
                    </a:srgbClr>
                  </a:gs>
                  <a:gs pos="100000">
                    <a:srgbClr val="FFFFFF">
                      <a:alpha val="94000"/>
                    </a:srgbClr>
                  </a:gs>
                </a:gsLst>
                <a:lin ang="5400000" scaled="1"/>
              </a:gra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33" name="PA-文本框 5">
              <a:extLst>
                <a:ext uri="{FF2B5EF4-FFF2-40B4-BE49-F238E27FC236}">
                  <a16:creationId xmlns:a16="http://schemas.microsoft.com/office/drawing/2014/main" id="{865FD881-47EC-44E8-8B39-0EEEFF8A2465}"/>
                </a:ext>
              </a:extLst>
            </p:cNvPr>
            <p:cNvSpPr txBox="1"/>
            <p:nvPr>
              <p:custDataLst>
                <p:tags r:id="rId24"/>
              </p:custDataLst>
            </p:nvPr>
          </p:nvSpPr>
          <p:spPr>
            <a:xfrm>
              <a:off x="1993900" y="2986360"/>
              <a:ext cx="2100580" cy="1168466"/>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zh-CN" altLang="en-US" sz="6600" b="1"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目录</a:t>
              </a:r>
            </a:p>
          </p:txBody>
        </p:sp>
        <p:sp>
          <p:nvSpPr>
            <p:cNvPr id="34" name="PA-文本框 6">
              <a:extLst>
                <a:ext uri="{FF2B5EF4-FFF2-40B4-BE49-F238E27FC236}">
                  <a16:creationId xmlns:a16="http://schemas.microsoft.com/office/drawing/2014/main" id="{F4AD607F-C24C-4207-B34E-9B6FA8F85F6D}"/>
                </a:ext>
              </a:extLst>
            </p:cNvPr>
            <p:cNvSpPr txBox="1"/>
            <p:nvPr>
              <p:custDataLst>
                <p:tags r:id="rId25"/>
              </p:custDataLst>
            </p:nvPr>
          </p:nvSpPr>
          <p:spPr>
            <a:xfrm>
              <a:off x="2094230" y="4223504"/>
              <a:ext cx="1899920" cy="369332"/>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CONTEXT</a:t>
              </a:r>
              <a:endPar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cxnSp>
          <p:nvCxnSpPr>
            <p:cNvPr id="35" name="PA-直接连接符 42">
              <a:extLst>
                <a:ext uri="{FF2B5EF4-FFF2-40B4-BE49-F238E27FC236}">
                  <a16:creationId xmlns:a16="http://schemas.microsoft.com/office/drawing/2014/main" id="{409A7996-8407-49AA-AD2A-4909DFE76C46}"/>
                </a:ext>
              </a:extLst>
            </p:cNvPr>
            <p:cNvCxnSpPr>
              <a:cxnSpLocks/>
            </p:cNvCxnSpPr>
            <p:nvPr>
              <p:custDataLst>
                <p:tags r:id="rId26"/>
              </p:custDataLst>
            </p:nvPr>
          </p:nvCxnSpPr>
          <p:spPr>
            <a:xfrm>
              <a:off x="2170176" y="4174352"/>
              <a:ext cx="1737360" cy="0"/>
            </a:xfrm>
            <a:prstGeom prst="line">
              <a:avLst/>
            </a:prstGeom>
            <a:noFill/>
            <a:ln w="9525" cap="flat" cmpd="sng" algn="ctr">
              <a:solidFill>
                <a:srgbClr val="FFFFFF"/>
              </a:solidFill>
              <a:prstDash val="solid"/>
              <a:miter lim="800000"/>
            </a:ln>
            <a:effectLst/>
          </p:spPr>
        </p:cxnSp>
        <p:grpSp>
          <p:nvGrpSpPr>
            <p:cNvPr id="36" name="PA-组合 54">
              <a:extLst>
                <a:ext uri="{FF2B5EF4-FFF2-40B4-BE49-F238E27FC236}">
                  <a16:creationId xmlns:a16="http://schemas.microsoft.com/office/drawing/2014/main" id="{D1B96874-B23C-4C7F-AEF7-FD56AA1755EE}"/>
                </a:ext>
              </a:extLst>
            </p:cNvPr>
            <p:cNvGrpSpPr/>
            <p:nvPr>
              <p:custDataLst>
                <p:tags r:id="rId27"/>
              </p:custDataLst>
            </p:nvPr>
          </p:nvGrpSpPr>
          <p:grpSpPr>
            <a:xfrm>
              <a:off x="4200650" y="3381742"/>
              <a:ext cx="221996" cy="292636"/>
              <a:chOff x="4206240" y="3385284"/>
              <a:chExt cx="221996" cy="292636"/>
            </a:xfrm>
          </p:grpSpPr>
          <p:cxnSp>
            <p:nvCxnSpPr>
              <p:cNvPr id="41" name="PA-直接连接符 47">
                <a:extLst>
                  <a:ext uri="{FF2B5EF4-FFF2-40B4-BE49-F238E27FC236}">
                    <a16:creationId xmlns:a16="http://schemas.microsoft.com/office/drawing/2014/main" id="{25354EF2-9C9B-48E4-9E9E-839A8636CC4F}"/>
                  </a:ext>
                </a:extLst>
              </p:cNvPr>
              <p:cNvCxnSpPr/>
              <p:nvPr>
                <p:custDataLst>
                  <p:tags r:id="rId32"/>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42" name="PA-直接连接符 48">
                <a:extLst>
                  <a:ext uri="{FF2B5EF4-FFF2-40B4-BE49-F238E27FC236}">
                    <a16:creationId xmlns:a16="http://schemas.microsoft.com/office/drawing/2014/main" id="{F5CE19B4-5321-4124-AC87-DF07943FBAA0}"/>
                  </a:ext>
                </a:extLst>
              </p:cNvPr>
              <p:cNvCxnSpPr>
                <a:cxnSpLocks/>
              </p:cNvCxnSpPr>
              <p:nvPr>
                <p:custDataLst>
                  <p:tags r:id="rId33"/>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43" name="PA-直接连接符 49">
                <a:extLst>
                  <a:ext uri="{FF2B5EF4-FFF2-40B4-BE49-F238E27FC236}">
                    <a16:creationId xmlns:a16="http://schemas.microsoft.com/office/drawing/2014/main" id="{1C7A4EA6-C8E1-43AF-A3F9-77C762D0EAE3}"/>
                  </a:ext>
                </a:extLst>
              </p:cNvPr>
              <p:cNvCxnSpPr>
                <a:cxnSpLocks/>
              </p:cNvCxnSpPr>
              <p:nvPr>
                <p:custDataLst>
                  <p:tags r:id="rId34"/>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nvGrpSpPr>
            <p:cNvPr id="37" name="PA-组合 55">
              <a:extLst>
                <a:ext uri="{FF2B5EF4-FFF2-40B4-BE49-F238E27FC236}">
                  <a16:creationId xmlns:a16="http://schemas.microsoft.com/office/drawing/2014/main" id="{DBDA94FF-F899-415C-AA06-29368DBB9DDC}"/>
                </a:ext>
              </a:extLst>
            </p:cNvPr>
            <p:cNvGrpSpPr/>
            <p:nvPr>
              <p:custDataLst>
                <p:tags r:id="rId28"/>
              </p:custDataLst>
            </p:nvPr>
          </p:nvGrpSpPr>
          <p:grpSpPr>
            <a:xfrm flipH="1">
              <a:off x="1665733" y="3381742"/>
              <a:ext cx="221996" cy="292636"/>
              <a:chOff x="4206240" y="3385284"/>
              <a:chExt cx="221996" cy="292636"/>
            </a:xfrm>
          </p:grpSpPr>
          <p:cxnSp>
            <p:nvCxnSpPr>
              <p:cNvPr id="38" name="PA-直接连接符 56">
                <a:extLst>
                  <a:ext uri="{FF2B5EF4-FFF2-40B4-BE49-F238E27FC236}">
                    <a16:creationId xmlns:a16="http://schemas.microsoft.com/office/drawing/2014/main" id="{E8AEA5A0-7073-4E63-AB35-66B7B15CBED0}"/>
                  </a:ext>
                </a:extLst>
              </p:cNvPr>
              <p:cNvCxnSpPr/>
              <p:nvPr>
                <p:custDataLst>
                  <p:tags r:id="rId29"/>
                </p:custDataLst>
              </p:nvPr>
            </p:nvCxnSpPr>
            <p:spPr>
              <a:xfrm>
                <a:off x="4206240" y="3385284"/>
                <a:ext cx="0" cy="292636"/>
              </a:xfrm>
              <a:prstGeom prst="line">
                <a:avLst/>
              </a:prstGeom>
              <a:noFill/>
              <a:ln w="22225" cap="rnd" cmpd="sng" algn="ctr">
                <a:solidFill>
                  <a:srgbClr val="FFFFFF"/>
                </a:solidFill>
                <a:prstDash val="solid"/>
                <a:miter lim="800000"/>
              </a:ln>
              <a:effectLst/>
            </p:spPr>
          </p:cxnSp>
          <p:cxnSp>
            <p:nvCxnSpPr>
              <p:cNvPr id="39" name="PA-直接连接符 57">
                <a:extLst>
                  <a:ext uri="{FF2B5EF4-FFF2-40B4-BE49-F238E27FC236}">
                    <a16:creationId xmlns:a16="http://schemas.microsoft.com/office/drawing/2014/main" id="{D753F28F-8663-48E9-9AF8-685BD46A88CE}"/>
                  </a:ext>
                </a:extLst>
              </p:cNvPr>
              <p:cNvCxnSpPr>
                <a:cxnSpLocks/>
              </p:cNvCxnSpPr>
              <p:nvPr>
                <p:custDataLst>
                  <p:tags r:id="rId30"/>
                </p:custDataLst>
              </p:nvPr>
            </p:nvCxnSpPr>
            <p:spPr>
              <a:xfrm>
                <a:off x="4322064" y="3429000"/>
                <a:ext cx="0" cy="198120"/>
              </a:xfrm>
              <a:prstGeom prst="line">
                <a:avLst/>
              </a:prstGeom>
              <a:noFill/>
              <a:ln w="22225" cap="rnd" cmpd="sng" algn="ctr">
                <a:solidFill>
                  <a:srgbClr val="FFFFFF"/>
                </a:solidFill>
                <a:prstDash val="solid"/>
                <a:miter lim="800000"/>
              </a:ln>
              <a:effectLst/>
            </p:spPr>
          </p:cxnSp>
          <p:cxnSp>
            <p:nvCxnSpPr>
              <p:cNvPr id="40" name="PA-直接连接符 58">
                <a:extLst>
                  <a:ext uri="{FF2B5EF4-FFF2-40B4-BE49-F238E27FC236}">
                    <a16:creationId xmlns:a16="http://schemas.microsoft.com/office/drawing/2014/main" id="{2DC4B04B-014E-4C31-9185-CB6FB040540E}"/>
                  </a:ext>
                </a:extLst>
              </p:cNvPr>
              <p:cNvCxnSpPr>
                <a:cxnSpLocks/>
              </p:cNvCxnSpPr>
              <p:nvPr>
                <p:custDataLst>
                  <p:tags r:id="rId31"/>
                </p:custDataLst>
              </p:nvPr>
            </p:nvCxnSpPr>
            <p:spPr>
              <a:xfrm>
                <a:off x="4428236" y="3459480"/>
                <a:ext cx="0" cy="144561"/>
              </a:xfrm>
              <a:prstGeom prst="line">
                <a:avLst/>
              </a:prstGeom>
              <a:noFill/>
              <a:ln w="22225" cap="rnd" cmpd="sng" algn="ctr">
                <a:solidFill>
                  <a:srgbClr val="FFFFFF"/>
                </a:solidFill>
                <a:prstDash val="solid"/>
                <a:miter lim="800000"/>
              </a:ln>
              <a:effectLst/>
            </p:spPr>
          </p:cxnSp>
        </p:grpSp>
      </p:grpSp>
      <p:pic>
        <p:nvPicPr>
          <p:cNvPr id="44" name="图片 43">
            <a:extLst>
              <a:ext uri="{FF2B5EF4-FFF2-40B4-BE49-F238E27FC236}">
                <a16:creationId xmlns:a16="http://schemas.microsoft.com/office/drawing/2014/main" id="{DAD39CF7-B89E-4038-83A8-220CF39C23E2}"/>
              </a:ext>
            </a:extLst>
          </p:cNvPr>
          <p:cNvPicPr>
            <a:picLocks noChangeAspect="1"/>
          </p:cNvPicPr>
          <p:nvPr/>
        </p:nvPicPr>
        <p:blipFill>
          <a:blip r:embed="rId44">
            <a:extLst>
              <a:ext uri="{28A0092B-C50C-407E-A947-70E740481C1C}">
                <a14:useLocalDpi xmlns:a14="http://schemas.microsoft.com/office/drawing/2010/main" val="0"/>
              </a:ext>
            </a:extLst>
          </a:blip>
          <a:srcRect/>
          <a:stretch/>
        </p:blipFill>
        <p:spPr>
          <a:xfrm>
            <a:off x="9563429" y="6352835"/>
            <a:ext cx="2241462" cy="358140"/>
          </a:xfrm>
          <a:prstGeom prst="rect">
            <a:avLst/>
          </a:prstGeom>
        </p:spPr>
      </p:pic>
      <p:grpSp>
        <p:nvGrpSpPr>
          <p:cNvPr id="50" name="组合 49">
            <a:extLst>
              <a:ext uri="{FF2B5EF4-FFF2-40B4-BE49-F238E27FC236}">
                <a16:creationId xmlns:a16="http://schemas.microsoft.com/office/drawing/2014/main" id="{35B39540-28EA-4EC2-B802-C79B061D068A}"/>
              </a:ext>
            </a:extLst>
          </p:cNvPr>
          <p:cNvGrpSpPr/>
          <p:nvPr/>
        </p:nvGrpSpPr>
        <p:grpSpPr>
          <a:xfrm>
            <a:off x="9246746" y="163602"/>
            <a:ext cx="2601448" cy="699841"/>
            <a:chOff x="3543449" y="317549"/>
            <a:chExt cx="5111153" cy="1375006"/>
          </a:xfrm>
        </p:grpSpPr>
        <p:grpSp>
          <p:nvGrpSpPr>
            <p:cNvPr id="51" name="组合 50">
              <a:extLst>
                <a:ext uri="{FF2B5EF4-FFF2-40B4-BE49-F238E27FC236}">
                  <a16:creationId xmlns:a16="http://schemas.microsoft.com/office/drawing/2014/main" id="{FC85283B-CF93-4B67-AB3B-2B9D24A94DBC}"/>
                </a:ext>
              </a:extLst>
            </p:cNvPr>
            <p:cNvGrpSpPr/>
            <p:nvPr/>
          </p:nvGrpSpPr>
          <p:grpSpPr>
            <a:xfrm>
              <a:off x="3543449" y="317549"/>
              <a:ext cx="5039813" cy="1375006"/>
              <a:chOff x="5643679" y="1377126"/>
              <a:chExt cx="6484036" cy="1769032"/>
            </a:xfrm>
          </p:grpSpPr>
          <p:pic>
            <p:nvPicPr>
              <p:cNvPr id="53" name="图片 52">
                <a:extLst>
                  <a:ext uri="{FF2B5EF4-FFF2-40B4-BE49-F238E27FC236}">
                    <a16:creationId xmlns:a16="http://schemas.microsoft.com/office/drawing/2014/main" id="{84BEFC97-5634-4475-8688-E5048F480ACC}"/>
                  </a:ext>
                </a:extLst>
              </p:cNvPr>
              <p:cNvPicPr>
                <a:picLocks noChangeAspect="1"/>
              </p:cNvPicPr>
              <p:nvPr/>
            </p:nvPicPr>
            <p:blipFill>
              <a:blip r:embed="rId45">
                <a:extLst>
                  <a:ext uri="{28A0092B-C50C-407E-A947-70E740481C1C}">
                    <a14:useLocalDpi xmlns:a14="http://schemas.microsoft.com/office/drawing/2010/main" val="0"/>
                  </a:ext>
                </a:extLst>
              </a:blip>
              <a:srcRect/>
              <a:stretch/>
            </p:blipFill>
            <p:spPr>
              <a:xfrm>
                <a:off x="5643679" y="1377126"/>
                <a:ext cx="1769025" cy="1769032"/>
              </a:xfrm>
              <a:prstGeom prst="rect">
                <a:avLst/>
              </a:prstGeom>
            </p:spPr>
          </p:pic>
          <p:pic>
            <p:nvPicPr>
              <p:cNvPr id="54" name="图片 53">
                <a:extLst>
                  <a:ext uri="{FF2B5EF4-FFF2-40B4-BE49-F238E27FC236}">
                    <a16:creationId xmlns:a16="http://schemas.microsoft.com/office/drawing/2014/main" id="{64787224-0580-4529-9F6B-232347CEC6DD}"/>
                  </a:ext>
                </a:extLst>
              </p:cNvPr>
              <p:cNvPicPr>
                <a:picLocks noChangeAspect="1"/>
              </p:cNvPicPr>
              <p:nvPr/>
            </p:nvPicPr>
            <p:blipFill>
              <a:blip r:embed="rId46">
                <a:extLst>
                  <a:ext uri="{28A0092B-C50C-407E-A947-70E740481C1C}">
                    <a14:useLocalDpi xmlns:a14="http://schemas.microsoft.com/office/drawing/2010/main" val="0"/>
                  </a:ext>
                </a:extLst>
              </a:blip>
              <a:srcRect/>
              <a:stretch/>
            </p:blipFill>
            <p:spPr>
              <a:xfrm>
                <a:off x="7412704" y="1671764"/>
                <a:ext cx="4715011" cy="772598"/>
              </a:xfrm>
              <a:prstGeom prst="rect">
                <a:avLst/>
              </a:prstGeom>
            </p:spPr>
          </p:pic>
        </p:grpSp>
        <p:sp>
          <p:nvSpPr>
            <p:cNvPr id="52" name="矩形 51">
              <a:extLst>
                <a:ext uri="{FF2B5EF4-FFF2-40B4-BE49-F238E27FC236}">
                  <a16:creationId xmlns:a16="http://schemas.microsoft.com/office/drawing/2014/main" id="{9D6A90DD-881B-499F-AB4C-98F69A3406ED}"/>
                </a:ext>
              </a:extLst>
            </p:cNvPr>
            <p:cNvSpPr/>
            <p:nvPr/>
          </p:nvSpPr>
          <p:spPr>
            <a:xfrm>
              <a:off x="4989790" y="1119399"/>
              <a:ext cx="3664812" cy="36282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283045880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0AC69A9E-43BF-4C01-B20F-E6263A637B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694" y="2040931"/>
            <a:ext cx="4874641" cy="4874641"/>
          </a:xfrm>
          <a:prstGeom prst="rect">
            <a:avLst/>
          </a:prstGeom>
        </p:spPr>
      </p:pic>
      <p:pic>
        <p:nvPicPr>
          <p:cNvPr id="51" name="图片占位符 10">
            <a:extLst>
              <a:ext uri="{FF2B5EF4-FFF2-40B4-BE49-F238E27FC236}">
                <a16:creationId xmlns:a16="http://schemas.microsoft.com/office/drawing/2014/main" id="{4A45EEC4-57B3-48D1-9228-0686F8DEE0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 y="0"/>
            <a:ext cx="12191998" cy="3068960"/>
          </a:xfrm>
          <a:prstGeom prst="rect">
            <a:avLst/>
          </a:prstGeom>
        </p:spPr>
      </p:pic>
      <p:sp>
        <p:nvSpPr>
          <p:cNvPr id="52" name="矩形 51">
            <a:extLst>
              <a:ext uri="{FF2B5EF4-FFF2-40B4-BE49-F238E27FC236}">
                <a16:creationId xmlns:a16="http://schemas.microsoft.com/office/drawing/2014/main" id="{76405797-37B5-4B4F-821C-7687F80FDFC8}"/>
              </a:ext>
            </a:extLst>
          </p:cNvPr>
          <p:cNvSpPr/>
          <p:nvPr/>
        </p:nvSpPr>
        <p:spPr>
          <a:xfrm>
            <a:off x="0" y="0"/>
            <a:ext cx="12191998" cy="3068960"/>
          </a:xfrm>
          <a:prstGeom prst="rect">
            <a:avLst/>
          </a:prstGeom>
          <a:solidFill>
            <a:srgbClr val="0C49B7">
              <a:alpha val="83000"/>
            </a:srgbClr>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Microsoft YaHei"/>
              <a:cs typeface="+mn-ea"/>
              <a:sym typeface="+mn-lt"/>
            </a:endParaRPr>
          </a:p>
        </p:txBody>
      </p:sp>
      <p:sp>
        <p:nvSpPr>
          <p:cNvPr id="53" name="文本占位符 8">
            <a:extLst>
              <a:ext uri="{FF2B5EF4-FFF2-40B4-BE49-F238E27FC236}">
                <a16:creationId xmlns:a16="http://schemas.microsoft.com/office/drawing/2014/main" id="{0EB26F33-B629-4284-8E8E-692509EC5E59}"/>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0C49B7"/>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endParaRPr lang="zh-CN" altLang="en-US" dirty="0">
              <a:solidFill>
                <a:srgbClr val="FFFFFF"/>
              </a:solidFill>
              <a:effectLst>
                <a:innerShdw dist="63500" dir="16200000">
                  <a:srgbClr val="3889F5"/>
                </a:innerShdw>
              </a:effectLst>
              <a:latin typeface="Arial" panose="020F0502020204030204"/>
              <a:ea typeface="Microsoft YaHei"/>
              <a:cs typeface="+mn-ea"/>
              <a:sym typeface="+mn-lt"/>
            </a:endParaRPr>
          </a:p>
        </p:txBody>
      </p:sp>
      <p:pic>
        <p:nvPicPr>
          <p:cNvPr id="54" name="图片 53">
            <a:extLst>
              <a:ext uri="{FF2B5EF4-FFF2-40B4-BE49-F238E27FC236}">
                <a16:creationId xmlns:a16="http://schemas.microsoft.com/office/drawing/2014/main" id="{2DF1559D-8548-4E0E-BF5B-8BFFA2E26E0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1755" y="6406826"/>
            <a:ext cx="2095523" cy="334822"/>
          </a:xfrm>
          <a:prstGeom prst="rect">
            <a:avLst/>
          </a:prstGeom>
        </p:spPr>
      </p:pic>
      <p:sp>
        <p:nvSpPr>
          <p:cNvPr id="55" name="标题 4">
            <a:extLst>
              <a:ext uri="{FF2B5EF4-FFF2-40B4-BE49-F238E27FC236}">
                <a16:creationId xmlns:a16="http://schemas.microsoft.com/office/drawing/2014/main" id="{E7D8CBE5-FE9F-418C-936F-F0EA8209FD6F}"/>
              </a:ext>
            </a:extLst>
          </p:cNvPr>
          <p:cNvSpPr txBox="1">
            <a:spLocks/>
          </p:cNvSpPr>
          <p:nvPr/>
        </p:nvSpPr>
        <p:spPr>
          <a:xfrm>
            <a:off x="3431702" y="4358360"/>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zh-CN" altLang="en-US" sz="5400" b="1" dirty="0">
                <a:solidFill>
                  <a:srgbClr val="0C49B7"/>
                </a:solidFill>
                <a:latin typeface="微软雅黑" panose="020B0503020204020204" pitchFamily="34" charset="-122"/>
                <a:ea typeface="微软雅黑" panose="020B0503020204020204" pitchFamily="34" charset="-122"/>
              </a:rPr>
              <a:t>请输入你的标题</a:t>
            </a:r>
          </a:p>
        </p:txBody>
      </p:sp>
      <p:cxnSp>
        <p:nvCxnSpPr>
          <p:cNvPr id="56" name="直接连接符 55">
            <a:extLst>
              <a:ext uri="{FF2B5EF4-FFF2-40B4-BE49-F238E27FC236}">
                <a16:creationId xmlns:a16="http://schemas.microsoft.com/office/drawing/2014/main" id="{F28A7BC2-F7B5-4629-BACA-BDE4C609FC28}"/>
              </a:ext>
            </a:extLst>
          </p:cNvPr>
          <p:cNvCxnSpPr>
            <a:cxnSpLocks/>
          </p:cNvCxnSpPr>
          <p:nvPr/>
        </p:nvCxnSpPr>
        <p:spPr>
          <a:xfrm>
            <a:off x="3575720" y="5244190"/>
            <a:ext cx="4752528" cy="0"/>
          </a:xfrm>
          <a:prstGeom prst="line">
            <a:avLst/>
          </a:prstGeom>
          <a:noFill/>
          <a:ln w="28575" cap="flat" cmpd="sng" algn="ctr">
            <a:solidFill>
              <a:srgbClr val="0C49B7"/>
            </a:solidFill>
            <a:prstDash val="solid"/>
            <a:headEnd type="oval" w="med" len="med"/>
            <a:tailEnd type="oval" w="med" len="med"/>
          </a:ln>
          <a:effectLst/>
        </p:spPr>
      </p:cxnSp>
      <p:sp>
        <p:nvSpPr>
          <p:cNvPr id="57" name="标题 4">
            <a:extLst>
              <a:ext uri="{FF2B5EF4-FFF2-40B4-BE49-F238E27FC236}">
                <a16:creationId xmlns:a16="http://schemas.microsoft.com/office/drawing/2014/main" id="{16A62788-7EE0-4EFE-A01A-54EA835D6B42}"/>
              </a:ext>
            </a:extLst>
          </p:cNvPr>
          <p:cNvSpPr txBox="1">
            <a:spLocks/>
          </p:cNvSpPr>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25000"/>
              </a:lnSpc>
            </a:pPr>
            <a:r>
              <a:rPr lang="zh-CN" altLang="en-US" sz="2000" dirty="0">
                <a:solidFill>
                  <a:srgbClr val="0C49B7"/>
                </a:solidFill>
                <a:latin typeface="微软雅黑" panose="020B0503020204020204" pitchFamily="34" charset="-122"/>
                <a:ea typeface="微软雅黑" panose="020B0503020204020204" pitchFamily="34" charset="-122"/>
              </a:rPr>
              <a:t>请输入你的副标题或标题说明以简洁为主说明本章的内容关键要点请输入你的副标题或标题说明以简洁为主说明本章的内容关键要点</a:t>
            </a:r>
          </a:p>
          <a:p>
            <a:pPr algn="l">
              <a:lnSpc>
                <a:spcPct val="125000"/>
              </a:lnSpc>
            </a:pPr>
            <a:endParaRPr lang="zh-CN" altLang="en-US" sz="2000" dirty="0">
              <a:solidFill>
                <a:srgbClr val="0C49B7"/>
              </a:solidFill>
              <a:latin typeface="微软雅黑" panose="020B0503020204020204" pitchFamily="34" charset="-122"/>
              <a:ea typeface="微软雅黑" panose="020B0503020204020204" pitchFamily="34" charset="-122"/>
            </a:endParaRPr>
          </a:p>
        </p:txBody>
      </p:sp>
      <p:sp>
        <p:nvSpPr>
          <p:cNvPr id="58" name="文本框 57">
            <a:extLst>
              <a:ext uri="{FF2B5EF4-FFF2-40B4-BE49-F238E27FC236}">
                <a16:creationId xmlns:a16="http://schemas.microsoft.com/office/drawing/2014/main" id="{9E9D9706-9A52-46A2-9E3E-E8E1E0004EF3}"/>
              </a:ext>
            </a:extLst>
          </p:cNvPr>
          <p:cNvSpPr txBox="1"/>
          <p:nvPr/>
        </p:nvSpPr>
        <p:spPr>
          <a:xfrm>
            <a:off x="10704512" y="6406826"/>
            <a:ext cx="1099981" cy="369332"/>
          </a:xfrm>
          <a:prstGeom prst="rect">
            <a:avLst/>
          </a:prstGeom>
          <a:noFill/>
        </p:spPr>
        <p:txBody>
          <a:bodyPr wrap="none" rtlCol="0">
            <a:spAutoFit/>
          </a:bodyPr>
          <a:lstStyle/>
          <a:p>
            <a:pPr>
              <a:defRPr/>
            </a:pPr>
            <a:r>
              <a:rPr lang="en-US" altLang="zh-CN" b="1" dirty="0">
                <a:solidFill>
                  <a:srgbClr val="0C49B7">
                    <a:alpha val="70000"/>
                  </a:srgbClr>
                </a:solidFill>
                <a:latin typeface="Calibri"/>
                <a:ea typeface="宋体" panose="02010600030101010101" pitchFamily="2" charset="-122"/>
              </a:rPr>
              <a:t>JUNE 12</a:t>
            </a:r>
            <a:r>
              <a:rPr lang="en-US" altLang="zh-CN" b="1" baseline="30000" dirty="0">
                <a:solidFill>
                  <a:srgbClr val="0C49B7">
                    <a:alpha val="70000"/>
                  </a:srgbClr>
                </a:solidFill>
                <a:latin typeface="Calibri"/>
                <a:ea typeface="宋体" panose="02010600030101010101" pitchFamily="2" charset="-122"/>
              </a:rPr>
              <a:t>th</a:t>
            </a:r>
            <a:endParaRPr lang="zh-CN" altLang="en-US" b="1" baseline="30000" dirty="0">
              <a:solidFill>
                <a:srgbClr val="0C49B7">
                  <a:alpha val="70000"/>
                </a:srgbClr>
              </a:solidFill>
              <a:latin typeface="Calibri"/>
              <a:ea typeface="宋体" panose="02010600030101010101" pitchFamily="2" charset="-122"/>
            </a:endParaRPr>
          </a:p>
        </p:txBody>
      </p:sp>
      <p:sp>
        <p:nvSpPr>
          <p:cNvPr id="59" name="文本框 58">
            <a:extLst>
              <a:ext uri="{FF2B5EF4-FFF2-40B4-BE49-F238E27FC236}">
                <a16:creationId xmlns:a16="http://schemas.microsoft.com/office/drawing/2014/main" id="{2636ED38-FA38-4595-BA88-F62DA9746ACA}"/>
              </a:ext>
            </a:extLst>
          </p:cNvPr>
          <p:cNvSpPr txBox="1"/>
          <p:nvPr/>
        </p:nvSpPr>
        <p:spPr>
          <a:xfrm>
            <a:off x="5250253" y="2386575"/>
            <a:ext cx="1691489" cy="1446550"/>
          </a:xfrm>
          <a:prstGeom prst="rect">
            <a:avLst/>
          </a:prstGeom>
          <a:noFill/>
        </p:spPr>
        <p:txBody>
          <a:bodyPr wrap="none" rtlCol="0">
            <a:spAutoFit/>
          </a:bodyPr>
          <a:lstStyle/>
          <a:p>
            <a:r>
              <a:rPr lang="en-US" altLang="zh-CN" sz="8800" b="1" dirty="0">
                <a:solidFill>
                  <a:prstClr val="white"/>
                </a:solidFill>
                <a:latin typeface="Arial Black" panose="020B0A04020102020204" pitchFamily="34" charset="0"/>
                <a:ea typeface="宋体" panose="02010600030101010101" pitchFamily="2" charset="-122"/>
              </a:rPr>
              <a:t>01</a:t>
            </a:r>
            <a:endParaRPr lang="zh-CN" altLang="en-US" sz="8800" b="1" dirty="0">
              <a:solidFill>
                <a:prstClr val="white"/>
              </a:solidFill>
              <a:latin typeface="Arial Black" panose="020B0A04020102020204" pitchFamily="34" charset="0"/>
              <a:ea typeface="宋体" panose="02010600030101010101" pitchFamily="2" charset="-122"/>
            </a:endParaRPr>
          </a:p>
        </p:txBody>
      </p:sp>
    </p:spTree>
    <p:extLst>
      <p:ext uri="{BB962C8B-B14F-4D97-AF65-F5344CB8AC3E}">
        <p14:creationId xmlns:p14="http://schemas.microsoft.com/office/powerpoint/2010/main" val="16035899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rPr>
                <a:t>th</a:t>
              </a:r>
            </a:p>
          </p:txBody>
        </p:sp>
      </p:grpSp>
      <p:sp>
        <p:nvSpPr>
          <p:cNvPr id="12" name="矩形 11">
            <a:extLst>
              <a:ext uri="{FF2B5EF4-FFF2-40B4-BE49-F238E27FC236}">
                <a16:creationId xmlns:a16="http://schemas.microsoft.com/office/drawing/2014/main" id="{F4E6346D-812D-4C5F-A916-D63D68B2202F}"/>
              </a:ext>
            </a:extLst>
          </p:cNvPr>
          <p:cNvSpPr/>
          <p:nvPr/>
        </p:nvSpPr>
        <p:spPr>
          <a:xfrm>
            <a:off x="364530" y="2060848"/>
            <a:ext cx="11513006" cy="4220755"/>
          </a:xfrm>
          <a:prstGeom prst="rect">
            <a:avLst/>
          </a:prstGeom>
          <a:solidFill>
            <a:srgbClr val="0C49B7">
              <a:alpha val="2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endParaRPr>
          </a:p>
        </p:txBody>
      </p:sp>
      <p:grpSp>
        <p:nvGrpSpPr>
          <p:cNvPr id="13" name="组合 12">
            <a:extLst>
              <a:ext uri="{FF2B5EF4-FFF2-40B4-BE49-F238E27FC236}">
                <a16:creationId xmlns:a16="http://schemas.microsoft.com/office/drawing/2014/main" id="{6FB024EE-44CF-4C00-BF47-F25020A385C8}"/>
              </a:ext>
            </a:extLst>
          </p:cNvPr>
          <p:cNvGrpSpPr/>
          <p:nvPr/>
        </p:nvGrpSpPr>
        <p:grpSpPr>
          <a:xfrm>
            <a:off x="598112" y="2204864"/>
            <a:ext cx="10867785" cy="3121556"/>
            <a:chOff x="598112" y="2302016"/>
            <a:chExt cx="10867785" cy="3121556"/>
          </a:xfrm>
        </p:grpSpPr>
        <p:sp>
          <p:nvSpPr>
            <p:cNvPr id="14" name="文本框 13">
              <a:extLst>
                <a:ext uri="{FF2B5EF4-FFF2-40B4-BE49-F238E27FC236}">
                  <a16:creationId xmlns:a16="http://schemas.microsoft.com/office/drawing/2014/main" id="{EC9AE3B1-F0B5-4B5A-93CA-FCF0EE16A4D8}"/>
                </a:ext>
              </a:extLst>
            </p:cNvPr>
            <p:cNvSpPr txBox="1"/>
            <p:nvPr/>
          </p:nvSpPr>
          <p:spPr>
            <a:xfrm>
              <a:off x="2037974" y="2302016"/>
              <a:ext cx="9427923" cy="3121556"/>
            </a:xfrm>
            <a:prstGeom prst="rect">
              <a:avLst/>
            </a:prstGeom>
            <a:noFill/>
          </p:spPr>
          <p:txBody>
            <a:bodyPr wrap="square" rtlCol="0">
              <a:normAutofit/>
            </a:bodyPr>
            <a:lstStyle/>
            <a:p>
              <a:pPr algn="just">
                <a:lnSpc>
                  <a:spcPct val="130000"/>
                </a:lnSpc>
                <a:spcBef>
                  <a:spcPts val="600"/>
                </a:spcBef>
                <a:defRPr/>
              </a:pPr>
              <a:r>
                <a:rPr lang="zh-CN" altLang="en-US" sz="1600" kern="0" dirty="0">
                  <a:solidFill>
                    <a:srgbClr val="222222"/>
                  </a:solidFill>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a:p>
              <a:pPr algn="just">
                <a:lnSpc>
                  <a:spcPct val="130000"/>
                </a:lnSpc>
                <a:spcBef>
                  <a:spcPts val="600"/>
                </a:spcBef>
                <a:defRPr/>
              </a:pPr>
              <a:r>
                <a:rPr lang="zh-CN" altLang="en-US" sz="1600" kern="0" dirty="0">
                  <a:solidFill>
                    <a:srgbClr val="222222"/>
                  </a:solidFill>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a:t>
              </a:r>
            </a:p>
            <a:p>
              <a:pPr algn="just">
                <a:lnSpc>
                  <a:spcPct val="130000"/>
                </a:lnSpc>
                <a:spcBef>
                  <a:spcPts val="600"/>
                </a:spcBef>
                <a:defRPr/>
              </a:pPr>
              <a:r>
                <a:rPr lang="zh-CN" altLang="en-US" sz="1600" kern="0" dirty="0">
                  <a:solidFill>
                    <a:srgbClr val="222222"/>
                  </a:solidFill>
                  <a:ea typeface="阿里巴巴普惠体 R"/>
                  <a:cs typeface="阿里巴巴普惠体 M" panose="00020600040101010101" pitchFamily="18" charset="-122"/>
                </a:rPr>
                <a:t>点击此处输入你的汇报内容，根据您的实际情况调整文字字体和大小。点击此处输入你的汇报内容，根据您的实际情况调整文字字体和大小。点击此处输入你的汇报内容，根据您的实际情况调整文字字体和大小。点击此处输入你的汇报内容，根据您的实际情况调整文字字体和大小。</a:t>
              </a:r>
            </a:p>
          </p:txBody>
        </p:sp>
        <p:grpSp>
          <p:nvGrpSpPr>
            <p:cNvPr id="15" name="组合 14">
              <a:extLst>
                <a:ext uri="{FF2B5EF4-FFF2-40B4-BE49-F238E27FC236}">
                  <a16:creationId xmlns:a16="http://schemas.microsoft.com/office/drawing/2014/main" id="{EA4F697B-B02E-46EF-AD36-A3D0CF3578DC}"/>
                </a:ext>
              </a:extLst>
            </p:cNvPr>
            <p:cNvGrpSpPr/>
            <p:nvPr/>
          </p:nvGrpSpPr>
          <p:grpSpPr>
            <a:xfrm>
              <a:off x="598112" y="2302016"/>
              <a:ext cx="1176713" cy="514645"/>
              <a:chOff x="10068105" y="1734537"/>
              <a:chExt cx="1690700" cy="514645"/>
            </a:xfrm>
          </p:grpSpPr>
          <p:grpSp>
            <p:nvGrpSpPr>
              <p:cNvPr id="16" name="组合 15">
                <a:extLst>
                  <a:ext uri="{FF2B5EF4-FFF2-40B4-BE49-F238E27FC236}">
                    <a16:creationId xmlns:a16="http://schemas.microsoft.com/office/drawing/2014/main" id="{C9972D66-9A97-4F95-9FD7-F6474A9460DD}"/>
                  </a:ext>
                </a:extLst>
              </p:cNvPr>
              <p:cNvGrpSpPr/>
              <p:nvPr/>
            </p:nvGrpSpPr>
            <p:grpSpPr>
              <a:xfrm>
                <a:off x="10068105" y="1734537"/>
                <a:ext cx="1690700" cy="514645"/>
                <a:chOff x="10068105" y="1734537"/>
                <a:chExt cx="1690700" cy="514645"/>
              </a:xfrm>
            </p:grpSpPr>
            <p:sp>
              <p:nvSpPr>
                <p:cNvPr id="18" name="平行四边形 17">
                  <a:extLst>
                    <a:ext uri="{FF2B5EF4-FFF2-40B4-BE49-F238E27FC236}">
                      <a16:creationId xmlns:a16="http://schemas.microsoft.com/office/drawing/2014/main" id="{2A23F2AA-EA42-4B25-91AB-A44590173BEF}"/>
                    </a:ext>
                  </a:extLst>
                </p:cNvPr>
                <p:cNvSpPr/>
                <p:nvPr/>
              </p:nvSpPr>
              <p:spPr>
                <a:xfrm>
                  <a:off x="10136045" y="1734537"/>
                  <a:ext cx="1622760" cy="461665"/>
                </a:xfrm>
                <a:prstGeom prst="parallelogram">
                  <a:avLst>
                    <a:gd name="adj" fmla="val 0"/>
                  </a:avLst>
                </a:prstGeom>
                <a:noFill/>
                <a:ln w="9525" cap="flat" cmpd="sng" algn="ctr">
                  <a:solidFill>
                    <a:srgbClr val="0C49B7"/>
                  </a:solid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sp>
              <p:nvSpPr>
                <p:cNvPr id="19" name="平行四边形 18">
                  <a:extLst>
                    <a:ext uri="{FF2B5EF4-FFF2-40B4-BE49-F238E27FC236}">
                      <a16:creationId xmlns:a16="http://schemas.microsoft.com/office/drawing/2014/main" id="{25175612-1F92-4D42-B769-8A9D002DE782}"/>
                    </a:ext>
                  </a:extLst>
                </p:cNvPr>
                <p:cNvSpPr/>
                <p:nvPr/>
              </p:nvSpPr>
              <p:spPr>
                <a:xfrm>
                  <a:off x="10068105" y="1787517"/>
                  <a:ext cx="1622760" cy="461665"/>
                </a:xfrm>
                <a:prstGeom prst="parallelogram">
                  <a:avLst>
                    <a:gd name="adj" fmla="val 0"/>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prstClr val="white"/>
                    </a:solidFill>
                    <a:ea typeface="阿里巴巴普惠体 R"/>
                  </a:endParaRPr>
                </a:p>
              </p:txBody>
            </p:sp>
          </p:grpSp>
          <p:sp>
            <p:nvSpPr>
              <p:cNvPr id="17" name="文本框 16">
                <a:extLst>
                  <a:ext uri="{FF2B5EF4-FFF2-40B4-BE49-F238E27FC236}">
                    <a16:creationId xmlns:a16="http://schemas.microsoft.com/office/drawing/2014/main" id="{56059494-B5AE-43B7-A9EA-2D12DC6D5885}"/>
                  </a:ext>
                </a:extLst>
              </p:cNvPr>
              <p:cNvSpPr txBox="1"/>
              <p:nvPr/>
            </p:nvSpPr>
            <p:spPr>
              <a:xfrm>
                <a:off x="10252001" y="1805090"/>
                <a:ext cx="1196509" cy="406650"/>
              </a:xfrm>
              <a:prstGeom prst="rect">
                <a:avLst/>
              </a:prstGeom>
              <a:noFill/>
            </p:spPr>
            <p:txBody>
              <a:bodyPr wrap="none" rtlCol="0">
                <a:spAutoFit/>
              </a:bodyPr>
              <a:lstStyle/>
              <a:p>
                <a:pPr algn="ctr">
                  <a:lnSpc>
                    <a:spcPct val="120000"/>
                  </a:lnSpc>
                  <a:defRPr/>
                </a:pPr>
                <a:r>
                  <a:rPr lang="zh-CN" altLang="en-US" kern="0" dirty="0">
                    <a:solidFill>
                      <a:prstClr val="white"/>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rPr>
                  <a:t>摘 要</a:t>
                </a:r>
              </a:p>
            </p:txBody>
          </p:sp>
        </p:grpSp>
      </p:grpSp>
      <p:grpSp>
        <p:nvGrpSpPr>
          <p:cNvPr id="20" name="组合 19">
            <a:extLst>
              <a:ext uri="{FF2B5EF4-FFF2-40B4-BE49-F238E27FC236}">
                <a16:creationId xmlns:a16="http://schemas.microsoft.com/office/drawing/2014/main" id="{38382980-52E1-4908-9A71-10EC35508A60}"/>
              </a:ext>
            </a:extLst>
          </p:cNvPr>
          <p:cNvGrpSpPr/>
          <p:nvPr/>
        </p:nvGrpSpPr>
        <p:grpSpPr>
          <a:xfrm>
            <a:off x="598112" y="5378427"/>
            <a:ext cx="8600759" cy="514645"/>
            <a:chOff x="598112" y="5475579"/>
            <a:chExt cx="8600759" cy="514645"/>
          </a:xfrm>
        </p:grpSpPr>
        <p:grpSp>
          <p:nvGrpSpPr>
            <p:cNvPr id="21" name="组合 20">
              <a:extLst>
                <a:ext uri="{FF2B5EF4-FFF2-40B4-BE49-F238E27FC236}">
                  <a16:creationId xmlns:a16="http://schemas.microsoft.com/office/drawing/2014/main" id="{33B04343-6B85-4213-B0EC-DC7FBB6FFB03}"/>
                </a:ext>
              </a:extLst>
            </p:cNvPr>
            <p:cNvGrpSpPr/>
            <p:nvPr/>
          </p:nvGrpSpPr>
          <p:grpSpPr>
            <a:xfrm>
              <a:off x="2114493" y="5586274"/>
              <a:ext cx="7084378" cy="346234"/>
              <a:chOff x="2114493" y="5586274"/>
              <a:chExt cx="7084378" cy="346234"/>
            </a:xfrm>
          </p:grpSpPr>
          <p:sp>
            <p:nvSpPr>
              <p:cNvPr id="27" name="矩形: 圆角 26">
                <a:extLst>
                  <a:ext uri="{FF2B5EF4-FFF2-40B4-BE49-F238E27FC236}">
                    <a16:creationId xmlns:a16="http://schemas.microsoft.com/office/drawing/2014/main" id="{A4505B9B-0A95-4BB4-B249-30524492C50D}"/>
                  </a:ext>
                </a:extLst>
              </p:cNvPr>
              <p:cNvSpPr/>
              <p:nvPr/>
            </p:nvSpPr>
            <p:spPr>
              <a:xfrm>
                <a:off x="2114493" y="5586274"/>
                <a:ext cx="1129426" cy="346234"/>
              </a:xfrm>
              <a:prstGeom prst="roundRect">
                <a:avLst>
                  <a:gd name="adj" fmla="val 50000"/>
                </a:avLst>
              </a:prstGeom>
              <a:noFill/>
              <a:ln w="19050" cap="flat" cmpd="sng" algn="ctr">
                <a:solidFill>
                  <a:srgbClr val="0C49B7"/>
                </a:solidFill>
                <a:prstDash val="solid"/>
                <a:miter lim="800000"/>
              </a:ln>
              <a:effectLst/>
            </p:spPr>
            <p:txBody>
              <a:bodyPr wrap="square" lIns="72000" tIns="0" rIns="72000" bIns="0" rtlCol="0" anchor="ctr">
                <a:spAutoFit/>
              </a:bodyPr>
              <a:lstStyle/>
              <a:p>
                <a:pPr algn="ctr">
                  <a:defRPr/>
                </a:pPr>
                <a:r>
                  <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lang="en-US" altLang="zh-CN"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01</a:t>
                </a:r>
                <a:endPar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28" name="矩形: 圆角 27">
                <a:extLst>
                  <a:ext uri="{FF2B5EF4-FFF2-40B4-BE49-F238E27FC236}">
                    <a16:creationId xmlns:a16="http://schemas.microsoft.com/office/drawing/2014/main" id="{0D7A27B9-D4A9-4533-8841-136B8938A801}"/>
                  </a:ext>
                </a:extLst>
              </p:cNvPr>
              <p:cNvSpPr/>
              <p:nvPr/>
            </p:nvSpPr>
            <p:spPr>
              <a:xfrm>
                <a:off x="3603231" y="5586274"/>
                <a:ext cx="1129426" cy="346234"/>
              </a:xfrm>
              <a:prstGeom prst="roundRect">
                <a:avLst>
                  <a:gd name="adj" fmla="val 50000"/>
                </a:avLst>
              </a:prstGeom>
              <a:noFill/>
              <a:ln w="19050" cap="flat" cmpd="sng" algn="ctr">
                <a:solidFill>
                  <a:srgbClr val="0C49B7"/>
                </a:solidFill>
                <a:prstDash val="solid"/>
                <a:miter lim="800000"/>
              </a:ln>
              <a:effectLst/>
            </p:spPr>
            <p:txBody>
              <a:bodyPr wrap="square" lIns="72000" tIns="0" rIns="72000" bIns="0" rtlCol="0" anchor="ctr">
                <a:spAutoFit/>
              </a:bodyPr>
              <a:lstStyle/>
              <a:p>
                <a:pPr algn="ctr">
                  <a:defRPr/>
                </a:pPr>
                <a:r>
                  <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lang="en-US" altLang="zh-CN"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02</a:t>
                </a:r>
                <a:endPar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29" name="矩形: 圆角 28">
                <a:extLst>
                  <a:ext uri="{FF2B5EF4-FFF2-40B4-BE49-F238E27FC236}">
                    <a16:creationId xmlns:a16="http://schemas.microsoft.com/office/drawing/2014/main" id="{7D16568B-F2EF-4F42-AC7A-58C4CF7B2229}"/>
                  </a:ext>
                </a:extLst>
              </p:cNvPr>
              <p:cNvSpPr/>
              <p:nvPr/>
            </p:nvSpPr>
            <p:spPr>
              <a:xfrm>
                <a:off x="5091969" y="5586274"/>
                <a:ext cx="1129426" cy="346234"/>
              </a:xfrm>
              <a:prstGeom prst="roundRect">
                <a:avLst>
                  <a:gd name="adj" fmla="val 50000"/>
                </a:avLst>
              </a:prstGeom>
              <a:noFill/>
              <a:ln w="19050" cap="flat" cmpd="sng" algn="ctr">
                <a:solidFill>
                  <a:srgbClr val="0C49B7"/>
                </a:solidFill>
                <a:prstDash val="solid"/>
                <a:miter lim="800000"/>
              </a:ln>
              <a:effectLst/>
            </p:spPr>
            <p:txBody>
              <a:bodyPr wrap="square" lIns="72000" tIns="0" rIns="72000" bIns="0" rtlCol="0" anchor="ctr">
                <a:spAutoFit/>
              </a:bodyPr>
              <a:lstStyle/>
              <a:p>
                <a:pPr algn="ctr">
                  <a:defRPr/>
                </a:pPr>
                <a:r>
                  <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lang="en-US" altLang="zh-CN"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03</a:t>
                </a:r>
                <a:endPar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0" name="矩形: 圆角 29">
                <a:extLst>
                  <a:ext uri="{FF2B5EF4-FFF2-40B4-BE49-F238E27FC236}">
                    <a16:creationId xmlns:a16="http://schemas.microsoft.com/office/drawing/2014/main" id="{061F0473-429D-432C-B03A-439D45DDD6BF}"/>
                  </a:ext>
                </a:extLst>
              </p:cNvPr>
              <p:cNvSpPr/>
              <p:nvPr/>
            </p:nvSpPr>
            <p:spPr>
              <a:xfrm>
                <a:off x="6580707" y="5586274"/>
                <a:ext cx="1129426" cy="346234"/>
              </a:xfrm>
              <a:prstGeom prst="roundRect">
                <a:avLst>
                  <a:gd name="adj" fmla="val 50000"/>
                </a:avLst>
              </a:prstGeom>
              <a:noFill/>
              <a:ln w="19050" cap="flat" cmpd="sng" algn="ctr">
                <a:solidFill>
                  <a:srgbClr val="0C49B7"/>
                </a:solidFill>
                <a:prstDash val="solid"/>
                <a:miter lim="800000"/>
              </a:ln>
              <a:effectLst/>
            </p:spPr>
            <p:txBody>
              <a:bodyPr wrap="square" lIns="72000" tIns="0" rIns="72000" bIns="0" rtlCol="0" anchor="ctr">
                <a:spAutoFit/>
              </a:bodyPr>
              <a:lstStyle/>
              <a:p>
                <a:pPr algn="ctr">
                  <a:defRPr/>
                </a:pPr>
                <a:r>
                  <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lang="en-US" altLang="zh-CN"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04</a:t>
                </a:r>
                <a:endPar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sp>
            <p:nvSpPr>
              <p:cNvPr id="31" name="矩形: 圆角 30">
                <a:extLst>
                  <a:ext uri="{FF2B5EF4-FFF2-40B4-BE49-F238E27FC236}">
                    <a16:creationId xmlns:a16="http://schemas.microsoft.com/office/drawing/2014/main" id="{C9DABB10-C40B-47EE-A101-16D77606AEEF}"/>
                  </a:ext>
                </a:extLst>
              </p:cNvPr>
              <p:cNvSpPr/>
              <p:nvPr/>
            </p:nvSpPr>
            <p:spPr>
              <a:xfrm>
                <a:off x="8069445" y="5586274"/>
                <a:ext cx="1129426" cy="346234"/>
              </a:xfrm>
              <a:prstGeom prst="roundRect">
                <a:avLst>
                  <a:gd name="adj" fmla="val 50000"/>
                </a:avLst>
              </a:prstGeom>
              <a:noFill/>
              <a:ln w="19050" cap="flat" cmpd="sng" algn="ctr">
                <a:solidFill>
                  <a:srgbClr val="0C49B7"/>
                </a:solidFill>
                <a:prstDash val="solid"/>
                <a:miter lim="800000"/>
              </a:ln>
              <a:effectLst/>
            </p:spPr>
            <p:txBody>
              <a:bodyPr wrap="square" lIns="72000" tIns="0" rIns="72000" bIns="0" rtlCol="0" anchor="ctr">
                <a:spAutoFit/>
              </a:bodyPr>
              <a:lstStyle/>
              <a:p>
                <a:pPr algn="ctr">
                  <a:defRPr/>
                </a:pPr>
                <a:r>
                  <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关键词</a:t>
                </a:r>
                <a:r>
                  <a:rPr lang="en-US" altLang="zh-CN"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rPr>
                  <a:t>05</a:t>
                </a:r>
                <a:endParaRPr lang="zh-CN" altLang="en-US" sz="1600" kern="0" dirty="0">
                  <a:solidFill>
                    <a:srgbClr val="0C49B7"/>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endParaRPr>
              </a:p>
            </p:txBody>
          </p:sp>
        </p:grpSp>
        <p:grpSp>
          <p:nvGrpSpPr>
            <p:cNvPr id="22" name="组合 21">
              <a:extLst>
                <a:ext uri="{FF2B5EF4-FFF2-40B4-BE49-F238E27FC236}">
                  <a16:creationId xmlns:a16="http://schemas.microsoft.com/office/drawing/2014/main" id="{BD77B4A0-FF5B-456F-9BE7-66752CABA778}"/>
                </a:ext>
              </a:extLst>
            </p:cNvPr>
            <p:cNvGrpSpPr/>
            <p:nvPr/>
          </p:nvGrpSpPr>
          <p:grpSpPr>
            <a:xfrm>
              <a:off x="598112" y="5475579"/>
              <a:ext cx="1176713" cy="514645"/>
              <a:chOff x="10068105" y="1734537"/>
              <a:chExt cx="1690700" cy="514645"/>
            </a:xfrm>
          </p:grpSpPr>
          <p:grpSp>
            <p:nvGrpSpPr>
              <p:cNvPr id="23" name="组合 22">
                <a:extLst>
                  <a:ext uri="{FF2B5EF4-FFF2-40B4-BE49-F238E27FC236}">
                    <a16:creationId xmlns:a16="http://schemas.microsoft.com/office/drawing/2014/main" id="{C9AF623A-A668-4D74-94B1-DF5F710E3F0D}"/>
                  </a:ext>
                </a:extLst>
              </p:cNvPr>
              <p:cNvGrpSpPr/>
              <p:nvPr/>
            </p:nvGrpSpPr>
            <p:grpSpPr>
              <a:xfrm>
                <a:off x="10068105" y="1734537"/>
                <a:ext cx="1690700" cy="514645"/>
                <a:chOff x="10068105" y="1734537"/>
                <a:chExt cx="1690700" cy="514645"/>
              </a:xfrm>
            </p:grpSpPr>
            <p:sp>
              <p:nvSpPr>
                <p:cNvPr id="25" name="平行四边形 24">
                  <a:extLst>
                    <a:ext uri="{FF2B5EF4-FFF2-40B4-BE49-F238E27FC236}">
                      <a16:creationId xmlns:a16="http://schemas.microsoft.com/office/drawing/2014/main" id="{29DD4A5D-A488-4739-B44B-D6E0A83F4D07}"/>
                    </a:ext>
                  </a:extLst>
                </p:cNvPr>
                <p:cNvSpPr/>
                <p:nvPr/>
              </p:nvSpPr>
              <p:spPr>
                <a:xfrm>
                  <a:off x="10136045" y="1734537"/>
                  <a:ext cx="1622760" cy="461665"/>
                </a:xfrm>
                <a:prstGeom prst="parallelogram">
                  <a:avLst>
                    <a:gd name="adj" fmla="val 0"/>
                  </a:avLst>
                </a:prstGeom>
                <a:noFill/>
                <a:ln w="9525" cap="flat" cmpd="sng" algn="ctr">
                  <a:solidFill>
                    <a:srgbClr val="0C49B7"/>
                  </a:solid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sp>
              <p:nvSpPr>
                <p:cNvPr id="26" name="平行四边形 25">
                  <a:extLst>
                    <a:ext uri="{FF2B5EF4-FFF2-40B4-BE49-F238E27FC236}">
                      <a16:creationId xmlns:a16="http://schemas.microsoft.com/office/drawing/2014/main" id="{213BC89A-D9FF-437A-AC96-1DA5D7CAFDFB}"/>
                    </a:ext>
                  </a:extLst>
                </p:cNvPr>
                <p:cNvSpPr/>
                <p:nvPr/>
              </p:nvSpPr>
              <p:spPr>
                <a:xfrm>
                  <a:off x="10068105" y="1787517"/>
                  <a:ext cx="1622760" cy="461665"/>
                </a:xfrm>
                <a:prstGeom prst="parallelogram">
                  <a:avLst>
                    <a:gd name="adj" fmla="val 0"/>
                  </a:avLst>
                </a:prstGeom>
                <a:solidFill>
                  <a:srgbClr val="0C49B7"/>
                </a:solidFill>
                <a:ln w="12700" cap="flat" cmpd="sng" algn="ctr">
                  <a:noFill/>
                  <a:prstDash val="solid"/>
                  <a:miter lim="800000"/>
                </a:ln>
                <a:effectLst/>
              </p:spPr>
              <p:txBody>
                <a:bodyPr rtlCol="0" anchor="ctr"/>
                <a:lstStyle/>
                <a:p>
                  <a:pPr algn="ctr">
                    <a:defRPr/>
                  </a:pPr>
                  <a:endParaRPr lang="zh-CN" altLang="en-US" kern="0" dirty="0">
                    <a:solidFill>
                      <a:prstClr val="white"/>
                    </a:solidFill>
                    <a:ea typeface="阿里巴巴普惠体 R"/>
                  </a:endParaRPr>
                </a:p>
              </p:txBody>
            </p:sp>
          </p:grpSp>
          <p:sp>
            <p:nvSpPr>
              <p:cNvPr id="24" name="文本框 23">
                <a:extLst>
                  <a:ext uri="{FF2B5EF4-FFF2-40B4-BE49-F238E27FC236}">
                    <a16:creationId xmlns:a16="http://schemas.microsoft.com/office/drawing/2014/main" id="{4EEC7B9A-04F4-4F4B-80F2-B7BF50DF9512}"/>
                  </a:ext>
                </a:extLst>
              </p:cNvPr>
              <p:cNvSpPr txBox="1"/>
              <p:nvPr/>
            </p:nvSpPr>
            <p:spPr>
              <a:xfrm>
                <a:off x="10223558" y="1805090"/>
                <a:ext cx="1253399" cy="406650"/>
              </a:xfrm>
              <a:prstGeom prst="rect">
                <a:avLst/>
              </a:prstGeom>
              <a:noFill/>
            </p:spPr>
            <p:txBody>
              <a:bodyPr wrap="none" rtlCol="0">
                <a:spAutoFit/>
              </a:bodyPr>
              <a:lstStyle/>
              <a:p>
                <a:pPr algn="ctr">
                  <a:lnSpc>
                    <a:spcPct val="120000"/>
                  </a:lnSpc>
                  <a:defRPr/>
                </a:pPr>
                <a:r>
                  <a:rPr lang="zh-CN" altLang="en-US" kern="0" dirty="0">
                    <a:solidFill>
                      <a:prstClr val="white"/>
                    </a:solidFill>
                    <a:latin typeface="阿里巴巴普惠体 H" panose="00020600040101010101" pitchFamily="18" charset="-122"/>
                    <a:ea typeface="阿里巴巴普惠体 H" panose="00020600040101010101" pitchFamily="18" charset="-122"/>
                    <a:cs typeface="阿里巴巴普惠体 H" panose="00020600040101010101" pitchFamily="18" charset="-122"/>
                  </a:rPr>
                  <a:t>关键词</a:t>
                </a:r>
              </a:p>
            </p:txBody>
          </p:sp>
        </p:grpSp>
      </p:grpSp>
      <p:sp>
        <p:nvSpPr>
          <p:cNvPr id="32" name="矩形 31">
            <a:extLst>
              <a:ext uri="{FF2B5EF4-FFF2-40B4-BE49-F238E27FC236}">
                <a16:creationId xmlns:a16="http://schemas.microsoft.com/office/drawing/2014/main" id="{2597728B-1F68-4D0A-91D7-851B049B057D}"/>
              </a:ext>
            </a:extLst>
          </p:cNvPr>
          <p:cNvSpPr/>
          <p:nvPr/>
        </p:nvSpPr>
        <p:spPr>
          <a:xfrm>
            <a:off x="438201" y="1498641"/>
            <a:ext cx="11339921" cy="418191"/>
          </a:xfrm>
          <a:prstGeom prst="rect">
            <a:avLst/>
          </a:prstGeom>
        </p:spPr>
        <p:txBody>
          <a:bodyPr wrap="square">
            <a:spAutoFit/>
          </a:bodyPr>
          <a:lstStyle/>
          <a:p>
            <a:pPr algn="just">
              <a:lnSpc>
                <a:spcPct val="150000"/>
              </a:lnSpc>
              <a:defRPr/>
            </a:pPr>
            <a:r>
              <a:rPr lang="zh-CN" altLang="en-US" sz="1600" dirty="0">
                <a:solidFill>
                  <a:prstClr val="black">
                    <a:lumMod val="85000"/>
                    <a:lumOff val="15000"/>
                  </a:prstClr>
                </a:solidFill>
                <a:latin typeface="微软雅黑" panose="020B0503020204020204" charset="-122"/>
                <a:ea typeface="微软雅黑" panose="020B0503020204020204" charset="-122"/>
                <a:cs typeface="微软雅黑" panose="020B0503020204020204" charset="-122"/>
              </a:rPr>
              <a:t>点击此处输入你的汇报内容，根据您的实际情况调整文字字体和大小。点击此处输入你的汇报内容，根据您的实际情况调整。</a:t>
            </a:r>
          </a:p>
        </p:txBody>
      </p:sp>
      <p:sp>
        <p:nvSpPr>
          <p:cNvPr id="33" name="圆角矩形 6">
            <a:extLst>
              <a:ext uri="{FF2B5EF4-FFF2-40B4-BE49-F238E27FC236}">
                <a16:creationId xmlns:a16="http://schemas.microsoft.com/office/drawing/2014/main" id="{63D44CBA-C4E9-46C0-B06D-B94CBF90C22E}"/>
              </a:ext>
            </a:extLst>
          </p:cNvPr>
          <p:cNvSpPr/>
          <p:nvPr/>
        </p:nvSpPr>
        <p:spPr>
          <a:xfrm>
            <a:off x="413878" y="1019284"/>
            <a:ext cx="3177540" cy="490220"/>
          </a:xfrm>
          <a:prstGeom prst="roundRect">
            <a:avLst>
              <a:gd name="adj" fmla="val 37046"/>
            </a:avLst>
          </a:prstGeom>
          <a:gradFill>
            <a:gsLst>
              <a:gs pos="53000">
                <a:srgbClr val="0C49B7"/>
              </a:gs>
              <a:gs pos="95000">
                <a:srgbClr val="0C49B7">
                  <a:alpha val="0"/>
                </a:srgbClr>
              </a:gs>
              <a:gs pos="0">
                <a:srgbClr val="0C49B7"/>
              </a:gs>
            </a:gsLst>
            <a:lin ang="20700000" scaled="0"/>
          </a:gradFill>
          <a:ln w="12700" cap="flat" cmpd="sng" algn="ctr">
            <a:noFill/>
            <a:prstDash val="solid"/>
            <a:miter lim="800000"/>
          </a:ln>
          <a:effectLst/>
        </p:spPr>
        <p:txBody>
          <a:bodyPr rtlCol="0" anchor="ctr"/>
          <a:lstStyle/>
          <a:p>
            <a:pPr algn="ctr">
              <a:defRPr/>
            </a:pPr>
            <a:endParaRPr lang="zh-CN" altLang="en-US" kern="0">
              <a:solidFill>
                <a:prstClr val="white"/>
              </a:solidFill>
              <a:latin typeface="微软雅黑"/>
              <a:ea typeface="微软雅黑" panose="020B0503020204020204" pitchFamily="34" charset="-122"/>
            </a:endParaRPr>
          </a:p>
        </p:txBody>
      </p:sp>
      <p:sp>
        <p:nvSpPr>
          <p:cNvPr id="34" name="文本框 33">
            <a:extLst>
              <a:ext uri="{FF2B5EF4-FFF2-40B4-BE49-F238E27FC236}">
                <a16:creationId xmlns:a16="http://schemas.microsoft.com/office/drawing/2014/main" id="{903BC080-6A84-4732-BE5D-D97DD1CEFBBE}"/>
              </a:ext>
            </a:extLst>
          </p:cNvPr>
          <p:cNvSpPr txBox="1"/>
          <p:nvPr/>
        </p:nvSpPr>
        <p:spPr>
          <a:xfrm>
            <a:off x="755725" y="1072878"/>
            <a:ext cx="3182281" cy="398780"/>
          </a:xfrm>
          <a:prstGeom prst="rect">
            <a:avLst/>
          </a:prstGeom>
          <a:noFill/>
        </p:spPr>
        <p:txBody>
          <a:bodyPr wrap="square" rtlCol="0">
            <a:spAutoFit/>
          </a:bodyPr>
          <a:lstStyle>
            <a:defPPr>
              <a:defRPr lang="zh-CN"/>
            </a:defPPr>
            <a:lvl1pPr algn="dist">
              <a:defRPr sz="2400" b="1">
                <a:solidFill>
                  <a:srgbClr val="A5353A"/>
                </a:solidFill>
                <a:latin typeface="微软雅黑" panose="020B0503020204020204" charset="-122"/>
                <a:ea typeface="微软雅黑" panose="020B0503020204020204" charset="-122"/>
              </a:defRPr>
            </a:lvl1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2000" b="1" i="1" u="none" strike="noStrike" kern="0" cap="none" spc="0" normalizeH="0" baseline="0" noProof="0" dirty="0">
                <a:ln>
                  <a:noFill/>
                </a:ln>
                <a:solidFill>
                  <a:prstClr val="white"/>
                </a:solidFill>
                <a:effectLst/>
                <a:uLnTx/>
                <a:uFillTx/>
                <a:latin typeface="微软雅黑" panose="020B0503020204020204" charset="-122"/>
                <a:ea typeface="微软雅黑" panose="020B0503020204020204" charset="-122"/>
              </a:rPr>
              <a:t>请输入您的标题</a:t>
            </a:r>
          </a:p>
        </p:txBody>
      </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lvl="0" algn="dist"/>
              <a:r>
                <a:rPr lang="en-US" altLang="zh-CN" sz="900" dirty="0">
                  <a:solidFill>
                    <a:prstClr val="white"/>
                  </a:solidFill>
                  <a:latin typeface="Arial" panose="020B0604020202020204" pitchFamily="34" charset="0"/>
                  <a:cs typeface="Arial" panose="020B0604020202020204" pitchFamily="34" charset="0"/>
                </a:rPr>
                <a:t>BEIHANG UNIVERSITY</a:t>
              </a:r>
              <a:endParaRPr kumimoji="0" lang="zh-CN" altLang="en-US" sz="90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Tree>
    <p:extLst>
      <p:ext uri="{BB962C8B-B14F-4D97-AF65-F5344CB8AC3E}">
        <p14:creationId xmlns:p14="http://schemas.microsoft.com/office/powerpoint/2010/main" val="14211692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43" name="图片占位符 6">
            <a:extLst>
              <a:ext uri="{FF2B5EF4-FFF2-40B4-BE49-F238E27FC236}">
                <a16:creationId xmlns:a16="http://schemas.microsoft.com/office/drawing/2014/main" id="{0327F828-0D59-4296-8F3C-D2AA28A5458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29555" y="1222321"/>
            <a:ext cx="7290152" cy="4862475"/>
          </a:xfrm>
          <a:prstGeom prst="rect">
            <a:avLst/>
          </a:prstGeom>
          <a:solidFill>
            <a:srgbClr val="00447C">
              <a:lumMod val="20000"/>
              <a:lumOff val="80000"/>
            </a:srgbClr>
          </a:solidFill>
          <a:ln>
            <a:noFill/>
          </a:ln>
        </p:spPr>
      </p:pic>
      <p:sp>
        <p:nvSpPr>
          <p:cNvPr id="44" name="矩形 43">
            <a:extLst>
              <a:ext uri="{FF2B5EF4-FFF2-40B4-BE49-F238E27FC236}">
                <a16:creationId xmlns:a16="http://schemas.microsoft.com/office/drawing/2014/main" id="{6EDB210A-D793-48E8-94A8-051C462C3DD8}"/>
              </a:ext>
            </a:extLst>
          </p:cNvPr>
          <p:cNvSpPr/>
          <p:nvPr/>
        </p:nvSpPr>
        <p:spPr>
          <a:xfrm>
            <a:off x="5837020" y="1627193"/>
            <a:ext cx="5875555" cy="4156363"/>
          </a:xfrm>
          <a:prstGeom prst="rect">
            <a:avLst/>
          </a:prstGeom>
          <a:solidFill>
            <a:srgbClr val="FFFFFF"/>
          </a:solidFill>
          <a:ln w="6350" cap="flat" cmpd="sng" algn="ctr">
            <a:solidFill>
              <a:srgbClr val="FFFFFF">
                <a:lumMod val="85000"/>
              </a:srgbClr>
            </a:solidFill>
            <a:prstDash val="solid"/>
            <a:miter lim="800000"/>
          </a:ln>
          <a:effectLst>
            <a:outerShdw blurRad="50800" dist="38100" dir="2700000" algn="tl" rotWithShape="0">
              <a:prstClr val="black">
                <a:alpha val="40000"/>
              </a:prstClr>
            </a:outerShdw>
          </a:effectLst>
        </p:spPr>
        <p:txBody>
          <a:bodyPr lIns="108000" tIns="612000" rIns="108000" bIns="0" rtlCol="0" anchor="t"/>
          <a:lstStyle/>
          <a:p>
            <a:pPr marL="285750" indent="-285750" defTabSz="457200">
              <a:lnSpc>
                <a:spcPct val="120000"/>
              </a:lnSpc>
              <a:spcAft>
                <a:spcPts val="1200"/>
              </a:spcAft>
              <a:buClr>
                <a:srgbClr val="0C49B7"/>
              </a:buClr>
              <a:buFont typeface="Arial" panose="020B0604020202020204" pitchFamily="34" charset="0"/>
              <a:buChar char="•"/>
            </a:pPr>
            <a:r>
              <a:rPr lang="zh-CN" altLang="en-US" kern="0" dirty="0">
                <a:solidFill>
                  <a:srgbClr val="000000">
                    <a:lumMod val="75000"/>
                    <a:lumOff val="25000"/>
                  </a:srgbClr>
                </a:solidFill>
                <a:latin typeface="Arial"/>
                <a:ea typeface="宋体" panose="02010600030101010101" pitchFamily="2" charset="-122"/>
                <a:cs typeface="+mn-ea"/>
                <a:sym typeface="+mn-lt"/>
              </a:rPr>
              <a:t>请在此输入内容请在此输入内容请在此输入内容请在此输入内容请在此输入内容请在此输入内容请在此输入请在此输入内容请在此输入内容请在此输入内容请在此输入内容请在此输入内容请在此输入内容请在此输入</a:t>
            </a:r>
            <a:endParaRPr lang="en-US" altLang="zh-CN" kern="0" dirty="0">
              <a:solidFill>
                <a:srgbClr val="000000">
                  <a:lumMod val="75000"/>
                  <a:lumOff val="25000"/>
                </a:srgbClr>
              </a:solidFill>
              <a:latin typeface="Arial"/>
              <a:ea typeface="宋体" panose="02010600030101010101" pitchFamily="2" charset="-122"/>
              <a:cs typeface="+mn-ea"/>
              <a:sym typeface="+mn-lt"/>
            </a:endParaRPr>
          </a:p>
          <a:p>
            <a:pPr marL="285750" indent="-285750" defTabSz="457200">
              <a:lnSpc>
                <a:spcPct val="120000"/>
              </a:lnSpc>
              <a:spcAft>
                <a:spcPts val="1200"/>
              </a:spcAft>
              <a:buClr>
                <a:srgbClr val="0C49B7"/>
              </a:buClr>
              <a:buFont typeface="Arial" panose="020B0604020202020204" pitchFamily="34" charset="0"/>
              <a:buChar char="•"/>
            </a:pPr>
            <a:r>
              <a:rPr lang="zh-CN" altLang="en-US" kern="0" dirty="0">
                <a:solidFill>
                  <a:srgbClr val="000000">
                    <a:lumMod val="75000"/>
                    <a:lumOff val="25000"/>
                  </a:srgbClr>
                </a:solidFill>
                <a:latin typeface="Arial"/>
                <a:ea typeface="宋体" panose="02010600030101010101" pitchFamily="2" charset="-122"/>
                <a:cs typeface="+mn-ea"/>
                <a:sym typeface="+mn-lt"/>
              </a:rPr>
              <a:t>请在此输入内容请在此输入内容请在此输入内容请在此输入内容请在此输入内容请在此输入内容请在此输入请在此输入内容请在此输入内容请在此输入内容请在此输入内容请在此输入内容请在此输入内容请在此输入</a:t>
            </a:r>
          </a:p>
        </p:txBody>
      </p:sp>
      <p:sp>
        <p:nvSpPr>
          <p:cNvPr id="45" name="矩形 44">
            <a:extLst>
              <a:ext uri="{FF2B5EF4-FFF2-40B4-BE49-F238E27FC236}">
                <a16:creationId xmlns:a16="http://schemas.microsoft.com/office/drawing/2014/main" id="{09CD3E9E-5DE4-4133-AC96-F07CEF9C73B6}"/>
              </a:ext>
            </a:extLst>
          </p:cNvPr>
          <p:cNvSpPr/>
          <p:nvPr/>
        </p:nvSpPr>
        <p:spPr>
          <a:xfrm>
            <a:off x="5837020" y="1627193"/>
            <a:ext cx="5875555" cy="457200"/>
          </a:xfrm>
          <a:prstGeom prst="rect">
            <a:avLst/>
          </a:prstGeom>
          <a:solidFill>
            <a:srgbClr val="0C49B7"/>
          </a:solidFill>
          <a:ln w="12700" cap="flat" cmpd="sng" algn="ctr">
            <a:noFill/>
            <a:prstDash val="solid"/>
            <a:miter lim="800000"/>
          </a:ln>
          <a:effectLst/>
        </p:spPr>
        <p:txBody>
          <a:bodyPr rtlCol="0" anchor="ctr"/>
          <a:lstStyle/>
          <a:p>
            <a:pPr algn="ctr" defTabSz="457200">
              <a:defRPr/>
            </a:pPr>
            <a:r>
              <a:rPr lang="zh-CN" altLang="en-US" sz="2000" b="1" kern="0" dirty="0">
                <a:solidFill>
                  <a:srgbClr val="FFFFFF"/>
                </a:solidFill>
                <a:latin typeface="Arial"/>
                <a:ea typeface="宋体" panose="02010600030101010101" pitchFamily="2" charset="-122"/>
                <a:cs typeface="+mn-ea"/>
                <a:sym typeface="+mn-lt"/>
              </a:rPr>
              <a:t>请在此输入标题</a:t>
            </a:r>
            <a:endParaRPr lang="en-US" sz="2000" b="1" kern="0" dirty="0">
              <a:solidFill>
                <a:srgbClr val="FFFFFF"/>
              </a:solidFill>
              <a:latin typeface="Arial"/>
              <a:sym typeface="+mn-lt"/>
            </a:endParaRPr>
          </a:p>
        </p:txBody>
      </p:sp>
      <p:sp>
        <p:nvSpPr>
          <p:cNvPr id="46" name="L 形 45">
            <a:extLst>
              <a:ext uri="{FF2B5EF4-FFF2-40B4-BE49-F238E27FC236}">
                <a16:creationId xmlns:a16="http://schemas.microsoft.com/office/drawing/2014/main" id="{A841DDB5-6FAB-4B58-BE23-593E7C79054A}"/>
              </a:ext>
            </a:extLst>
          </p:cNvPr>
          <p:cNvSpPr/>
          <p:nvPr/>
        </p:nvSpPr>
        <p:spPr bwMode="auto">
          <a:xfrm rot="5400000">
            <a:off x="467360" y="1193050"/>
            <a:ext cx="628535" cy="628535"/>
          </a:xfrm>
          <a:prstGeom prst="corner">
            <a:avLst>
              <a:gd name="adj1" fmla="val 11572"/>
              <a:gd name="adj2" fmla="val 11638"/>
            </a:avLst>
          </a:prstGeom>
          <a:solidFill>
            <a:srgbClr val="0C49B7"/>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SzPct val="25000"/>
              <a:defRPr/>
            </a:pPr>
            <a:endParaRPr lang="en-US" b="1" kern="0" dirty="0">
              <a:solidFill>
                <a:srgbClr val="FFFFFF"/>
              </a:solidFill>
              <a:latin typeface="Arial"/>
              <a:sym typeface="+mn-lt"/>
            </a:endParaRPr>
          </a:p>
        </p:txBody>
      </p:sp>
    </p:spTree>
    <p:extLst>
      <p:ext uri="{BB962C8B-B14F-4D97-AF65-F5344CB8AC3E}">
        <p14:creationId xmlns:p14="http://schemas.microsoft.com/office/powerpoint/2010/main" val="4047785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文本框 15">
            <a:extLst>
              <a:ext uri="{FF2B5EF4-FFF2-40B4-BE49-F238E27FC236}">
                <a16:creationId xmlns:a16="http://schemas.microsoft.com/office/drawing/2014/main" id="{2D6F0E2B-6781-4925-83A6-AA995813158A}"/>
              </a:ext>
            </a:extLst>
          </p:cNvPr>
          <p:cNvSpPr txBox="1"/>
          <p:nvPr/>
        </p:nvSpPr>
        <p:spPr>
          <a:xfrm>
            <a:off x="6466901" y="1772816"/>
            <a:ext cx="2147198"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段落标题</a:t>
            </a:r>
          </a:p>
        </p:txBody>
      </p:sp>
      <p:sp>
        <p:nvSpPr>
          <p:cNvPr id="17" name="文本框 16">
            <a:extLst>
              <a:ext uri="{FF2B5EF4-FFF2-40B4-BE49-F238E27FC236}">
                <a16:creationId xmlns:a16="http://schemas.microsoft.com/office/drawing/2014/main" id="{9A267BA4-219D-44B8-976F-0F58C3B5D9A8}"/>
              </a:ext>
            </a:extLst>
          </p:cNvPr>
          <p:cNvSpPr txBox="1"/>
          <p:nvPr/>
        </p:nvSpPr>
        <p:spPr>
          <a:xfrm>
            <a:off x="6745256" y="2259925"/>
            <a:ext cx="4265558" cy="1754326"/>
          </a:xfrm>
          <a:prstGeom prst="rect">
            <a:avLst/>
          </a:prstGeom>
          <a:noFill/>
        </p:spPr>
        <p:txBody>
          <a:bodyPr wrap="square" rtlCol="0">
            <a:spAutoFit/>
          </a:bodyPr>
          <a:lstStyle/>
          <a:p>
            <a:pPr algn="just"/>
            <a:r>
              <a:rPr lang="zh-CN" altLang="en-US" dirty="0">
                <a:solidFill>
                  <a:srgbClr val="768394"/>
                </a:solidFill>
                <a:latin typeface="Arial" panose="020F0502020204030204"/>
                <a:ea typeface="微软雅黑"/>
                <a:cs typeface="+mn-ea"/>
                <a:sym typeface="+mn-lt"/>
              </a:rPr>
              <a:t>　请在此输入内容请在此输入内容请在此输入内容请在此输入内容请在此输入内容请在此输入内容请在此输入请在此输入内容请在此输入内容请在此输入内容请在此输入内容请在此输入内容请在此输入内容请在此输入</a:t>
            </a:r>
          </a:p>
        </p:txBody>
      </p:sp>
      <p:sp>
        <p:nvSpPr>
          <p:cNvPr id="18" name="椭圆 17">
            <a:extLst>
              <a:ext uri="{FF2B5EF4-FFF2-40B4-BE49-F238E27FC236}">
                <a16:creationId xmlns:a16="http://schemas.microsoft.com/office/drawing/2014/main" id="{5A9F7E72-1546-4E8D-A275-74306EF96C02}"/>
              </a:ext>
            </a:extLst>
          </p:cNvPr>
          <p:cNvSpPr/>
          <p:nvPr/>
        </p:nvSpPr>
        <p:spPr>
          <a:xfrm>
            <a:off x="6671196" y="4502819"/>
            <a:ext cx="832023" cy="832023"/>
          </a:xfrm>
          <a:prstGeom prst="ellipse">
            <a:avLst/>
          </a:prstGeom>
          <a:noFill/>
          <a:ln w="38100" cap="flat" cmpd="sng" algn="ctr">
            <a:solidFill>
              <a:srgbClr val="0C49B7"/>
            </a:solid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19" name="椭圆 18">
            <a:extLst>
              <a:ext uri="{FF2B5EF4-FFF2-40B4-BE49-F238E27FC236}">
                <a16:creationId xmlns:a16="http://schemas.microsoft.com/office/drawing/2014/main" id="{3D146175-7F07-4D15-9C7D-E7A34F0B76B3}"/>
              </a:ext>
            </a:extLst>
          </p:cNvPr>
          <p:cNvSpPr/>
          <p:nvPr/>
        </p:nvSpPr>
        <p:spPr>
          <a:xfrm>
            <a:off x="6791583" y="4623206"/>
            <a:ext cx="591249" cy="591249"/>
          </a:xfrm>
          <a:prstGeom prst="ellipse">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20" name="文本框 19">
            <a:extLst>
              <a:ext uri="{FF2B5EF4-FFF2-40B4-BE49-F238E27FC236}">
                <a16:creationId xmlns:a16="http://schemas.microsoft.com/office/drawing/2014/main" id="{CC788235-19C6-4CC0-B934-F1D7B66361EF}"/>
              </a:ext>
            </a:extLst>
          </p:cNvPr>
          <p:cNvSpPr txBox="1"/>
          <p:nvPr/>
        </p:nvSpPr>
        <p:spPr>
          <a:xfrm>
            <a:off x="6389059" y="5499533"/>
            <a:ext cx="1396297" cy="369332"/>
          </a:xfrm>
          <a:prstGeom prst="rect">
            <a:avLst/>
          </a:prstGeom>
          <a:noFill/>
        </p:spPr>
        <p:txBody>
          <a:bodyPr wrap="square" rtlCol="0">
            <a:spAutoFit/>
          </a:bodyPr>
          <a:lstStyle/>
          <a:p>
            <a:pPr algn="ctr"/>
            <a:r>
              <a:rPr lang="zh-CN" altLang="en-US" dirty="0">
                <a:solidFill>
                  <a:srgbClr val="768394"/>
                </a:solidFill>
                <a:latin typeface="Arial" panose="020F0502020204030204"/>
                <a:ea typeface="微软雅黑"/>
                <a:cs typeface="+mn-ea"/>
                <a:sym typeface="+mn-lt"/>
              </a:rPr>
              <a:t>关键词</a:t>
            </a:r>
            <a:r>
              <a:rPr lang="en-US" altLang="zh-CN" dirty="0">
                <a:solidFill>
                  <a:srgbClr val="768394"/>
                </a:solidFill>
                <a:latin typeface="Arial" panose="020F0502020204030204"/>
                <a:ea typeface="微软雅黑"/>
                <a:cs typeface="+mn-ea"/>
                <a:sym typeface="+mn-lt"/>
              </a:rPr>
              <a:t>1</a:t>
            </a:r>
            <a:endParaRPr lang="zh-CN" altLang="en-US" dirty="0">
              <a:solidFill>
                <a:srgbClr val="768394"/>
              </a:solidFill>
              <a:latin typeface="Arial" panose="020F0502020204030204"/>
              <a:ea typeface="微软雅黑"/>
              <a:cs typeface="+mn-ea"/>
              <a:sym typeface="+mn-lt"/>
            </a:endParaRPr>
          </a:p>
        </p:txBody>
      </p:sp>
      <p:sp>
        <p:nvSpPr>
          <p:cNvPr id="21" name="椭圆 20">
            <a:extLst>
              <a:ext uri="{FF2B5EF4-FFF2-40B4-BE49-F238E27FC236}">
                <a16:creationId xmlns:a16="http://schemas.microsoft.com/office/drawing/2014/main" id="{90305CF1-EF51-4253-B874-760763EB3647}"/>
              </a:ext>
            </a:extLst>
          </p:cNvPr>
          <p:cNvSpPr/>
          <p:nvPr/>
        </p:nvSpPr>
        <p:spPr>
          <a:xfrm>
            <a:off x="8526818" y="4502819"/>
            <a:ext cx="832023" cy="832023"/>
          </a:xfrm>
          <a:prstGeom prst="ellipse">
            <a:avLst/>
          </a:prstGeom>
          <a:noFill/>
          <a:ln w="38100" cap="flat" cmpd="sng" algn="ctr">
            <a:solidFill>
              <a:srgbClr val="0C49B7"/>
            </a:solid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22" name="椭圆 21">
            <a:extLst>
              <a:ext uri="{FF2B5EF4-FFF2-40B4-BE49-F238E27FC236}">
                <a16:creationId xmlns:a16="http://schemas.microsoft.com/office/drawing/2014/main" id="{853660D1-D221-4AF0-8ABE-C5DA1E36BCE7}"/>
              </a:ext>
            </a:extLst>
          </p:cNvPr>
          <p:cNvSpPr/>
          <p:nvPr/>
        </p:nvSpPr>
        <p:spPr>
          <a:xfrm>
            <a:off x="8647205" y="4623206"/>
            <a:ext cx="591249" cy="591249"/>
          </a:xfrm>
          <a:prstGeom prst="ellipse">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23" name="文本框 22">
            <a:extLst>
              <a:ext uri="{FF2B5EF4-FFF2-40B4-BE49-F238E27FC236}">
                <a16:creationId xmlns:a16="http://schemas.microsoft.com/office/drawing/2014/main" id="{BDC8EC4D-CBB1-4E8E-B6E3-B58E3AF52A71}"/>
              </a:ext>
            </a:extLst>
          </p:cNvPr>
          <p:cNvSpPr txBox="1"/>
          <p:nvPr/>
        </p:nvSpPr>
        <p:spPr>
          <a:xfrm flipH="1">
            <a:off x="8244681" y="5499533"/>
            <a:ext cx="1396297" cy="369332"/>
          </a:xfrm>
          <a:prstGeom prst="rect">
            <a:avLst/>
          </a:prstGeom>
          <a:noFill/>
        </p:spPr>
        <p:txBody>
          <a:bodyPr wrap="square" rtlCol="0">
            <a:spAutoFit/>
          </a:bodyPr>
          <a:lstStyle/>
          <a:p>
            <a:pPr algn="ctr"/>
            <a:r>
              <a:rPr lang="zh-CN" altLang="en-US" dirty="0">
                <a:solidFill>
                  <a:srgbClr val="768394"/>
                </a:solidFill>
                <a:latin typeface="Arial" panose="020F0502020204030204"/>
                <a:ea typeface="微软雅黑"/>
                <a:cs typeface="+mn-ea"/>
                <a:sym typeface="+mn-lt"/>
              </a:rPr>
              <a:t>关键词</a:t>
            </a:r>
            <a:r>
              <a:rPr lang="en-US" altLang="zh-CN" dirty="0">
                <a:solidFill>
                  <a:srgbClr val="768394"/>
                </a:solidFill>
                <a:latin typeface="Arial" panose="020F0502020204030204"/>
                <a:ea typeface="微软雅黑"/>
                <a:cs typeface="+mn-ea"/>
                <a:sym typeface="+mn-lt"/>
              </a:rPr>
              <a:t>2</a:t>
            </a:r>
            <a:endParaRPr lang="zh-CN" altLang="en-US" dirty="0">
              <a:solidFill>
                <a:srgbClr val="768394"/>
              </a:solidFill>
              <a:latin typeface="Arial" panose="020F0502020204030204"/>
              <a:ea typeface="微软雅黑"/>
              <a:cs typeface="+mn-ea"/>
              <a:sym typeface="+mn-lt"/>
            </a:endParaRPr>
          </a:p>
        </p:txBody>
      </p:sp>
      <p:sp>
        <p:nvSpPr>
          <p:cNvPr id="24" name="椭圆 23">
            <a:extLst>
              <a:ext uri="{FF2B5EF4-FFF2-40B4-BE49-F238E27FC236}">
                <a16:creationId xmlns:a16="http://schemas.microsoft.com/office/drawing/2014/main" id="{CE67B152-25F5-40DB-8955-04B926D30DCF}"/>
              </a:ext>
            </a:extLst>
          </p:cNvPr>
          <p:cNvSpPr/>
          <p:nvPr/>
        </p:nvSpPr>
        <p:spPr>
          <a:xfrm>
            <a:off x="10382440" y="4502819"/>
            <a:ext cx="832023" cy="832023"/>
          </a:xfrm>
          <a:prstGeom prst="ellipse">
            <a:avLst/>
          </a:prstGeom>
          <a:noFill/>
          <a:ln w="38100" cap="flat" cmpd="sng" algn="ctr">
            <a:solidFill>
              <a:srgbClr val="0C49B7"/>
            </a:solid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25" name="椭圆 24">
            <a:extLst>
              <a:ext uri="{FF2B5EF4-FFF2-40B4-BE49-F238E27FC236}">
                <a16:creationId xmlns:a16="http://schemas.microsoft.com/office/drawing/2014/main" id="{CC996D2A-520E-4E81-8B70-369FAEF42E46}"/>
              </a:ext>
            </a:extLst>
          </p:cNvPr>
          <p:cNvSpPr/>
          <p:nvPr/>
        </p:nvSpPr>
        <p:spPr>
          <a:xfrm>
            <a:off x="10502828" y="4623206"/>
            <a:ext cx="591249" cy="591249"/>
          </a:xfrm>
          <a:prstGeom prst="ellipse">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26" name="文本框 25">
            <a:extLst>
              <a:ext uri="{FF2B5EF4-FFF2-40B4-BE49-F238E27FC236}">
                <a16:creationId xmlns:a16="http://schemas.microsoft.com/office/drawing/2014/main" id="{037A8F1D-93EE-4D1B-8738-999183C2DEE9}"/>
              </a:ext>
            </a:extLst>
          </p:cNvPr>
          <p:cNvSpPr txBox="1"/>
          <p:nvPr/>
        </p:nvSpPr>
        <p:spPr>
          <a:xfrm>
            <a:off x="10100303" y="5499533"/>
            <a:ext cx="1396297" cy="369332"/>
          </a:xfrm>
          <a:prstGeom prst="rect">
            <a:avLst/>
          </a:prstGeom>
          <a:noFill/>
        </p:spPr>
        <p:txBody>
          <a:bodyPr wrap="square" rtlCol="0">
            <a:spAutoFit/>
          </a:bodyPr>
          <a:lstStyle/>
          <a:p>
            <a:pPr algn="ctr"/>
            <a:r>
              <a:rPr lang="zh-CN" altLang="en-US" dirty="0">
                <a:solidFill>
                  <a:srgbClr val="768394"/>
                </a:solidFill>
                <a:latin typeface="Arial" panose="020F0502020204030204"/>
                <a:ea typeface="微软雅黑"/>
                <a:cs typeface="+mn-ea"/>
                <a:sym typeface="+mn-lt"/>
              </a:rPr>
              <a:t>关键词</a:t>
            </a:r>
            <a:r>
              <a:rPr lang="en-US" altLang="zh-CN" dirty="0">
                <a:solidFill>
                  <a:srgbClr val="768394"/>
                </a:solidFill>
                <a:latin typeface="Arial" panose="020F0502020204030204"/>
                <a:ea typeface="微软雅黑"/>
                <a:cs typeface="+mn-ea"/>
                <a:sym typeface="+mn-lt"/>
              </a:rPr>
              <a:t>3</a:t>
            </a:r>
            <a:endParaRPr lang="zh-CN" altLang="en-US" dirty="0">
              <a:solidFill>
                <a:srgbClr val="768394"/>
              </a:solidFill>
              <a:latin typeface="Arial" panose="020F0502020204030204"/>
              <a:ea typeface="微软雅黑"/>
              <a:cs typeface="+mn-ea"/>
              <a:sym typeface="+mn-lt"/>
            </a:endParaRPr>
          </a:p>
        </p:txBody>
      </p:sp>
      <p:sp>
        <p:nvSpPr>
          <p:cNvPr id="27" name="文本框 26">
            <a:extLst>
              <a:ext uri="{FF2B5EF4-FFF2-40B4-BE49-F238E27FC236}">
                <a16:creationId xmlns:a16="http://schemas.microsoft.com/office/drawing/2014/main" id="{6E3A6BEF-C6B9-44BE-9E66-373E3B55F2DC}"/>
              </a:ext>
            </a:extLst>
          </p:cNvPr>
          <p:cNvSpPr txBox="1"/>
          <p:nvPr/>
        </p:nvSpPr>
        <p:spPr>
          <a:xfrm>
            <a:off x="673100" y="1076796"/>
            <a:ext cx="5422900" cy="461665"/>
          </a:xfrm>
          <a:prstGeom prst="rect">
            <a:avLst/>
          </a:prstGeom>
          <a:noFill/>
        </p:spPr>
        <p:txBody>
          <a:bodyPr wrap="square" rtlCol="0">
            <a:spAutoFit/>
          </a:bodyPr>
          <a:lstStyle/>
          <a:p>
            <a:r>
              <a:rPr lang="zh-CN" altLang="en-US" sz="2400" b="1" dirty="0">
                <a:solidFill>
                  <a:srgbClr val="0C49B7"/>
                </a:solidFill>
                <a:latin typeface="Arial" panose="020F0502020204030204"/>
                <a:ea typeface="微软雅黑"/>
                <a:cs typeface="+mn-ea"/>
                <a:sym typeface="+mn-lt"/>
              </a:rPr>
              <a:t>纯图片页排版</a:t>
            </a:r>
          </a:p>
        </p:txBody>
      </p:sp>
      <p:pic>
        <p:nvPicPr>
          <p:cNvPr id="28" name="图片占位符 5">
            <a:extLst>
              <a:ext uri="{FF2B5EF4-FFF2-40B4-BE49-F238E27FC236}">
                <a16:creationId xmlns:a16="http://schemas.microsoft.com/office/drawing/2014/main" id="{7F6A815B-85AA-41DB-8485-B2330B9091B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660400" y="1940710"/>
            <a:ext cx="5625531" cy="3936562"/>
          </a:xfrm>
          <a:prstGeom prst="rect">
            <a:avLst/>
          </a:prstGeom>
        </p:spPr>
      </p:pic>
      <p:sp>
        <p:nvSpPr>
          <p:cNvPr id="29" name="iconfont-1187-868319">
            <a:extLst>
              <a:ext uri="{FF2B5EF4-FFF2-40B4-BE49-F238E27FC236}">
                <a16:creationId xmlns:a16="http://schemas.microsoft.com/office/drawing/2014/main" id="{90E7E061-A2AC-4A39-9A2C-CF13090A82E8}"/>
              </a:ext>
            </a:extLst>
          </p:cNvPr>
          <p:cNvSpPr>
            <a:spLocks noChangeAspect="1"/>
          </p:cNvSpPr>
          <p:nvPr/>
        </p:nvSpPr>
        <p:spPr bwMode="auto">
          <a:xfrm>
            <a:off x="10620604" y="4741129"/>
            <a:ext cx="355696" cy="355402"/>
          </a:xfrm>
          <a:custGeom>
            <a:avLst/>
            <a:gdLst>
              <a:gd name="T0" fmla="*/ 11212 w 12607"/>
              <a:gd name="T1" fmla="*/ 4855 h 12594"/>
              <a:gd name="T2" fmla="*/ 11019 w 12607"/>
              <a:gd name="T3" fmla="*/ 4855 h 12594"/>
              <a:gd name="T4" fmla="*/ 10644 w 12607"/>
              <a:gd name="T5" fmla="*/ 3981 h 12594"/>
              <a:gd name="T6" fmla="*/ 10796 w 12607"/>
              <a:gd name="T7" fmla="*/ 3830 h 12594"/>
              <a:gd name="T8" fmla="*/ 10796 w 12607"/>
              <a:gd name="T9" fmla="*/ 1864 h 12594"/>
              <a:gd name="T10" fmla="*/ 10755 w 12607"/>
              <a:gd name="T11" fmla="*/ 1823 h 12594"/>
              <a:gd name="T12" fmla="*/ 8781 w 12607"/>
              <a:gd name="T13" fmla="*/ 1823 h 12594"/>
              <a:gd name="T14" fmla="*/ 8611 w 12607"/>
              <a:gd name="T15" fmla="*/ 1992 h 12594"/>
              <a:gd name="T16" fmla="*/ 7729 w 12607"/>
              <a:gd name="T17" fmla="*/ 1634 h 12594"/>
              <a:gd name="T18" fmla="*/ 7729 w 12607"/>
              <a:gd name="T19" fmla="*/ 1390 h 12594"/>
              <a:gd name="T20" fmla="*/ 6333 w 12607"/>
              <a:gd name="T21" fmla="*/ 0 h 12594"/>
              <a:gd name="T22" fmla="*/ 6274 w 12607"/>
              <a:gd name="T23" fmla="*/ 0 h 12594"/>
              <a:gd name="T24" fmla="*/ 4878 w 12607"/>
              <a:gd name="T25" fmla="*/ 1390 h 12594"/>
              <a:gd name="T26" fmla="*/ 4878 w 12607"/>
              <a:gd name="T27" fmla="*/ 1652 h 12594"/>
              <a:gd name="T28" fmla="*/ 4033 w 12607"/>
              <a:gd name="T29" fmla="*/ 2003 h 12594"/>
              <a:gd name="T30" fmla="*/ 3852 w 12607"/>
              <a:gd name="T31" fmla="*/ 1823 h 12594"/>
              <a:gd name="T32" fmla="*/ 1878 w 12607"/>
              <a:gd name="T33" fmla="*/ 1823 h 12594"/>
              <a:gd name="T34" fmla="*/ 1837 w 12607"/>
              <a:gd name="T35" fmla="*/ 1864 h 12594"/>
              <a:gd name="T36" fmla="*/ 1837 w 12607"/>
              <a:gd name="T37" fmla="*/ 3830 h 12594"/>
              <a:gd name="T38" fmla="*/ 2012 w 12607"/>
              <a:gd name="T39" fmla="*/ 4004 h 12594"/>
              <a:gd name="T40" fmla="*/ 1650 w 12607"/>
              <a:gd name="T41" fmla="*/ 4855 h 12594"/>
              <a:gd name="T42" fmla="*/ 1396 w 12607"/>
              <a:gd name="T43" fmla="*/ 4855 h 12594"/>
              <a:gd name="T44" fmla="*/ 0 w 12607"/>
              <a:gd name="T45" fmla="*/ 6245 h 12594"/>
              <a:gd name="T46" fmla="*/ 0 w 12607"/>
              <a:gd name="T47" fmla="*/ 6304 h 12594"/>
              <a:gd name="T48" fmla="*/ 1396 w 12607"/>
              <a:gd name="T49" fmla="*/ 7694 h 12594"/>
              <a:gd name="T50" fmla="*/ 1618 w 12607"/>
              <a:gd name="T51" fmla="*/ 7694 h 12594"/>
              <a:gd name="T52" fmla="*/ 1983 w 12607"/>
              <a:gd name="T53" fmla="*/ 8593 h 12594"/>
              <a:gd name="T54" fmla="*/ 1814 w 12607"/>
              <a:gd name="T55" fmla="*/ 8761 h 12594"/>
              <a:gd name="T56" fmla="*/ 1814 w 12607"/>
              <a:gd name="T57" fmla="*/ 10728 h 12594"/>
              <a:gd name="T58" fmla="*/ 1855 w 12607"/>
              <a:gd name="T59" fmla="*/ 10769 h 12594"/>
              <a:gd name="T60" fmla="*/ 3829 w 12607"/>
              <a:gd name="T61" fmla="*/ 10769 h 12594"/>
              <a:gd name="T62" fmla="*/ 3981 w 12607"/>
              <a:gd name="T63" fmla="*/ 10618 h 12594"/>
              <a:gd name="T64" fmla="*/ 4878 w 12607"/>
              <a:gd name="T65" fmla="*/ 10999 h 12594"/>
              <a:gd name="T66" fmla="*/ 4878 w 12607"/>
              <a:gd name="T67" fmla="*/ 11204 h 12594"/>
              <a:gd name="T68" fmla="*/ 6274 w 12607"/>
              <a:gd name="T69" fmla="*/ 12594 h 12594"/>
              <a:gd name="T70" fmla="*/ 6333 w 12607"/>
              <a:gd name="T71" fmla="*/ 12594 h 12594"/>
              <a:gd name="T72" fmla="*/ 7729 w 12607"/>
              <a:gd name="T73" fmla="*/ 11204 h 12594"/>
              <a:gd name="T74" fmla="*/ 7729 w 12607"/>
              <a:gd name="T75" fmla="*/ 11016 h 12594"/>
              <a:gd name="T76" fmla="*/ 8664 w 12607"/>
              <a:gd name="T77" fmla="*/ 10630 h 12594"/>
              <a:gd name="T78" fmla="*/ 8803 w 12607"/>
              <a:gd name="T79" fmla="*/ 10769 h 12594"/>
              <a:gd name="T80" fmla="*/ 10777 w 12607"/>
              <a:gd name="T81" fmla="*/ 10769 h 12594"/>
              <a:gd name="T82" fmla="*/ 10819 w 12607"/>
              <a:gd name="T83" fmla="*/ 10728 h 12594"/>
              <a:gd name="T84" fmla="*/ 10819 w 12607"/>
              <a:gd name="T85" fmla="*/ 8761 h 12594"/>
              <a:gd name="T86" fmla="*/ 10673 w 12607"/>
              <a:gd name="T87" fmla="*/ 8616 h 12594"/>
              <a:gd name="T88" fmla="*/ 11051 w 12607"/>
              <a:gd name="T89" fmla="*/ 7694 h 12594"/>
              <a:gd name="T90" fmla="*/ 11211 w 12607"/>
              <a:gd name="T91" fmla="*/ 7694 h 12594"/>
              <a:gd name="T92" fmla="*/ 12607 w 12607"/>
              <a:gd name="T93" fmla="*/ 6304 h 12594"/>
              <a:gd name="T94" fmla="*/ 12607 w 12607"/>
              <a:gd name="T95" fmla="*/ 6245 h 12594"/>
              <a:gd name="T96" fmla="*/ 11212 w 12607"/>
              <a:gd name="T97" fmla="*/ 4855 h 12594"/>
              <a:gd name="T98" fmla="*/ 6337 w 12607"/>
              <a:gd name="T99" fmla="*/ 8498 h 12594"/>
              <a:gd name="T100" fmla="*/ 4152 w 12607"/>
              <a:gd name="T101" fmla="*/ 6323 h 12594"/>
              <a:gd name="T102" fmla="*/ 6337 w 12607"/>
              <a:gd name="T103" fmla="*/ 4146 h 12594"/>
              <a:gd name="T104" fmla="*/ 8521 w 12607"/>
              <a:gd name="T105" fmla="*/ 6323 h 12594"/>
              <a:gd name="T106" fmla="*/ 6337 w 12607"/>
              <a:gd name="T107" fmla="*/ 8498 h 12594"/>
              <a:gd name="T108" fmla="*/ 6337 w 12607"/>
              <a:gd name="T109" fmla="*/ 8498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07" h="12594">
                <a:moveTo>
                  <a:pt x="11212" y="4855"/>
                </a:moveTo>
                <a:lnTo>
                  <a:pt x="11019" y="4855"/>
                </a:lnTo>
                <a:cubicBezTo>
                  <a:pt x="10923" y="4550"/>
                  <a:pt x="10796" y="4258"/>
                  <a:pt x="10644" y="3981"/>
                </a:cubicBezTo>
                <a:lnTo>
                  <a:pt x="10796" y="3830"/>
                </a:lnTo>
                <a:cubicBezTo>
                  <a:pt x="11341" y="3287"/>
                  <a:pt x="11341" y="2407"/>
                  <a:pt x="10796" y="1864"/>
                </a:cubicBezTo>
                <a:lnTo>
                  <a:pt x="10755" y="1823"/>
                </a:lnTo>
                <a:cubicBezTo>
                  <a:pt x="10209" y="1279"/>
                  <a:pt x="9326" y="1279"/>
                  <a:pt x="8781" y="1823"/>
                </a:cubicBezTo>
                <a:lnTo>
                  <a:pt x="8611" y="1992"/>
                </a:lnTo>
                <a:cubicBezTo>
                  <a:pt x="8332" y="1846"/>
                  <a:pt x="8037" y="1725"/>
                  <a:pt x="7729" y="1634"/>
                </a:cubicBezTo>
                <a:lnTo>
                  <a:pt x="7729" y="1390"/>
                </a:lnTo>
                <a:cubicBezTo>
                  <a:pt x="7729" y="622"/>
                  <a:pt x="7104" y="0"/>
                  <a:pt x="6333" y="0"/>
                </a:cubicBezTo>
                <a:lnTo>
                  <a:pt x="6274" y="0"/>
                </a:lnTo>
                <a:cubicBezTo>
                  <a:pt x="5503" y="0"/>
                  <a:pt x="4878" y="622"/>
                  <a:pt x="4878" y="1390"/>
                </a:cubicBezTo>
                <a:lnTo>
                  <a:pt x="4878" y="1652"/>
                </a:lnTo>
                <a:cubicBezTo>
                  <a:pt x="4584" y="1742"/>
                  <a:pt x="4301" y="1861"/>
                  <a:pt x="4033" y="2003"/>
                </a:cubicBezTo>
                <a:lnTo>
                  <a:pt x="3852" y="1823"/>
                </a:lnTo>
                <a:cubicBezTo>
                  <a:pt x="3307" y="1280"/>
                  <a:pt x="2423" y="1280"/>
                  <a:pt x="1878" y="1823"/>
                </a:cubicBezTo>
                <a:lnTo>
                  <a:pt x="1837" y="1864"/>
                </a:lnTo>
                <a:cubicBezTo>
                  <a:pt x="1292" y="2407"/>
                  <a:pt x="1292" y="3287"/>
                  <a:pt x="1837" y="3830"/>
                </a:cubicBezTo>
                <a:lnTo>
                  <a:pt x="2012" y="4004"/>
                </a:lnTo>
                <a:cubicBezTo>
                  <a:pt x="1865" y="4274"/>
                  <a:pt x="1743" y="4558"/>
                  <a:pt x="1650" y="4855"/>
                </a:cubicBezTo>
                <a:lnTo>
                  <a:pt x="1396" y="4855"/>
                </a:lnTo>
                <a:cubicBezTo>
                  <a:pt x="625" y="4855"/>
                  <a:pt x="0" y="5478"/>
                  <a:pt x="0" y="6245"/>
                </a:cubicBezTo>
                <a:lnTo>
                  <a:pt x="0" y="6304"/>
                </a:lnTo>
                <a:cubicBezTo>
                  <a:pt x="0" y="7072"/>
                  <a:pt x="625" y="7694"/>
                  <a:pt x="1396" y="7694"/>
                </a:cubicBezTo>
                <a:lnTo>
                  <a:pt x="1618" y="7694"/>
                </a:lnTo>
                <a:cubicBezTo>
                  <a:pt x="1710" y="8008"/>
                  <a:pt x="1833" y="8308"/>
                  <a:pt x="1983" y="8593"/>
                </a:cubicBezTo>
                <a:lnTo>
                  <a:pt x="1814" y="8761"/>
                </a:lnTo>
                <a:cubicBezTo>
                  <a:pt x="1269" y="9304"/>
                  <a:pt x="1269" y="10185"/>
                  <a:pt x="1814" y="10728"/>
                </a:cubicBezTo>
                <a:lnTo>
                  <a:pt x="1855" y="10769"/>
                </a:lnTo>
                <a:cubicBezTo>
                  <a:pt x="2400" y="11312"/>
                  <a:pt x="3284" y="11312"/>
                  <a:pt x="3829" y="10769"/>
                </a:cubicBezTo>
                <a:lnTo>
                  <a:pt x="3981" y="10618"/>
                </a:lnTo>
                <a:cubicBezTo>
                  <a:pt x="4264" y="10773"/>
                  <a:pt x="4564" y="10902"/>
                  <a:pt x="4878" y="10999"/>
                </a:cubicBezTo>
                <a:lnTo>
                  <a:pt x="4878" y="11204"/>
                </a:lnTo>
                <a:cubicBezTo>
                  <a:pt x="4878" y="11972"/>
                  <a:pt x="5503" y="12594"/>
                  <a:pt x="6274" y="12594"/>
                </a:cubicBezTo>
                <a:lnTo>
                  <a:pt x="6333" y="12594"/>
                </a:lnTo>
                <a:cubicBezTo>
                  <a:pt x="7104" y="12594"/>
                  <a:pt x="7729" y="11972"/>
                  <a:pt x="7729" y="11204"/>
                </a:cubicBezTo>
                <a:lnTo>
                  <a:pt x="7729" y="11016"/>
                </a:lnTo>
                <a:cubicBezTo>
                  <a:pt x="8056" y="10920"/>
                  <a:pt x="8368" y="10788"/>
                  <a:pt x="8664" y="10630"/>
                </a:cubicBezTo>
                <a:lnTo>
                  <a:pt x="8803" y="10769"/>
                </a:lnTo>
                <a:cubicBezTo>
                  <a:pt x="9348" y="11312"/>
                  <a:pt x="10233" y="11312"/>
                  <a:pt x="10777" y="10769"/>
                </a:cubicBezTo>
                <a:lnTo>
                  <a:pt x="10819" y="10728"/>
                </a:lnTo>
                <a:cubicBezTo>
                  <a:pt x="11364" y="10185"/>
                  <a:pt x="11364" y="9304"/>
                  <a:pt x="10819" y="8761"/>
                </a:cubicBezTo>
                <a:lnTo>
                  <a:pt x="10673" y="8616"/>
                </a:lnTo>
                <a:cubicBezTo>
                  <a:pt x="10828" y="8324"/>
                  <a:pt x="10956" y="8017"/>
                  <a:pt x="11051" y="7694"/>
                </a:cubicBezTo>
                <a:lnTo>
                  <a:pt x="11211" y="7694"/>
                </a:lnTo>
                <a:cubicBezTo>
                  <a:pt x="11982" y="7694"/>
                  <a:pt x="12607" y="7071"/>
                  <a:pt x="12607" y="6304"/>
                </a:cubicBezTo>
                <a:lnTo>
                  <a:pt x="12607" y="6245"/>
                </a:lnTo>
                <a:cubicBezTo>
                  <a:pt x="12607" y="5477"/>
                  <a:pt x="11982" y="4855"/>
                  <a:pt x="11212" y="4855"/>
                </a:cubicBezTo>
                <a:close/>
                <a:moveTo>
                  <a:pt x="6337" y="8498"/>
                </a:moveTo>
                <a:cubicBezTo>
                  <a:pt x="5130" y="8498"/>
                  <a:pt x="4152" y="7524"/>
                  <a:pt x="4152" y="6323"/>
                </a:cubicBezTo>
                <a:cubicBezTo>
                  <a:pt x="4152" y="5120"/>
                  <a:pt x="5130" y="4146"/>
                  <a:pt x="6337" y="4146"/>
                </a:cubicBezTo>
                <a:cubicBezTo>
                  <a:pt x="7544" y="4146"/>
                  <a:pt x="8521" y="5120"/>
                  <a:pt x="8521" y="6323"/>
                </a:cubicBezTo>
                <a:cubicBezTo>
                  <a:pt x="8521" y="7524"/>
                  <a:pt x="7544" y="8498"/>
                  <a:pt x="6337" y="8498"/>
                </a:cubicBezTo>
                <a:close/>
                <a:moveTo>
                  <a:pt x="6337" y="8498"/>
                </a:moveTo>
                <a:close/>
              </a:path>
            </a:pathLst>
          </a:custGeom>
          <a:solidFill>
            <a:srgbClr val="FFFFFF"/>
          </a:solidFill>
          <a:ln>
            <a:noFill/>
          </a:ln>
        </p:spPr>
        <p:txBody>
          <a:bodyPr/>
          <a:lstStyle/>
          <a:p>
            <a:endParaRPr lang="zh-CN" altLang="en-US"/>
          </a:p>
        </p:txBody>
      </p:sp>
      <p:sp>
        <p:nvSpPr>
          <p:cNvPr id="30" name="iconfont-11899-5650873">
            <a:extLst>
              <a:ext uri="{FF2B5EF4-FFF2-40B4-BE49-F238E27FC236}">
                <a16:creationId xmlns:a16="http://schemas.microsoft.com/office/drawing/2014/main" id="{D566BCC5-18FB-46DB-BFE7-718F6FA10DC7}"/>
              </a:ext>
            </a:extLst>
          </p:cNvPr>
          <p:cNvSpPr>
            <a:spLocks noChangeAspect="1"/>
          </p:cNvSpPr>
          <p:nvPr/>
        </p:nvSpPr>
        <p:spPr bwMode="auto">
          <a:xfrm>
            <a:off x="6931608" y="4740983"/>
            <a:ext cx="311198" cy="355694"/>
          </a:xfrm>
          <a:custGeom>
            <a:avLst/>
            <a:gdLst>
              <a:gd name="T0" fmla="*/ 8582 w 9077"/>
              <a:gd name="T1" fmla="*/ 4538 h 10373"/>
              <a:gd name="T2" fmla="*/ 9077 w 9077"/>
              <a:gd name="T3" fmla="*/ 4538 h 10373"/>
              <a:gd name="T4" fmla="*/ 9077 w 9077"/>
              <a:gd name="T5" fmla="*/ 9151 h 10373"/>
              <a:gd name="T6" fmla="*/ 7855 w 9077"/>
              <a:gd name="T7" fmla="*/ 10373 h 10373"/>
              <a:gd name="T8" fmla="*/ 4789 w 9077"/>
              <a:gd name="T9" fmla="*/ 10373 h 10373"/>
              <a:gd name="T10" fmla="*/ 4539 w 9077"/>
              <a:gd name="T11" fmla="*/ 10123 h 10373"/>
              <a:gd name="T12" fmla="*/ 4539 w 9077"/>
              <a:gd name="T13" fmla="*/ 9562 h 10373"/>
              <a:gd name="T14" fmla="*/ 4789 w 9077"/>
              <a:gd name="T15" fmla="*/ 9312 h 10373"/>
              <a:gd name="T16" fmla="*/ 7532 w 9077"/>
              <a:gd name="T17" fmla="*/ 9312 h 10373"/>
              <a:gd name="T18" fmla="*/ 8106 w 9077"/>
              <a:gd name="T19" fmla="*/ 8738 h 10373"/>
              <a:gd name="T20" fmla="*/ 8106 w 9077"/>
              <a:gd name="T21" fmla="*/ 7780 h 10373"/>
              <a:gd name="T22" fmla="*/ 6734 w 9077"/>
              <a:gd name="T23" fmla="*/ 7780 h 10373"/>
              <a:gd name="T24" fmla="*/ 6484 w 9077"/>
              <a:gd name="T25" fmla="*/ 7530 h 10373"/>
              <a:gd name="T26" fmla="*/ 6484 w 9077"/>
              <a:gd name="T27" fmla="*/ 4788 h 10373"/>
              <a:gd name="T28" fmla="*/ 6734 w 9077"/>
              <a:gd name="T29" fmla="*/ 4538 h 10373"/>
              <a:gd name="T30" fmla="*/ 8582 w 9077"/>
              <a:gd name="T31" fmla="*/ 4538 h 10373"/>
              <a:gd name="T32" fmla="*/ 8087 w 9077"/>
              <a:gd name="T33" fmla="*/ 4538 h 10373"/>
              <a:gd name="T34" fmla="*/ 8087 w 9077"/>
              <a:gd name="T35" fmla="*/ 4520 h 10373"/>
              <a:gd name="T36" fmla="*/ 4521 w 9077"/>
              <a:gd name="T37" fmla="*/ 972 h 10373"/>
              <a:gd name="T38" fmla="*/ 955 w 9077"/>
              <a:gd name="T39" fmla="*/ 4520 h 10373"/>
              <a:gd name="T40" fmla="*/ 955 w 9077"/>
              <a:gd name="T41" fmla="*/ 4538 h 10373"/>
              <a:gd name="T42" fmla="*/ 0 w 9077"/>
              <a:gd name="T43" fmla="*/ 4538 h 10373"/>
              <a:gd name="T44" fmla="*/ 0 w 9077"/>
              <a:gd name="T45" fmla="*/ 6558 h 10373"/>
              <a:gd name="T46" fmla="*/ 1222 w 9077"/>
              <a:gd name="T47" fmla="*/ 7781 h 10373"/>
              <a:gd name="T48" fmla="*/ 2343 w 9077"/>
              <a:gd name="T49" fmla="*/ 7781 h 10373"/>
              <a:gd name="T50" fmla="*/ 2593 w 9077"/>
              <a:gd name="T51" fmla="*/ 7531 h 10373"/>
              <a:gd name="T52" fmla="*/ 2593 w 9077"/>
              <a:gd name="T53" fmla="*/ 4788 h 10373"/>
              <a:gd name="T54" fmla="*/ 2343 w 9077"/>
              <a:gd name="T55" fmla="*/ 4538 h 10373"/>
              <a:gd name="T56" fmla="*/ 0 w 9077"/>
              <a:gd name="T57" fmla="*/ 4538 h 10373"/>
              <a:gd name="T58" fmla="*/ 0 w 9077"/>
              <a:gd name="T59" fmla="*/ 4516 h 10373"/>
              <a:gd name="T60" fmla="*/ 4539 w 9077"/>
              <a:gd name="T61" fmla="*/ 0 h 10373"/>
              <a:gd name="T62" fmla="*/ 9077 w 9077"/>
              <a:gd name="T63" fmla="*/ 4516 h 10373"/>
              <a:gd name="T64" fmla="*/ 9077 w 9077"/>
              <a:gd name="T65" fmla="*/ 4538 h 10373"/>
              <a:gd name="T66" fmla="*/ 8582 w 9077"/>
              <a:gd name="T67" fmla="*/ 4538 h 10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077" h="10373">
                <a:moveTo>
                  <a:pt x="8582" y="4538"/>
                </a:moveTo>
                <a:lnTo>
                  <a:pt x="9077" y="4538"/>
                </a:lnTo>
                <a:lnTo>
                  <a:pt x="9077" y="9151"/>
                </a:lnTo>
                <a:cubicBezTo>
                  <a:pt x="9077" y="9826"/>
                  <a:pt x="8530" y="10373"/>
                  <a:pt x="7855" y="10373"/>
                </a:cubicBezTo>
                <a:lnTo>
                  <a:pt x="4789" y="10373"/>
                </a:lnTo>
                <a:cubicBezTo>
                  <a:pt x="4651" y="10373"/>
                  <a:pt x="4539" y="10261"/>
                  <a:pt x="4539" y="10123"/>
                </a:cubicBezTo>
                <a:lnTo>
                  <a:pt x="4539" y="9562"/>
                </a:lnTo>
                <a:cubicBezTo>
                  <a:pt x="4539" y="9425"/>
                  <a:pt x="4651" y="9312"/>
                  <a:pt x="4789" y="9312"/>
                </a:cubicBezTo>
                <a:lnTo>
                  <a:pt x="7532" y="9312"/>
                </a:lnTo>
                <a:cubicBezTo>
                  <a:pt x="7850" y="9312"/>
                  <a:pt x="8106" y="9055"/>
                  <a:pt x="8106" y="8738"/>
                </a:cubicBezTo>
                <a:lnTo>
                  <a:pt x="8106" y="7780"/>
                </a:lnTo>
                <a:lnTo>
                  <a:pt x="6734" y="7780"/>
                </a:lnTo>
                <a:cubicBezTo>
                  <a:pt x="6596" y="7780"/>
                  <a:pt x="6484" y="7667"/>
                  <a:pt x="6484" y="7530"/>
                </a:cubicBezTo>
                <a:lnTo>
                  <a:pt x="6484" y="4788"/>
                </a:lnTo>
                <a:cubicBezTo>
                  <a:pt x="6484" y="4651"/>
                  <a:pt x="6596" y="4538"/>
                  <a:pt x="6734" y="4538"/>
                </a:cubicBezTo>
                <a:lnTo>
                  <a:pt x="8582" y="4538"/>
                </a:lnTo>
                <a:lnTo>
                  <a:pt x="8087" y="4538"/>
                </a:lnTo>
                <a:lnTo>
                  <a:pt x="8087" y="4520"/>
                </a:lnTo>
                <a:cubicBezTo>
                  <a:pt x="8087" y="2560"/>
                  <a:pt x="6491" y="972"/>
                  <a:pt x="4521" y="972"/>
                </a:cubicBezTo>
                <a:cubicBezTo>
                  <a:pt x="2552" y="972"/>
                  <a:pt x="955" y="2561"/>
                  <a:pt x="955" y="4520"/>
                </a:cubicBezTo>
                <a:lnTo>
                  <a:pt x="955" y="4538"/>
                </a:lnTo>
                <a:lnTo>
                  <a:pt x="0" y="4538"/>
                </a:lnTo>
                <a:lnTo>
                  <a:pt x="0" y="6558"/>
                </a:lnTo>
                <a:cubicBezTo>
                  <a:pt x="0" y="7233"/>
                  <a:pt x="547" y="7781"/>
                  <a:pt x="1222" y="7781"/>
                </a:cubicBezTo>
                <a:lnTo>
                  <a:pt x="2343" y="7781"/>
                </a:lnTo>
                <a:cubicBezTo>
                  <a:pt x="2481" y="7781"/>
                  <a:pt x="2593" y="7668"/>
                  <a:pt x="2593" y="7531"/>
                </a:cubicBezTo>
                <a:lnTo>
                  <a:pt x="2593" y="4788"/>
                </a:lnTo>
                <a:cubicBezTo>
                  <a:pt x="2593" y="4651"/>
                  <a:pt x="2481" y="4538"/>
                  <a:pt x="2343" y="4538"/>
                </a:cubicBezTo>
                <a:lnTo>
                  <a:pt x="0" y="4538"/>
                </a:lnTo>
                <a:lnTo>
                  <a:pt x="0" y="4516"/>
                </a:lnTo>
                <a:cubicBezTo>
                  <a:pt x="0" y="2022"/>
                  <a:pt x="2032" y="0"/>
                  <a:pt x="4539" y="0"/>
                </a:cubicBezTo>
                <a:cubicBezTo>
                  <a:pt x="7045" y="0"/>
                  <a:pt x="9077" y="2021"/>
                  <a:pt x="9077" y="4516"/>
                </a:cubicBezTo>
                <a:lnTo>
                  <a:pt x="9077" y="4538"/>
                </a:lnTo>
                <a:lnTo>
                  <a:pt x="8582" y="4538"/>
                </a:lnTo>
                <a:close/>
              </a:path>
            </a:pathLst>
          </a:custGeom>
          <a:solidFill>
            <a:srgbClr val="FFFFFF"/>
          </a:solidFill>
          <a:ln>
            <a:noFill/>
          </a:ln>
        </p:spPr>
        <p:txBody>
          <a:bodyPr/>
          <a:lstStyle/>
          <a:p>
            <a:endParaRPr lang="zh-CN" altLang="en-US"/>
          </a:p>
        </p:txBody>
      </p:sp>
      <p:sp>
        <p:nvSpPr>
          <p:cNvPr id="31" name="iconfont-1191-801506">
            <a:extLst>
              <a:ext uri="{FF2B5EF4-FFF2-40B4-BE49-F238E27FC236}">
                <a16:creationId xmlns:a16="http://schemas.microsoft.com/office/drawing/2014/main" id="{B5BA1657-C096-4BDA-8CBD-D62126D047FB}"/>
              </a:ext>
            </a:extLst>
          </p:cNvPr>
          <p:cNvSpPr>
            <a:spLocks noChangeAspect="1"/>
          </p:cNvSpPr>
          <p:nvPr/>
        </p:nvSpPr>
        <p:spPr bwMode="auto">
          <a:xfrm>
            <a:off x="8778510" y="4740983"/>
            <a:ext cx="328638" cy="355694"/>
          </a:xfrm>
          <a:custGeom>
            <a:avLst/>
            <a:gdLst>
              <a:gd name="T0" fmla="*/ 5844 w 7439"/>
              <a:gd name="T1" fmla="*/ 8051 h 8051"/>
              <a:gd name="T2" fmla="*/ 5844 w 7439"/>
              <a:gd name="T3" fmla="*/ 8051 h 8051"/>
              <a:gd name="T4" fmla="*/ 5803 w 7439"/>
              <a:gd name="T5" fmla="*/ 8050 h 8051"/>
              <a:gd name="T6" fmla="*/ 2311 w 7439"/>
              <a:gd name="T7" fmla="*/ 5617 h 8051"/>
              <a:gd name="T8" fmla="*/ 1860 w 7439"/>
              <a:gd name="T9" fmla="*/ 5072 h 8051"/>
              <a:gd name="T10" fmla="*/ 150 w 7439"/>
              <a:gd name="T11" fmla="*/ 1220 h 8051"/>
              <a:gd name="T12" fmla="*/ 1801 w 7439"/>
              <a:gd name="T13" fmla="*/ 0 h 8051"/>
              <a:gd name="T14" fmla="*/ 2213 w 7439"/>
              <a:gd name="T15" fmla="*/ 220 h 8051"/>
              <a:gd name="T16" fmla="*/ 2927 w 7439"/>
              <a:gd name="T17" fmla="*/ 2121 h 8051"/>
              <a:gd name="T18" fmla="*/ 2927 w 7439"/>
              <a:gd name="T19" fmla="*/ 2146 h 8051"/>
              <a:gd name="T20" fmla="*/ 2918 w 7439"/>
              <a:gd name="T21" fmla="*/ 2170 h 8051"/>
              <a:gd name="T22" fmla="*/ 2552 w 7439"/>
              <a:gd name="T23" fmla="*/ 2522 h 8051"/>
              <a:gd name="T24" fmla="*/ 2253 w 7439"/>
              <a:gd name="T25" fmla="*/ 2888 h 8051"/>
              <a:gd name="T26" fmla="*/ 3106 w 7439"/>
              <a:gd name="T27" fmla="*/ 4209 h 8051"/>
              <a:gd name="T28" fmla="*/ 3450 w 7439"/>
              <a:gd name="T29" fmla="*/ 4624 h 8051"/>
              <a:gd name="T30" fmla="*/ 4571 w 7439"/>
              <a:gd name="T31" fmla="*/ 5688 h 8051"/>
              <a:gd name="T32" fmla="*/ 4997 w 7439"/>
              <a:gd name="T33" fmla="*/ 5476 h 8051"/>
              <a:gd name="T34" fmla="*/ 5424 w 7439"/>
              <a:gd name="T35" fmla="*/ 5198 h 8051"/>
              <a:gd name="T36" fmla="*/ 5449 w 7439"/>
              <a:gd name="T37" fmla="*/ 5194 h 8051"/>
              <a:gd name="T38" fmla="*/ 5474 w 7439"/>
              <a:gd name="T39" fmla="*/ 5199 h 8051"/>
              <a:gd name="T40" fmla="*/ 7236 w 7439"/>
              <a:gd name="T41" fmla="*/ 6284 h 8051"/>
              <a:gd name="T42" fmla="*/ 7337 w 7439"/>
              <a:gd name="T43" fmla="*/ 6799 h 8051"/>
              <a:gd name="T44" fmla="*/ 5844 w 7439"/>
              <a:gd name="T45" fmla="*/ 8051 h 8051"/>
              <a:gd name="T46" fmla="*/ 5844 w 7439"/>
              <a:gd name="T47" fmla="*/ 8051 h 8051"/>
              <a:gd name="T48" fmla="*/ 5844 w 7439"/>
              <a:gd name="T49" fmla="*/ 8051 h 8051"/>
              <a:gd name="T50" fmla="*/ 5844 w 7439"/>
              <a:gd name="T51" fmla="*/ 8051 h 80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439" h="8051">
                <a:moveTo>
                  <a:pt x="5844" y="8051"/>
                </a:moveTo>
                <a:lnTo>
                  <a:pt x="5844" y="8051"/>
                </a:lnTo>
                <a:lnTo>
                  <a:pt x="5803" y="8050"/>
                </a:lnTo>
                <a:cubicBezTo>
                  <a:pt x="4836" y="8001"/>
                  <a:pt x="3531" y="7091"/>
                  <a:pt x="2311" y="5617"/>
                </a:cubicBezTo>
                <a:lnTo>
                  <a:pt x="1860" y="5072"/>
                </a:lnTo>
                <a:cubicBezTo>
                  <a:pt x="640" y="3598"/>
                  <a:pt x="0" y="2157"/>
                  <a:pt x="150" y="1220"/>
                </a:cubicBezTo>
                <a:cubicBezTo>
                  <a:pt x="255" y="558"/>
                  <a:pt x="1239" y="0"/>
                  <a:pt x="1801" y="0"/>
                </a:cubicBezTo>
                <a:cubicBezTo>
                  <a:pt x="2078" y="0"/>
                  <a:pt x="2178" y="137"/>
                  <a:pt x="2213" y="220"/>
                </a:cubicBezTo>
                <a:cubicBezTo>
                  <a:pt x="2531" y="785"/>
                  <a:pt x="2925" y="1768"/>
                  <a:pt x="2927" y="2121"/>
                </a:cubicBezTo>
                <a:lnTo>
                  <a:pt x="2927" y="2146"/>
                </a:lnTo>
                <a:lnTo>
                  <a:pt x="2918" y="2170"/>
                </a:lnTo>
                <a:cubicBezTo>
                  <a:pt x="2848" y="2355"/>
                  <a:pt x="2691" y="2444"/>
                  <a:pt x="2552" y="2522"/>
                </a:cubicBezTo>
                <a:cubicBezTo>
                  <a:pt x="2370" y="2625"/>
                  <a:pt x="2266" y="2693"/>
                  <a:pt x="2253" y="2888"/>
                </a:cubicBezTo>
                <a:cubicBezTo>
                  <a:pt x="2250" y="2947"/>
                  <a:pt x="2301" y="3216"/>
                  <a:pt x="3106" y="4209"/>
                </a:cubicBezTo>
                <a:lnTo>
                  <a:pt x="3450" y="4624"/>
                </a:lnTo>
                <a:cubicBezTo>
                  <a:pt x="4257" y="5577"/>
                  <a:pt x="4511" y="5680"/>
                  <a:pt x="4571" y="5688"/>
                </a:cubicBezTo>
                <a:cubicBezTo>
                  <a:pt x="4765" y="5715"/>
                  <a:pt x="4857" y="5630"/>
                  <a:pt x="4997" y="5476"/>
                </a:cubicBezTo>
                <a:cubicBezTo>
                  <a:pt x="5104" y="5359"/>
                  <a:pt x="5224" y="5227"/>
                  <a:pt x="5424" y="5198"/>
                </a:cubicBezTo>
                <a:lnTo>
                  <a:pt x="5449" y="5194"/>
                </a:lnTo>
                <a:lnTo>
                  <a:pt x="5474" y="5199"/>
                </a:lnTo>
                <a:cubicBezTo>
                  <a:pt x="5826" y="5273"/>
                  <a:pt x="6725" y="5853"/>
                  <a:pt x="7236" y="6284"/>
                </a:cubicBezTo>
                <a:cubicBezTo>
                  <a:pt x="7310" y="6333"/>
                  <a:pt x="7439" y="6478"/>
                  <a:pt x="7337" y="6799"/>
                </a:cubicBezTo>
                <a:cubicBezTo>
                  <a:pt x="7177" y="7303"/>
                  <a:pt x="6480" y="8051"/>
                  <a:pt x="5844" y="8051"/>
                </a:cubicBezTo>
                <a:lnTo>
                  <a:pt x="5844" y="8051"/>
                </a:lnTo>
                <a:lnTo>
                  <a:pt x="5844" y="8051"/>
                </a:lnTo>
                <a:close/>
                <a:moveTo>
                  <a:pt x="5844" y="8051"/>
                </a:moveTo>
                <a:close/>
              </a:path>
            </a:pathLst>
          </a:custGeom>
          <a:solidFill>
            <a:srgbClr val="FFFFFF"/>
          </a:solidFill>
          <a:ln>
            <a:noFill/>
          </a:ln>
        </p:spPr>
        <p:txBody>
          <a:bodyPr/>
          <a:lstStyle/>
          <a:p>
            <a:endParaRPr lang="zh-CN" altLang="en-US"/>
          </a:p>
        </p:txBody>
      </p:sp>
      <p:sp>
        <p:nvSpPr>
          <p:cNvPr id="32" name="直角三角形 31">
            <a:extLst>
              <a:ext uri="{FF2B5EF4-FFF2-40B4-BE49-F238E27FC236}">
                <a16:creationId xmlns:a16="http://schemas.microsoft.com/office/drawing/2014/main" id="{32421BBD-8DD1-4F07-BFE8-69F4E4903650}"/>
              </a:ext>
            </a:extLst>
          </p:cNvPr>
          <p:cNvSpPr/>
          <p:nvPr/>
        </p:nvSpPr>
        <p:spPr>
          <a:xfrm>
            <a:off x="660400" y="3693591"/>
            <a:ext cx="2183681" cy="2183681"/>
          </a:xfrm>
          <a:prstGeom prst="rtTriangle">
            <a:avLst/>
          </a:prstGeom>
          <a:solidFill>
            <a:srgbClr val="0C49B7"/>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indent="504000" algn="just">
              <a:lnSpc>
                <a:spcPct val="120000"/>
              </a:lnSpc>
              <a:defRPr/>
            </a:pPr>
            <a:endParaRPr lang="zh-CN" altLang="en-US" sz="2000" kern="0" dirty="0">
              <a:solidFill>
                <a:srgbClr val="768394"/>
              </a:solidFill>
              <a:latin typeface="Arial" panose="020F0502020204030204"/>
              <a:ea typeface="微软雅黑"/>
            </a:endParaRPr>
          </a:p>
        </p:txBody>
      </p:sp>
    </p:spTree>
    <p:extLst>
      <p:ext uri="{BB962C8B-B14F-4D97-AF65-F5344CB8AC3E}">
        <p14:creationId xmlns:p14="http://schemas.microsoft.com/office/powerpoint/2010/main" val="23349821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任意多边形: 形状 15">
            <a:extLst>
              <a:ext uri="{FF2B5EF4-FFF2-40B4-BE49-F238E27FC236}">
                <a16:creationId xmlns:a16="http://schemas.microsoft.com/office/drawing/2014/main" id="{5C336134-D532-4039-BFAB-1E594175B059}"/>
              </a:ext>
            </a:extLst>
          </p:cNvPr>
          <p:cNvSpPr/>
          <p:nvPr/>
        </p:nvSpPr>
        <p:spPr>
          <a:xfrm>
            <a:off x="2629956" y="2938014"/>
            <a:ext cx="7022088" cy="3227290"/>
          </a:xfrm>
          <a:custGeom>
            <a:avLst/>
            <a:gdLst>
              <a:gd name="connsiteX0" fmla="*/ 3511044 w 7022088"/>
              <a:gd name="connsiteY0" fmla="*/ 0 h 3227290"/>
              <a:gd name="connsiteX1" fmla="*/ 4522718 w 7022088"/>
              <a:gd name="connsiteY1" fmla="*/ 549829 h 3227290"/>
              <a:gd name="connsiteX2" fmla="*/ 5680998 w 7022088"/>
              <a:gd name="connsiteY2" fmla="*/ 670538 h 3227290"/>
              <a:gd name="connsiteX3" fmla="*/ 6159626 w 7022088"/>
              <a:gd name="connsiteY3" fmla="*/ 1680902 h 3227290"/>
              <a:gd name="connsiteX4" fmla="*/ 7022088 w 7022088"/>
              <a:gd name="connsiteY4" fmla="*/ 2426058 h 3227290"/>
              <a:gd name="connsiteX5" fmla="*/ 6846900 w 7022088"/>
              <a:gd name="connsiteY5" fmla="*/ 3227290 h 3227290"/>
              <a:gd name="connsiteX6" fmla="*/ 175188 w 7022088"/>
              <a:gd name="connsiteY6" fmla="*/ 3227290 h 3227290"/>
              <a:gd name="connsiteX7" fmla="*/ 0 w 7022088"/>
              <a:gd name="connsiteY7" fmla="*/ 2426058 h 3227290"/>
              <a:gd name="connsiteX8" fmla="*/ 862462 w 7022088"/>
              <a:gd name="connsiteY8" fmla="*/ 1680902 h 3227290"/>
              <a:gd name="connsiteX9" fmla="*/ 1341090 w 7022088"/>
              <a:gd name="connsiteY9" fmla="*/ 670538 h 3227290"/>
              <a:gd name="connsiteX10" fmla="*/ 2499371 w 7022088"/>
              <a:gd name="connsiteY10" fmla="*/ 549829 h 3227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22088" h="3227290">
                <a:moveTo>
                  <a:pt x="3511044" y="0"/>
                </a:moveTo>
                <a:lnTo>
                  <a:pt x="4522718" y="549829"/>
                </a:lnTo>
                <a:lnTo>
                  <a:pt x="5680998" y="670538"/>
                </a:lnTo>
                <a:lnTo>
                  <a:pt x="6159626" y="1680902"/>
                </a:lnTo>
                <a:lnTo>
                  <a:pt x="7022088" y="2426058"/>
                </a:lnTo>
                <a:lnTo>
                  <a:pt x="6846900" y="3227290"/>
                </a:lnTo>
                <a:lnTo>
                  <a:pt x="175188" y="3227290"/>
                </a:lnTo>
                <a:lnTo>
                  <a:pt x="0" y="2426058"/>
                </a:lnTo>
                <a:lnTo>
                  <a:pt x="862462" y="1680902"/>
                </a:lnTo>
                <a:lnTo>
                  <a:pt x="1341090" y="670538"/>
                </a:lnTo>
                <a:lnTo>
                  <a:pt x="2499371" y="549829"/>
                </a:lnTo>
                <a:close/>
              </a:path>
            </a:pathLst>
          </a:custGeom>
          <a:gradFill>
            <a:gsLst>
              <a:gs pos="56000">
                <a:srgbClr val="0C49B7">
                  <a:alpha val="0"/>
                </a:srgbClr>
              </a:gs>
              <a:gs pos="97279">
                <a:srgbClr val="0C49B7">
                  <a:alpha val="10000"/>
                </a:srgbClr>
              </a:gs>
            </a:gsLst>
            <a:lin ang="16200000" scaled="0"/>
          </a:gradFill>
          <a:ln w="12700" cap="flat">
            <a:gradFill>
              <a:gsLst>
                <a:gs pos="25000">
                  <a:srgbClr val="00723E">
                    <a:lumMod val="5000"/>
                    <a:lumOff val="95000"/>
                  </a:srgbClr>
                </a:gs>
                <a:gs pos="0">
                  <a:srgbClr val="0C49B7"/>
                </a:gs>
              </a:gsLst>
              <a:lin ang="5400000" scaled="0"/>
            </a:gradFill>
            <a:prstDash val="solid"/>
            <a:miter lim="800000"/>
            <a:headEnd/>
            <a:tailEnd/>
          </a:ln>
        </p:spPr>
        <p:txBody>
          <a:bodyPr wrap="square" anchor="ctr">
            <a:noAutofit/>
          </a:bodyPr>
          <a:lstStyle/>
          <a:p>
            <a:pPr algn="ctr">
              <a:defRPr/>
            </a:pPr>
            <a:endParaRPr lang="zh-CN" altLang="en-US" kern="0" dirty="0">
              <a:solidFill>
                <a:srgbClr val="000000"/>
              </a:solidFill>
              <a:latin typeface="Arial" panose="020F0502020204030204"/>
              <a:ea typeface="微软雅黑"/>
              <a:cs typeface="+mn-ea"/>
            </a:endParaRPr>
          </a:p>
        </p:txBody>
      </p:sp>
      <p:sp>
        <p:nvSpPr>
          <p:cNvPr id="17" name="任意多边形: 形状 16">
            <a:extLst>
              <a:ext uri="{FF2B5EF4-FFF2-40B4-BE49-F238E27FC236}">
                <a16:creationId xmlns:a16="http://schemas.microsoft.com/office/drawing/2014/main" id="{D07DD9FA-0511-492C-A44E-33313BA8B407}"/>
              </a:ext>
            </a:extLst>
          </p:cNvPr>
          <p:cNvSpPr/>
          <p:nvPr/>
        </p:nvSpPr>
        <p:spPr bwMode="auto">
          <a:xfrm>
            <a:off x="0" y="908720"/>
            <a:ext cx="12192000" cy="5976664"/>
          </a:xfrm>
          <a:custGeom>
            <a:avLst/>
            <a:gdLst>
              <a:gd name="connsiteX0" fmla="*/ 6100513 w 12192000"/>
              <a:gd name="connsiteY0" fmla="*/ 65 h 5266033"/>
              <a:gd name="connsiteX1" fmla="*/ 12185886 w 12192000"/>
              <a:gd name="connsiteY1" fmla="*/ 2644790 h 5266033"/>
              <a:gd name="connsiteX2" fmla="*/ 12192000 w 12192000"/>
              <a:gd name="connsiteY2" fmla="*/ 2651338 h 5266033"/>
              <a:gd name="connsiteX3" fmla="*/ 12192000 w 12192000"/>
              <a:gd name="connsiteY3" fmla="*/ 5266033 h 5266033"/>
              <a:gd name="connsiteX4" fmla="*/ 0 w 12192000"/>
              <a:gd name="connsiteY4" fmla="*/ 5266033 h 5266033"/>
              <a:gd name="connsiteX5" fmla="*/ 0 w 12192000"/>
              <a:gd name="connsiteY5" fmla="*/ 2594379 h 5266033"/>
              <a:gd name="connsiteX6" fmla="*/ 269306 w 12192000"/>
              <a:gd name="connsiteY6" fmla="*/ 2332469 h 5266033"/>
              <a:gd name="connsiteX7" fmla="*/ 6100513 w 12192000"/>
              <a:gd name="connsiteY7" fmla="*/ 65 h 526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66033">
                <a:moveTo>
                  <a:pt x="6100513" y="65"/>
                </a:moveTo>
                <a:cubicBezTo>
                  <a:pt x="8454195" y="9342"/>
                  <a:pt x="10597144" y="1011405"/>
                  <a:pt x="12185886" y="2644790"/>
                </a:cubicBezTo>
                <a:lnTo>
                  <a:pt x="12192000" y="2651338"/>
                </a:lnTo>
                <a:lnTo>
                  <a:pt x="12192000" y="5266033"/>
                </a:lnTo>
                <a:lnTo>
                  <a:pt x="0" y="5266033"/>
                </a:lnTo>
                <a:lnTo>
                  <a:pt x="0" y="2594379"/>
                </a:lnTo>
                <a:lnTo>
                  <a:pt x="269306" y="2332469"/>
                </a:lnTo>
                <a:cubicBezTo>
                  <a:pt x="1836778" y="869501"/>
                  <a:pt x="3877638" y="-8699"/>
                  <a:pt x="6100513" y="65"/>
                </a:cubicBezTo>
                <a:close/>
              </a:path>
            </a:pathLst>
          </a:custGeom>
          <a:gradFill>
            <a:gsLst>
              <a:gs pos="57000">
                <a:srgbClr val="0C49B7">
                  <a:alpha val="0"/>
                </a:srgbClr>
              </a:gs>
              <a:gs pos="100000">
                <a:srgbClr val="0C49B7">
                  <a:alpha val="12000"/>
                </a:srgbClr>
              </a:gs>
            </a:gsLst>
            <a:lin ang="16200000" scaled="0"/>
          </a:gradFill>
          <a:ln w="12700" cap="flat">
            <a:gradFill>
              <a:gsLst>
                <a:gs pos="25000">
                  <a:srgbClr val="0C49B7">
                    <a:alpha val="0"/>
                  </a:srgbClr>
                </a:gs>
                <a:gs pos="0">
                  <a:srgbClr val="0C49B7"/>
                </a:gs>
              </a:gsLst>
              <a:lin ang="5400000" scaled="0"/>
            </a:gradFill>
            <a:prstDash val="solid"/>
            <a:miter lim="800000"/>
            <a:headEnd/>
            <a:tailEnd/>
          </a:ln>
        </p:spPr>
        <p:txBody>
          <a:bodyPr wrap="square" anchor="ctr">
            <a:noAutofit/>
          </a:bodyPr>
          <a:lstStyle/>
          <a:p>
            <a:pPr algn="ctr">
              <a:defRPr/>
            </a:pPr>
            <a:endParaRPr lang="en-US" altLang="zh-CN" kern="0" dirty="0">
              <a:solidFill>
                <a:srgbClr val="000000"/>
              </a:solidFill>
              <a:latin typeface="Arial" panose="020F0502020204030204"/>
              <a:ea typeface="微软雅黑"/>
              <a:cs typeface="+mn-ea"/>
              <a:sym typeface="+mn-lt"/>
            </a:endParaRPr>
          </a:p>
          <a:p>
            <a:pPr algn="ctr">
              <a:defRPr/>
            </a:pPr>
            <a:endParaRPr kern="0" dirty="0">
              <a:solidFill>
                <a:srgbClr val="000000"/>
              </a:solidFill>
              <a:latin typeface="Arial" panose="020F0502020204030204"/>
              <a:ea typeface="微软雅黑"/>
              <a:sym typeface="+mn-lt"/>
            </a:endParaRPr>
          </a:p>
        </p:txBody>
      </p:sp>
      <p:pic>
        <p:nvPicPr>
          <p:cNvPr id="18" name="图片占位符 15">
            <a:extLst>
              <a:ext uri="{FF2B5EF4-FFF2-40B4-BE49-F238E27FC236}">
                <a16:creationId xmlns:a16="http://schemas.microsoft.com/office/drawing/2014/main" id="{915F39BE-BE69-4BC9-BE2E-E0CEA37776B2}"/>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678363" y="4122990"/>
            <a:ext cx="4783905" cy="2643993"/>
          </a:xfrm>
          <a:custGeom>
            <a:avLst/>
            <a:gdLst>
              <a:gd name="connsiteX0" fmla="*/ 2387147 w 4774294"/>
              <a:gd name="connsiteY0" fmla="*/ 0 h 2306075"/>
              <a:gd name="connsiteX1" fmla="*/ 4766259 w 4774294"/>
              <a:gd name="connsiteY1" fmla="*/ 2146945 h 2306075"/>
              <a:gd name="connsiteX2" fmla="*/ 4774294 w 4774294"/>
              <a:gd name="connsiteY2" fmla="*/ 2306075 h 2306075"/>
              <a:gd name="connsiteX3" fmla="*/ 0 w 4774294"/>
              <a:gd name="connsiteY3" fmla="*/ 2306075 h 2306075"/>
              <a:gd name="connsiteX4" fmla="*/ 8035 w 4774294"/>
              <a:gd name="connsiteY4" fmla="*/ 2146945 h 2306075"/>
              <a:gd name="connsiteX5" fmla="*/ 2387147 w 4774294"/>
              <a:gd name="connsiteY5" fmla="*/ 0 h 2306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4294" h="2306075">
                <a:moveTo>
                  <a:pt x="2387147" y="0"/>
                </a:moveTo>
                <a:cubicBezTo>
                  <a:pt x="3625365" y="0"/>
                  <a:pt x="4643793" y="941038"/>
                  <a:pt x="4766259" y="2146945"/>
                </a:cubicBezTo>
                <a:lnTo>
                  <a:pt x="4774294" y="2306075"/>
                </a:lnTo>
                <a:lnTo>
                  <a:pt x="0" y="2306075"/>
                </a:lnTo>
                <a:lnTo>
                  <a:pt x="8035" y="2146945"/>
                </a:lnTo>
                <a:cubicBezTo>
                  <a:pt x="130502" y="941038"/>
                  <a:pt x="1148928" y="0"/>
                  <a:pt x="2387147" y="0"/>
                </a:cubicBezTo>
                <a:close/>
              </a:path>
            </a:pathLst>
          </a:custGeom>
        </p:spPr>
      </p:pic>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9" name="î$1iďè">
            <a:extLst>
              <a:ext uri="{FF2B5EF4-FFF2-40B4-BE49-F238E27FC236}">
                <a16:creationId xmlns:a16="http://schemas.microsoft.com/office/drawing/2014/main" id="{EBDC325E-24D5-4D8A-BE15-26346B12A6C7}"/>
              </a:ext>
            </a:extLst>
          </p:cNvPr>
          <p:cNvSpPr/>
          <p:nvPr/>
        </p:nvSpPr>
        <p:spPr bwMode="auto">
          <a:xfrm>
            <a:off x="1979910" y="4731071"/>
            <a:ext cx="664739" cy="664739"/>
          </a:xfrm>
          <a:prstGeom prst="ellipse">
            <a:avLst/>
          </a:prstGeom>
          <a:solidFill>
            <a:srgbClr val="0C49B7"/>
          </a:solidFill>
          <a:ln>
            <a:noFill/>
          </a:ln>
        </p:spPr>
        <p:txBody>
          <a:bodyPr anchor="ctr"/>
          <a:lstStyle/>
          <a:p>
            <a:pPr algn="ctr">
              <a:defRPr/>
            </a:pPr>
            <a:endParaRPr kern="0" dirty="0">
              <a:solidFill>
                <a:srgbClr val="000000"/>
              </a:solidFill>
              <a:latin typeface="Arial" panose="020F0502020204030204"/>
              <a:ea typeface="微软雅黑"/>
              <a:sym typeface="+mn-lt"/>
            </a:endParaRPr>
          </a:p>
        </p:txBody>
      </p:sp>
      <p:sp>
        <p:nvSpPr>
          <p:cNvPr id="20" name="íṥ1ïḍè">
            <a:extLst>
              <a:ext uri="{FF2B5EF4-FFF2-40B4-BE49-F238E27FC236}">
                <a16:creationId xmlns:a16="http://schemas.microsoft.com/office/drawing/2014/main" id="{4C0BCE9D-A283-4B40-B218-E3C2E7914DAD}"/>
              </a:ext>
            </a:extLst>
          </p:cNvPr>
          <p:cNvSpPr/>
          <p:nvPr/>
        </p:nvSpPr>
        <p:spPr>
          <a:xfrm>
            <a:off x="2101286" y="487826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F0502020204030204"/>
              <a:ea typeface="微软雅黑"/>
              <a:sym typeface="+mn-lt"/>
            </a:endParaRPr>
          </a:p>
        </p:txBody>
      </p:sp>
      <p:sp>
        <p:nvSpPr>
          <p:cNvPr id="21" name="íṡļíḋé">
            <a:extLst>
              <a:ext uri="{FF2B5EF4-FFF2-40B4-BE49-F238E27FC236}">
                <a16:creationId xmlns:a16="http://schemas.microsoft.com/office/drawing/2014/main" id="{D9E17885-EE99-4283-BA18-FD9A84221BBB}"/>
              </a:ext>
            </a:extLst>
          </p:cNvPr>
          <p:cNvSpPr/>
          <p:nvPr/>
        </p:nvSpPr>
        <p:spPr bwMode="auto">
          <a:xfrm>
            <a:off x="3367021" y="2917210"/>
            <a:ext cx="664739" cy="664739"/>
          </a:xfrm>
          <a:prstGeom prst="ellipse">
            <a:avLst/>
          </a:prstGeom>
          <a:solidFill>
            <a:srgbClr val="0C49B7"/>
          </a:solidFill>
          <a:ln>
            <a:noFill/>
          </a:ln>
        </p:spPr>
        <p:txBody>
          <a:bodyPr anchor="ctr"/>
          <a:lstStyle/>
          <a:p>
            <a:pPr algn="ctr">
              <a:defRPr/>
            </a:pPr>
            <a:endParaRPr kern="0" dirty="0">
              <a:solidFill>
                <a:srgbClr val="000000"/>
              </a:solidFill>
              <a:latin typeface="Arial" panose="020F0502020204030204"/>
              <a:ea typeface="微软雅黑"/>
              <a:sym typeface="+mn-lt"/>
            </a:endParaRPr>
          </a:p>
        </p:txBody>
      </p:sp>
      <p:sp>
        <p:nvSpPr>
          <p:cNvPr id="22" name="íṡ1îḍé">
            <a:extLst>
              <a:ext uri="{FF2B5EF4-FFF2-40B4-BE49-F238E27FC236}">
                <a16:creationId xmlns:a16="http://schemas.microsoft.com/office/drawing/2014/main" id="{602B38E4-EA14-4B71-8BB6-32AA10239A60}"/>
              </a:ext>
            </a:extLst>
          </p:cNvPr>
          <p:cNvSpPr/>
          <p:nvPr/>
        </p:nvSpPr>
        <p:spPr>
          <a:xfrm>
            <a:off x="3488397" y="3064404"/>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F0502020204030204"/>
              <a:ea typeface="微软雅黑"/>
              <a:sym typeface="+mn-lt"/>
            </a:endParaRPr>
          </a:p>
        </p:txBody>
      </p:sp>
      <p:sp>
        <p:nvSpPr>
          <p:cNvPr id="23" name="ïṡ1îḋè">
            <a:extLst>
              <a:ext uri="{FF2B5EF4-FFF2-40B4-BE49-F238E27FC236}">
                <a16:creationId xmlns:a16="http://schemas.microsoft.com/office/drawing/2014/main" id="{D08E7BF1-3582-48DF-8E8B-F71E1FC07B27}"/>
              </a:ext>
            </a:extLst>
          </p:cNvPr>
          <p:cNvSpPr/>
          <p:nvPr/>
        </p:nvSpPr>
        <p:spPr bwMode="auto">
          <a:xfrm>
            <a:off x="5763630" y="2166587"/>
            <a:ext cx="664739" cy="664739"/>
          </a:xfrm>
          <a:prstGeom prst="ellipse">
            <a:avLst/>
          </a:prstGeom>
          <a:solidFill>
            <a:srgbClr val="0C49B7"/>
          </a:solidFill>
          <a:ln>
            <a:noFill/>
          </a:ln>
        </p:spPr>
        <p:txBody>
          <a:bodyPr anchor="ctr"/>
          <a:lstStyle/>
          <a:p>
            <a:pPr algn="ctr">
              <a:defRPr/>
            </a:pPr>
            <a:endParaRPr kern="0" dirty="0">
              <a:solidFill>
                <a:srgbClr val="000000"/>
              </a:solidFill>
              <a:latin typeface="Arial" panose="020F0502020204030204"/>
              <a:ea typeface="微软雅黑"/>
              <a:sym typeface="+mn-lt"/>
            </a:endParaRPr>
          </a:p>
        </p:txBody>
      </p:sp>
      <p:sp>
        <p:nvSpPr>
          <p:cNvPr id="24" name="îṧľíḑê">
            <a:extLst>
              <a:ext uri="{FF2B5EF4-FFF2-40B4-BE49-F238E27FC236}">
                <a16:creationId xmlns:a16="http://schemas.microsoft.com/office/drawing/2014/main" id="{24A2CC30-8620-4FD1-BFB0-E5268F52E816}"/>
              </a:ext>
            </a:extLst>
          </p:cNvPr>
          <p:cNvSpPr/>
          <p:nvPr/>
        </p:nvSpPr>
        <p:spPr>
          <a:xfrm>
            <a:off x="5885006" y="2313781"/>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F0502020204030204"/>
              <a:ea typeface="微软雅黑"/>
              <a:sym typeface="+mn-lt"/>
            </a:endParaRPr>
          </a:p>
        </p:txBody>
      </p:sp>
      <p:grpSp>
        <p:nvGrpSpPr>
          <p:cNvPr id="25" name="íṧľîḍé">
            <a:extLst>
              <a:ext uri="{FF2B5EF4-FFF2-40B4-BE49-F238E27FC236}">
                <a16:creationId xmlns:a16="http://schemas.microsoft.com/office/drawing/2014/main" id="{37A8DC73-DA4A-4FD1-A006-2CC9CA058148}"/>
              </a:ext>
            </a:extLst>
          </p:cNvPr>
          <p:cNvGrpSpPr/>
          <p:nvPr/>
        </p:nvGrpSpPr>
        <p:grpSpPr>
          <a:xfrm>
            <a:off x="8291484" y="2917656"/>
            <a:ext cx="664739" cy="664739"/>
            <a:chOff x="1927743" y="4305183"/>
            <a:chExt cx="719999" cy="719999"/>
          </a:xfrm>
        </p:grpSpPr>
        <p:sp>
          <p:nvSpPr>
            <p:cNvPr id="26" name="îś1ïḋè">
              <a:extLst>
                <a:ext uri="{FF2B5EF4-FFF2-40B4-BE49-F238E27FC236}">
                  <a16:creationId xmlns:a16="http://schemas.microsoft.com/office/drawing/2014/main" id="{D88DCC58-1F4B-4163-81B6-B9A513887E5D}"/>
                </a:ext>
              </a:extLst>
            </p:cNvPr>
            <p:cNvSpPr/>
            <p:nvPr/>
          </p:nvSpPr>
          <p:spPr bwMode="auto">
            <a:xfrm>
              <a:off x="1927743" y="4305183"/>
              <a:ext cx="719999" cy="719999"/>
            </a:xfrm>
            <a:prstGeom prst="ellipse">
              <a:avLst/>
            </a:prstGeom>
            <a:solidFill>
              <a:srgbClr val="0C49B7"/>
            </a:solidFill>
            <a:ln>
              <a:noFill/>
            </a:ln>
          </p:spPr>
          <p:txBody>
            <a:bodyPr anchor="ctr"/>
            <a:lstStyle/>
            <a:p>
              <a:pPr algn="ctr">
                <a:defRPr/>
              </a:pPr>
              <a:endParaRPr kern="0" dirty="0">
                <a:solidFill>
                  <a:srgbClr val="000000"/>
                </a:solidFill>
                <a:latin typeface="Arial" panose="020F0502020204030204"/>
                <a:ea typeface="微软雅黑"/>
                <a:sym typeface="+mn-lt"/>
              </a:endParaRPr>
            </a:p>
          </p:txBody>
        </p:sp>
        <p:sp>
          <p:nvSpPr>
            <p:cNvPr id="27" name="ïşḷíḋé">
              <a:extLst>
                <a:ext uri="{FF2B5EF4-FFF2-40B4-BE49-F238E27FC236}">
                  <a16:creationId xmlns:a16="http://schemas.microsoft.com/office/drawing/2014/main" id="{2988DE47-D482-4623-AF73-3F07F7B00D4B}"/>
                </a:ext>
              </a:extLst>
            </p:cNvPr>
            <p:cNvSpPr/>
            <p:nvPr/>
          </p:nvSpPr>
          <p:spPr>
            <a:xfrm>
              <a:off x="2059209" y="4464613"/>
              <a:ext cx="457067" cy="401138"/>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F0502020204030204"/>
                <a:ea typeface="微软雅黑"/>
                <a:sym typeface="+mn-lt"/>
              </a:endParaRPr>
            </a:p>
          </p:txBody>
        </p:sp>
      </p:grpSp>
      <p:sp>
        <p:nvSpPr>
          <p:cNvPr id="28" name="îšḷïḓé">
            <a:extLst>
              <a:ext uri="{FF2B5EF4-FFF2-40B4-BE49-F238E27FC236}">
                <a16:creationId xmlns:a16="http://schemas.microsoft.com/office/drawing/2014/main" id="{B1C37A88-E67E-4020-807A-8BB0C57CDEA8}"/>
              </a:ext>
            </a:extLst>
          </p:cNvPr>
          <p:cNvSpPr/>
          <p:nvPr/>
        </p:nvSpPr>
        <p:spPr bwMode="auto">
          <a:xfrm>
            <a:off x="9734743" y="4731071"/>
            <a:ext cx="664739" cy="664739"/>
          </a:xfrm>
          <a:prstGeom prst="ellipse">
            <a:avLst/>
          </a:prstGeom>
          <a:solidFill>
            <a:srgbClr val="0C49B7"/>
          </a:solidFill>
          <a:ln>
            <a:noFill/>
          </a:ln>
        </p:spPr>
        <p:txBody>
          <a:bodyPr anchor="ctr"/>
          <a:lstStyle/>
          <a:p>
            <a:pPr algn="ctr">
              <a:defRPr/>
            </a:pPr>
            <a:endParaRPr kern="0" dirty="0">
              <a:solidFill>
                <a:srgbClr val="000000"/>
              </a:solidFill>
              <a:latin typeface="Arial" panose="020F0502020204030204"/>
              <a:ea typeface="微软雅黑"/>
              <a:sym typeface="+mn-lt"/>
            </a:endParaRPr>
          </a:p>
        </p:txBody>
      </p:sp>
      <p:sp>
        <p:nvSpPr>
          <p:cNvPr id="29" name="ísḻíḍè">
            <a:extLst>
              <a:ext uri="{FF2B5EF4-FFF2-40B4-BE49-F238E27FC236}">
                <a16:creationId xmlns:a16="http://schemas.microsoft.com/office/drawing/2014/main" id="{D74008BD-D772-43DA-B3E9-BECDA399CE97}"/>
              </a:ext>
            </a:extLst>
          </p:cNvPr>
          <p:cNvSpPr/>
          <p:nvPr/>
        </p:nvSpPr>
        <p:spPr>
          <a:xfrm>
            <a:off x="9856119" y="487826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p>
            <a:pPr algn="ctr">
              <a:defRPr/>
            </a:pPr>
            <a:endParaRPr kern="0" dirty="0">
              <a:solidFill>
                <a:srgbClr val="FFFFFF"/>
              </a:solidFill>
              <a:latin typeface="Arial" panose="020F0502020204030204"/>
              <a:ea typeface="微软雅黑"/>
              <a:sym typeface="+mn-lt"/>
            </a:endParaRPr>
          </a:p>
        </p:txBody>
      </p:sp>
      <p:sp>
        <p:nvSpPr>
          <p:cNvPr id="30" name="文本框 29">
            <a:extLst>
              <a:ext uri="{FF2B5EF4-FFF2-40B4-BE49-F238E27FC236}">
                <a16:creationId xmlns:a16="http://schemas.microsoft.com/office/drawing/2014/main" id="{CA48E442-7591-4144-A8E7-B79025C6AB75}"/>
              </a:ext>
            </a:extLst>
          </p:cNvPr>
          <p:cNvSpPr txBox="1"/>
          <p:nvPr/>
        </p:nvSpPr>
        <p:spPr>
          <a:xfrm>
            <a:off x="9471081" y="3645501"/>
            <a:ext cx="1631004"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点击输入标题</a:t>
            </a:r>
          </a:p>
        </p:txBody>
      </p:sp>
      <p:sp>
        <p:nvSpPr>
          <p:cNvPr id="31" name="文本框 30">
            <a:extLst>
              <a:ext uri="{FF2B5EF4-FFF2-40B4-BE49-F238E27FC236}">
                <a16:creationId xmlns:a16="http://schemas.microsoft.com/office/drawing/2014/main" id="{461C176E-A7DC-4538-B2D1-22D93AA07651}"/>
              </a:ext>
            </a:extLst>
          </p:cNvPr>
          <p:cNvSpPr txBox="1"/>
          <p:nvPr/>
        </p:nvSpPr>
        <p:spPr>
          <a:xfrm>
            <a:off x="9080365" y="4014833"/>
            <a:ext cx="2361068" cy="523220"/>
          </a:xfrm>
          <a:prstGeom prst="rect">
            <a:avLst/>
          </a:prstGeom>
          <a:noFill/>
        </p:spPr>
        <p:txBody>
          <a:bodyPr wrap="square" rtlCol="0">
            <a:spAutoFit/>
          </a:bodyPr>
          <a:lstStyle/>
          <a:p>
            <a:r>
              <a:rPr lang="zh-CN" altLang="en-US" sz="1400" dirty="0">
                <a:solidFill>
                  <a:srgbClr val="768394"/>
                </a:solidFill>
                <a:latin typeface="Arial" panose="020F0502020204030204"/>
                <a:ea typeface="微软雅黑"/>
                <a:cs typeface="+mn-ea"/>
                <a:sym typeface="+mn-lt"/>
              </a:rPr>
              <a:t>点击这里输入相关内容介绍</a:t>
            </a:r>
            <a:endParaRPr lang="en-US" altLang="zh-CN" sz="1400" dirty="0">
              <a:solidFill>
                <a:srgbClr val="768394"/>
              </a:solidFill>
              <a:latin typeface="Arial" panose="020F0502020204030204"/>
              <a:ea typeface="微软雅黑"/>
              <a:cs typeface="+mn-ea"/>
              <a:sym typeface="+mn-lt"/>
            </a:endParaRPr>
          </a:p>
          <a:p>
            <a:r>
              <a:rPr lang="zh-CN" altLang="en-US" sz="1400" dirty="0">
                <a:solidFill>
                  <a:srgbClr val="768394"/>
                </a:solidFill>
                <a:latin typeface="Arial" panose="020F0502020204030204"/>
                <a:ea typeface="微软雅黑"/>
                <a:cs typeface="+mn-ea"/>
                <a:sym typeface="+mn-lt"/>
              </a:rPr>
              <a:t>点击这里输入相关内容介绍</a:t>
            </a:r>
          </a:p>
        </p:txBody>
      </p:sp>
      <p:sp>
        <p:nvSpPr>
          <p:cNvPr id="32" name="文本框 31">
            <a:extLst>
              <a:ext uri="{FF2B5EF4-FFF2-40B4-BE49-F238E27FC236}">
                <a16:creationId xmlns:a16="http://schemas.microsoft.com/office/drawing/2014/main" id="{5F0AC989-34FA-402A-8112-171DF4828D5B}"/>
              </a:ext>
            </a:extLst>
          </p:cNvPr>
          <p:cNvSpPr txBox="1"/>
          <p:nvPr/>
        </p:nvSpPr>
        <p:spPr>
          <a:xfrm>
            <a:off x="7887446" y="1832086"/>
            <a:ext cx="1631004"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点击输入标题</a:t>
            </a:r>
          </a:p>
        </p:txBody>
      </p:sp>
      <p:sp>
        <p:nvSpPr>
          <p:cNvPr id="33" name="文本框 32">
            <a:extLst>
              <a:ext uri="{FF2B5EF4-FFF2-40B4-BE49-F238E27FC236}">
                <a16:creationId xmlns:a16="http://schemas.microsoft.com/office/drawing/2014/main" id="{034E59B6-B939-4B92-86F5-D88FCED3C6FA}"/>
              </a:ext>
            </a:extLst>
          </p:cNvPr>
          <p:cNvSpPr txBox="1"/>
          <p:nvPr/>
        </p:nvSpPr>
        <p:spPr>
          <a:xfrm>
            <a:off x="7496730" y="2201418"/>
            <a:ext cx="2361068" cy="523220"/>
          </a:xfrm>
          <a:prstGeom prst="rect">
            <a:avLst/>
          </a:prstGeom>
          <a:noFill/>
        </p:spPr>
        <p:txBody>
          <a:bodyPr wrap="square" rtlCol="0">
            <a:spAutoFit/>
          </a:bodyPr>
          <a:lstStyle/>
          <a:p>
            <a:r>
              <a:rPr lang="zh-CN" altLang="en-US" sz="1400" dirty="0">
                <a:solidFill>
                  <a:srgbClr val="768394"/>
                </a:solidFill>
                <a:latin typeface="Arial" panose="020F0502020204030204"/>
                <a:ea typeface="微软雅黑"/>
                <a:cs typeface="+mn-ea"/>
                <a:sym typeface="+mn-lt"/>
              </a:rPr>
              <a:t>点击这里输入相关内容介绍</a:t>
            </a:r>
            <a:endParaRPr lang="en-US" altLang="zh-CN" sz="1400" dirty="0">
              <a:solidFill>
                <a:srgbClr val="768394"/>
              </a:solidFill>
              <a:latin typeface="Arial" panose="020F0502020204030204"/>
              <a:ea typeface="微软雅黑"/>
              <a:cs typeface="+mn-ea"/>
              <a:sym typeface="+mn-lt"/>
            </a:endParaRPr>
          </a:p>
          <a:p>
            <a:r>
              <a:rPr lang="zh-CN" altLang="en-US" sz="1400" dirty="0">
                <a:solidFill>
                  <a:srgbClr val="768394"/>
                </a:solidFill>
                <a:latin typeface="Arial" panose="020F0502020204030204"/>
                <a:ea typeface="微软雅黑"/>
                <a:cs typeface="+mn-ea"/>
                <a:sym typeface="+mn-lt"/>
              </a:rPr>
              <a:t>点击这里输入相关内容介绍</a:t>
            </a:r>
          </a:p>
        </p:txBody>
      </p:sp>
      <p:sp>
        <p:nvSpPr>
          <p:cNvPr id="34" name="文本框 33">
            <a:extLst>
              <a:ext uri="{FF2B5EF4-FFF2-40B4-BE49-F238E27FC236}">
                <a16:creationId xmlns:a16="http://schemas.microsoft.com/office/drawing/2014/main" id="{EC783745-75DB-43A2-AC42-916A136C2197}"/>
              </a:ext>
            </a:extLst>
          </p:cNvPr>
          <p:cNvSpPr txBox="1"/>
          <p:nvPr/>
        </p:nvSpPr>
        <p:spPr>
          <a:xfrm>
            <a:off x="5280498" y="1064204"/>
            <a:ext cx="1631004"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点击输入标题</a:t>
            </a:r>
          </a:p>
        </p:txBody>
      </p:sp>
      <p:sp>
        <p:nvSpPr>
          <p:cNvPr id="35" name="文本框 34">
            <a:extLst>
              <a:ext uri="{FF2B5EF4-FFF2-40B4-BE49-F238E27FC236}">
                <a16:creationId xmlns:a16="http://schemas.microsoft.com/office/drawing/2014/main" id="{28C8B586-66B8-4147-BE9F-35F9820A46E0}"/>
              </a:ext>
            </a:extLst>
          </p:cNvPr>
          <p:cNvSpPr txBox="1"/>
          <p:nvPr/>
        </p:nvSpPr>
        <p:spPr>
          <a:xfrm>
            <a:off x="4889782" y="1433536"/>
            <a:ext cx="2361068" cy="523220"/>
          </a:xfrm>
          <a:prstGeom prst="rect">
            <a:avLst/>
          </a:prstGeom>
          <a:noFill/>
        </p:spPr>
        <p:txBody>
          <a:bodyPr wrap="square" rtlCol="0">
            <a:spAutoFit/>
          </a:bodyPr>
          <a:lstStyle/>
          <a:p>
            <a:r>
              <a:rPr lang="zh-CN" altLang="en-US" sz="1400" dirty="0">
                <a:solidFill>
                  <a:srgbClr val="768394"/>
                </a:solidFill>
                <a:latin typeface="Arial" panose="020F0502020204030204"/>
                <a:ea typeface="微软雅黑"/>
                <a:cs typeface="+mn-ea"/>
                <a:sym typeface="+mn-lt"/>
              </a:rPr>
              <a:t>点击这里输入相关内容介绍</a:t>
            </a:r>
            <a:endParaRPr lang="en-US" altLang="zh-CN" sz="1400" dirty="0">
              <a:solidFill>
                <a:srgbClr val="768394"/>
              </a:solidFill>
              <a:latin typeface="Arial" panose="020F0502020204030204"/>
              <a:ea typeface="微软雅黑"/>
              <a:cs typeface="+mn-ea"/>
              <a:sym typeface="+mn-lt"/>
            </a:endParaRPr>
          </a:p>
          <a:p>
            <a:r>
              <a:rPr lang="zh-CN" altLang="en-US" sz="1400" dirty="0">
                <a:solidFill>
                  <a:srgbClr val="768394"/>
                </a:solidFill>
                <a:latin typeface="Arial" panose="020F0502020204030204"/>
                <a:ea typeface="微软雅黑"/>
                <a:cs typeface="+mn-ea"/>
                <a:sym typeface="+mn-lt"/>
              </a:rPr>
              <a:t>点击这里输入相关内容介绍</a:t>
            </a:r>
          </a:p>
        </p:txBody>
      </p:sp>
      <p:sp>
        <p:nvSpPr>
          <p:cNvPr id="36" name="文本框 35">
            <a:extLst>
              <a:ext uri="{FF2B5EF4-FFF2-40B4-BE49-F238E27FC236}">
                <a16:creationId xmlns:a16="http://schemas.microsoft.com/office/drawing/2014/main" id="{B4DB9569-260F-4E7B-AD85-E34A7B0F2E3A}"/>
              </a:ext>
            </a:extLst>
          </p:cNvPr>
          <p:cNvSpPr txBox="1"/>
          <p:nvPr/>
        </p:nvSpPr>
        <p:spPr>
          <a:xfrm>
            <a:off x="2822140" y="1831052"/>
            <a:ext cx="1631004"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点击输入标题</a:t>
            </a:r>
          </a:p>
        </p:txBody>
      </p:sp>
      <p:sp>
        <p:nvSpPr>
          <p:cNvPr id="37" name="文本框 36">
            <a:extLst>
              <a:ext uri="{FF2B5EF4-FFF2-40B4-BE49-F238E27FC236}">
                <a16:creationId xmlns:a16="http://schemas.microsoft.com/office/drawing/2014/main" id="{785AEA3E-E8F6-40E5-8903-93043516C078}"/>
              </a:ext>
            </a:extLst>
          </p:cNvPr>
          <p:cNvSpPr txBox="1"/>
          <p:nvPr/>
        </p:nvSpPr>
        <p:spPr>
          <a:xfrm>
            <a:off x="2431424" y="2200384"/>
            <a:ext cx="2361068" cy="523220"/>
          </a:xfrm>
          <a:prstGeom prst="rect">
            <a:avLst/>
          </a:prstGeom>
          <a:noFill/>
        </p:spPr>
        <p:txBody>
          <a:bodyPr wrap="square" rtlCol="0">
            <a:spAutoFit/>
          </a:bodyPr>
          <a:lstStyle/>
          <a:p>
            <a:r>
              <a:rPr lang="zh-CN" altLang="en-US" sz="1400" dirty="0">
                <a:solidFill>
                  <a:srgbClr val="768394"/>
                </a:solidFill>
                <a:latin typeface="Arial" panose="020F0502020204030204"/>
                <a:ea typeface="微软雅黑"/>
                <a:cs typeface="+mn-ea"/>
                <a:sym typeface="+mn-lt"/>
              </a:rPr>
              <a:t>点击这里输入相关内容介绍</a:t>
            </a:r>
            <a:endParaRPr lang="en-US" altLang="zh-CN" sz="1400" dirty="0">
              <a:solidFill>
                <a:srgbClr val="768394"/>
              </a:solidFill>
              <a:latin typeface="Arial" panose="020F0502020204030204"/>
              <a:ea typeface="微软雅黑"/>
              <a:cs typeface="+mn-ea"/>
              <a:sym typeface="+mn-lt"/>
            </a:endParaRPr>
          </a:p>
          <a:p>
            <a:r>
              <a:rPr lang="zh-CN" altLang="en-US" sz="1400" dirty="0">
                <a:solidFill>
                  <a:srgbClr val="768394"/>
                </a:solidFill>
                <a:latin typeface="Arial" panose="020F0502020204030204"/>
                <a:ea typeface="微软雅黑"/>
                <a:cs typeface="+mn-ea"/>
                <a:sym typeface="+mn-lt"/>
              </a:rPr>
              <a:t>点击这里输入相关内容介绍</a:t>
            </a:r>
          </a:p>
        </p:txBody>
      </p:sp>
      <p:sp>
        <p:nvSpPr>
          <p:cNvPr id="38" name="文本框 37">
            <a:extLst>
              <a:ext uri="{FF2B5EF4-FFF2-40B4-BE49-F238E27FC236}">
                <a16:creationId xmlns:a16="http://schemas.microsoft.com/office/drawing/2014/main" id="{5DE03E31-940D-4C7A-A9FC-010860F38908}"/>
              </a:ext>
            </a:extLst>
          </p:cNvPr>
          <p:cNvSpPr txBox="1"/>
          <p:nvPr/>
        </p:nvSpPr>
        <p:spPr>
          <a:xfrm>
            <a:off x="1089915" y="3647113"/>
            <a:ext cx="1631004" cy="369332"/>
          </a:xfrm>
          <a:prstGeom prst="rect">
            <a:avLst/>
          </a:prstGeom>
          <a:noFill/>
        </p:spPr>
        <p:txBody>
          <a:bodyPr wrap="square" rtlCol="0">
            <a:spAutoFit/>
          </a:bodyPr>
          <a:lstStyle/>
          <a:p>
            <a:r>
              <a:rPr lang="zh-CN" altLang="en-US" dirty="0">
                <a:solidFill>
                  <a:srgbClr val="0C49B7"/>
                </a:solidFill>
                <a:latin typeface="Arial" panose="020F0502020204030204"/>
                <a:ea typeface="微软雅黑"/>
                <a:cs typeface="+mn-ea"/>
                <a:sym typeface="+mn-lt"/>
              </a:rPr>
              <a:t>点击输入标题</a:t>
            </a:r>
          </a:p>
        </p:txBody>
      </p:sp>
      <p:sp>
        <p:nvSpPr>
          <p:cNvPr id="43" name="文本框 42">
            <a:extLst>
              <a:ext uri="{FF2B5EF4-FFF2-40B4-BE49-F238E27FC236}">
                <a16:creationId xmlns:a16="http://schemas.microsoft.com/office/drawing/2014/main" id="{6D27B654-FA39-4257-9F54-21A4C600D5C4}"/>
              </a:ext>
            </a:extLst>
          </p:cNvPr>
          <p:cNvSpPr txBox="1"/>
          <p:nvPr/>
        </p:nvSpPr>
        <p:spPr>
          <a:xfrm>
            <a:off x="699199" y="4016445"/>
            <a:ext cx="2361068" cy="523220"/>
          </a:xfrm>
          <a:prstGeom prst="rect">
            <a:avLst/>
          </a:prstGeom>
          <a:noFill/>
        </p:spPr>
        <p:txBody>
          <a:bodyPr wrap="square" rtlCol="0">
            <a:spAutoFit/>
          </a:bodyPr>
          <a:lstStyle/>
          <a:p>
            <a:r>
              <a:rPr lang="zh-CN" altLang="en-US" sz="1400" dirty="0">
                <a:solidFill>
                  <a:srgbClr val="768394"/>
                </a:solidFill>
                <a:latin typeface="Arial" panose="020F0502020204030204"/>
                <a:ea typeface="微软雅黑"/>
                <a:cs typeface="+mn-ea"/>
                <a:sym typeface="+mn-lt"/>
              </a:rPr>
              <a:t>点击这里输入相关内容介绍</a:t>
            </a:r>
            <a:endParaRPr lang="en-US" altLang="zh-CN" sz="1400" dirty="0">
              <a:solidFill>
                <a:srgbClr val="768394"/>
              </a:solidFill>
              <a:latin typeface="Arial" panose="020F0502020204030204"/>
              <a:ea typeface="微软雅黑"/>
              <a:cs typeface="+mn-ea"/>
              <a:sym typeface="+mn-lt"/>
            </a:endParaRPr>
          </a:p>
          <a:p>
            <a:r>
              <a:rPr lang="zh-CN" altLang="en-US" sz="1400" dirty="0">
                <a:solidFill>
                  <a:srgbClr val="768394"/>
                </a:solidFill>
                <a:latin typeface="Arial" panose="020F0502020204030204"/>
                <a:ea typeface="微软雅黑"/>
                <a:cs typeface="+mn-ea"/>
                <a:sym typeface="+mn-lt"/>
              </a:rPr>
              <a:t>点击这里输入相关内容介绍</a:t>
            </a:r>
          </a:p>
        </p:txBody>
      </p:sp>
    </p:spTree>
    <p:extLst>
      <p:ext uri="{BB962C8B-B14F-4D97-AF65-F5344CB8AC3E}">
        <p14:creationId xmlns:p14="http://schemas.microsoft.com/office/powerpoint/2010/main" val="412897066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0AC69A9E-43BF-4C01-B20F-E6263A637B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694" y="2040931"/>
            <a:ext cx="4874641" cy="4874641"/>
          </a:xfrm>
          <a:prstGeom prst="rect">
            <a:avLst/>
          </a:prstGeom>
        </p:spPr>
      </p:pic>
      <p:pic>
        <p:nvPicPr>
          <p:cNvPr id="51" name="图片占位符 10">
            <a:extLst>
              <a:ext uri="{FF2B5EF4-FFF2-40B4-BE49-F238E27FC236}">
                <a16:creationId xmlns:a16="http://schemas.microsoft.com/office/drawing/2014/main" id="{4A45EEC4-57B3-48D1-9228-0686F8DEE0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0"/>
            <a:ext cx="12191997" cy="3068960"/>
          </a:xfrm>
          <a:prstGeom prst="rect">
            <a:avLst/>
          </a:prstGeom>
        </p:spPr>
      </p:pic>
      <p:sp>
        <p:nvSpPr>
          <p:cNvPr id="52" name="矩形 51">
            <a:extLst>
              <a:ext uri="{FF2B5EF4-FFF2-40B4-BE49-F238E27FC236}">
                <a16:creationId xmlns:a16="http://schemas.microsoft.com/office/drawing/2014/main" id="{76405797-37B5-4B4F-821C-7687F80FDFC8}"/>
              </a:ext>
            </a:extLst>
          </p:cNvPr>
          <p:cNvSpPr/>
          <p:nvPr/>
        </p:nvSpPr>
        <p:spPr>
          <a:xfrm>
            <a:off x="0" y="0"/>
            <a:ext cx="12191997" cy="3068960"/>
          </a:xfrm>
          <a:prstGeom prst="rect">
            <a:avLst/>
          </a:prstGeom>
          <a:solidFill>
            <a:srgbClr val="0C49B7">
              <a:alpha val="83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Microsoft YaHei"/>
              <a:cs typeface="+mn-ea"/>
              <a:sym typeface="+mn-lt"/>
            </a:endParaRPr>
          </a:p>
        </p:txBody>
      </p:sp>
      <p:sp>
        <p:nvSpPr>
          <p:cNvPr id="53" name="文本占位符 8">
            <a:extLst>
              <a:ext uri="{FF2B5EF4-FFF2-40B4-BE49-F238E27FC236}">
                <a16:creationId xmlns:a16="http://schemas.microsoft.com/office/drawing/2014/main" id="{0EB26F33-B629-4284-8E8E-692509EC5E59}"/>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0C49B7"/>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9600" b="0" i="0" u="none" strike="noStrike" kern="1200" cap="none" spc="0" normalizeH="0" baseline="0" noProof="0" dirty="0">
              <a:ln>
                <a:noFill/>
              </a:ln>
              <a:solidFill>
                <a:srgbClr val="FFFFFF"/>
              </a:solidFill>
              <a:effectLst>
                <a:innerShdw dist="63500" dir="16200000">
                  <a:srgbClr val="3889F5"/>
                </a:innerShdw>
              </a:effectLst>
              <a:uLnTx/>
              <a:uFillTx/>
              <a:latin typeface="Arial" panose="020F0502020204030204"/>
              <a:ea typeface="Microsoft YaHei"/>
              <a:cs typeface="+mn-ea"/>
              <a:sym typeface="+mn-lt"/>
            </a:endParaRPr>
          </a:p>
        </p:txBody>
      </p:sp>
      <p:pic>
        <p:nvPicPr>
          <p:cNvPr id="54" name="图片 53">
            <a:extLst>
              <a:ext uri="{FF2B5EF4-FFF2-40B4-BE49-F238E27FC236}">
                <a16:creationId xmlns:a16="http://schemas.microsoft.com/office/drawing/2014/main" id="{2DF1559D-8548-4E0E-BF5B-8BFFA2E26E0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1755" y="6406826"/>
            <a:ext cx="2095523" cy="334822"/>
          </a:xfrm>
          <a:prstGeom prst="rect">
            <a:avLst/>
          </a:prstGeom>
        </p:spPr>
      </p:pic>
      <p:sp>
        <p:nvSpPr>
          <p:cNvPr id="55" name="标题 4">
            <a:extLst>
              <a:ext uri="{FF2B5EF4-FFF2-40B4-BE49-F238E27FC236}">
                <a16:creationId xmlns:a16="http://schemas.microsoft.com/office/drawing/2014/main" id="{E7D8CBE5-FE9F-418C-936F-F0EA8209FD6F}"/>
              </a:ext>
            </a:extLst>
          </p:cNvPr>
          <p:cNvSpPr txBox="1">
            <a:spLocks/>
          </p:cNvSpPr>
          <p:nvPr/>
        </p:nvSpPr>
        <p:spPr>
          <a:xfrm>
            <a:off x="3431702" y="4358360"/>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5400" b="1"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56" name="直接连接符 55">
            <a:extLst>
              <a:ext uri="{FF2B5EF4-FFF2-40B4-BE49-F238E27FC236}">
                <a16:creationId xmlns:a16="http://schemas.microsoft.com/office/drawing/2014/main" id="{F28A7BC2-F7B5-4629-BACA-BDE4C609FC28}"/>
              </a:ext>
            </a:extLst>
          </p:cNvPr>
          <p:cNvCxnSpPr>
            <a:cxnSpLocks/>
          </p:cNvCxnSpPr>
          <p:nvPr/>
        </p:nvCxnSpPr>
        <p:spPr>
          <a:xfrm>
            <a:off x="3575720" y="5244190"/>
            <a:ext cx="4752528" cy="0"/>
          </a:xfrm>
          <a:prstGeom prst="line">
            <a:avLst/>
          </a:prstGeom>
          <a:noFill/>
          <a:ln w="28575" cap="flat" cmpd="sng" algn="ctr">
            <a:solidFill>
              <a:srgbClr val="0C49B7"/>
            </a:solidFill>
            <a:prstDash val="solid"/>
            <a:headEnd type="oval" w="med" len="med"/>
            <a:tailEnd type="oval" w="med" len="med"/>
          </a:ln>
          <a:effectLst/>
        </p:spPr>
      </p:cxnSp>
      <p:sp>
        <p:nvSpPr>
          <p:cNvPr id="57" name="标题 4">
            <a:extLst>
              <a:ext uri="{FF2B5EF4-FFF2-40B4-BE49-F238E27FC236}">
                <a16:creationId xmlns:a16="http://schemas.microsoft.com/office/drawing/2014/main" id="{16A62788-7EE0-4EFE-A01A-54EA835D6B42}"/>
              </a:ext>
            </a:extLst>
          </p:cNvPr>
          <p:cNvSpPr txBox="1">
            <a:spLocks/>
          </p:cNvSpPr>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tabLst/>
              <a:defRPr/>
            </a:pPr>
            <a:r>
              <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tabLst/>
              <a:defRPr/>
            </a:pPr>
            <a:endPar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endParaRPr>
          </a:p>
        </p:txBody>
      </p:sp>
      <p:sp>
        <p:nvSpPr>
          <p:cNvPr id="58" name="文本框 57">
            <a:extLst>
              <a:ext uri="{FF2B5EF4-FFF2-40B4-BE49-F238E27FC236}">
                <a16:creationId xmlns:a16="http://schemas.microsoft.com/office/drawing/2014/main" id="{9E9D9706-9A52-46A2-9E3E-E8E1E0004EF3}"/>
              </a:ext>
            </a:extLst>
          </p:cNvPr>
          <p:cNvSpPr txBox="1"/>
          <p:nvPr/>
        </p:nvSpPr>
        <p:spPr>
          <a:xfrm>
            <a:off x="10704512" y="6406826"/>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C49B7">
                    <a:alpha val="70000"/>
                  </a:srgb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endParaRPr>
          </a:p>
        </p:txBody>
      </p:sp>
      <p:sp>
        <p:nvSpPr>
          <p:cNvPr id="59" name="文本框 58">
            <a:extLst>
              <a:ext uri="{FF2B5EF4-FFF2-40B4-BE49-F238E27FC236}">
                <a16:creationId xmlns:a16="http://schemas.microsoft.com/office/drawing/2014/main" id="{2636ED38-FA38-4595-BA88-F62DA9746ACA}"/>
              </a:ext>
            </a:extLst>
          </p:cNvPr>
          <p:cNvSpPr txBox="1"/>
          <p:nvPr/>
        </p:nvSpPr>
        <p:spPr>
          <a:xfrm>
            <a:off x="5250253" y="2386575"/>
            <a:ext cx="1691489"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02</a:t>
            </a:r>
            <a:endParaRPr kumimoji="0" lang="zh-CN" altLang="en-US"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Tree>
    <p:extLst>
      <p:ext uri="{BB962C8B-B14F-4D97-AF65-F5344CB8AC3E}">
        <p14:creationId xmlns:p14="http://schemas.microsoft.com/office/powerpoint/2010/main" val="191394884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组合 15">
            <a:extLst>
              <a:ext uri="{FF2B5EF4-FFF2-40B4-BE49-F238E27FC236}">
                <a16:creationId xmlns:a16="http://schemas.microsoft.com/office/drawing/2014/main" id="{4E39AC24-0327-4384-BC2A-A245F7AEB159}"/>
              </a:ext>
            </a:extLst>
          </p:cNvPr>
          <p:cNvGrpSpPr/>
          <p:nvPr/>
        </p:nvGrpSpPr>
        <p:grpSpPr>
          <a:xfrm>
            <a:off x="515939" y="4253594"/>
            <a:ext cx="11196636" cy="1484527"/>
            <a:chOff x="515939" y="4524536"/>
            <a:chExt cx="11196636" cy="1484527"/>
          </a:xfrm>
        </p:grpSpPr>
        <p:sp>
          <p:nvSpPr>
            <p:cNvPr id="17" name="梯形 16">
              <a:extLst>
                <a:ext uri="{FF2B5EF4-FFF2-40B4-BE49-F238E27FC236}">
                  <a16:creationId xmlns:a16="http://schemas.microsoft.com/office/drawing/2014/main" id="{92D303D4-9183-468C-BFF7-8960222EA367}"/>
                </a:ext>
              </a:extLst>
            </p:cNvPr>
            <p:cNvSpPr/>
            <p:nvPr/>
          </p:nvSpPr>
          <p:spPr>
            <a:xfrm>
              <a:off x="515939" y="4564726"/>
              <a:ext cx="11196636" cy="1444337"/>
            </a:xfrm>
            <a:prstGeom prst="trapezoid">
              <a:avLst>
                <a:gd name="adj" fmla="val 112554"/>
              </a:avLst>
            </a:prstGeom>
            <a:gradFill>
              <a:gsLst>
                <a:gs pos="42000">
                  <a:srgbClr val="00447C">
                    <a:alpha val="0"/>
                  </a:srgbClr>
                </a:gs>
                <a:gs pos="100000">
                  <a:srgbClr val="0C49B7">
                    <a:alpha val="20000"/>
                  </a:srgbClr>
                </a:gs>
              </a:gsLst>
              <a:lin ang="5400000" scaled="1"/>
            </a:gradFill>
            <a:ln w="12700" cap="flat" cmpd="sng" algn="ctr">
              <a:gradFill>
                <a:gsLst>
                  <a:gs pos="31000">
                    <a:srgbClr val="0C49B7">
                      <a:alpha val="0"/>
                    </a:srgbClr>
                  </a:gs>
                  <a:gs pos="100000">
                    <a:srgbClr val="0C49B7"/>
                  </a:gs>
                </a:gsLst>
                <a:lin ang="5400000" scaled="1"/>
              </a:gradFill>
              <a:prstDash val="solid"/>
              <a:miter lim="800000"/>
            </a:ln>
            <a:effectLst/>
          </p:spPr>
          <p:txBody>
            <a:bodyPr lIns="72000" tIns="0" rIns="72000" bIns="0" rtlCol="0" anchor="ctr"/>
            <a:lstStyle/>
            <a:p>
              <a:pPr algn="ctr" defTabSz="457200">
                <a:defRPr/>
              </a:pPr>
              <a:endParaRPr lang="en-US" kern="0" dirty="0">
                <a:solidFill>
                  <a:srgbClr val="FFFFFF"/>
                </a:solidFill>
                <a:latin typeface="Arial"/>
              </a:endParaRPr>
            </a:p>
          </p:txBody>
        </p:sp>
        <p:sp>
          <p:nvSpPr>
            <p:cNvPr id="18" name="梯形 17">
              <a:extLst>
                <a:ext uri="{FF2B5EF4-FFF2-40B4-BE49-F238E27FC236}">
                  <a16:creationId xmlns:a16="http://schemas.microsoft.com/office/drawing/2014/main" id="{5C1E6C68-9198-485E-911F-B6526907AB5E}"/>
                </a:ext>
              </a:extLst>
            </p:cNvPr>
            <p:cNvSpPr/>
            <p:nvPr/>
          </p:nvSpPr>
          <p:spPr>
            <a:xfrm>
              <a:off x="1001831" y="4524536"/>
              <a:ext cx="10224852" cy="1318978"/>
            </a:xfrm>
            <a:prstGeom prst="trapezoid">
              <a:avLst>
                <a:gd name="adj" fmla="val 112554"/>
              </a:avLst>
            </a:prstGeom>
            <a:gradFill>
              <a:gsLst>
                <a:gs pos="42000">
                  <a:srgbClr val="00447C">
                    <a:alpha val="0"/>
                  </a:srgbClr>
                </a:gs>
                <a:gs pos="100000">
                  <a:srgbClr val="0C49B7">
                    <a:alpha val="20000"/>
                  </a:srgbClr>
                </a:gs>
              </a:gsLst>
              <a:lin ang="5400000" scaled="1"/>
            </a:gradFill>
            <a:ln w="12700" cap="flat" cmpd="sng" algn="ctr">
              <a:gradFill>
                <a:gsLst>
                  <a:gs pos="31000">
                    <a:srgbClr val="0C49B7">
                      <a:alpha val="0"/>
                    </a:srgbClr>
                  </a:gs>
                  <a:gs pos="100000">
                    <a:srgbClr val="0C49B7"/>
                  </a:gs>
                </a:gsLst>
                <a:lin ang="5400000" scaled="1"/>
              </a:gradFill>
              <a:prstDash val="solid"/>
              <a:miter lim="800000"/>
            </a:ln>
            <a:effectLst/>
          </p:spPr>
          <p:txBody>
            <a:bodyPr lIns="72000" tIns="0" rIns="72000" bIns="0" rtlCol="0" anchor="ctr"/>
            <a:lstStyle/>
            <a:p>
              <a:pPr algn="ctr" defTabSz="457200">
                <a:defRPr/>
              </a:pPr>
              <a:endParaRPr lang="en-US" kern="0" dirty="0">
                <a:solidFill>
                  <a:srgbClr val="FFFFFF"/>
                </a:solidFill>
                <a:latin typeface="Arial"/>
              </a:endParaRPr>
            </a:p>
          </p:txBody>
        </p:sp>
      </p:grpSp>
      <p:grpSp>
        <p:nvGrpSpPr>
          <p:cNvPr id="19" name="组合 18">
            <a:extLst>
              <a:ext uri="{FF2B5EF4-FFF2-40B4-BE49-F238E27FC236}">
                <a16:creationId xmlns:a16="http://schemas.microsoft.com/office/drawing/2014/main" id="{401E2180-A5D8-4B64-B205-735BB774EA4A}"/>
              </a:ext>
            </a:extLst>
          </p:cNvPr>
          <p:cNvGrpSpPr/>
          <p:nvPr/>
        </p:nvGrpSpPr>
        <p:grpSpPr>
          <a:xfrm>
            <a:off x="1584802" y="1268760"/>
            <a:ext cx="2874645" cy="3503930"/>
            <a:chOff x="1584802" y="1539702"/>
            <a:chExt cx="2874645" cy="3503930"/>
          </a:xfrm>
        </p:grpSpPr>
        <p:sp>
          <p:nvSpPr>
            <p:cNvPr id="20" name="isḷíḑe">
              <a:extLst>
                <a:ext uri="{FF2B5EF4-FFF2-40B4-BE49-F238E27FC236}">
                  <a16:creationId xmlns:a16="http://schemas.microsoft.com/office/drawing/2014/main" id="{D191EEF5-437D-43C9-A3F5-3EE1D7C124A9}"/>
                </a:ext>
              </a:extLst>
            </p:cNvPr>
            <p:cNvSpPr/>
            <p:nvPr/>
          </p:nvSpPr>
          <p:spPr>
            <a:xfrm>
              <a:off x="1584802" y="2168987"/>
              <a:ext cx="2874645" cy="2874645"/>
            </a:xfrm>
            <a:prstGeom prst="wedgeRectCallout">
              <a:avLst/>
            </a:prstGeom>
            <a:noFill/>
            <a:ln w="25400" cmpd="sng">
              <a:solidFill>
                <a:srgbClr val="FFFFFF">
                  <a:lumMod val="65000"/>
                </a:srgbClr>
              </a:solidFill>
              <a:prstDash val="sysDash"/>
            </a:ln>
          </p:spPr>
          <p:txBody>
            <a:bodyPr anchor="ctr"/>
            <a:lstStyle/>
            <a:p>
              <a:pPr algn="ctr" defTabSz="457200">
                <a:defRPr/>
              </a:pPr>
              <a:endParaRPr lang="zh-CN" altLang="en-US" kern="0">
                <a:solidFill>
                  <a:srgbClr val="000000"/>
                </a:solidFill>
                <a:latin typeface="Arial"/>
                <a:ea typeface="宋体" panose="02010600030101010101" pitchFamily="2" charset="-122"/>
                <a:cs typeface="+mn-ea"/>
                <a:sym typeface="+mn-lt"/>
              </a:endParaRPr>
            </a:p>
          </p:txBody>
        </p:sp>
        <p:sp>
          <p:nvSpPr>
            <p:cNvPr id="21" name="îş1ïḑe">
              <a:extLst>
                <a:ext uri="{FF2B5EF4-FFF2-40B4-BE49-F238E27FC236}">
                  <a16:creationId xmlns:a16="http://schemas.microsoft.com/office/drawing/2014/main" id="{A37E399E-3D0F-4561-BF10-4D768A9ACF75}"/>
                </a:ext>
              </a:extLst>
            </p:cNvPr>
            <p:cNvSpPr/>
            <p:nvPr/>
          </p:nvSpPr>
          <p:spPr>
            <a:xfrm>
              <a:off x="1699737" y="2688128"/>
              <a:ext cx="2644776" cy="395605"/>
            </a:xfrm>
            <a:prstGeom prst="rect">
              <a:avLst/>
            </a:prstGeom>
            <a:noFill/>
            <a:ln w="762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defTabSz="457200">
                <a:defRPr/>
              </a:pPr>
              <a:r>
                <a:rPr lang="zh-CN" altLang="en-US" sz="2000" b="1" kern="0" dirty="0">
                  <a:solidFill>
                    <a:srgbClr val="000000">
                      <a:lumMod val="75000"/>
                      <a:lumOff val="25000"/>
                    </a:srgbClr>
                  </a:solidFill>
                  <a:latin typeface="Arial"/>
                  <a:ea typeface="宋体" panose="02010600030101010101" pitchFamily="2" charset="-122"/>
                  <a:cs typeface="+mn-ea"/>
                  <a:sym typeface="+mn-lt"/>
                </a:rPr>
                <a:t>请输入你的观点</a:t>
              </a:r>
              <a:endParaRPr sz="2000" b="1" kern="0" dirty="0">
                <a:solidFill>
                  <a:srgbClr val="000000">
                    <a:lumMod val="75000"/>
                    <a:lumOff val="25000"/>
                  </a:srgbClr>
                </a:solidFill>
                <a:latin typeface="Arial"/>
                <a:sym typeface="+mn-lt"/>
              </a:endParaRPr>
            </a:p>
          </p:txBody>
        </p:sp>
        <p:sp>
          <p:nvSpPr>
            <p:cNvPr id="22" name="ïs1íďé">
              <a:extLst>
                <a:ext uri="{FF2B5EF4-FFF2-40B4-BE49-F238E27FC236}">
                  <a16:creationId xmlns:a16="http://schemas.microsoft.com/office/drawing/2014/main" id="{D598A4ED-B39D-42EF-88B9-A05F226B67F5}"/>
                </a:ext>
              </a:extLst>
            </p:cNvPr>
            <p:cNvSpPr/>
            <p:nvPr/>
          </p:nvSpPr>
          <p:spPr bwMode="auto">
            <a:xfrm>
              <a:off x="1699737" y="3210560"/>
              <a:ext cx="2644776" cy="1590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lnSpc>
                  <a:spcPct val="120000"/>
                </a:lnSpc>
                <a:spcBef>
                  <a:spcPct val="0"/>
                </a:spcBef>
                <a:defRPr/>
              </a:pPr>
              <a:r>
                <a:rPr lang="zh-CN" altLang="en-US" sz="1600" dirty="0">
                  <a:solidFill>
                    <a:srgbClr val="000000">
                      <a:lumMod val="75000"/>
                      <a:lumOff val="25000"/>
                    </a:srgbClr>
                  </a:solidFill>
                  <a:latin typeface="Arial"/>
                  <a:ea typeface="宋体" panose="02010600030101010101" pitchFamily="2" charset="-122"/>
                  <a:cs typeface="+mn-ea"/>
                  <a:sym typeface="+mn-lt"/>
                </a:rPr>
                <a:t>请在此输入内容请在此输入内容请在此输入内容请在此输入内容请在此输入内容请在此输入内容请在此输入</a:t>
              </a:r>
              <a:endParaRPr lang="en-US" altLang="zh-CN" sz="1600" dirty="0">
                <a:solidFill>
                  <a:srgbClr val="000000">
                    <a:lumMod val="75000"/>
                    <a:lumOff val="25000"/>
                  </a:srgbClr>
                </a:solidFill>
                <a:latin typeface="Arial"/>
                <a:ea typeface="宋体" panose="02010600030101010101" pitchFamily="2" charset="-122"/>
                <a:cs typeface="+mn-ea"/>
                <a:sym typeface="+mn-lt"/>
              </a:endParaRPr>
            </a:p>
          </p:txBody>
        </p:sp>
        <p:grpSp>
          <p:nvGrpSpPr>
            <p:cNvPr id="23" name="组合 22">
              <a:extLst>
                <a:ext uri="{FF2B5EF4-FFF2-40B4-BE49-F238E27FC236}">
                  <a16:creationId xmlns:a16="http://schemas.microsoft.com/office/drawing/2014/main" id="{3F0542A5-56C2-4263-80B1-425EEE93F94B}"/>
                </a:ext>
              </a:extLst>
            </p:cNvPr>
            <p:cNvGrpSpPr/>
            <p:nvPr/>
          </p:nvGrpSpPr>
          <p:grpSpPr>
            <a:xfrm>
              <a:off x="2526507" y="1539702"/>
              <a:ext cx="991235" cy="991235"/>
              <a:chOff x="2482850" y="1654002"/>
              <a:chExt cx="991235" cy="991235"/>
            </a:xfrm>
          </p:grpSpPr>
          <p:sp>
            <p:nvSpPr>
              <p:cNvPr id="24" name="ïślîḍé">
                <a:extLst>
                  <a:ext uri="{FF2B5EF4-FFF2-40B4-BE49-F238E27FC236}">
                    <a16:creationId xmlns:a16="http://schemas.microsoft.com/office/drawing/2014/main" id="{285C2FB9-8231-40E0-8369-62A42C9EE2E0}"/>
                  </a:ext>
                </a:extLst>
              </p:cNvPr>
              <p:cNvSpPr/>
              <p:nvPr/>
            </p:nvSpPr>
            <p:spPr>
              <a:xfrm>
                <a:off x="2482850" y="1654002"/>
                <a:ext cx="991235" cy="991235"/>
              </a:xfrm>
              <a:prstGeom prst="ellipse">
                <a:avLst/>
              </a:prstGeom>
              <a:solidFill>
                <a:srgbClr val="FFFFFF"/>
              </a:solidFill>
              <a:ln w="38100" cap="flat">
                <a:solidFill>
                  <a:srgbClr val="FFFFFF">
                    <a:lumMod val="50000"/>
                  </a:srgbClr>
                </a:solidFill>
                <a:miter lim="400000"/>
              </a:ln>
              <a:effectLst>
                <a:outerShdw blurRad="50800" dist="38100" dir="2700000" algn="tl" rotWithShape="0">
                  <a:prstClr val="black">
                    <a:alpha val="40000"/>
                  </a:prstClr>
                </a:outerShdw>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defRPr sz="3200"/>
                </a:pPr>
                <a:endParaRPr sz="1600" b="1" dirty="0">
                  <a:solidFill>
                    <a:srgbClr val="FFFFFF"/>
                  </a:solidFill>
                  <a:latin typeface="Arial"/>
                  <a:sym typeface="+mn-lt"/>
                </a:endParaRPr>
              </a:p>
            </p:txBody>
          </p:sp>
          <p:sp>
            <p:nvSpPr>
              <p:cNvPr id="25" name="ï$ļîḓê">
                <a:extLst>
                  <a:ext uri="{FF2B5EF4-FFF2-40B4-BE49-F238E27FC236}">
                    <a16:creationId xmlns:a16="http://schemas.microsoft.com/office/drawing/2014/main" id="{A4D084A2-84EA-47F3-94B7-BE1CAE53FA3E}"/>
                  </a:ext>
                </a:extLst>
              </p:cNvPr>
              <p:cNvSpPr/>
              <p:nvPr/>
            </p:nvSpPr>
            <p:spPr bwMode="auto">
              <a:xfrm>
                <a:off x="2644923" y="1908927"/>
                <a:ext cx="667090" cy="481388"/>
              </a:xfrm>
              <a:custGeom>
                <a:avLst/>
                <a:gdLst>
                  <a:gd name="connsiteX0" fmla="*/ 91000 w 605879"/>
                  <a:gd name="connsiteY0" fmla="*/ 173662 h 437224"/>
                  <a:gd name="connsiteX1" fmla="*/ 331193 w 605879"/>
                  <a:gd name="connsiteY1" fmla="*/ 173662 h 437224"/>
                  <a:gd name="connsiteX2" fmla="*/ 342454 w 605879"/>
                  <a:gd name="connsiteY2" fmla="*/ 184882 h 437224"/>
                  <a:gd name="connsiteX3" fmla="*/ 331193 w 605879"/>
                  <a:gd name="connsiteY3" fmla="*/ 196102 h 437224"/>
                  <a:gd name="connsiteX4" fmla="*/ 91000 w 605879"/>
                  <a:gd name="connsiteY4" fmla="*/ 196102 h 437224"/>
                  <a:gd name="connsiteX5" fmla="*/ 79739 w 605879"/>
                  <a:gd name="connsiteY5" fmla="*/ 184882 h 437224"/>
                  <a:gd name="connsiteX6" fmla="*/ 91000 w 605879"/>
                  <a:gd name="connsiteY6" fmla="*/ 173662 h 437224"/>
                  <a:gd name="connsiteX7" fmla="*/ 421630 w 605879"/>
                  <a:gd name="connsiteY7" fmla="*/ 131441 h 437224"/>
                  <a:gd name="connsiteX8" fmla="*/ 423552 w 605879"/>
                  <a:gd name="connsiteY8" fmla="*/ 152274 h 437224"/>
                  <a:gd name="connsiteX9" fmla="*/ 275961 w 605879"/>
                  <a:gd name="connsiteY9" fmla="*/ 300986 h 437224"/>
                  <a:gd name="connsiteX10" fmla="*/ 408175 w 605879"/>
                  <a:gd name="connsiteY10" fmla="*/ 358277 h 437224"/>
                  <a:gd name="connsiteX11" fmla="*/ 418060 w 605879"/>
                  <a:gd name="connsiteY11" fmla="*/ 365267 h 437224"/>
                  <a:gd name="connsiteX12" fmla="*/ 488218 w 605879"/>
                  <a:gd name="connsiteY12" fmla="*/ 410360 h 437224"/>
                  <a:gd name="connsiteX13" fmla="*/ 474214 w 605879"/>
                  <a:gd name="connsiteY13" fmla="*/ 363348 h 437224"/>
                  <a:gd name="connsiteX14" fmla="*/ 482039 w 605879"/>
                  <a:gd name="connsiteY14" fmla="*/ 349916 h 437224"/>
                  <a:gd name="connsiteX15" fmla="*/ 583363 w 605879"/>
                  <a:gd name="connsiteY15" fmla="*/ 244928 h 437224"/>
                  <a:gd name="connsiteX16" fmla="*/ 421630 w 605879"/>
                  <a:gd name="connsiteY16" fmla="*/ 131441 h 437224"/>
                  <a:gd name="connsiteX17" fmla="*/ 75898 w 605879"/>
                  <a:gd name="connsiteY17" fmla="*/ 120173 h 437224"/>
                  <a:gd name="connsiteX18" fmla="*/ 340509 w 605879"/>
                  <a:gd name="connsiteY18" fmla="*/ 120173 h 437224"/>
                  <a:gd name="connsiteX19" fmla="*/ 351769 w 605879"/>
                  <a:gd name="connsiteY19" fmla="*/ 131428 h 437224"/>
                  <a:gd name="connsiteX20" fmla="*/ 340509 w 605879"/>
                  <a:gd name="connsiteY20" fmla="*/ 142683 h 437224"/>
                  <a:gd name="connsiteX21" fmla="*/ 75898 w 605879"/>
                  <a:gd name="connsiteY21" fmla="*/ 142683 h 437224"/>
                  <a:gd name="connsiteX22" fmla="*/ 64638 w 605879"/>
                  <a:gd name="connsiteY22" fmla="*/ 131428 h 437224"/>
                  <a:gd name="connsiteX23" fmla="*/ 75898 w 605879"/>
                  <a:gd name="connsiteY23" fmla="*/ 120173 h 437224"/>
                  <a:gd name="connsiteX24" fmla="*/ 210609 w 605879"/>
                  <a:gd name="connsiteY24" fmla="*/ 22478 h 437224"/>
                  <a:gd name="connsiteX25" fmla="*/ 22516 w 605879"/>
                  <a:gd name="connsiteY25" fmla="*/ 153508 h 437224"/>
                  <a:gd name="connsiteX26" fmla="*/ 139216 w 605879"/>
                  <a:gd name="connsiteY26" fmla="*/ 274807 h 437224"/>
                  <a:gd name="connsiteX27" fmla="*/ 147042 w 605879"/>
                  <a:gd name="connsiteY27" fmla="*/ 288102 h 437224"/>
                  <a:gd name="connsiteX28" fmla="*/ 130017 w 605879"/>
                  <a:gd name="connsiteY28" fmla="*/ 344297 h 437224"/>
                  <a:gd name="connsiteX29" fmla="*/ 214041 w 605879"/>
                  <a:gd name="connsiteY29" fmla="*/ 291254 h 437224"/>
                  <a:gd name="connsiteX30" fmla="*/ 223927 w 605879"/>
                  <a:gd name="connsiteY30" fmla="*/ 284264 h 437224"/>
                  <a:gd name="connsiteX31" fmla="*/ 398839 w 605879"/>
                  <a:gd name="connsiteY31" fmla="*/ 152960 h 437224"/>
                  <a:gd name="connsiteX32" fmla="*/ 369596 w 605879"/>
                  <a:gd name="connsiteY32" fmla="*/ 80592 h 437224"/>
                  <a:gd name="connsiteX33" fmla="*/ 210609 w 605879"/>
                  <a:gd name="connsiteY33" fmla="*/ 22478 h 437224"/>
                  <a:gd name="connsiteX34" fmla="*/ 210609 w 605879"/>
                  <a:gd name="connsiteY34" fmla="*/ 0 h 437224"/>
                  <a:gd name="connsiteX35" fmla="*/ 385796 w 605879"/>
                  <a:gd name="connsiteY35" fmla="*/ 64967 h 437224"/>
                  <a:gd name="connsiteX36" fmla="*/ 414079 w 605879"/>
                  <a:gd name="connsiteY36" fmla="*/ 109100 h 437224"/>
                  <a:gd name="connsiteX37" fmla="*/ 419845 w 605879"/>
                  <a:gd name="connsiteY37" fmla="*/ 108963 h 437224"/>
                  <a:gd name="connsiteX38" fmla="*/ 605879 w 605879"/>
                  <a:gd name="connsiteY38" fmla="*/ 244928 h 437224"/>
                  <a:gd name="connsiteX39" fmla="*/ 498515 w 605879"/>
                  <a:gd name="connsiteY39" fmla="*/ 368420 h 437224"/>
                  <a:gd name="connsiteX40" fmla="*/ 516088 w 605879"/>
                  <a:gd name="connsiteY40" fmla="*/ 414609 h 437224"/>
                  <a:gd name="connsiteX41" fmla="*/ 522953 w 605879"/>
                  <a:gd name="connsiteY41" fmla="*/ 428178 h 437224"/>
                  <a:gd name="connsiteX42" fmla="*/ 510185 w 605879"/>
                  <a:gd name="connsiteY42" fmla="*/ 437224 h 437224"/>
                  <a:gd name="connsiteX43" fmla="*/ 400487 w 605879"/>
                  <a:gd name="connsiteY43" fmla="*/ 380344 h 437224"/>
                  <a:gd name="connsiteX44" fmla="*/ 250836 w 605879"/>
                  <a:gd name="connsiteY44" fmla="*/ 304275 h 437224"/>
                  <a:gd name="connsiteX45" fmla="*/ 231752 w 605879"/>
                  <a:gd name="connsiteY45" fmla="*/ 306331 h 437224"/>
                  <a:gd name="connsiteX46" fmla="*/ 107639 w 605879"/>
                  <a:gd name="connsiteY46" fmla="*/ 371161 h 437224"/>
                  <a:gd name="connsiteX47" fmla="*/ 94596 w 605879"/>
                  <a:gd name="connsiteY47" fmla="*/ 361978 h 437224"/>
                  <a:gd name="connsiteX48" fmla="*/ 102009 w 605879"/>
                  <a:gd name="connsiteY48" fmla="*/ 348135 h 437224"/>
                  <a:gd name="connsiteX49" fmla="*/ 122741 w 605879"/>
                  <a:gd name="connsiteY49" fmla="*/ 293173 h 437224"/>
                  <a:gd name="connsiteX50" fmla="*/ 0 w 605879"/>
                  <a:gd name="connsiteY50" fmla="*/ 153508 h 437224"/>
                  <a:gd name="connsiteX51" fmla="*/ 210609 w 605879"/>
                  <a:gd name="connsiteY51" fmla="*/ 0 h 4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879" h="437224">
                    <a:moveTo>
                      <a:pt x="91000" y="173662"/>
                    </a:moveTo>
                    <a:lnTo>
                      <a:pt x="331193" y="173662"/>
                    </a:lnTo>
                    <a:cubicBezTo>
                      <a:pt x="337373" y="173662"/>
                      <a:pt x="342454" y="178725"/>
                      <a:pt x="342454" y="184882"/>
                    </a:cubicBezTo>
                    <a:cubicBezTo>
                      <a:pt x="342454" y="191040"/>
                      <a:pt x="337373" y="196102"/>
                      <a:pt x="331193" y="196102"/>
                    </a:cubicBezTo>
                    <a:lnTo>
                      <a:pt x="91000" y="196102"/>
                    </a:lnTo>
                    <a:cubicBezTo>
                      <a:pt x="84683" y="196102"/>
                      <a:pt x="79739" y="191040"/>
                      <a:pt x="79739" y="184882"/>
                    </a:cubicBezTo>
                    <a:cubicBezTo>
                      <a:pt x="79739" y="178725"/>
                      <a:pt x="84683" y="173662"/>
                      <a:pt x="91000" y="173662"/>
                    </a:cubicBezTo>
                    <a:close/>
                    <a:moveTo>
                      <a:pt x="421630" y="131441"/>
                    </a:moveTo>
                    <a:cubicBezTo>
                      <a:pt x="423003" y="138294"/>
                      <a:pt x="423552" y="145284"/>
                      <a:pt x="423552" y="152274"/>
                    </a:cubicBezTo>
                    <a:cubicBezTo>
                      <a:pt x="423552" y="220668"/>
                      <a:pt x="362456" y="281249"/>
                      <a:pt x="275961" y="300986"/>
                    </a:cubicBezTo>
                    <a:cubicBezTo>
                      <a:pt x="302047" y="334017"/>
                      <a:pt x="350924" y="355536"/>
                      <a:pt x="408175" y="358277"/>
                    </a:cubicBezTo>
                    <a:cubicBezTo>
                      <a:pt x="412569" y="358551"/>
                      <a:pt x="416413" y="361293"/>
                      <a:pt x="418060" y="365267"/>
                    </a:cubicBezTo>
                    <a:cubicBezTo>
                      <a:pt x="427259" y="388019"/>
                      <a:pt x="463505" y="403370"/>
                      <a:pt x="488218" y="410360"/>
                    </a:cubicBezTo>
                    <a:cubicBezTo>
                      <a:pt x="483962" y="399944"/>
                      <a:pt x="479156" y="385004"/>
                      <a:pt x="474214" y="363348"/>
                    </a:cubicBezTo>
                    <a:cubicBezTo>
                      <a:pt x="472841" y="357455"/>
                      <a:pt x="476273" y="351698"/>
                      <a:pt x="482039" y="349916"/>
                    </a:cubicBezTo>
                    <a:cubicBezTo>
                      <a:pt x="543685" y="332236"/>
                      <a:pt x="583500" y="290980"/>
                      <a:pt x="583363" y="244928"/>
                    </a:cubicBezTo>
                    <a:cubicBezTo>
                      <a:pt x="583363" y="182839"/>
                      <a:pt x="511009" y="132126"/>
                      <a:pt x="421630" y="131441"/>
                    </a:cubicBezTo>
                    <a:close/>
                    <a:moveTo>
                      <a:pt x="75898" y="120173"/>
                    </a:moveTo>
                    <a:lnTo>
                      <a:pt x="340509" y="120173"/>
                    </a:lnTo>
                    <a:cubicBezTo>
                      <a:pt x="346826" y="120173"/>
                      <a:pt x="351769" y="125114"/>
                      <a:pt x="351769" y="131428"/>
                    </a:cubicBezTo>
                    <a:cubicBezTo>
                      <a:pt x="351769" y="137604"/>
                      <a:pt x="346826" y="142683"/>
                      <a:pt x="340509" y="142683"/>
                    </a:cubicBezTo>
                    <a:lnTo>
                      <a:pt x="75898" y="142683"/>
                    </a:lnTo>
                    <a:cubicBezTo>
                      <a:pt x="69719" y="142683"/>
                      <a:pt x="64638" y="137604"/>
                      <a:pt x="64638" y="131428"/>
                    </a:cubicBezTo>
                    <a:cubicBezTo>
                      <a:pt x="64638" y="125114"/>
                      <a:pt x="69719" y="120173"/>
                      <a:pt x="75898" y="120173"/>
                    </a:cubicBezTo>
                    <a:close/>
                    <a:moveTo>
                      <a:pt x="210609" y="22478"/>
                    </a:moveTo>
                    <a:cubicBezTo>
                      <a:pt x="106952" y="22478"/>
                      <a:pt x="22516" y="81277"/>
                      <a:pt x="22516" y="153508"/>
                    </a:cubicBezTo>
                    <a:cubicBezTo>
                      <a:pt x="22516" y="206688"/>
                      <a:pt x="68372" y="254385"/>
                      <a:pt x="139216" y="274807"/>
                    </a:cubicBezTo>
                    <a:cubicBezTo>
                      <a:pt x="144983" y="276452"/>
                      <a:pt x="148415" y="282208"/>
                      <a:pt x="147042" y="288102"/>
                    </a:cubicBezTo>
                    <a:cubicBezTo>
                      <a:pt x="140864" y="314966"/>
                      <a:pt x="135097" y="332647"/>
                      <a:pt x="130017" y="344297"/>
                    </a:cubicBezTo>
                    <a:cubicBezTo>
                      <a:pt x="158437" y="336622"/>
                      <a:pt x="203058" y="318667"/>
                      <a:pt x="214041" y="291254"/>
                    </a:cubicBezTo>
                    <a:cubicBezTo>
                      <a:pt x="215689" y="287280"/>
                      <a:pt x="219533" y="284538"/>
                      <a:pt x="223927" y="284264"/>
                    </a:cubicBezTo>
                    <a:cubicBezTo>
                      <a:pt x="320170" y="279604"/>
                      <a:pt x="395407" y="223135"/>
                      <a:pt x="398839" y="152960"/>
                    </a:cubicBezTo>
                    <a:cubicBezTo>
                      <a:pt x="400075" y="126918"/>
                      <a:pt x="389915" y="101836"/>
                      <a:pt x="369596" y="80592"/>
                    </a:cubicBezTo>
                    <a:cubicBezTo>
                      <a:pt x="334860" y="44133"/>
                      <a:pt x="275412" y="22478"/>
                      <a:pt x="210609" y="22478"/>
                    </a:cubicBezTo>
                    <a:close/>
                    <a:moveTo>
                      <a:pt x="210609" y="0"/>
                    </a:moveTo>
                    <a:cubicBezTo>
                      <a:pt x="281453" y="0"/>
                      <a:pt x="346942" y="24260"/>
                      <a:pt x="385796" y="64967"/>
                    </a:cubicBezTo>
                    <a:cubicBezTo>
                      <a:pt x="398702" y="78536"/>
                      <a:pt x="408175" y="93338"/>
                      <a:pt x="414079" y="109100"/>
                    </a:cubicBezTo>
                    <a:cubicBezTo>
                      <a:pt x="416001" y="108963"/>
                      <a:pt x="417923" y="108963"/>
                      <a:pt x="419845" y="108963"/>
                    </a:cubicBezTo>
                    <a:cubicBezTo>
                      <a:pt x="522404" y="108963"/>
                      <a:pt x="606016" y="169955"/>
                      <a:pt x="605879" y="244928"/>
                    </a:cubicBezTo>
                    <a:cubicBezTo>
                      <a:pt x="605879" y="298519"/>
                      <a:pt x="564141" y="346079"/>
                      <a:pt x="498515" y="368420"/>
                    </a:cubicBezTo>
                    <a:cubicBezTo>
                      <a:pt x="506066" y="398025"/>
                      <a:pt x="512931" y="412279"/>
                      <a:pt x="516088" y="414609"/>
                    </a:cubicBezTo>
                    <a:cubicBezTo>
                      <a:pt x="524601" y="418858"/>
                      <a:pt x="523228" y="426671"/>
                      <a:pt x="522953" y="428178"/>
                    </a:cubicBezTo>
                    <a:cubicBezTo>
                      <a:pt x="522541" y="429686"/>
                      <a:pt x="520207" y="437224"/>
                      <a:pt x="510185" y="437224"/>
                    </a:cubicBezTo>
                    <a:cubicBezTo>
                      <a:pt x="497828" y="437224"/>
                      <a:pt x="423689" y="421325"/>
                      <a:pt x="400487" y="380344"/>
                    </a:cubicBezTo>
                    <a:cubicBezTo>
                      <a:pt x="333899" y="375410"/>
                      <a:pt x="277746" y="346764"/>
                      <a:pt x="250836" y="304275"/>
                    </a:cubicBezTo>
                    <a:cubicBezTo>
                      <a:pt x="244521" y="305098"/>
                      <a:pt x="238205" y="305783"/>
                      <a:pt x="231752" y="306331"/>
                    </a:cubicBezTo>
                    <a:cubicBezTo>
                      <a:pt x="206216" y="353069"/>
                      <a:pt x="121643" y="371161"/>
                      <a:pt x="107639" y="371161"/>
                    </a:cubicBezTo>
                    <a:cubicBezTo>
                      <a:pt x="97616" y="371161"/>
                      <a:pt x="95145" y="364171"/>
                      <a:pt x="94596" y="361978"/>
                    </a:cubicBezTo>
                    <a:cubicBezTo>
                      <a:pt x="94184" y="360470"/>
                      <a:pt x="92948" y="352658"/>
                      <a:pt x="102009" y="348135"/>
                    </a:cubicBezTo>
                    <a:cubicBezTo>
                      <a:pt x="105030" y="345942"/>
                      <a:pt x="113130" y="331550"/>
                      <a:pt x="122741" y="293173"/>
                    </a:cubicBezTo>
                    <a:cubicBezTo>
                      <a:pt x="47778" y="268228"/>
                      <a:pt x="0" y="214226"/>
                      <a:pt x="0" y="153508"/>
                    </a:cubicBezTo>
                    <a:cubicBezTo>
                      <a:pt x="0" y="68804"/>
                      <a:pt x="94458" y="0"/>
                      <a:pt x="210609" y="0"/>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normAutofit fontScale="40000" lnSpcReduction="2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defRPr/>
                </a:pPr>
                <a:endParaRPr lang="en-US" sz="7198" dirty="0">
                  <a:solidFill>
                    <a:srgbClr val="000000"/>
                  </a:solidFill>
                  <a:latin typeface="Arial"/>
                  <a:sym typeface="+mn-lt"/>
                </a:endParaRPr>
              </a:p>
            </p:txBody>
          </p:sp>
        </p:grpSp>
      </p:grpSp>
      <p:grpSp>
        <p:nvGrpSpPr>
          <p:cNvPr id="26" name="组合 25">
            <a:extLst>
              <a:ext uri="{FF2B5EF4-FFF2-40B4-BE49-F238E27FC236}">
                <a16:creationId xmlns:a16="http://schemas.microsoft.com/office/drawing/2014/main" id="{B6416831-1C0B-43E7-B801-8E10708DC24C}"/>
              </a:ext>
            </a:extLst>
          </p:cNvPr>
          <p:cNvGrpSpPr/>
          <p:nvPr/>
        </p:nvGrpSpPr>
        <p:grpSpPr>
          <a:xfrm>
            <a:off x="4665822" y="1269395"/>
            <a:ext cx="2874645" cy="3503295"/>
            <a:chOff x="4665822" y="1540337"/>
            <a:chExt cx="2874645" cy="3503295"/>
          </a:xfrm>
        </p:grpSpPr>
        <p:sp>
          <p:nvSpPr>
            <p:cNvPr id="27" name="íṣľiḓè">
              <a:extLst>
                <a:ext uri="{FF2B5EF4-FFF2-40B4-BE49-F238E27FC236}">
                  <a16:creationId xmlns:a16="http://schemas.microsoft.com/office/drawing/2014/main" id="{8329E8C8-0EE5-4198-8688-DCC244278B7B}"/>
                </a:ext>
              </a:extLst>
            </p:cNvPr>
            <p:cNvSpPr/>
            <p:nvPr/>
          </p:nvSpPr>
          <p:spPr bwMode="auto">
            <a:xfrm>
              <a:off x="4665822" y="2168987"/>
              <a:ext cx="2874645" cy="2874645"/>
            </a:xfrm>
            <a:prstGeom prst="rect">
              <a:avLst/>
            </a:prstGeom>
            <a:solidFill>
              <a:srgbClr val="0C49B7"/>
            </a:solid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p>
              <a:pPr algn="ctr" defTabSz="913765">
                <a:defRPr/>
              </a:pPr>
              <a:endParaRPr lang="zh-CN" altLang="en-US" sz="2000" b="1" kern="0">
                <a:solidFill>
                  <a:srgbClr val="FFFFFF"/>
                </a:solidFill>
                <a:latin typeface="Arial"/>
                <a:ea typeface="宋体" panose="02010600030101010101" pitchFamily="2" charset="-122"/>
                <a:cs typeface="+mn-ea"/>
                <a:sym typeface="+mn-lt"/>
              </a:endParaRPr>
            </a:p>
          </p:txBody>
        </p:sp>
        <p:grpSp>
          <p:nvGrpSpPr>
            <p:cNvPr id="28" name="组合 27">
              <a:extLst>
                <a:ext uri="{FF2B5EF4-FFF2-40B4-BE49-F238E27FC236}">
                  <a16:creationId xmlns:a16="http://schemas.microsoft.com/office/drawing/2014/main" id="{A2171589-C878-4EED-8F7F-9F174F345763}"/>
                </a:ext>
              </a:extLst>
            </p:cNvPr>
            <p:cNvGrpSpPr/>
            <p:nvPr/>
          </p:nvGrpSpPr>
          <p:grpSpPr>
            <a:xfrm>
              <a:off x="5607527" y="1540337"/>
              <a:ext cx="991235" cy="991235"/>
              <a:chOff x="6444178" y="1503679"/>
              <a:chExt cx="345682" cy="345681"/>
            </a:xfrm>
          </p:grpSpPr>
          <p:sp>
            <p:nvSpPr>
              <p:cNvPr id="31" name="ïślîḍé">
                <a:extLst>
                  <a:ext uri="{FF2B5EF4-FFF2-40B4-BE49-F238E27FC236}">
                    <a16:creationId xmlns:a16="http://schemas.microsoft.com/office/drawing/2014/main" id="{0A868FCE-2CEF-40EC-BEF2-8E25DA37CFF3}"/>
                  </a:ext>
                </a:extLst>
              </p:cNvPr>
              <p:cNvSpPr/>
              <p:nvPr/>
            </p:nvSpPr>
            <p:spPr>
              <a:xfrm>
                <a:off x="6444178" y="1503679"/>
                <a:ext cx="345682" cy="345681"/>
              </a:xfrm>
              <a:prstGeom prst="ellipse">
                <a:avLst/>
              </a:prstGeom>
              <a:solidFill>
                <a:srgbClr val="0C49B7"/>
              </a:solidFill>
              <a:ln w="38100" cap="flat">
                <a:solidFill>
                  <a:srgbClr val="FFFFFF"/>
                </a:solidFill>
                <a:miter lim="400000"/>
              </a:ln>
              <a:effectLst>
                <a:outerShdw blurRad="50800" dist="38100" dir="2700000" algn="tl" rotWithShape="0">
                  <a:prstClr val="black">
                    <a:alpha val="40000"/>
                  </a:prstClr>
                </a:outerShdw>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defRPr sz="3200"/>
                </a:pPr>
                <a:endParaRPr sz="1600" b="1" dirty="0">
                  <a:solidFill>
                    <a:srgbClr val="FFFFFF"/>
                  </a:solidFill>
                  <a:latin typeface="Arial"/>
                  <a:sym typeface="+mn-lt"/>
                </a:endParaRPr>
              </a:p>
            </p:txBody>
          </p:sp>
          <p:sp>
            <p:nvSpPr>
              <p:cNvPr id="32" name="ï$ļîḓê">
                <a:extLst>
                  <a:ext uri="{FF2B5EF4-FFF2-40B4-BE49-F238E27FC236}">
                    <a16:creationId xmlns:a16="http://schemas.microsoft.com/office/drawing/2014/main" id="{F142D7DB-9785-4CC2-9A06-17281003D510}"/>
                  </a:ext>
                </a:extLst>
              </p:cNvPr>
              <p:cNvSpPr/>
              <p:nvPr/>
            </p:nvSpPr>
            <p:spPr bwMode="auto">
              <a:xfrm>
                <a:off x="6500699" y="1592581"/>
                <a:ext cx="232640" cy="167878"/>
              </a:xfrm>
              <a:custGeom>
                <a:avLst/>
                <a:gdLst>
                  <a:gd name="connsiteX0" fmla="*/ 91000 w 605879"/>
                  <a:gd name="connsiteY0" fmla="*/ 173662 h 437224"/>
                  <a:gd name="connsiteX1" fmla="*/ 331193 w 605879"/>
                  <a:gd name="connsiteY1" fmla="*/ 173662 h 437224"/>
                  <a:gd name="connsiteX2" fmla="*/ 342454 w 605879"/>
                  <a:gd name="connsiteY2" fmla="*/ 184882 h 437224"/>
                  <a:gd name="connsiteX3" fmla="*/ 331193 w 605879"/>
                  <a:gd name="connsiteY3" fmla="*/ 196102 h 437224"/>
                  <a:gd name="connsiteX4" fmla="*/ 91000 w 605879"/>
                  <a:gd name="connsiteY4" fmla="*/ 196102 h 437224"/>
                  <a:gd name="connsiteX5" fmla="*/ 79739 w 605879"/>
                  <a:gd name="connsiteY5" fmla="*/ 184882 h 437224"/>
                  <a:gd name="connsiteX6" fmla="*/ 91000 w 605879"/>
                  <a:gd name="connsiteY6" fmla="*/ 173662 h 437224"/>
                  <a:gd name="connsiteX7" fmla="*/ 421630 w 605879"/>
                  <a:gd name="connsiteY7" fmla="*/ 131441 h 437224"/>
                  <a:gd name="connsiteX8" fmla="*/ 423552 w 605879"/>
                  <a:gd name="connsiteY8" fmla="*/ 152274 h 437224"/>
                  <a:gd name="connsiteX9" fmla="*/ 275961 w 605879"/>
                  <a:gd name="connsiteY9" fmla="*/ 300986 h 437224"/>
                  <a:gd name="connsiteX10" fmla="*/ 408175 w 605879"/>
                  <a:gd name="connsiteY10" fmla="*/ 358277 h 437224"/>
                  <a:gd name="connsiteX11" fmla="*/ 418060 w 605879"/>
                  <a:gd name="connsiteY11" fmla="*/ 365267 h 437224"/>
                  <a:gd name="connsiteX12" fmla="*/ 488218 w 605879"/>
                  <a:gd name="connsiteY12" fmla="*/ 410360 h 437224"/>
                  <a:gd name="connsiteX13" fmla="*/ 474214 w 605879"/>
                  <a:gd name="connsiteY13" fmla="*/ 363348 h 437224"/>
                  <a:gd name="connsiteX14" fmla="*/ 482039 w 605879"/>
                  <a:gd name="connsiteY14" fmla="*/ 349916 h 437224"/>
                  <a:gd name="connsiteX15" fmla="*/ 583363 w 605879"/>
                  <a:gd name="connsiteY15" fmla="*/ 244928 h 437224"/>
                  <a:gd name="connsiteX16" fmla="*/ 421630 w 605879"/>
                  <a:gd name="connsiteY16" fmla="*/ 131441 h 437224"/>
                  <a:gd name="connsiteX17" fmla="*/ 75898 w 605879"/>
                  <a:gd name="connsiteY17" fmla="*/ 120173 h 437224"/>
                  <a:gd name="connsiteX18" fmla="*/ 340509 w 605879"/>
                  <a:gd name="connsiteY18" fmla="*/ 120173 h 437224"/>
                  <a:gd name="connsiteX19" fmla="*/ 351769 w 605879"/>
                  <a:gd name="connsiteY19" fmla="*/ 131428 h 437224"/>
                  <a:gd name="connsiteX20" fmla="*/ 340509 w 605879"/>
                  <a:gd name="connsiteY20" fmla="*/ 142683 h 437224"/>
                  <a:gd name="connsiteX21" fmla="*/ 75898 w 605879"/>
                  <a:gd name="connsiteY21" fmla="*/ 142683 h 437224"/>
                  <a:gd name="connsiteX22" fmla="*/ 64638 w 605879"/>
                  <a:gd name="connsiteY22" fmla="*/ 131428 h 437224"/>
                  <a:gd name="connsiteX23" fmla="*/ 75898 w 605879"/>
                  <a:gd name="connsiteY23" fmla="*/ 120173 h 437224"/>
                  <a:gd name="connsiteX24" fmla="*/ 210609 w 605879"/>
                  <a:gd name="connsiteY24" fmla="*/ 22478 h 437224"/>
                  <a:gd name="connsiteX25" fmla="*/ 22516 w 605879"/>
                  <a:gd name="connsiteY25" fmla="*/ 153508 h 437224"/>
                  <a:gd name="connsiteX26" fmla="*/ 139216 w 605879"/>
                  <a:gd name="connsiteY26" fmla="*/ 274807 h 437224"/>
                  <a:gd name="connsiteX27" fmla="*/ 147042 w 605879"/>
                  <a:gd name="connsiteY27" fmla="*/ 288102 h 437224"/>
                  <a:gd name="connsiteX28" fmla="*/ 130017 w 605879"/>
                  <a:gd name="connsiteY28" fmla="*/ 344297 h 437224"/>
                  <a:gd name="connsiteX29" fmla="*/ 214041 w 605879"/>
                  <a:gd name="connsiteY29" fmla="*/ 291254 h 437224"/>
                  <a:gd name="connsiteX30" fmla="*/ 223927 w 605879"/>
                  <a:gd name="connsiteY30" fmla="*/ 284264 h 437224"/>
                  <a:gd name="connsiteX31" fmla="*/ 398839 w 605879"/>
                  <a:gd name="connsiteY31" fmla="*/ 152960 h 437224"/>
                  <a:gd name="connsiteX32" fmla="*/ 369596 w 605879"/>
                  <a:gd name="connsiteY32" fmla="*/ 80592 h 437224"/>
                  <a:gd name="connsiteX33" fmla="*/ 210609 w 605879"/>
                  <a:gd name="connsiteY33" fmla="*/ 22478 h 437224"/>
                  <a:gd name="connsiteX34" fmla="*/ 210609 w 605879"/>
                  <a:gd name="connsiteY34" fmla="*/ 0 h 437224"/>
                  <a:gd name="connsiteX35" fmla="*/ 385796 w 605879"/>
                  <a:gd name="connsiteY35" fmla="*/ 64967 h 437224"/>
                  <a:gd name="connsiteX36" fmla="*/ 414079 w 605879"/>
                  <a:gd name="connsiteY36" fmla="*/ 109100 h 437224"/>
                  <a:gd name="connsiteX37" fmla="*/ 419845 w 605879"/>
                  <a:gd name="connsiteY37" fmla="*/ 108963 h 437224"/>
                  <a:gd name="connsiteX38" fmla="*/ 605879 w 605879"/>
                  <a:gd name="connsiteY38" fmla="*/ 244928 h 437224"/>
                  <a:gd name="connsiteX39" fmla="*/ 498515 w 605879"/>
                  <a:gd name="connsiteY39" fmla="*/ 368420 h 437224"/>
                  <a:gd name="connsiteX40" fmla="*/ 516088 w 605879"/>
                  <a:gd name="connsiteY40" fmla="*/ 414609 h 437224"/>
                  <a:gd name="connsiteX41" fmla="*/ 522953 w 605879"/>
                  <a:gd name="connsiteY41" fmla="*/ 428178 h 437224"/>
                  <a:gd name="connsiteX42" fmla="*/ 510185 w 605879"/>
                  <a:gd name="connsiteY42" fmla="*/ 437224 h 437224"/>
                  <a:gd name="connsiteX43" fmla="*/ 400487 w 605879"/>
                  <a:gd name="connsiteY43" fmla="*/ 380344 h 437224"/>
                  <a:gd name="connsiteX44" fmla="*/ 250836 w 605879"/>
                  <a:gd name="connsiteY44" fmla="*/ 304275 h 437224"/>
                  <a:gd name="connsiteX45" fmla="*/ 231752 w 605879"/>
                  <a:gd name="connsiteY45" fmla="*/ 306331 h 437224"/>
                  <a:gd name="connsiteX46" fmla="*/ 107639 w 605879"/>
                  <a:gd name="connsiteY46" fmla="*/ 371161 h 437224"/>
                  <a:gd name="connsiteX47" fmla="*/ 94596 w 605879"/>
                  <a:gd name="connsiteY47" fmla="*/ 361978 h 437224"/>
                  <a:gd name="connsiteX48" fmla="*/ 102009 w 605879"/>
                  <a:gd name="connsiteY48" fmla="*/ 348135 h 437224"/>
                  <a:gd name="connsiteX49" fmla="*/ 122741 w 605879"/>
                  <a:gd name="connsiteY49" fmla="*/ 293173 h 437224"/>
                  <a:gd name="connsiteX50" fmla="*/ 0 w 605879"/>
                  <a:gd name="connsiteY50" fmla="*/ 153508 h 437224"/>
                  <a:gd name="connsiteX51" fmla="*/ 210609 w 605879"/>
                  <a:gd name="connsiteY51" fmla="*/ 0 h 4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879" h="437224">
                    <a:moveTo>
                      <a:pt x="91000" y="173662"/>
                    </a:moveTo>
                    <a:lnTo>
                      <a:pt x="331193" y="173662"/>
                    </a:lnTo>
                    <a:cubicBezTo>
                      <a:pt x="337373" y="173662"/>
                      <a:pt x="342454" y="178725"/>
                      <a:pt x="342454" y="184882"/>
                    </a:cubicBezTo>
                    <a:cubicBezTo>
                      <a:pt x="342454" y="191040"/>
                      <a:pt x="337373" y="196102"/>
                      <a:pt x="331193" y="196102"/>
                    </a:cubicBezTo>
                    <a:lnTo>
                      <a:pt x="91000" y="196102"/>
                    </a:lnTo>
                    <a:cubicBezTo>
                      <a:pt x="84683" y="196102"/>
                      <a:pt x="79739" y="191040"/>
                      <a:pt x="79739" y="184882"/>
                    </a:cubicBezTo>
                    <a:cubicBezTo>
                      <a:pt x="79739" y="178725"/>
                      <a:pt x="84683" y="173662"/>
                      <a:pt x="91000" y="173662"/>
                    </a:cubicBezTo>
                    <a:close/>
                    <a:moveTo>
                      <a:pt x="421630" y="131441"/>
                    </a:moveTo>
                    <a:cubicBezTo>
                      <a:pt x="423003" y="138294"/>
                      <a:pt x="423552" y="145284"/>
                      <a:pt x="423552" y="152274"/>
                    </a:cubicBezTo>
                    <a:cubicBezTo>
                      <a:pt x="423552" y="220668"/>
                      <a:pt x="362456" y="281249"/>
                      <a:pt x="275961" y="300986"/>
                    </a:cubicBezTo>
                    <a:cubicBezTo>
                      <a:pt x="302047" y="334017"/>
                      <a:pt x="350924" y="355536"/>
                      <a:pt x="408175" y="358277"/>
                    </a:cubicBezTo>
                    <a:cubicBezTo>
                      <a:pt x="412569" y="358551"/>
                      <a:pt x="416413" y="361293"/>
                      <a:pt x="418060" y="365267"/>
                    </a:cubicBezTo>
                    <a:cubicBezTo>
                      <a:pt x="427259" y="388019"/>
                      <a:pt x="463505" y="403370"/>
                      <a:pt x="488218" y="410360"/>
                    </a:cubicBezTo>
                    <a:cubicBezTo>
                      <a:pt x="483962" y="399944"/>
                      <a:pt x="479156" y="385004"/>
                      <a:pt x="474214" y="363348"/>
                    </a:cubicBezTo>
                    <a:cubicBezTo>
                      <a:pt x="472841" y="357455"/>
                      <a:pt x="476273" y="351698"/>
                      <a:pt x="482039" y="349916"/>
                    </a:cubicBezTo>
                    <a:cubicBezTo>
                      <a:pt x="543685" y="332236"/>
                      <a:pt x="583500" y="290980"/>
                      <a:pt x="583363" y="244928"/>
                    </a:cubicBezTo>
                    <a:cubicBezTo>
                      <a:pt x="583363" y="182839"/>
                      <a:pt x="511009" y="132126"/>
                      <a:pt x="421630" y="131441"/>
                    </a:cubicBezTo>
                    <a:close/>
                    <a:moveTo>
                      <a:pt x="75898" y="120173"/>
                    </a:moveTo>
                    <a:lnTo>
                      <a:pt x="340509" y="120173"/>
                    </a:lnTo>
                    <a:cubicBezTo>
                      <a:pt x="346826" y="120173"/>
                      <a:pt x="351769" y="125114"/>
                      <a:pt x="351769" y="131428"/>
                    </a:cubicBezTo>
                    <a:cubicBezTo>
                      <a:pt x="351769" y="137604"/>
                      <a:pt x="346826" y="142683"/>
                      <a:pt x="340509" y="142683"/>
                    </a:cubicBezTo>
                    <a:lnTo>
                      <a:pt x="75898" y="142683"/>
                    </a:lnTo>
                    <a:cubicBezTo>
                      <a:pt x="69719" y="142683"/>
                      <a:pt x="64638" y="137604"/>
                      <a:pt x="64638" y="131428"/>
                    </a:cubicBezTo>
                    <a:cubicBezTo>
                      <a:pt x="64638" y="125114"/>
                      <a:pt x="69719" y="120173"/>
                      <a:pt x="75898" y="120173"/>
                    </a:cubicBezTo>
                    <a:close/>
                    <a:moveTo>
                      <a:pt x="210609" y="22478"/>
                    </a:moveTo>
                    <a:cubicBezTo>
                      <a:pt x="106952" y="22478"/>
                      <a:pt x="22516" y="81277"/>
                      <a:pt x="22516" y="153508"/>
                    </a:cubicBezTo>
                    <a:cubicBezTo>
                      <a:pt x="22516" y="206688"/>
                      <a:pt x="68372" y="254385"/>
                      <a:pt x="139216" y="274807"/>
                    </a:cubicBezTo>
                    <a:cubicBezTo>
                      <a:pt x="144983" y="276452"/>
                      <a:pt x="148415" y="282208"/>
                      <a:pt x="147042" y="288102"/>
                    </a:cubicBezTo>
                    <a:cubicBezTo>
                      <a:pt x="140864" y="314966"/>
                      <a:pt x="135097" y="332647"/>
                      <a:pt x="130017" y="344297"/>
                    </a:cubicBezTo>
                    <a:cubicBezTo>
                      <a:pt x="158437" y="336622"/>
                      <a:pt x="203058" y="318667"/>
                      <a:pt x="214041" y="291254"/>
                    </a:cubicBezTo>
                    <a:cubicBezTo>
                      <a:pt x="215689" y="287280"/>
                      <a:pt x="219533" y="284538"/>
                      <a:pt x="223927" y="284264"/>
                    </a:cubicBezTo>
                    <a:cubicBezTo>
                      <a:pt x="320170" y="279604"/>
                      <a:pt x="395407" y="223135"/>
                      <a:pt x="398839" y="152960"/>
                    </a:cubicBezTo>
                    <a:cubicBezTo>
                      <a:pt x="400075" y="126918"/>
                      <a:pt x="389915" y="101836"/>
                      <a:pt x="369596" y="80592"/>
                    </a:cubicBezTo>
                    <a:cubicBezTo>
                      <a:pt x="334860" y="44133"/>
                      <a:pt x="275412" y="22478"/>
                      <a:pt x="210609" y="22478"/>
                    </a:cubicBezTo>
                    <a:close/>
                    <a:moveTo>
                      <a:pt x="210609" y="0"/>
                    </a:moveTo>
                    <a:cubicBezTo>
                      <a:pt x="281453" y="0"/>
                      <a:pt x="346942" y="24260"/>
                      <a:pt x="385796" y="64967"/>
                    </a:cubicBezTo>
                    <a:cubicBezTo>
                      <a:pt x="398702" y="78536"/>
                      <a:pt x="408175" y="93338"/>
                      <a:pt x="414079" y="109100"/>
                    </a:cubicBezTo>
                    <a:cubicBezTo>
                      <a:pt x="416001" y="108963"/>
                      <a:pt x="417923" y="108963"/>
                      <a:pt x="419845" y="108963"/>
                    </a:cubicBezTo>
                    <a:cubicBezTo>
                      <a:pt x="522404" y="108963"/>
                      <a:pt x="606016" y="169955"/>
                      <a:pt x="605879" y="244928"/>
                    </a:cubicBezTo>
                    <a:cubicBezTo>
                      <a:pt x="605879" y="298519"/>
                      <a:pt x="564141" y="346079"/>
                      <a:pt x="498515" y="368420"/>
                    </a:cubicBezTo>
                    <a:cubicBezTo>
                      <a:pt x="506066" y="398025"/>
                      <a:pt x="512931" y="412279"/>
                      <a:pt x="516088" y="414609"/>
                    </a:cubicBezTo>
                    <a:cubicBezTo>
                      <a:pt x="524601" y="418858"/>
                      <a:pt x="523228" y="426671"/>
                      <a:pt x="522953" y="428178"/>
                    </a:cubicBezTo>
                    <a:cubicBezTo>
                      <a:pt x="522541" y="429686"/>
                      <a:pt x="520207" y="437224"/>
                      <a:pt x="510185" y="437224"/>
                    </a:cubicBezTo>
                    <a:cubicBezTo>
                      <a:pt x="497828" y="437224"/>
                      <a:pt x="423689" y="421325"/>
                      <a:pt x="400487" y="380344"/>
                    </a:cubicBezTo>
                    <a:cubicBezTo>
                      <a:pt x="333899" y="375410"/>
                      <a:pt x="277746" y="346764"/>
                      <a:pt x="250836" y="304275"/>
                    </a:cubicBezTo>
                    <a:cubicBezTo>
                      <a:pt x="244521" y="305098"/>
                      <a:pt x="238205" y="305783"/>
                      <a:pt x="231752" y="306331"/>
                    </a:cubicBezTo>
                    <a:cubicBezTo>
                      <a:pt x="206216" y="353069"/>
                      <a:pt x="121643" y="371161"/>
                      <a:pt x="107639" y="371161"/>
                    </a:cubicBezTo>
                    <a:cubicBezTo>
                      <a:pt x="97616" y="371161"/>
                      <a:pt x="95145" y="364171"/>
                      <a:pt x="94596" y="361978"/>
                    </a:cubicBezTo>
                    <a:cubicBezTo>
                      <a:pt x="94184" y="360470"/>
                      <a:pt x="92948" y="352658"/>
                      <a:pt x="102009" y="348135"/>
                    </a:cubicBezTo>
                    <a:cubicBezTo>
                      <a:pt x="105030" y="345942"/>
                      <a:pt x="113130" y="331550"/>
                      <a:pt x="122741" y="293173"/>
                    </a:cubicBezTo>
                    <a:cubicBezTo>
                      <a:pt x="47778" y="268228"/>
                      <a:pt x="0" y="214226"/>
                      <a:pt x="0" y="153508"/>
                    </a:cubicBezTo>
                    <a:cubicBezTo>
                      <a:pt x="0" y="68804"/>
                      <a:pt x="94458" y="0"/>
                      <a:pt x="210609" y="0"/>
                    </a:cubicBezTo>
                    <a:close/>
                  </a:path>
                </a:pathLst>
              </a:custGeom>
              <a:solidFill>
                <a:srgbClr val="FFFFFF"/>
              </a:solidFill>
              <a:ln>
                <a:noFill/>
              </a:ln>
            </p:spPr>
            <p:txBody>
              <a:bodyPr vert="horz" wrap="square" lIns="91440" tIns="45720" rIns="91440" bIns="45720" numCol="1" anchor="t" anchorCtr="0" compatLnSpc="1">
                <a:prstTxWarp prst="textNoShape">
                  <a:avLst/>
                </a:prstTxWarp>
                <a:normAutofit fontScale="40000" lnSpcReduction="2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defRPr/>
                </a:pPr>
                <a:endParaRPr lang="en-US" sz="7198" dirty="0">
                  <a:solidFill>
                    <a:srgbClr val="000000"/>
                  </a:solidFill>
                  <a:latin typeface="Arial"/>
                  <a:sym typeface="+mn-lt"/>
                </a:endParaRPr>
              </a:p>
            </p:txBody>
          </p:sp>
        </p:grpSp>
        <p:sp>
          <p:nvSpPr>
            <p:cNvPr id="29" name="îş1ïḑe">
              <a:extLst>
                <a:ext uri="{FF2B5EF4-FFF2-40B4-BE49-F238E27FC236}">
                  <a16:creationId xmlns:a16="http://schemas.microsoft.com/office/drawing/2014/main" id="{73ED1A5A-F370-4A87-852C-C09729B7E80A}"/>
                </a:ext>
              </a:extLst>
            </p:cNvPr>
            <p:cNvSpPr/>
            <p:nvPr/>
          </p:nvSpPr>
          <p:spPr>
            <a:xfrm>
              <a:off x="4780757" y="2688128"/>
              <a:ext cx="2644776" cy="395605"/>
            </a:xfrm>
            <a:prstGeom prst="rect">
              <a:avLst/>
            </a:prstGeom>
            <a:noFill/>
            <a:ln w="762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defTabSz="457200">
                <a:defRPr/>
              </a:pPr>
              <a:r>
                <a:rPr lang="zh-CN" altLang="en-US" sz="2000" b="1" kern="0" dirty="0">
                  <a:solidFill>
                    <a:srgbClr val="FFFFFF"/>
                  </a:solidFill>
                  <a:latin typeface="Arial"/>
                  <a:ea typeface="宋体" panose="02010600030101010101" pitchFamily="2" charset="-122"/>
                  <a:cs typeface="+mn-ea"/>
                  <a:sym typeface="+mn-lt"/>
                </a:rPr>
                <a:t>请输入你的观点</a:t>
              </a:r>
            </a:p>
          </p:txBody>
        </p:sp>
        <p:sp>
          <p:nvSpPr>
            <p:cNvPr id="30" name="ïs1íďé">
              <a:extLst>
                <a:ext uri="{FF2B5EF4-FFF2-40B4-BE49-F238E27FC236}">
                  <a16:creationId xmlns:a16="http://schemas.microsoft.com/office/drawing/2014/main" id="{787B3FF7-0917-4743-9372-411CA88E74FD}"/>
                </a:ext>
              </a:extLst>
            </p:cNvPr>
            <p:cNvSpPr/>
            <p:nvPr/>
          </p:nvSpPr>
          <p:spPr bwMode="auto">
            <a:xfrm>
              <a:off x="4780757" y="3210560"/>
              <a:ext cx="2644776" cy="1590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lnSpc>
                  <a:spcPct val="120000"/>
                </a:lnSpc>
                <a:spcBef>
                  <a:spcPct val="0"/>
                </a:spcBef>
                <a:defRPr/>
              </a:pPr>
              <a:r>
                <a:rPr lang="zh-CN" altLang="en-US" sz="1600" dirty="0">
                  <a:solidFill>
                    <a:srgbClr val="FFFFFF"/>
                  </a:solidFill>
                  <a:latin typeface="Arial"/>
                  <a:ea typeface="宋体" panose="02010600030101010101" pitchFamily="2" charset="-122"/>
                  <a:cs typeface="+mn-ea"/>
                  <a:sym typeface="+mn-lt"/>
                </a:rPr>
                <a:t>请在此输入内容请在此输入内容请在此输入内容请在此输入内容请在此输入内容请在此输入内容请在此输入</a:t>
              </a:r>
              <a:endParaRPr lang="en-US" altLang="zh-CN" sz="1600" dirty="0">
                <a:solidFill>
                  <a:srgbClr val="FFFFFF"/>
                </a:solidFill>
                <a:latin typeface="Arial"/>
                <a:ea typeface="宋体" panose="02010600030101010101" pitchFamily="2" charset="-122"/>
                <a:cs typeface="+mn-ea"/>
                <a:sym typeface="+mn-lt"/>
              </a:endParaRPr>
            </a:p>
          </p:txBody>
        </p:sp>
      </p:grpSp>
      <p:grpSp>
        <p:nvGrpSpPr>
          <p:cNvPr id="33" name="组合 32">
            <a:extLst>
              <a:ext uri="{FF2B5EF4-FFF2-40B4-BE49-F238E27FC236}">
                <a16:creationId xmlns:a16="http://schemas.microsoft.com/office/drawing/2014/main" id="{EABAFC5D-B719-444A-9A2B-22E12478BB67}"/>
              </a:ext>
            </a:extLst>
          </p:cNvPr>
          <p:cNvGrpSpPr/>
          <p:nvPr/>
        </p:nvGrpSpPr>
        <p:grpSpPr>
          <a:xfrm>
            <a:off x="7769067" y="1269395"/>
            <a:ext cx="2874645" cy="3503295"/>
            <a:chOff x="7769067" y="1540337"/>
            <a:chExt cx="2874645" cy="3503295"/>
          </a:xfrm>
        </p:grpSpPr>
        <p:sp>
          <p:nvSpPr>
            <p:cNvPr id="34" name="ï$ļîḋé">
              <a:extLst>
                <a:ext uri="{FF2B5EF4-FFF2-40B4-BE49-F238E27FC236}">
                  <a16:creationId xmlns:a16="http://schemas.microsoft.com/office/drawing/2014/main" id="{7B1A667E-F531-4170-B650-E95D446574C5}"/>
                </a:ext>
              </a:extLst>
            </p:cNvPr>
            <p:cNvSpPr/>
            <p:nvPr/>
          </p:nvSpPr>
          <p:spPr>
            <a:xfrm>
              <a:off x="7769067" y="2168987"/>
              <a:ext cx="2874645" cy="2874645"/>
            </a:xfrm>
            <a:prstGeom prst="wedgeRectCallout">
              <a:avLst/>
            </a:prstGeom>
            <a:noFill/>
            <a:ln w="25400" cmpd="sng">
              <a:solidFill>
                <a:srgbClr val="FFFFFF">
                  <a:lumMod val="65000"/>
                </a:srgbClr>
              </a:solidFill>
              <a:prstDash val="sysDash"/>
            </a:ln>
          </p:spPr>
          <p:txBody>
            <a:bodyPr anchor="ctr">
              <a:noAutofit/>
            </a:bodyPr>
            <a:lstStyle/>
            <a:p>
              <a:pPr algn="ctr" defTabSz="457200">
                <a:defRPr/>
              </a:pPr>
              <a:endParaRPr lang="zh-CN" altLang="en-US" kern="0">
                <a:solidFill>
                  <a:srgbClr val="000000"/>
                </a:solidFill>
                <a:latin typeface="Arial"/>
                <a:ea typeface="宋体" panose="02010600030101010101" pitchFamily="2" charset="-122"/>
                <a:cs typeface="+mn-ea"/>
                <a:sym typeface="+mn-lt"/>
              </a:endParaRPr>
            </a:p>
          </p:txBody>
        </p:sp>
        <p:grpSp>
          <p:nvGrpSpPr>
            <p:cNvPr id="35" name="组合 34">
              <a:extLst>
                <a:ext uri="{FF2B5EF4-FFF2-40B4-BE49-F238E27FC236}">
                  <a16:creationId xmlns:a16="http://schemas.microsoft.com/office/drawing/2014/main" id="{26D46CD2-1FCF-4A62-B54F-056D069065F0}"/>
                </a:ext>
              </a:extLst>
            </p:cNvPr>
            <p:cNvGrpSpPr/>
            <p:nvPr/>
          </p:nvGrpSpPr>
          <p:grpSpPr>
            <a:xfrm>
              <a:off x="8710772" y="1540337"/>
              <a:ext cx="991235" cy="991235"/>
              <a:chOff x="2482850" y="1654002"/>
              <a:chExt cx="991235" cy="991235"/>
            </a:xfrm>
          </p:grpSpPr>
          <p:sp>
            <p:nvSpPr>
              <p:cNvPr id="38" name="ïślîḍé">
                <a:extLst>
                  <a:ext uri="{FF2B5EF4-FFF2-40B4-BE49-F238E27FC236}">
                    <a16:creationId xmlns:a16="http://schemas.microsoft.com/office/drawing/2014/main" id="{A4163AD2-4A32-4427-8E0B-87E3AEE06068}"/>
                  </a:ext>
                </a:extLst>
              </p:cNvPr>
              <p:cNvSpPr/>
              <p:nvPr/>
            </p:nvSpPr>
            <p:spPr>
              <a:xfrm>
                <a:off x="2482850" y="1654002"/>
                <a:ext cx="991235" cy="991235"/>
              </a:xfrm>
              <a:prstGeom prst="ellipse">
                <a:avLst/>
              </a:prstGeom>
              <a:solidFill>
                <a:srgbClr val="FFFFFF"/>
              </a:solidFill>
              <a:ln w="38100" cap="flat">
                <a:solidFill>
                  <a:srgbClr val="FFFFFF">
                    <a:lumMod val="50000"/>
                  </a:srgbClr>
                </a:solidFill>
                <a:miter lim="400000"/>
              </a:ln>
              <a:effectLst>
                <a:outerShdw blurRad="50800" dist="38100" dir="2700000" algn="tl" rotWithShape="0">
                  <a:prstClr val="black">
                    <a:alpha val="40000"/>
                  </a:prstClr>
                </a:outerShdw>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algn="ctr">
                  <a:defRPr sz="3200"/>
                </a:pPr>
                <a:endParaRPr sz="1600" b="1" dirty="0">
                  <a:solidFill>
                    <a:srgbClr val="FFFFFF"/>
                  </a:solidFill>
                  <a:latin typeface="Arial"/>
                  <a:sym typeface="+mn-lt"/>
                </a:endParaRPr>
              </a:p>
            </p:txBody>
          </p:sp>
          <p:sp>
            <p:nvSpPr>
              <p:cNvPr id="43" name="ï$ļîḓê">
                <a:extLst>
                  <a:ext uri="{FF2B5EF4-FFF2-40B4-BE49-F238E27FC236}">
                    <a16:creationId xmlns:a16="http://schemas.microsoft.com/office/drawing/2014/main" id="{2AD85884-F49A-431B-8168-8AE9D73DD504}"/>
                  </a:ext>
                </a:extLst>
              </p:cNvPr>
              <p:cNvSpPr/>
              <p:nvPr/>
            </p:nvSpPr>
            <p:spPr bwMode="auto">
              <a:xfrm>
                <a:off x="2644923" y="1908927"/>
                <a:ext cx="667090" cy="481388"/>
              </a:xfrm>
              <a:custGeom>
                <a:avLst/>
                <a:gdLst>
                  <a:gd name="connsiteX0" fmla="*/ 91000 w 605879"/>
                  <a:gd name="connsiteY0" fmla="*/ 173662 h 437224"/>
                  <a:gd name="connsiteX1" fmla="*/ 331193 w 605879"/>
                  <a:gd name="connsiteY1" fmla="*/ 173662 h 437224"/>
                  <a:gd name="connsiteX2" fmla="*/ 342454 w 605879"/>
                  <a:gd name="connsiteY2" fmla="*/ 184882 h 437224"/>
                  <a:gd name="connsiteX3" fmla="*/ 331193 w 605879"/>
                  <a:gd name="connsiteY3" fmla="*/ 196102 h 437224"/>
                  <a:gd name="connsiteX4" fmla="*/ 91000 w 605879"/>
                  <a:gd name="connsiteY4" fmla="*/ 196102 h 437224"/>
                  <a:gd name="connsiteX5" fmla="*/ 79739 w 605879"/>
                  <a:gd name="connsiteY5" fmla="*/ 184882 h 437224"/>
                  <a:gd name="connsiteX6" fmla="*/ 91000 w 605879"/>
                  <a:gd name="connsiteY6" fmla="*/ 173662 h 437224"/>
                  <a:gd name="connsiteX7" fmla="*/ 421630 w 605879"/>
                  <a:gd name="connsiteY7" fmla="*/ 131441 h 437224"/>
                  <a:gd name="connsiteX8" fmla="*/ 423552 w 605879"/>
                  <a:gd name="connsiteY8" fmla="*/ 152274 h 437224"/>
                  <a:gd name="connsiteX9" fmla="*/ 275961 w 605879"/>
                  <a:gd name="connsiteY9" fmla="*/ 300986 h 437224"/>
                  <a:gd name="connsiteX10" fmla="*/ 408175 w 605879"/>
                  <a:gd name="connsiteY10" fmla="*/ 358277 h 437224"/>
                  <a:gd name="connsiteX11" fmla="*/ 418060 w 605879"/>
                  <a:gd name="connsiteY11" fmla="*/ 365267 h 437224"/>
                  <a:gd name="connsiteX12" fmla="*/ 488218 w 605879"/>
                  <a:gd name="connsiteY12" fmla="*/ 410360 h 437224"/>
                  <a:gd name="connsiteX13" fmla="*/ 474214 w 605879"/>
                  <a:gd name="connsiteY13" fmla="*/ 363348 h 437224"/>
                  <a:gd name="connsiteX14" fmla="*/ 482039 w 605879"/>
                  <a:gd name="connsiteY14" fmla="*/ 349916 h 437224"/>
                  <a:gd name="connsiteX15" fmla="*/ 583363 w 605879"/>
                  <a:gd name="connsiteY15" fmla="*/ 244928 h 437224"/>
                  <a:gd name="connsiteX16" fmla="*/ 421630 w 605879"/>
                  <a:gd name="connsiteY16" fmla="*/ 131441 h 437224"/>
                  <a:gd name="connsiteX17" fmla="*/ 75898 w 605879"/>
                  <a:gd name="connsiteY17" fmla="*/ 120173 h 437224"/>
                  <a:gd name="connsiteX18" fmla="*/ 340509 w 605879"/>
                  <a:gd name="connsiteY18" fmla="*/ 120173 h 437224"/>
                  <a:gd name="connsiteX19" fmla="*/ 351769 w 605879"/>
                  <a:gd name="connsiteY19" fmla="*/ 131428 h 437224"/>
                  <a:gd name="connsiteX20" fmla="*/ 340509 w 605879"/>
                  <a:gd name="connsiteY20" fmla="*/ 142683 h 437224"/>
                  <a:gd name="connsiteX21" fmla="*/ 75898 w 605879"/>
                  <a:gd name="connsiteY21" fmla="*/ 142683 h 437224"/>
                  <a:gd name="connsiteX22" fmla="*/ 64638 w 605879"/>
                  <a:gd name="connsiteY22" fmla="*/ 131428 h 437224"/>
                  <a:gd name="connsiteX23" fmla="*/ 75898 w 605879"/>
                  <a:gd name="connsiteY23" fmla="*/ 120173 h 437224"/>
                  <a:gd name="connsiteX24" fmla="*/ 210609 w 605879"/>
                  <a:gd name="connsiteY24" fmla="*/ 22478 h 437224"/>
                  <a:gd name="connsiteX25" fmla="*/ 22516 w 605879"/>
                  <a:gd name="connsiteY25" fmla="*/ 153508 h 437224"/>
                  <a:gd name="connsiteX26" fmla="*/ 139216 w 605879"/>
                  <a:gd name="connsiteY26" fmla="*/ 274807 h 437224"/>
                  <a:gd name="connsiteX27" fmla="*/ 147042 w 605879"/>
                  <a:gd name="connsiteY27" fmla="*/ 288102 h 437224"/>
                  <a:gd name="connsiteX28" fmla="*/ 130017 w 605879"/>
                  <a:gd name="connsiteY28" fmla="*/ 344297 h 437224"/>
                  <a:gd name="connsiteX29" fmla="*/ 214041 w 605879"/>
                  <a:gd name="connsiteY29" fmla="*/ 291254 h 437224"/>
                  <a:gd name="connsiteX30" fmla="*/ 223927 w 605879"/>
                  <a:gd name="connsiteY30" fmla="*/ 284264 h 437224"/>
                  <a:gd name="connsiteX31" fmla="*/ 398839 w 605879"/>
                  <a:gd name="connsiteY31" fmla="*/ 152960 h 437224"/>
                  <a:gd name="connsiteX32" fmla="*/ 369596 w 605879"/>
                  <a:gd name="connsiteY32" fmla="*/ 80592 h 437224"/>
                  <a:gd name="connsiteX33" fmla="*/ 210609 w 605879"/>
                  <a:gd name="connsiteY33" fmla="*/ 22478 h 437224"/>
                  <a:gd name="connsiteX34" fmla="*/ 210609 w 605879"/>
                  <a:gd name="connsiteY34" fmla="*/ 0 h 437224"/>
                  <a:gd name="connsiteX35" fmla="*/ 385796 w 605879"/>
                  <a:gd name="connsiteY35" fmla="*/ 64967 h 437224"/>
                  <a:gd name="connsiteX36" fmla="*/ 414079 w 605879"/>
                  <a:gd name="connsiteY36" fmla="*/ 109100 h 437224"/>
                  <a:gd name="connsiteX37" fmla="*/ 419845 w 605879"/>
                  <a:gd name="connsiteY37" fmla="*/ 108963 h 437224"/>
                  <a:gd name="connsiteX38" fmla="*/ 605879 w 605879"/>
                  <a:gd name="connsiteY38" fmla="*/ 244928 h 437224"/>
                  <a:gd name="connsiteX39" fmla="*/ 498515 w 605879"/>
                  <a:gd name="connsiteY39" fmla="*/ 368420 h 437224"/>
                  <a:gd name="connsiteX40" fmla="*/ 516088 w 605879"/>
                  <a:gd name="connsiteY40" fmla="*/ 414609 h 437224"/>
                  <a:gd name="connsiteX41" fmla="*/ 522953 w 605879"/>
                  <a:gd name="connsiteY41" fmla="*/ 428178 h 437224"/>
                  <a:gd name="connsiteX42" fmla="*/ 510185 w 605879"/>
                  <a:gd name="connsiteY42" fmla="*/ 437224 h 437224"/>
                  <a:gd name="connsiteX43" fmla="*/ 400487 w 605879"/>
                  <a:gd name="connsiteY43" fmla="*/ 380344 h 437224"/>
                  <a:gd name="connsiteX44" fmla="*/ 250836 w 605879"/>
                  <a:gd name="connsiteY44" fmla="*/ 304275 h 437224"/>
                  <a:gd name="connsiteX45" fmla="*/ 231752 w 605879"/>
                  <a:gd name="connsiteY45" fmla="*/ 306331 h 437224"/>
                  <a:gd name="connsiteX46" fmla="*/ 107639 w 605879"/>
                  <a:gd name="connsiteY46" fmla="*/ 371161 h 437224"/>
                  <a:gd name="connsiteX47" fmla="*/ 94596 w 605879"/>
                  <a:gd name="connsiteY47" fmla="*/ 361978 h 437224"/>
                  <a:gd name="connsiteX48" fmla="*/ 102009 w 605879"/>
                  <a:gd name="connsiteY48" fmla="*/ 348135 h 437224"/>
                  <a:gd name="connsiteX49" fmla="*/ 122741 w 605879"/>
                  <a:gd name="connsiteY49" fmla="*/ 293173 h 437224"/>
                  <a:gd name="connsiteX50" fmla="*/ 0 w 605879"/>
                  <a:gd name="connsiteY50" fmla="*/ 153508 h 437224"/>
                  <a:gd name="connsiteX51" fmla="*/ 210609 w 605879"/>
                  <a:gd name="connsiteY51" fmla="*/ 0 h 4372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879" h="437224">
                    <a:moveTo>
                      <a:pt x="91000" y="173662"/>
                    </a:moveTo>
                    <a:lnTo>
                      <a:pt x="331193" y="173662"/>
                    </a:lnTo>
                    <a:cubicBezTo>
                      <a:pt x="337373" y="173662"/>
                      <a:pt x="342454" y="178725"/>
                      <a:pt x="342454" y="184882"/>
                    </a:cubicBezTo>
                    <a:cubicBezTo>
                      <a:pt x="342454" y="191040"/>
                      <a:pt x="337373" y="196102"/>
                      <a:pt x="331193" y="196102"/>
                    </a:cubicBezTo>
                    <a:lnTo>
                      <a:pt x="91000" y="196102"/>
                    </a:lnTo>
                    <a:cubicBezTo>
                      <a:pt x="84683" y="196102"/>
                      <a:pt x="79739" y="191040"/>
                      <a:pt x="79739" y="184882"/>
                    </a:cubicBezTo>
                    <a:cubicBezTo>
                      <a:pt x="79739" y="178725"/>
                      <a:pt x="84683" y="173662"/>
                      <a:pt x="91000" y="173662"/>
                    </a:cubicBezTo>
                    <a:close/>
                    <a:moveTo>
                      <a:pt x="421630" y="131441"/>
                    </a:moveTo>
                    <a:cubicBezTo>
                      <a:pt x="423003" y="138294"/>
                      <a:pt x="423552" y="145284"/>
                      <a:pt x="423552" y="152274"/>
                    </a:cubicBezTo>
                    <a:cubicBezTo>
                      <a:pt x="423552" y="220668"/>
                      <a:pt x="362456" y="281249"/>
                      <a:pt x="275961" y="300986"/>
                    </a:cubicBezTo>
                    <a:cubicBezTo>
                      <a:pt x="302047" y="334017"/>
                      <a:pt x="350924" y="355536"/>
                      <a:pt x="408175" y="358277"/>
                    </a:cubicBezTo>
                    <a:cubicBezTo>
                      <a:pt x="412569" y="358551"/>
                      <a:pt x="416413" y="361293"/>
                      <a:pt x="418060" y="365267"/>
                    </a:cubicBezTo>
                    <a:cubicBezTo>
                      <a:pt x="427259" y="388019"/>
                      <a:pt x="463505" y="403370"/>
                      <a:pt x="488218" y="410360"/>
                    </a:cubicBezTo>
                    <a:cubicBezTo>
                      <a:pt x="483962" y="399944"/>
                      <a:pt x="479156" y="385004"/>
                      <a:pt x="474214" y="363348"/>
                    </a:cubicBezTo>
                    <a:cubicBezTo>
                      <a:pt x="472841" y="357455"/>
                      <a:pt x="476273" y="351698"/>
                      <a:pt x="482039" y="349916"/>
                    </a:cubicBezTo>
                    <a:cubicBezTo>
                      <a:pt x="543685" y="332236"/>
                      <a:pt x="583500" y="290980"/>
                      <a:pt x="583363" y="244928"/>
                    </a:cubicBezTo>
                    <a:cubicBezTo>
                      <a:pt x="583363" y="182839"/>
                      <a:pt x="511009" y="132126"/>
                      <a:pt x="421630" y="131441"/>
                    </a:cubicBezTo>
                    <a:close/>
                    <a:moveTo>
                      <a:pt x="75898" y="120173"/>
                    </a:moveTo>
                    <a:lnTo>
                      <a:pt x="340509" y="120173"/>
                    </a:lnTo>
                    <a:cubicBezTo>
                      <a:pt x="346826" y="120173"/>
                      <a:pt x="351769" y="125114"/>
                      <a:pt x="351769" y="131428"/>
                    </a:cubicBezTo>
                    <a:cubicBezTo>
                      <a:pt x="351769" y="137604"/>
                      <a:pt x="346826" y="142683"/>
                      <a:pt x="340509" y="142683"/>
                    </a:cubicBezTo>
                    <a:lnTo>
                      <a:pt x="75898" y="142683"/>
                    </a:lnTo>
                    <a:cubicBezTo>
                      <a:pt x="69719" y="142683"/>
                      <a:pt x="64638" y="137604"/>
                      <a:pt x="64638" y="131428"/>
                    </a:cubicBezTo>
                    <a:cubicBezTo>
                      <a:pt x="64638" y="125114"/>
                      <a:pt x="69719" y="120173"/>
                      <a:pt x="75898" y="120173"/>
                    </a:cubicBezTo>
                    <a:close/>
                    <a:moveTo>
                      <a:pt x="210609" y="22478"/>
                    </a:moveTo>
                    <a:cubicBezTo>
                      <a:pt x="106952" y="22478"/>
                      <a:pt x="22516" y="81277"/>
                      <a:pt x="22516" y="153508"/>
                    </a:cubicBezTo>
                    <a:cubicBezTo>
                      <a:pt x="22516" y="206688"/>
                      <a:pt x="68372" y="254385"/>
                      <a:pt x="139216" y="274807"/>
                    </a:cubicBezTo>
                    <a:cubicBezTo>
                      <a:pt x="144983" y="276452"/>
                      <a:pt x="148415" y="282208"/>
                      <a:pt x="147042" y="288102"/>
                    </a:cubicBezTo>
                    <a:cubicBezTo>
                      <a:pt x="140864" y="314966"/>
                      <a:pt x="135097" y="332647"/>
                      <a:pt x="130017" y="344297"/>
                    </a:cubicBezTo>
                    <a:cubicBezTo>
                      <a:pt x="158437" y="336622"/>
                      <a:pt x="203058" y="318667"/>
                      <a:pt x="214041" y="291254"/>
                    </a:cubicBezTo>
                    <a:cubicBezTo>
                      <a:pt x="215689" y="287280"/>
                      <a:pt x="219533" y="284538"/>
                      <a:pt x="223927" y="284264"/>
                    </a:cubicBezTo>
                    <a:cubicBezTo>
                      <a:pt x="320170" y="279604"/>
                      <a:pt x="395407" y="223135"/>
                      <a:pt x="398839" y="152960"/>
                    </a:cubicBezTo>
                    <a:cubicBezTo>
                      <a:pt x="400075" y="126918"/>
                      <a:pt x="389915" y="101836"/>
                      <a:pt x="369596" y="80592"/>
                    </a:cubicBezTo>
                    <a:cubicBezTo>
                      <a:pt x="334860" y="44133"/>
                      <a:pt x="275412" y="22478"/>
                      <a:pt x="210609" y="22478"/>
                    </a:cubicBezTo>
                    <a:close/>
                    <a:moveTo>
                      <a:pt x="210609" y="0"/>
                    </a:moveTo>
                    <a:cubicBezTo>
                      <a:pt x="281453" y="0"/>
                      <a:pt x="346942" y="24260"/>
                      <a:pt x="385796" y="64967"/>
                    </a:cubicBezTo>
                    <a:cubicBezTo>
                      <a:pt x="398702" y="78536"/>
                      <a:pt x="408175" y="93338"/>
                      <a:pt x="414079" y="109100"/>
                    </a:cubicBezTo>
                    <a:cubicBezTo>
                      <a:pt x="416001" y="108963"/>
                      <a:pt x="417923" y="108963"/>
                      <a:pt x="419845" y="108963"/>
                    </a:cubicBezTo>
                    <a:cubicBezTo>
                      <a:pt x="522404" y="108963"/>
                      <a:pt x="606016" y="169955"/>
                      <a:pt x="605879" y="244928"/>
                    </a:cubicBezTo>
                    <a:cubicBezTo>
                      <a:pt x="605879" y="298519"/>
                      <a:pt x="564141" y="346079"/>
                      <a:pt x="498515" y="368420"/>
                    </a:cubicBezTo>
                    <a:cubicBezTo>
                      <a:pt x="506066" y="398025"/>
                      <a:pt x="512931" y="412279"/>
                      <a:pt x="516088" y="414609"/>
                    </a:cubicBezTo>
                    <a:cubicBezTo>
                      <a:pt x="524601" y="418858"/>
                      <a:pt x="523228" y="426671"/>
                      <a:pt x="522953" y="428178"/>
                    </a:cubicBezTo>
                    <a:cubicBezTo>
                      <a:pt x="522541" y="429686"/>
                      <a:pt x="520207" y="437224"/>
                      <a:pt x="510185" y="437224"/>
                    </a:cubicBezTo>
                    <a:cubicBezTo>
                      <a:pt x="497828" y="437224"/>
                      <a:pt x="423689" y="421325"/>
                      <a:pt x="400487" y="380344"/>
                    </a:cubicBezTo>
                    <a:cubicBezTo>
                      <a:pt x="333899" y="375410"/>
                      <a:pt x="277746" y="346764"/>
                      <a:pt x="250836" y="304275"/>
                    </a:cubicBezTo>
                    <a:cubicBezTo>
                      <a:pt x="244521" y="305098"/>
                      <a:pt x="238205" y="305783"/>
                      <a:pt x="231752" y="306331"/>
                    </a:cubicBezTo>
                    <a:cubicBezTo>
                      <a:pt x="206216" y="353069"/>
                      <a:pt x="121643" y="371161"/>
                      <a:pt x="107639" y="371161"/>
                    </a:cubicBezTo>
                    <a:cubicBezTo>
                      <a:pt x="97616" y="371161"/>
                      <a:pt x="95145" y="364171"/>
                      <a:pt x="94596" y="361978"/>
                    </a:cubicBezTo>
                    <a:cubicBezTo>
                      <a:pt x="94184" y="360470"/>
                      <a:pt x="92948" y="352658"/>
                      <a:pt x="102009" y="348135"/>
                    </a:cubicBezTo>
                    <a:cubicBezTo>
                      <a:pt x="105030" y="345942"/>
                      <a:pt x="113130" y="331550"/>
                      <a:pt x="122741" y="293173"/>
                    </a:cubicBezTo>
                    <a:cubicBezTo>
                      <a:pt x="47778" y="268228"/>
                      <a:pt x="0" y="214226"/>
                      <a:pt x="0" y="153508"/>
                    </a:cubicBezTo>
                    <a:cubicBezTo>
                      <a:pt x="0" y="68804"/>
                      <a:pt x="94458" y="0"/>
                      <a:pt x="210609" y="0"/>
                    </a:cubicBezTo>
                    <a:close/>
                  </a:path>
                </a:pathLst>
              </a:custGeom>
              <a:solidFill>
                <a:srgbClr val="FFFFFF">
                  <a:lumMod val="50000"/>
                </a:srgbClr>
              </a:solidFill>
              <a:ln>
                <a:noFill/>
              </a:ln>
            </p:spPr>
            <p:txBody>
              <a:bodyPr vert="horz" wrap="square" lIns="91440" tIns="45720" rIns="91440" bIns="45720" numCol="1" anchor="t" anchorCtr="0" compatLnSpc="1">
                <a:prstTxWarp prst="textNoShape">
                  <a:avLst/>
                </a:prstTxWarp>
                <a:normAutofit fontScale="40000" lnSpcReduction="20000"/>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defRPr/>
                </a:pPr>
                <a:endParaRPr lang="en-US" sz="7198" dirty="0">
                  <a:solidFill>
                    <a:srgbClr val="000000"/>
                  </a:solidFill>
                  <a:latin typeface="Arial"/>
                  <a:sym typeface="+mn-lt"/>
                </a:endParaRPr>
              </a:p>
            </p:txBody>
          </p:sp>
        </p:grpSp>
        <p:sp>
          <p:nvSpPr>
            <p:cNvPr id="36" name="îş1ïḑe">
              <a:extLst>
                <a:ext uri="{FF2B5EF4-FFF2-40B4-BE49-F238E27FC236}">
                  <a16:creationId xmlns:a16="http://schemas.microsoft.com/office/drawing/2014/main" id="{87AEEC91-5F07-4D3A-B2A7-853B71B0DFBE}"/>
                </a:ext>
              </a:extLst>
            </p:cNvPr>
            <p:cNvSpPr/>
            <p:nvPr/>
          </p:nvSpPr>
          <p:spPr>
            <a:xfrm>
              <a:off x="7884002" y="2688128"/>
              <a:ext cx="2644776" cy="395605"/>
            </a:xfrm>
            <a:prstGeom prst="rect">
              <a:avLst/>
            </a:prstGeom>
            <a:noFill/>
            <a:ln w="762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p>
              <a:pPr algn="ctr" defTabSz="457200">
                <a:defRPr/>
              </a:pPr>
              <a:r>
                <a:rPr lang="zh-CN" altLang="en-US" sz="2000" b="1" kern="0" dirty="0">
                  <a:solidFill>
                    <a:srgbClr val="000000">
                      <a:lumMod val="75000"/>
                      <a:lumOff val="25000"/>
                    </a:srgbClr>
                  </a:solidFill>
                  <a:latin typeface="Arial"/>
                  <a:ea typeface="宋体" panose="02010600030101010101" pitchFamily="2" charset="-122"/>
                  <a:cs typeface="+mn-ea"/>
                  <a:sym typeface="+mn-lt"/>
                </a:rPr>
                <a:t>请输入你的观点</a:t>
              </a:r>
            </a:p>
          </p:txBody>
        </p:sp>
        <p:sp>
          <p:nvSpPr>
            <p:cNvPr id="37" name="ïs1íďé">
              <a:extLst>
                <a:ext uri="{FF2B5EF4-FFF2-40B4-BE49-F238E27FC236}">
                  <a16:creationId xmlns:a16="http://schemas.microsoft.com/office/drawing/2014/main" id="{7A22DFC7-0C66-4FC5-BED2-56FEE5BC13EC}"/>
                </a:ext>
              </a:extLst>
            </p:cNvPr>
            <p:cNvSpPr/>
            <p:nvPr/>
          </p:nvSpPr>
          <p:spPr bwMode="auto">
            <a:xfrm>
              <a:off x="7884002" y="3210560"/>
              <a:ext cx="2644776" cy="1590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0" rIns="90000" bIns="0" anchor="t" anchorCtr="0">
              <a:noAutofit/>
            </a:bodyPr>
            <a:lstStyle>
              <a:defPPr>
                <a:defRPr lang="zh-CN"/>
              </a:defPPr>
              <a:lvl1pPr marL="0" algn="l" defTabSz="913765" rtl="0" eaLnBrk="1" latinLnBrk="0" hangingPunct="1">
                <a:defRPr sz="1800" kern="1200">
                  <a:solidFill>
                    <a:schemeClr val="tx1"/>
                  </a:solidFill>
                </a:defRPr>
              </a:lvl1pPr>
              <a:lvl2pPr marL="457200" algn="l" defTabSz="913765" rtl="0" eaLnBrk="1" latinLnBrk="0" hangingPunct="1">
                <a:defRPr sz="1800" kern="1200">
                  <a:solidFill>
                    <a:schemeClr val="tx1"/>
                  </a:solidFill>
                </a:defRPr>
              </a:lvl2pPr>
              <a:lvl3pPr marL="914400" algn="l" defTabSz="913765" rtl="0" eaLnBrk="1" latinLnBrk="0" hangingPunct="1">
                <a:defRPr sz="1800" kern="1200">
                  <a:solidFill>
                    <a:schemeClr val="tx1"/>
                  </a:solidFill>
                </a:defRPr>
              </a:lvl3pPr>
              <a:lvl4pPr marL="1371600" algn="l" defTabSz="913765" rtl="0" eaLnBrk="1" latinLnBrk="0" hangingPunct="1">
                <a:defRPr sz="1800" kern="1200">
                  <a:solidFill>
                    <a:schemeClr val="tx1"/>
                  </a:solidFill>
                </a:defRPr>
              </a:lvl4pPr>
              <a:lvl5pPr marL="1828800" algn="l" defTabSz="913765" rtl="0" eaLnBrk="1" latinLnBrk="0" hangingPunct="1">
                <a:defRPr sz="1800" kern="1200">
                  <a:solidFill>
                    <a:schemeClr val="tx1"/>
                  </a:solidFill>
                </a:defRPr>
              </a:lvl5pPr>
              <a:lvl6pPr marL="2286000" algn="l" defTabSz="913765" rtl="0" eaLnBrk="1" latinLnBrk="0" hangingPunct="1">
                <a:defRPr sz="1800" kern="1200">
                  <a:solidFill>
                    <a:schemeClr val="tx1"/>
                  </a:solidFill>
                </a:defRPr>
              </a:lvl6pPr>
              <a:lvl7pPr marL="2743200" algn="l" defTabSz="913765" rtl="0" eaLnBrk="1" latinLnBrk="0" hangingPunct="1">
                <a:defRPr sz="1800" kern="1200">
                  <a:solidFill>
                    <a:schemeClr val="tx1"/>
                  </a:solidFill>
                </a:defRPr>
              </a:lvl7pPr>
              <a:lvl8pPr marL="3200400" algn="l" defTabSz="913765" rtl="0" eaLnBrk="1" latinLnBrk="0" hangingPunct="1">
                <a:defRPr sz="1800" kern="1200">
                  <a:solidFill>
                    <a:schemeClr val="tx1"/>
                  </a:solidFill>
                </a:defRPr>
              </a:lvl8pPr>
              <a:lvl9pPr marL="3657600" algn="l" defTabSz="913765" rtl="0" eaLnBrk="1" latinLnBrk="0" hangingPunct="1">
                <a:defRPr sz="1800" kern="1200">
                  <a:solidFill>
                    <a:schemeClr val="tx1"/>
                  </a:solidFill>
                </a:defRPr>
              </a:lvl9pPr>
            </a:lstStyle>
            <a:p>
              <a:pPr defTabSz="914400">
                <a:lnSpc>
                  <a:spcPct val="120000"/>
                </a:lnSpc>
                <a:spcBef>
                  <a:spcPct val="0"/>
                </a:spcBef>
                <a:defRPr/>
              </a:pPr>
              <a:r>
                <a:rPr lang="zh-CN" altLang="en-US" sz="1600" dirty="0">
                  <a:solidFill>
                    <a:srgbClr val="000000">
                      <a:lumMod val="75000"/>
                      <a:lumOff val="25000"/>
                    </a:srgbClr>
                  </a:solidFill>
                  <a:latin typeface="Arial"/>
                  <a:ea typeface="宋体" panose="02010600030101010101" pitchFamily="2" charset="-122"/>
                  <a:cs typeface="+mn-ea"/>
                  <a:sym typeface="+mn-lt"/>
                </a:rPr>
                <a:t>请在此输入内容请在此输入内容请在此输入内容请在此输入内容请在此输入内容请在此输入内容请在此输入</a:t>
              </a:r>
              <a:endParaRPr lang="en-US" altLang="zh-CN" sz="1600" dirty="0">
                <a:solidFill>
                  <a:srgbClr val="000000">
                    <a:lumMod val="75000"/>
                    <a:lumOff val="25000"/>
                  </a:srgbClr>
                </a:solidFill>
                <a:latin typeface="Arial"/>
                <a:ea typeface="宋体" panose="02010600030101010101" pitchFamily="2" charset="-122"/>
                <a:cs typeface="+mn-ea"/>
                <a:sym typeface="+mn-lt"/>
              </a:endParaRPr>
            </a:p>
          </p:txBody>
        </p:sp>
      </p:grpSp>
    </p:spTree>
    <p:extLst>
      <p:ext uri="{BB962C8B-B14F-4D97-AF65-F5344CB8AC3E}">
        <p14:creationId xmlns:p14="http://schemas.microsoft.com/office/powerpoint/2010/main" val="14004028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卷形: 水平 15">
            <a:extLst>
              <a:ext uri="{FF2B5EF4-FFF2-40B4-BE49-F238E27FC236}">
                <a16:creationId xmlns:a16="http://schemas.microsoft.com/office/drawing/2014/main" id="{CBCDAAAC-E039-4C20-BA96-A9FF9E590DB3}"/>
              </a:ext>
            </a:extLst>
          </p:cNvPr>
          <p:cNvSpPr/>
          <p:nvPr/>
        </p:nvSpPr>
        <p:spPr>
          <a:xfrm>
            <a:off x="1676984" y="1591484"/>
            <a:ext cx="9061353" cy="4501812"/>
          </a:xfrm>
          <a:prstGeom prst="horizontalScroll">
            <a:avLst>
              <a:gd name="adj" fmla="val 7806"/>
            </a:avLst>
          </a:prstGeom>
          <a:solidFill>
            <a:srgbClr val="FFFFFF"/>
          </a:solidFill>
          <a:ln w="12700" cap="flat" cmpd="sng" algn="ctr">
            <a:solidFill>
              <a:srgbClr val="0C49B7"/>
            </a:solidFill>
            <a:prstDash val="solid"/>
            <a:miter lim="800000"/>
          </a:ln>
          <a:effectLst>
            <a:outerShdw blurRad="241300" dist="38100" dir="2700000" algn="tl" rotWithShape="0">
              <a:prstClr val="black">
                <a:alpha val="17000"/>
              </a:prstClr>
            </a:outerShdw>
          </a:effectLst>
        </p:spPr>
        <p:txBody>
          <a:bodyPr rtlCol="0" anchor="ctr"/>
          <a:lstStyle/>
          <a:p>
            <a:pPr indent="504000" algn="just">
              <a:lnSpc>
                <a:spcPct val="120000"/>
              </a:lnSpc>
              <a:defRPr/>
            </a:pPr>
            <a:endParaRPr lang="zh-CN" altLang="en-US" sz="2000" kern="0" dirty="0">
              <a:solidFill>
                <a:srgbClr val="768394"/>
              </a:solidFill>
              <a:latin typeface="Arial" panose="020F0502020204030204"/>
              <a:ea typeface="微软雅黑"/>
            </a:endParaRPr>
          </a:p>
        </p:txBody>
      </p:sp>
      <p:sp>
        <p:nvSpPr>
          <p:cNvPr id="17" name="文本框 16">
            <a:extLst>
              <a:ext uri="{FF2B5EF4-FFF2-40B4-BE49-F238E27FC236}">
                <a16:creationId xmlns:a16="http://schemas.microsoft.com/office/drawing/2014/main" id="{A343A573-4B9A-4FCA-A040-501B2F1C1B06}"/>
              </a:ext>
            </a:extLst>
          </p:cNvPr>
          <p:cNvSpPr txBox="1"/>
          <p:nvPr/>
        </p:nvSpPr>
        <p:spPr>
          <a:xfrm>
            <a:off x="673100" y="1221649"/>
            <a:ext cx="5422900" cy="461665"/>
          </a:xfrm>
          <a:prstGeom prst="rect">
            <a:avLst/>
          </a:prstGeom>
          <a:noFill/>
        </p:spPr>
        <p:txBody>
          <a:bodyPr wrap="square" rtlCol="0">
            <a:spAutoFit/>
          </a:bodyPr>
          <a:lstStyle/>
          <a:p>
            <a:r>
              <a:rPr lang="zh-CN" altLang="en-US" sz="2400" b="1" dirty="0">
                <a:solidFill>
                  <a:srgbClr val="0C49B7"/>
                </a:solidFill>
                <a:latin typeface="Arial" panose="020F0502020204030204"/>
                <a:ea typeface="微软雅黑"/>
                <a:cs typeface="+mn-ea"/>
                <a:sym typeface="+mn-lt"/>
              </a:rPr>
              <a:t>图示页排版 </a:t>
            </a:r>
            <a:r>
              <a:rPr lang="en-US" altLang="zh-CN" sz="2400" b="1" dirty="0">
                <a:solidFill>
                  <a:srgbClr val="0C49B7"/>
                </a:solidFill>
                <a:latin typeface="Arial" panose="020F0502020204030204"/>
                <a:ea typeface="微软雅黑"/>
                <a:cs typeface="+mn-ea"/>
                <a:sym typeface="+mn-lt"/>
              </a:rPr>
              <a:t>– </a:t>
            </a:r>
            <a:r>
              <a:rPr lang="zh-CN" altLang="en-US" sz="2400" b="1" dirty="0">
                <a:solidFill>
                  <a:srgbClr val="0C49B7"/>
                </a:solidFill>
                <a:latin typeface="Arial" panose="020F0502020204030204"/>
                <a:ea typeface="微软雅黑"/>
                <a:cs typeface="+mn-ea"/>
                <a:sym typeface="+mn-lt"/>
              </a:rPr>
              <a:t>列表示</a:t>
            </a:r>
          </a:p>
        </p:txBody>
      </p:sp>
      <p:grpSp>
        <p:nvGrpSpPr>
          <p:cNvPr id="18" name="组合 17">
            <a:extLst>
              <a:ext uri="{FF2B5EF4-FFF2-40B4-BE49-F238E27FC236}">
                <a16:creationId xmlns:a16="http://schemas.microsoft.com/office/drawing/2014/main" id="{B1F479AB-FB04-46A9-8B4E-46B02283B416}"/>
              </a:ext>
            </a:extLst>
          </p:cNvPr>
          <p:cNvGrpSpPr/>
          <p:nvPr/>
        </p:nvGrpSpPr>
        <p:grpSpPr>
          <a:xfrm>
            <a:off x="2717800" y="3517258"/>
            <a:ext cx="477408" cy="1575997"/>
            <a:chOff x="3145844" y="2595811"/>
            <a:chExt cx="477409" cy="1576000"/>
          </a:xfrm>
        </p:grpSpPr>
        <p:grpSp>
          <p:nvGrpSpPr>
            <p:cNvPr id="19" name="组合 18">
              <a:extLst>
                <a:ext uri="{FF2B5EF4-FFF2-40B4-BE49-F238E27FC236}">
                  <a16:creationId xmlns:a16="http://schemas.microsoft.com/office/drawing/2014/main" id="{F1D41BBC-7262-47E3-9F7A-033BEE70413B}"/>
                </a:ext>
              </a:extLst>
            </p:cNvPr>
            <p:cNvGrpSpPr/>
            <p:nvPr/>
          </p:nvGrpSpPr>
          <p:grpSpPr>
            <a:xfrm>
              <a:off x="3145844" y="3186157"/>
              <a:ext cx="477409" cy="395308"/>
              <a:chOff x="5332696" y="1933697"/>
              <a:chExt cx="721768" cy="597645"/>
            </a:xfrm>
          </p:grpSpPr>
          <p:sp>
            <p:nvSpPr>
              <p:cNvPr id="28" name="išľïďé">
                <a:extLst>
                  <a:ext uri="{FF2B5EF4-FFF2-40B4-BE49-F238E27FC236}">
                    <a16:creationId xmlns:a16="http://schemas.microsoft.com/office/drawing/2014/main" id="{A7B0A225-E35E-46C9-9198-DE87214A6CF7}"/>
                  </a:ext>
                </a:extLst>
              </p:cNvPr>
              <p:cNvSpPr/>
              <p:nvPr/>
            </p:nvSpPr>
            <p:spPr bwMode="auto">
              <a:xfrm>
                <a:off x="5406251" y="2080812"/>
                <a:ext cx="413751" cy="4137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29" name="ïşliḋê">
                <a:extLst>
                  <a:ext uri="{FF2B5EF4-FFF2-40B4-BE49-F238E27FC236}">
                    <a16:creationId xmlns:a16="http://schemas.microsoft.com/office/drawing/2014/main" id="{24E8B703-D746-4120-8525-96AC0F223957}"/>
                  </a:ext>
                </a:extLst>
              </p:cNvPr>
              <p:cNvSpPr/>
              <p:nvPr/>
            </p:nvSpPr>
            <p:spPr bwMode="auto">
              <a:xfrm>
                <a:off x="5364874" y="2044035"/>
                <a:ext cx="491906" cy="487307"/>
              </a:xfrm>
              <a:custGeom>
                <a:avLst/>
                <a:gdLst>
                  <a:gd name="T0" fmla="*/ 107 w 107"/>
                  <a:gd name="T1" fmla="*/ 106 h 106"/>
                  <a:gd name="T2" fmla="*/ 0 w 107"/>
                  <a:gd name="T3" fmla="*/ 106 h 106"/>
                  <a:gd name="T4" fmla="*/ 0 w 107"/>
                  <a:gd name="T5" fmla="*/ 0 h 106"/>
                  <a:gd name="T6" fmla="*/ 107 w 107"/>
                  <a:gd name="T7" fmla="*/ 0 h 106"/>
                  <a:gd name="T8" fmla="*/ 107 w 107"/>
                  <a:gd name="T9" fmla="*/ 106 h 106"/>
                  <a:gd name="T10" fmla="*/ 17 w 107"/>
                  <a:gd name="T11" fmla="*/ 90 h 106"/>
                  <a:gd name="T12" fmla="*/ 91 w 107"/>
                  <a:gd name="T13" fmla="*/ 90 h 106"/>
                  <a:gd name="T14" fmla="*/ 91 w 107"/>
                  <a:gd name="T15" fmla="*/ 16 h 106"/>
                  <a:gd name="T16" fmla="*/ 17 w 107"/>
                  <a:gd name="T17" fmla="*/ 16 h 106"/>
                  <a:gd name="T18" fmla="*/ 17 w 107"/>
                  <a:gd name="T19"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107" y="106"/>
                    </a:moveTo>
                    <a:lnTo>
                      <a:pt x="0" y="106"/>
                    </a:lnTo>
                    <a:lnTo>
                      <a:pt x="0" y="0"/>
                    </a:lnTo>
                    <a:lnTo>
                      <a:pt x="107" y="0"/>
                    </a:lnTo>
                    <a:lnTo>
                      <a:pt x="107" y="106"/>
                    </a:lnTo>
                    <a:close/>
                    <a:moveTo>
                      <a:pt x="17" y="90"/>
                    </a:moveTo>
                    <a:lnTo>
                      <a:pt x="91" y="90"/>
                    </a:lnTo>
                    <a:lnTo>
                      <a:pt x="91" y="16"/>
                    </a:lnTo>
                    <a:lnTo>
                      <a:pt x="17" y="16"/>
                    </a:lnTo>
                    <a:lnTo>
                      <a:pt x="17" y="90"/>
                    </a:lnTo>
                    <a:close/>
                  </a:path>
                </a:pathLst>
              </a:custGeom>
              <a:solidFill>
                <a:srgbClr val="5454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30" name="ïṧľíďê">
                <a:extLst>
                  <a:ext uri="{FF2B5EF4-FFF2-40B4-BE49-F238E27FC236}">
                    <a16:creationId xmlns:a16="http://schemas.microsoft.com/office/drawing/2014/main" id="{623F4836-AACE-43D0-802F-C6F1860679FE}"/>
                  </a:ext>
                </a:extLst>
              </p:cNvPr>
              <p:cNvSpPr/>
              <p:nvPr/>
            </p:nvSpPr>
            <p:spPr bwMode="auto">
              <a:xfrm>
                <a:off x="5332696" y="1933697"/>
                <a:ext cx="721768" cy="473517"/>
              </a:xfrm>
              <a:custGeom>
                <a:avLst/>
                <a:gdLst>
                  <a:gd name="T0" fmla="*/ 61 w 157"/>
                  <a:gd name="T1" fmla="*/ 103 h 103"/>
                  <a:gd name="T2" fmla="*/ 0 w 157"/>
                  <a:gd name="T3" fmla="*/ 42 h 103"/>
                  <a:gd name="T4" fmla="*/ 11 w 157"/>
                  <a:gd name="T5" fmla="*/ 30 h 103"/>
                  <a:gd name="T6" fmla="*/ 61 w 157"/>
                  <a:gd name="T7" fmla="*/ 80 h 103"/>
                  <a:gd name="T8" fmla="*/ 145 w 157"/>
                  <a:gd name="T9" fmla="*/ 0 h 103"/>
                  <a:gd name="T10" fmla="*/ 157 w 157"/>
                  <a:gd name="T11" fmla="*/ 12 h 103"/>
                  <a:gd name="T12" fmla="*/ 61 w 157"/>
                  <a:gd name="T13" fmla="*/ 103 h 103"/>
                </a:gdLst>
                <a:ahLst/>
                <a:cxnLst>
                  <a:cxn ang="0">
                    <a:pos x="T0" y="T1"/>
                  </a:cxn>
                  <a:cxn ang="0">
                    <a:pos x="T2" y="T3"/>
                  </a:cxn>
                  <a:cxn ang="0">
                    <a:pos x="T4" y="T5"/>
                  </a:cxn>
                  <a:cxn ang="0">
                    <a:pos x="T6" y="T7"/>
                  </a:cxn>
                  <a:cxn ang="0">
                    <a:pos x="T8" y="T9"/>
                  </a:cxn>
                  <a:cxn ang="0">
                    <a:pos x="T10" y="T11"/>
                  </a:cxn>
                  <a:cxn ang="0">
                    <a:pos x="T12" y="T13"/>
                  </a:cxn>
                </a:cxnLst>
                <a:rect l="0" t="0" r="r" b="b"/>
                <a:pathLst>
                  <a:path w="157" h="103">
                    <a:moveTo>
                      <a:pt x="61" y="103"/>
                    </a:moveTo>
                    <a:lnTo>
                      <a:pt x="0" y="42"/>
                    </a:lnTo>
                    <a:lnTo>
                      <a:pt x="11" y="30"/>
                    </a:lnTo>
                    <a:lnTo>
                      <a:pt x="61" y="80"/>
                    </a:lnTo>
                    <a:lnTo>
                      <a:pt x="145" y="0"/>
                    </a:lnTo>
                    <a:lnTo>
                      <a:pt x="157" y="12"/>
                    </a:lnTo>
                    <a:lnTo>
                      <a:pt x="61" y="103"/>
                    </a:lnTo>
                    <a:close/>
                  </a:path>
                </a:pathLst>
              </a:custGeom>
              <a:solidFill>
                <a:srgbClr val="0C49B7"/>
              </a:solidFill>
              <a:ln>
                <a:noFill/>
              </a:ln>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grpSp>
        <p:grpSp>
          <p:nvGrpSpPr>
            <p:cNvPr id="20" name="组合 19">
              <a:extLst>
                <a:ext uri="{FF2B5EF4-FFF2-40B4-BE49-F238E27FC236}">
                  <a16:creationId xmlns:a16="http://schemas.microsoft.com/office/drawing/2014/main" id="{3838ACF0-7C20-4170-B263-ADF7019DC312}"/>
                </a:ext>
              </a:extLst>
            </p:cNvPr>
            <p:cNvGrpSpPr/>
            <p:nvPr/>
          </p:nvGrpSpPr>
          <p:grpSpPr>
            <a:xfrm>
              <a:off x="3145844" y="2595811"/>
              <a:ext cx="477409" cy="395308"/>
              <a:chOff x="5332696" y="1933697"/>
              <a:chExt cx="721768" cy="597645"/>
            </a:xfrm>
          </p:grpSpPr>
          <p:sp>
            <p:nvSpPr>
              <p:cNvPr id="25" name="išľïďé">
                <a:extLst>
                  <a:ext uri="{FF2B5EF4-FFF2-40B4-BE49-F238E27FC236}">
                    <a16:creationId xmlns:a16="http://schemas.microsoft.com/office/drawing/2014/main" id="{BE7DAF7F-E7C6-40A1-9BBF-C91856830639}"/>
                  </a:ext>
                </a:extLst>
              </p:cNvPr>
              <p:cNvSpPr/>
              <p:nvPr/>
            </p:nvSpPr>
            <p:spPr bwMode="auto">
              <a:xfrm>
                <a:off x="5406251" y="2080812"/>
                <a:ext cx="413751" cy="4137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26" name="ïşliḋê">
                <a:extLst>
                  <a:ext uri="{FF2B5EF4-FFF2-40B4-BE49-F238E27FC236}">
                    <a16:creationId xmlns:a16="http://schemas.microsoft.com/office/drawing/2014/main" id="{6044820E-CD21-4C02-A11E-31E2E9AEA6F5}"/>
                  </a:ext>
                </a:extLst>
              </p:cNvPr>
              <p:cNvSpPr/>
              <p:nvPr/>
            </p:nvSpPr>
            <p:spPr bwMode="auto">
              <a:xfrm>
                <a:off x="5364874" y="2044035"/>
                <a:ext cx="491906" cy="487307"/>
              </a:xfrm>
              <a:custGeom>
                <a:avLst/>
                <a:gdLst>
                  <a:gd name="T0" fmla="*/ 107 w 107"/>
                  <a:gd name="T1" fmla="*/ 106 h 106"/>
                  <a:gd name="T2" fmla="*/ 0 w 107"/>
                  <a:gd name="T3" fmla="*/ 106 h 106"/>
                  <a:gd name="T4" fmla="*/ 0 w 107"/>
                  <a:gd name="T5" fmla="*/ 0 h 106"/>
                  <a:gd name="T6" fmla="*/ 107 w 107"/>
                  <a:gd name="T7" fmla="*/ 0 h 106"/>
                  <a:gd name="T8" fmla="*/ 107 w 107"/>
                  <a:gd name="T9" fmla="*/ 106 h 106"/>
                  <a:gd name="T10" fmla="*/ 17 w 107"/>
                  <a:gd name="T11" fmla="*/ 90 h 106"/>
                  <a:gd name="T12" fmla="*/ 91 w 107"/>
                  <a:gd name="T13" fmla="*/ 90 h 106"/>
                  <a:gd name="T14" fmla="*/ 91 w 107"/>
                  <a:gd name="T15" fmla="*/ 16 h 106"/>
                  <a:gd name="T16" fmla="*/ 17 w 107"/>
                  <a:gd name="T17" fmla="*/ 16 h 106"/>
                  <a:gd name="T18" fmla="*/ 17 w 107"/>
                  <a:gd name="T19"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107" y="106"/>
                    </a:moveTo>
                    <a:lnTo>
                      <a:pt x="0" y="106"/>
                    </a:lnTo>
                    <a:lnTo>
                      <a:pt x="0" y="0"/>
                    </a:lnTo>
                    <a:lnTo>
                      <a:pt x="107" y="0"/>
                    </a:lnTo>
                    <a:lnTo>
                      <a:pt x="107" y="106"/>
                    </a:lnTo>
                    <a:close/>
                    <a:moveTo>
                      <a:pt x="17" y="90"/>
                    </a:moveTo>
                    <a:lnTo>
                      <a:pt x="91" y="90"/>
                    </a:lnTo>
                    <a:lnTo>
                      <a:pt x="91" y="16"/>
                    </a:lnTo>
                    <a:lnTo>
                      <a:pt x="17" y="16"/>
                    </a:lnTo>
                    <a:lnTo>
                      <a:pt x="17" y="90"/>
                    </a:lnTo>
                    <a:close/>
                  </a:path>
                </a:pathLst>
              </a:custGeom>
              <a:solidFill>
                <a:srgbClr val="5454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27" name="ïṧľíďê">
                <a:extLst>
                  <a:ext uri="{FF2B5EF4-FFF2-40B4-BE49-F238E27FC236}">
                    <a16:creationId xmlns:a16="http://schemas.microsoft.com/office/drawing/2014/main" id="{621CAB0B-C8AB-40E0-9C20-AA6104D263DA}"/>
                  </a:ext>
                </a:extLst>
              </p:cNvPr>
              <p:cNvSpPr/>
              <p:nvPr/>
            </p:nvSpPr>
            <p:spPr bwMode="auto">
              <a:xfrm>
                <a:off x="5332696" y="1933697"/>
                <a:ext cx="721768" cy="473517"/>
              </a:xfrm>
              <a:custGeom>
                <a:avLst/>
                <a:gdLst>
                  <a:gd name="T0" fmla="*/ 61 w 157"/>
                  <a:gd name="T1" fmla="*/ 103 h 103"/>
                  <a:gd name="T2" fmla="*/ 0 w 157"/>
                  <a:gd name="T3" fmla="*/ 42 h 103"/>
                  <a:gd name="T4" fmla="*/ 11 w 157"/>
                  <a:gd name="T5" fmla="*/ 30 h 103"/>
                  <a:gd name="T6" fmla="*/ 61 w 157"/>
                  <a:gd name="T7" fmla="*/ 80 h 103"/>
                  <a:gd name="T8" fmla="*/ 145 w 157"/>
                  <a:gd name="T9" fmla="*/ 0 h 103"/>
                  <a:gd name="T10" fmla="*/ 157 w 157"/>
                  <a:gd name="T11" fmla="*/ 12 h 103"/>
                  <a:gd name="T12" fmla="*/ 61 w 157"/>
                  <a:gd name="T13" fmla="*/ 103 h 103"/>
                </a:gdLst>
                <a:ahLst/>
                <a:cxnLst>
                  <a:cxn ang="0">
                    <a:pos x="T0" y="T1"/>
                  </a:cxn>
                  <a:cxn ang="0">
                    <a:pos x="T2" y="T3"/>
                  </a:cxn>
                  <a:cxn ang="0">
                    <a:pos x="T4" y="T5"/>
                  </a:cxn>
                  <a:cxn ang="0">
                    <a:pos x="T6" y="T7"/>
                  </a:cxn>
                  <a:cxn ang="0">
                    <a:pos x="T8" y="T9"/>
                  </a:cxn>
                  <a:cxn ang="0">
                    <a:pos x="T10" y="T11"/>
                  </a:cxn>
                  <a:cxn ang="0">
                    <a:pos x="T12" y="T13"/>
                  </a:cxn>
                </a:cxnLst>
                <a:rect l="0" t="0" r="r" b="b"/>
                <a:pathLst>
                  <a:path w="157" h="103">
                    <a:moveTo>
                      <a:pt x="61" y="103"/>
                    </a:moveTo>
                    <a:lnTo>
                      <a:pt x="0" y="42"/>
                    </a:lnTo>
                    <a:lnTo>
                      <a:pt x="11" y="30"/>
                    </a:lnTo>
                    <a:lnTo>
                      <a:pt x="61" y="80"/>
                    </a:lnTo>
                    <a:lnTo>
                      <a:pt x="145" y="0"/>
                    </a:lnTo>
                    <a:lnTo>
                      <a:pt x="157" y="12"/>
                    </a:lnTo>
                    <a:lnTo>
                      <a:pt x="61" y="103"/>
                    </a:lnTo>
                    <a:close/>
                  </a:path>
                </a:pathLst>
              </a:custGeom>
              <a:solidFill>
                <a:srgbClr val="0C49B7"/>
              </a:solidFill>
              <a:ln>
                <a:noFill/>
              </a:ln>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grpSp>
        <p:grpSp>
          <p:nvGrpSpPr>
            <p:cNvPr id="21" name="组合 20">
              <a:extLst>
                <a:ext uri="{FF2B5EF4-FFF2-40B4-BE49-F238E27FC236}">
                  <a16:creationId xmlns:a16="http://schemas.microsoft.com/office/drawing/2014/main" id="{CC412E2A-9F91-4903-9840-2BC4ABFBAD40}"/>
                </a:ext>
              </a:extLst>
            </p:cNvPr>
            <p:cNvGrpSpPr/>
            <p:nvPr/>
          </p:nvGrpSpPr>
          <p:grpSpPr>
            <a:xfrm>
              <a:off x="3145844" y="3776503"/>
              <a:ext cx="477409" cy="395308"/>
              <a:chOff x="5332696" y="1933697"/>
              <a:chExt cx="721768" cy="597645"/>
            </a:xfrm>
          </p:grpSpPr>
          <p:sp>
            <p:nvSpPr>
              <p:cNvPr id="22" name="išľïďé">
                <a:extLst>
                  <a:ext uri="{FF2B5EF4-FFF2-40B4-BE49-F238E27FC236}">
                    <a16:creationId xmlns:a16="http://schemas.microsoft.com/office/drawing/2014/main" id="{15B1920C-A123-4CDB-9BCD-2F0DC687FAE6}"/>
                  </a:ext>
                </a:extLst>
              </p:cNvPr>
              <p:cNvSpPr/>
              <p:nvPr/>
            </p:nvSpPr>
            <p:spPr bwMode="auto">
              <a:xfrm>
                <a:off x="5406251" y="2080812"/>
                <a:ext cx="413751" cy="41375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23" name="ïşliḋê">
                <a:extLst>
                  <a:ext uri="{FF2B5EF4-FFF2-40B4-BE49-F238E27FC236}">
                    <a16:creationId xmlns:a16="http://schemas.microsoft.com/office/drawing/2014/main" id="{1A4F6530-66BA-415A-9990-AEB3DF15F4CC}"/>
                  </a:ext>
                </a:extLst>
              </p:cNvPr>
              <p:cNvSpPr/>
              <p:nvPr/>
            </p:nvSpPr>
            <p:spPr bwMode="auto">
              <a:xfrm>
                <a:off x="5364874" y="2044035"/>
                <a:ext cx="491906" cy="487307"/>
              </a:xfrm>
              <a:custGeom>
                <a:avLst/>
                <a:gdLst>
                  <a:gd name="T0" fmla="*/ 107 w 107"/>
                  <a:gd name="T1" fmla="*/ 106 h 106"/>
                  <a:gd name="T2" fmla="*/ 0 w 107"/>
                  <a:gd name="T3" fmla="*/ 106 h 106"/>
                  <a:gd name="T4" fmla="*/ 0 w 107"/>
                  <a:gd name="T5" fmla="*/ 0 h 106"/>
                  <a:gd name="T6" fmla="*/ 107 w 107"/>
                  <a:gd name="T7" fmla="*/ 0 h 106"/>
                  <a:gd name="T8" fmla="*/ 107 w 107"/>
                  <a:gd name="T9" fmla="*/ 106 h 106"/>
                  <a:gd name="T10" fmla="*/ 17 w 107"/>
                  <a:gd name="T11" fmla="*/ 90 h 106"/>
                  <a:gd name="T12" fmla="*/ 91 w 107"/>
                  <a:gd name="T13" fmla="*/ 90 h 106"/>
                  <a:gd name="T14" fmla="*/ 91 w 107"/>
                  <a:gd name="T15" fmla="*/ 16 h 106"/>
                  <a:gd name="T16" fmla="*/ 17 w 107"/>
                  <a:gd name="T17" fmla="*/ 16 h 106"/>
                  <a:gd name="T18" fmla="*/ 17 w 107"/>
                  <a:gd name="T19" fmla="*/ 9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7" h="106">
                    <a:moveTo>
                      <a:pt x="107" y="106"/>
                    </a:moveTo>
                    <a:lnTo>
                      <a:pt x="0" y="106"/>
                    </a:lnTo>
                    <a:lnTo>
                      <a:pt x="0" y="0"/>
                    </a:lnTo>
                    <a:lnTo>
                      <a:pt x="107" y="0"/>
                    </a:lnTo>
                    <a:lnTo>
                      <a:pt x="107" y="106"/>
                    </a:lnTo>
                    <a:close/>
                    <a:moveTo>
                      <a:pt x="17" y="90"/>
                    </a:moveTo>
                    <a:lnTo>
                      <a:pt x="91" y="90"/>
                    </a:lnTo>
                    <a:lnTo>
                      <a:pt x="91" y="16"/>
                    </a:lnTo>
                    <a:lnTo>
                      <a:pt x="17" y="16"/>
                    </a:lnTo>
                    <a:lnTo>
                      <a:pt x="17" y="90"/>
                    </a:lnTo>
                    <a:close/>
                  </a:path>
                </a:pathLst>
              </a:custGeom>
              <a:solidFill>
                <a:srgbClr val="54545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sp>
            <p:nvSpPr>
              <p:cNvPr id="24" name="ïṧľíďê">
                <a:extLst>
                  <a:ext uri="{FF2B5EF4-FFF2-40B4-BE49-F238E27FC236}">
                    <a16:creationId xmlns:a16="http://schemas.microsoft.com/office/drawing/2014/main" id="{EEF2FFF8-CD85-4586-989E-D7EF03360452}"/>
                  </a:ext>
                </a:extLst>
              </p:cNvPr>
              <p:cNvSpPr/>
              <p:nvPr/>
            </p:nvSpPr>
            <p:spPr bwMode="auto">
              <a:xfrm>
                <a:off x="5332696" y="1933697"/>
                <a:ext cx="721768" cy="473517"/>
              </a:xfrm>
              <a:custGeom>
                <a:avLst/>
                <a:gdLst>
                  <a:gd name="T0" fmla="*/ 61 w 157"/>
                  <a:gd name="T1" fmla="*/ 103 h 103"/>
                  <a:gd name="T2" fmla="*/ 0 w 157"/>
                  <a:gd name="T3" fmla="*/ 42 h 103"/>
                  <a:gd name="T4" fmla="*/ 11 w 157"/>
                  <a:gd name="T5" fmla="*/ 30 h 103"/>
                  <a:gd name="T6" fmla="*/ 61 w 157"/>
                  <a:gd name="T7" fmla="*/ 80 h 103"/>
                  <a:gd name="T8" fmla="*/ 145 w 157"/>
                  <a:gd name="T9" fmla="*/ 0 h 103"/>
                  <a:gd name="T10" fmla="*/ 157 w 157"/>
                  <a:gd name="T11" fmla="*/ 12 h 103"/>
                  <a:gd name="T12" fmla="*/ 61 w 157"/>
                  <a:gd name="T13" fmla="*/ 103 h 103"/>
                </a:gdLst>
                <a:ahLst/>
                <a:cxnLst>
                  <a:cxn ang="0">
                    <a:pos x="T0" y="T1"/>
                  </a:cxn>
                  <a:cxn ang="0">
                    <a:pos x="T2" y="T3"/>
                  </a:cxn>
                  <a:cxn ang="0">
                    <a:pos x="T4" y="T5"/>
                  </a:cxn>
                  <a:cxn ang="0">
                    <a:pos x="T6" y="T7"/>
                  </a:cxn>
                  <a:cxn ang="0">
                    <a:pos x="T8" y="T9"/>
                  </a:cxn>
                  <a:cxn ang="0">
                    <a:pos x="T10" y="T11"/>
                  </a:cxn>
                  <a:cxn ang="0">
                    <a:pos x="T12" y="T13"/>
                  </a:cxn>
                </a:cxnLst>
                <a:rect l="0" t="0" r="r" b="b"/>
                <a:pathLst>
                  <a:path w="157" h="103">
                    <a:moveTo>
                      <a:pt x="61" y="103"/>
                    </a:moveTo>
                    <a:lnTo>
                      <a:pt x="0" y="42"/>
                    </a:lnTo>
                    <a:lnTo>
                      <a:pt x="11" y="30"/>
                    </a:lnTo>
                    <a:lnTo>
                      <a:pt x="61" y="80"/>
                    </a:lnTo>
                    <a:lnTo>
                      <a:pt x="145" y="0"/>
                    </a:lnTo>
                    <a:lnTo>
                      <a:pt x="157" y="12"/>
                    </a:lnTo>
                    <a:lnTo>
                      <a:pt x="61" y="103"/>
                    </a:lnTo>
                    <a:close/>
                  </a:path>
                </a:pathLst>
              </a:custGeom>
              <a:solidFill>
                <a:srgbClr val="0C49B7"/>
              </a:solidFill>
              <a:ln>
                <a:noFill/>
              </a:ln>
            </p:spPr>
            <p:txBody>
              <a:bodyPr vert="horz" wrap="square" lIns="91440" tIns="45720" rIns="91440" bIns="45720" numCol="1" anchor="t" anchorCtr="0" compatLnSpc="1">
                <a:prstTxWarp prst="textNoShape">
                  <a:avLst/>
                </a:prstTxWarp>
              </a:bodyPr>
              <a:lstStyle/>
              <a:p>
                <a:pPr>
                  <a:defRPr/>
                </a:pPr>
                <a:endParaRPr lang="zh-CN" altLang="en-US" kern="0" dirty="0">
                  <a:solidFill>
                    <a:srgbClr val="000000"/>
                  </a:solidFill>
                  <a:latin typeface="Arial" panose="020F0502020204030204"/>
                  <a:ea typeface="微软雅黑"/>
                  <a:cs typeface="+mn-ea"/>
                  <a:sym typeface="+mn-lt"/>
                </a:endParaRPr>
              </a:p>
            </p:txBody>
          </p:sp>
        </p:grpSp>
      </p:grpSp>
      <p:cxnSp>
        <p:nvCxnSpPr>
          <p:cNvPr id="31" name="直接连接符 30">
            <a:extLst>
              <a:ext uri="{FF2B5EF4-FFF2-40B4-BE49-F238E27FC236}">
                <a16:creationId xmlns:a16="http://schemas.microsoft.com/office/drawing/2014/main" id="{BFD51745-BA1F-4B55-8055-0C8904913188}"/>
              </a:ext>
            </a:extLst>
          </p:cNvPr>
          <p:cNvCxnSpPr/>
          <p:nvPr/>
        </p:nvCxnSpPr>
        <p:spPr>
          <a:xfrm>
            <a:off x="5814646" y="2392010"/>
            <a:ext cx="0" cy="2907323"/>
          </a:xfrm>
          <a:prstGeom prst="line">
            <a:avLst/>
          </a:prstGeom>
          <a:noFill/>
          <a:ln w="15875" cap="flat" cmpd="sng" algn="ctr">
            <a:solidFill>
              <a:srgbClr val="768394">
                <a:lumMod val="75000"/>
              </a:srgbClr>
            </a:solidFill>
            <a:prstDash val="solid"/>
            <a:miter lim="800000"/>
          </a:ln>
          <a:effectLst/>
        </p:spPr>
      </p:cxnSp>
      <p:cxnSp>
        <p:nvCxnSpPr>
          <p:cNvPr id="32" name="Straight Connector 9">
            <a:extLst>
              <a:ext uri="{FF2B5EF4-FFF2-40B4-BE49-F238E27FC236}">
                <a16:creationId xmlns:a16="http://schemas.microsoft.com/office/drawing/2014/main" id="{91CF5C3A-1455-4594-8138-371847994BAB}"/>
              </a:ext>
            </a:extLst>
          </p:cNvPr>
          <p:cNvCxnSpPr>
            <a:cxnSpLocks/>
          </p:cNvCxnSpPr>
          <p:nvPr/>
        </p:nvCxnSpPr>
        <p:spPr>
          <a:xfrm>
            <a:off x="2766452" y="3240983"/>
            <a:ext cx="2743394" cy="0"/>
          </a:xfrm>
          <a:prstGeom prst="line">
            <a:avLst/>
          </a:prstGeom>
          <a:noFill/>
          <a:ln w="15875" cap="flat" cmpd="sng" algn="ctr">
            <a:solidFill>
              <a:srgbClr val="768394">
                <a:lumMod val="75000"/>
              </a:srgbClr>
            </a:solidFill>
            <a:prstDash val="solid"/>
            <a:miter lim="800000"/>
          </a:ln>
          <a:effectLst/>
        </p:spPr>
      </p:cxnSp>
      <p:sp>
        <p:nvSpPr>
          <p:cNvPr id="33" name="泪滴形 32">
            <a:extLst>
              <a:ext uri="{FF2B5EF4-FFF2-40B4-BE49-F238E27FC236}">
                <a16:creationId xmlns:a16="http://schemas.microsoft.com/office/drawing/2014/main" id="{B32D222A-1226-454D-A8E4-399DEBACB0EA}"/>
              </a:ext>
            </a:extLst>
          </p:cNvPr>
          <p:cNvSpPr/>
          <p:nvPr/>
        </p:nvSpPr>
        <p:spPr>
          <a:xfrm rot="2728637">
            <a:off x="2372682" y="2248404"/>
            <a:ext cx="787540" cy="787540"/>
          </a:xfrm>
          <a:prstGeom prst="teardrop">
            <a:avLst>
              <a:gd name="adj" fmla="val 109289"/>
            </a:avLst>
          </a:prstGeom>
          <a:solidFill>
            <a:srgbClr val="0C49B7"/>
          </a:solidFill>
          <a:ln w="12700" cap="flat" cmpd="sng" algn="ctr">
            <a:noFill/>
            <a:prstDash val="solid"/>
            <a:miter lim="800000"/>
          </a:ln>
          <a:effectLst>
            <a:outerShdw blurRad="304800" sx="102000" sy="102000" algn="ctr" rotWithShape="0">
              <a:prstClr val="black">
                <a:alpha val="25000"/>
              </a:prstClr>
            </a:outerShdw>
          </a:effectLst>
        </p:spPr>
        <p:txBody>
          <a:bodyPr rtlCol="0" anchor="ctr"/>
          <a:lstStyle/>
          <a:p>
            <a:pPr indent="504000" algn="just">
              <a:lnSpc>
                <a:spcPct val="120000"/>
              </a:lnSpc>
              <a:defRPr/>
            </a:pPr>
            <a:endParaRPr lang="zh-CN" altLang="en-US" sz="2000" kern="0" dirty="0">
              <a:solidFill>
                <a:srgbClr val="768394"/>
              </a:solidFill>
              <a:latin typeface="Arial" panose="020F0502020204030204"/>
              <a:ea typeface="微软雅黑"/>
            </a:endParaRPr>
          </a:p>
        </p:txBody>
      </p:sp>
      <p:sp>
        <p:nvSpPr>
          <p:cNvPr id="34" name="iconfont-11868-5667997">
            <a:extLst>
              <a:ext uri="{FF2B5EF4-FFF2-40B4-BE49-F238E27FC236}">
                <a16:creationId xmlns:a16="http://schemas.microsoft.com/office/drawing/2014/main" id="{7A987E31-AC7B-4526-917C-14BD16C1247F}"/>
              </a:ext>
            </a:extLst>
          </p:cNvPr>
          <p:cNvSpPr>
            <a:spLocks noChangeAspect="1"/>
          </p:cNvSpPr>
          <p:nvPr/>
        </p:nvSpPr>
        <p:spPr bwMode="auto">
          <a:xfrm>
            <a:off x="2584609" y="2414820"/>
            <a:ext cx="408528" cy="473036"/>
          </a:xfrm>
          <a:custGeom>
            <a:avLst/>
            <a:gdLst>
              <a:gd name="T0" fmla="*/ 6017 w 11054"/>
              <a:gd name="T1" fmla="*/ 11184 h 12800"/>
              <a:gd name="T2" fmla="*/ 9438 w 11054"/>
              <a:gd name="T3" fmla="*/ 7763 h 12800"/>
              <a:gd name="T4" fmla="*/ 8436 w 11054"/>
              <a:gd name="T5" fmla="*/ 12800 h 12800"/>
              <a:gd name="T6" fmla="*/ 7092 w 11054"/>
              <a:gd name="T7" fmla="*/ 9625 h 12800"/>
              <a:gd name="T8" fmla="*/ 8993 w 11054"/>
              <a:gd name="T9" fmla="*/ 11526 h 12800"/>
              <a:gd name="T10" fmla="*/ 8436 w 11054"/>
              <a:gd name="T11" fmla="*/ 8727 h 12800"/>
              <a:gd name="T12" fmla="*/ 8436 w 11054"/>
              <a:gd name="T13" fmla="*/ 10473 h 12800"/>
              <a:gd name="T14" fmla="*/ 8145 w 11054"/>
              <a:gd name="T15" fmla="*/ 9309 h 12800"/>
              <a:gd name="T16" fmla="*/ 8727 w 11054"/>
              <a:gd name="T17" fmla="*/ 9309 h 12800"/>
              <a:gd name="T18" fmla="*/ 9018 w 11054"/>
              <a:gd name="T19" fmla="*/ 9891 h 12800"/>
              <a:gd name="T20" fmla="*/ 9018 w 11054"/>
              <a:gd name="T21" fmla="*/ 10473 h 12800"/>
              <a:gd name="T22" fmla="*/ 6691 w 11054"/>
              <a:gd name="T23" fmla="*/ 7564 h 12800"/>
              <a:gd name="T24" fmla="*/ 5236 w 11054"/>
              <a:gd name="T25" fmla="*/ 7855 h 12800"/>
              <a:gd name="T26" fmla="*/ 4945 w 11054"/>
              <a:gd name="T27" fmla="*/ 9309 h 12800"/>
              <a:gd name="T28" fmla="*/ 4654 w 11054"/>
              <a:gd name="T29" fmla="*/ 7855 h 12800"/>
              <a:gd name="T30" fmla="*/ 3200 w 11054"/>
              <a:gd name="T31" fmla="*/ 7564 h 12800"/>
              <a:gd name="T32" fmla="*/ 4654 w 11054"/>
              <a:gd name="T33" fmla="*/ 7273 h 12800"/>
              <a:gd name="T34" fmla="*/ 3491 w 11054"/>
              <a:gd name="T35" fmla="*/ 6691 h 12800"/>
              <a:gd name="T36" fmla="*/ 3491 w 11054"/>
              <a:gd name="T37" fmla="*/ 6109 h 12800"/>
              <a:gd name="T38" fmla="*/ 3283 w 11054"/>
              <a:gd name="T39" fmla="*/ 5127 h 12800"/>
              <a:gd name="T40" fmla="*/ 3677 w 11054"/>
              <a:gd name="T41" fmla="*/ 4730 h 12800"/>
              <a:gd name="T42" fmla="*/ 5089 w 11054"/>
              <a:gd name="T43" fmla="*/ 5861 h 12800"/>
              <a:gd name="T44" fmla="*/ 6605 w 11054"/>
              <a:gd name="T45" fmla="*/ 4741 h 12800"/>
              <a:gd name="T46" fmla="*/ 5632 w 11054"/>
              <a:gd name="T47" fmla="*/ 6109 h 12800"/>
              <a:gd name="T48" fmla="*/ 6691 w 11054"/>
              <a:gd name="T49" fmla="*/ 6400 h 12800"/>
              <a:gd name="T50" fmla="*/ 5236 w 11054"/>
              <a:gd name="T51" fmla="*/ 6691 h 12800"/>
              <a:gd name="T52" fmla="*/ 6400 w 11054"/>
              <a:gd name="T53" fmla="*/ 7273 h 12800"/>
              <a:gd name="T54" fmla="*/ 8727 w 11054"/>
              <a:gd name="T55" fmla="*/ 6400 h 12800"/>
              <a:gd name="T56" fmla="*/ 8145 w 11054"/>
              <a:gd name="T57" fmla="*/ 2327 h 12800"/>
              <a:gd name="T58" fmla="*/ 6691 w 11054"/>
              <a:gd name="T59" fmla="*/ 3491 h 12800"/>
              <a:gd name="T60" fmla="*/ 2036 w 11054"/>
              <a:gd name="T61" fmla="*/ 2327 h 12800"/>
              <a:gd name="T62" fmla="*/ 1163 w 11054"/>
              <a:gd name="T63" fmla="*/ 2909 h 12800"/>
              <a:gd name="T64" fmla="*/ 1745 w 11054"/>
              <a:gd name="T65" fmla="*/ 11636 h 12800"/>
              <a:gd name="T66" fmla="*/ 5236 w 11054"/>
              <a:gd name="T67" fmla="*/ 12218 h 12800"/>
              <a:gd name="T68" fmla="*/ 1163 w 11054"/>
              <a:gd name="T69" fmla="*/ 12800 h 12800"/>
              <a:gd name="T70" fmla="*/ 0 w 11054"/>
              <a:gd name="T71" fmla="*/ 2327 h 12800"/>
              <a:gd name="T72" fmla="*/ 2036 w 11054"/>
              <a:gd name="T73" fmla="*/ 1164 h 12800"/>
              <a:gd name="T74" fmla="*/ 6691 w 11054"/>
              <a:gd name="T75" fmla="*/ 0 h 12800"/>
              <a:gd name="T76" fmla="*/ 8727 w 11054"/>
              <a:gd name="T77" fmla="*/ 1164 h 12800"/>
              <a:gd name="T78" fmla="*/ 9891 w 11054"/>
              <a:gd name="T79" fmla="*/ 6400 h 12800"/>
              <a:gd name="T80" fmla="*/ 6691 w 11054"/>
              <a:gd name="T81" fmla="*/ 1455 h 12800"/>
              <a:gd name="T82" fmla="*/ 3491 w 11054"/>
              <a:gd name="T83" fmla="*/ 1164 h 12800"/>
              <a:gd name="T84" fmla="*/ 3200 w 11054"/>
              <a:gd name="T85" fmla="*/ 2036 h 12800"/>
              <a:gd name="T86" fmla="*/ 6400 w 11054"/>
              <a:gd name="T87" fmla="*/ 2327 h 12800"/>
              <a:gd name="T88" fmla="*/ 6691 w 11054"/>
              <a:gd name="T89" fmla="*/ 1455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054" h="12800">
                <a:moveTo>
                  <a:pt x="8436" y="12800"/>
                </a:moveTo>
                <a:cubicBezTo>
                  <a:pt x="7377" y="12800"/>
                  <a:pt x="6422" y="12162"/>
                  <a:pt x="6017" y="11184"/>
                </a:cubicBezTo>
                <a:cubicBezTo>
                  <a:pt x="5612" y="10205"/>
                  <a:pt x="5836" y="9079"/>
                  <a:pt x="6585" y="8331"/>
                </a:cubicBezTo>
                <a:cubicBezTo>
                  <a:pt x="7334" y="7582"/>
                  <a:pt x="8460" y="7358"/>
                  <a:pt x="9438" y="7763"/>
                </a:cubicBezTo>
                <a:cubicBezTo>
                  <a:pt x="10416" y="8168"/>
                  <a:pt x="11054" y="9123"/>
                  <a:pt x="11054" y="10182"/>
                </a:cubicBezTo>
                <a:cubicBezTo>
                  <a:pt x="11054" y="11628"/>
                  <a:pt x="9882" y="12800"/>
                  <a:pt x="8436" y="12800"/>
                </a:cubicBezTo>
                <a:close/>
                <a:moveTo>
                  <a:pt x="8436" y="8727"/>
                </a:moveTo>
                <a:cubicBezTo>
                  <a:pt x="7848" y="8727"/>
                  <a:pt x="7317" y="9082"/>
                  <a:pt x="7092" y="9625"/>
                </a:cubicBezTo>
                <a:cubicBezTo>
                  <a:pt x="6867" y="10169"/>
                  <a:pt x="6992" y="10794"/>
                  <a:pt x="7408" y="11210"/>
                </a:cubicBezTo>
                <a:cubicBezTo>
                  <a:pt x="7824" y="11626"/>
                  <a:pt x="8449" y="11751"/>
                  <a:pt x="8993" y="11526"/>
                </a:cubicBezTo>
                <a:cubicBezTo>
                  <a:pt x="9536" y="11301"/>
                  <a:pt x="9891" y="10770"/>
                  <a:pt x="9891" y="10182"/>
                </a:cubicBezTo>
                <a:cubicBezTo>
                  <a:pt x="9891" y="9378"/>
                  <a:pt x="9239" y="8727"/>
                  <a:pt x="8436" y="8727"/>
                </a:cubicBezTo>
                <a:close/>
                <a:moveTo>
                  <a:pt x="9018" y="10473"/>
                </a:moveTo>
                <a:lnTo>
                  <a:pt x="8436" y="10473"/>
                </a:lnTo>
                <a:cubicBezTo>
                  <a:pt x="8275" y="10473"/>
                  <a:pt x="8145" y="10342"/>
                  <a:pt x="8145" y="10182"/>
                </a:cubicBezTo>
                <a:lnTo>
                  <a:pt x="8145" y="9309"/>
                </a:lnTo>
                <a:cubicBezTo>
                  <a:pt x="8145" y="9148"/>
                  <a:pt x="8275" y="9018"/>
                  <a:pt x="8436" y="9018"/>
                </a:cubicBezTo>
                <a:cubicBezTo>
                  <a:pt x="8597" y="9018"/>
                  <a:pt x="8727" y="9148"/>
                  <a:pt x="8727" y="9309"/>
                </a:cubicBezTo>
                <a:lnTo>
                  <a:pt x="8727" y="9891"/>
                </a:lnTo>
                <a:lnTo>
                  <a:pt x="9018" y="9891"/>
                </a:lnTo>
                <a:cubicBezTo>
                  <a:pt x="9179" y="9891"/>
                  <a:pt x="9309" y="10021"/>
                  <a:pt x="9309" y="10182"/>
                </a:cubicBezTo>
                <a:cubicBezTo>
                  <a:pt x="9309" y="10342"/>
                  <a:pt x="9179" y="10473"/>
                  <a:pt x="9018" y="10473"/>
                </a:cubicBezTo>
                <a:close/>
                <a:moveTo>
                  <a:pt x="6400" y="7273"/>
                </a:moveTo>
                <a:cubicBezTo>
                  <a:pt x="6560" y="7273"/>
                  <a:pt x="6691" y="7403"/>
                  <a:pt x="6691" y="7564"/>
                </a:cubicBezTo>
                <a:cubicBezTo>
                  <a:pt x="6691" y="7724"/>
                  <a:pt x="6560" y="7855"/>
                  <a:pt x="6400" y="7855"/>
                </a:cubicBezTo>
                <a:lnTo>
                  <a:pt x="5236" y="7855"/>
                </a:lnTo>
                <a:lnTo>
                  <a:pt x="5236" y="9018"/>
                </a:lnTo>
                <a:cubicBezTo>
                  <a:pt x="5236" y="9179"/>
                  <a:pt x="5106" y="9309"/>
                  <a:pt x="4945" y="9309"/>
                </a:cubicBezTo>
                <a:cubicBezTo>
                  <a:pt x="4785" y="9309"/>
                  <a:pt x="4654" y="9179"/>
                  <a:pt x="4654" y="9018"/>
                </a:cubicBezTo>
                <a:lnTo>
                  <a:pt x="4654" y="7855"/>
                </a:lnTo>
                <a:lnTo>
                  <a:pt x="3491" y="7855"/>
                </a:lnTo>
                <a:cubicBezTo>
                  <a:pt x="3330" y="7855"/>
                  <a:pt x="3200" y="7724"/>
                  <a:pt x="3200" y="7564"/>
                </a:cubicBezTo>
                <a:cubicBezTo>
                  <a:pt x="3200" y="7403"/>
                  <a:pt x="3330" y="7273"/>
                  <a:pt x="3491" y="7273"/>
                </a:cubicBezTo>
                <a:lnTo>
                  <a:pt x="4654" y="7273"/>
                </a:lnTo>
                <a:lnTo>
                  <a:pt x="4654" y="6691"/>
                </a:lnTo>
                <a:lnTo>
                  <a:pt x="3491" y="6691"/>
                </a:lnTo>
                <a:cubicBezTo>
                  <a:pt x="3330" y="6691"/>
                  <a:pt x="3200" y="6561"/>
                  <a:pt x="3200" y="6400"/>
                </a:cubicBezTo>
                <a:cubicBezTo>
                  <a:pt x="3200" y="6239"/>
                  <a:pt x="3330" y="6109"/>
                  <a:pt x="3491" y="6109"/>
                </a:cubicBezTo>
                <a:lnTo>
                  <a:pt x="4260" y="6109"/>
                </a:lnTo>
                <a:lnTo>
                  <a:pt x="3283" y="5127"/>
                </a:lnTo>
                <a:cubicBezTo>
                  <a:pt x="3174" y="5017"/>
                  <a:pt x="3174" y="4840"/>
                  <a:pt x="3283" y="4730"/>
                </a:cubicBezTo>
                <a:cubicBezTo>
                  <a:pt x="3391" y="4620"/>
                  <a:pt x="3569" y="4620"/>
                  <a:pt x="3677" y="4730"/>
                </a:cubicBezTo>
                <a:lnTo>
                  <a:pt x="4803" y="5861"/>
                </a:lnTo>
                <a:cubicBezTo>
                  <a:pt x="4890" y="5803"/>
                  <a:pt x="5003" y="5803"/>
                  <a:pt x="5089" y="5861"/>
                </a:cubicBezTo>
                <a:lnTo>
                  <a:pt x="6213" y="4738"/>
                </a:lnTo>
                <a:cubicBezTo>
                  <a:pt x="6323" y="4631"/>
                  <a:pt x="6497" y="4633"/>
                  <a:pt x="6605" y="4741"/>
                </a:cubicBezTo>
                <a:cubicBezTo>
                  <a:pt x="6713" y="4849"/>
                  <a:pt x="6714" y="5023"/>
                  <a:pt x="6608" y="5133"/>
                </a:cubicBezTo>
                <a:lnTo>
                  <a:pt x="5632" y="6109"/>
                </a:lnTo>
                <a:lnTo>
                  <a:pt x="6400" y="6109"/>
                </a:lnTo>
                <a:cubicBezTo>
                  <a:pt x="6560" y="6109"/>
                  <a:pt x="6691" y="6239"/>
                  <a:pt x="6691" y="6400"/>
                </a:cubicBezTo>
                <a:cubicBezTo>
                  <a:pt x="6691" y="6561"/>
                  <a:pt x="6560" y="6691"/>
                  <a:pt x="6400" y="6691"/>
                </a:cubicBezTo>
                <a:lnTo>
                  <a:pt x="5236" y="6691"/>
                </a:lnTo>
                <a:lnTo>
                  <a:pt x="5236" y="7273"/>
                </a:lnTo>
                <a:lnTo>
                  <a:pt x="6400" y="7273"/>
                </a:lnTo>
                <a:close/>
                <a:moveTo>
                  <a:pt x="9309" y="6982"/>
                </a:moveTo>
                <a:cubicBezTo>
                  <a:pt x="8987" y="6982"/>
                  <a:pt x="8727" y="6721"/>
                  <a:pt x="8727" y="6400"/>
                </a:cubicBezTo>
                <a:lnTo>
                  <a:pt x="8727" y="2909"/>
                </a:lnTo>
                <a:cubicBezTo>
                  <a:pt x="8727" y="2588"/>
                  <a:pt x="8467" y="2327"/>
                  <a:pt x="8145" y="2327"/>
                </a:cubicBezTo>
                <a:lnTo>
                  <a:pt x="7854" y="2327"/>
                </a:lnTo>
                <a:cubicBezTo>
                  <a:pt x="7854" y="2970"/>
                  <a:pt x="7333" y="3491"/>
                  <a:pt x="6691" y="3491"/>
                </a:cubicBezTo>
                <a:lnTo>
                  <a:pt x="3200" y="3491"/>
                </a:lnTo>
                <a:cubicBezTo>
                  <a:pt x="2557" y="3491"/>
                  <a:pt x="2036" y="2970"/>
                  <a:pt x="2036" y="2327"/>
                </a:cubicBezTo>
                <a:lnTo>
                  <a:pt x="1745" y="2327"/>
                </a:lnTo>
                <a:cubicBezTo>
                  <a:pt x="1424" y="2327"/>
                  <a:pt x="1163" y="2588"/>
                  <a:pt x="1163" y="2909"/>
                </a:cubicBezTo>
                <a:lnTo>
                  <a:pt x="1163" y="11055"/>
                </a:lnTo>
                <a:cubicBezTo>
                  <a:pt x="1163" y="11376"/>
                  <a:pt x="1424" y="11636"/>
                  <a:pt x="1745" y="11636"/>
                </a:cubicBezTo>
                <a:lnTo>
                  <a:pt x="4654" y="11636"/>
                </a:lnTo>
                <a:cubicBezTo>
                  <a:pt x="4976" y="11636"/>
                  <a:pt x="5236" y="11897"/>
                  <a:pt x="5236" y="12218"/>
                </a:cubicBezTo>
                <a:cubicBezTo>
                  <a:pt x="5236" y="12539"/>
                  <a:pt x="4976" y="12800"/>
                  <a:pt x="4654" y="12800"/>
                </a:cubicBezTo>
                <a:lnTo>
                  <a:pt x="1163" y="12800"/>
                </a:lnTo>
                <a:cubicBezTo>
                  <a:pt x="521" y="12800"/>
                  <a:pt x="0" y="12279"/>
                  <a:pt x="0" y="11636"/>
                </a:cubicBezTo>
                <a:lnTo>
                  <a:pt x="0" y="2327"/>
                </a:lnTo>
                <a:cubicBezTo>
                  <a:pt x="0" y="1685"/>
                  <a:pt x="521" y="1164"/>
                  <a:pt x="1163" y="1164"/>
                </a:cubicBezTo>
                <a:lnTo>
                  <a:pt x="2036" y="1164"/>
                </a:lnTo>
                <a:cubicBezTo>
                  <a:pt x="2036" y="521"/>
                  <a:pt x="2557" y="0"/>
                  <a:pt x="3200" y="0"/>
                </a:cubicBezTo>
                <a:lnTo>
                  <a:pt x="6691" y="0"/>
                </a:lnTo>
                <a:cubicBezTo>
                  <a:pt x="7333" y="0"/>
                  <a:pt x="7854" y="521"/>
                  <a:pt x="7854" y="1164"/>
                </a:cubicBezTo>
                <a:lnTo>
                  <a:pt x="8727" y="1164"/>
                </a:lnTo>
                <a:cubicBezTo>
                  <a:pt x="9370" y="1164"/>
                  <a:pt x="9891" y="1685"/>
                  <a:pt x="9891" y="2327"/>
                </a:cubicBezTo>
                <a:lnTo>
                  <a:pt x="9891" y="6400"/>
                </a:lnTo>
                <a:cubicBezTo>
                  <a:pt x="9891" y="6721"/>
                  <a:pt x="9630" y="6982"/>
                  <a:pt x="9309" y="6982"/>
                </a:cubicBezTo>
                <a:close/>
                <a:moveTo>
                  <a:pt x="6691" y="1455"/>
                </a:moveTo>
                <a:cubicBezTo>
                  <a:pt x="6691" y="1294"/>
                  <a:pt x="6560" y="1164"/>
                  <a:pt x="6400" y="1164"/>
                </a:cubicBezTo>
                <a:lnTo>
                  <a:pt x="3491" y="1164"/>
                </a:lnTo>
                <a:cubicBezTo>
                  <a:pt x="3330" y="1164"/>
                  <a:pt x="3200" y="1294"/>
                  <a:pt x="3200" y="1455"/>
                </a:cubicBezTo>
                <a:lnTo>
                  <a:pt x="3200" y="2036"/>
                </a:lnTo>
                <a:cubicBezTo>
                  <a:pt x="3200" y="2197"/>
                  <a:pt x="3330" y="2327"/>
                  <a:pt x="3491" y="2327"/>
                </a:cubicBezTo>
                <a:lnTo>
                  <a:pt x="6400" y="2327"/>
                </a:lnTo>
                <a:cubicBezTo>
                  <a:pt x="6560" y="2327"/>
                  <a:pt x="6691" y="2197"/>
                  <a:pt x="6691" y="2036"/>
                </a:cubicBezTo>
                <a:lnTo>
                  <a:pt x="6691" y="1455"/>
                </a:lnTo>
                <a:close/>
              </a:path>
            </a:pathLst>
          </a:custGeom>
          <a:solidFill>
            <a:srgbClr val="FFFFFF"/>
          </a:solidFill>
          <a:ln>
            <a:noFill/>
          </a:ln>
        </p:spPr>
        <p:txBody>
          <a:bodyPr/>
          <a:lstStyle/>
          <a:p>
            <a:endParaRPr lang="zh-CN" altLang="en-US"/>
          </a:p>
        </p:txBody>
      </p:sp>
      <p:sp>
        <p:nvSpPr>
          <p:cNvPr id="35" name="文本框 34">
            <a:extLst>
              <a:ext uri="{FF2B5EF4-FFF2-40B4-BE49-F238E27FC236}">
                <a16:creationId xmlns:a16="http://schemas.microsoft.com/office/drawing/2014/main" id="{495AB6E6-9B2A-4C8D-AB11-E792E0E5C40D}"/>
              </a:ext>
            </a:extLst>
          </p:cNvPr>
          <p:cNvSpPr txBox="1"/>
          <p:nvPr/>
        </p:nvSpPr>
        <p:spPr>
          <a:xfrm>
            <a:off x="3561882" y="2442119"/>
            <a:ext cx="1735014" cy="400110"/>
          </a:xfrm>
          <a:prstGeom prst="rect">
            <a:avLst/>
          </a:prstGeom>
          <a:noFill/>
        </p:spPr>
        <p:txBody>
          <a:bodyPr wrap="square" rtlCol="0">
            <a:spAutoFit/>
          </a:bodyPr>
          <a:lstStyle/>
          <a:p>
            <a:r>
              <a:rPr lang="zh-CN" altLang="en-US" sz="2000" dirty="0">
                <a:solidFill>
                  <a:srgbClr val="768394">
                    <a:lumMod val="75000"/>
                  </a:srgbClr>
                </a:solidFill>
                <a:latin typeface="Arial" panose="020F0502020204030204"/>
                <a:ea typeface="微软雅黑"/>
                <a:sym typeface="Wingdings" panose="05000000000000000000" pitchFamily="2" charset="2"/>
              </a:rPr>
              <a:t>点击输入标题</a:t>
            </a:r>
          </a:p>
        </p:txBody>
      </p:sp>
      <p:cxnSp>
        <p:nvCxnSpPr>
          <p:cNvPr id="36" name="Straight Connector 9">
            <a:extLst>
              <a:ext uri="{FF2B5EF4-FFF2-40B4-BE49-F238E27FC236}">
                <a16:creationId xmlns:a16="http://schemas.microsoft.com/office/drawing/2014/main" id="{B845E564-E4F4-4547-AD1F-8F30A1D9D381}"/>
              </a:ext>
            </a:extLst>
          </p:cNvPr>
          <p:cNvCxnSpPr>
            <a:cxnSpLocks/>
          </p:cNvCxnSpPr>
          <p:nvPr/>
        </p:nvCxnSpPr>
        <p:spPr>
          <a:xfrm>
            <a:off x="3323308" y="3853734"/>
            <a:ext cx="1690370" cy="0"/>
          </a:xfrm>
          <a:prstGeom prst="line">
            <a:avLst/>
          </a:prstGeom>
          <a:noFill/>
          <a:ln w="12700" cap="flat" cmpd="sng" algn="ctr">
            <a:solidFill>
              <a:srgbClr val="768394">
                <a:lumMod val="40000"/>
                <a:lumOff val="60000"/>
              </a:srgbClr>
            </a:solidFill>
            <a:prstDash val="solid"/>
            <a:miter lim="800000"/>
          </a:ln>
          <a:effectLst/>
        </p:spPr>
      </p:cxnSp>
      <p:cxnSp>
        <p:nvCxnSpPr>
          <p:cNvPr id="37" name="Straight Connector 9">
            <a:extLst>
              <a:ext uri="{FF2B5EF4-FFF2-40B4-BE49-F238E27FC236}">
                <a16:creationId xmlns:a16="http://schemas.microsoft.com/office/drawing/2014/main" id="{4B258492-957C-481B-BE3B-1C044DFCFEE0}"/>
              </a:ext>
            </a:extLst>
          </p:cNvPr>
          <p:cNvCxnSpPr>
            <a:cxnSpLocks/>
          </p:cNvCxnSpPr>
          <p:nvPr/>
        </p:nvCxnSpPr>
        <p:spPr>
          <a:xfrm>
            <a:off x="3323308" y="4497378"/>
            <a:ext cx="1690370" cy="0"/>
          </a:xfrm>
          <a:prstGeom prst="line">
            <a:avLst/>
          </a:prstGeom>
          <a:noFill/>
          <a:ln w="12700" cap="flat" cmpd="sng" algn="ctr">
            <a:solidFill>
              <a:srgbClr val="768394">
                <a:lumMod val="40000"/>
                <a:lumOff val="60000"/>
              </a:srgbClr>
            </a:solidFill>
            <a:prstDash val="solid"/>
            <a:miter lim="800000"/>
          </a:ln>
          <a:effectLst/>
        </p:spPr>
      </p:cxnSp>
      <p:cxnSp>
        <p:nvCxnSpPr>
          <p:cNvPr id="38" name="Straight Connector 9">
            <a:extLst>
              <a:ext uri="{FF2B5EF4-FFF2-40B4-BE49-F238E27FC236}">
                <a16:creationId xmlns:a16="http://schemas.microsoft.com/office/drawing/2014/main" id="{2B3D5407-DB59-4518-8AAD-CB13C1E6B185}"/>
              </a:ext>
            </a:extLst>
          </p:cNvPr>
          <p:cNvCxnSpPr>
            <a:cxnSpLocks/>
          </p:cNvCxnSpPr>
          <p:nvPr/>
        </p:nvCxnSpPr>
        <p:spPr>
          <a:xfrm>
            <a:off x="3323308" y="5141023"/>
            <a:ext cx="1690370" cy="0"/>
          </a:xfrm>
          <a:prstGeom prst="line">
            <a:avLst/>
          </a:prstGeom>
          <a:noFill/>
          <a:ln w="12700" cap="flat" cmpd="sng" algn="ctr">
            <a:solidFill>
              <a:srgbClr val="768394">
                <a:lumMod val="40000"/>
                <a:lumOff val="60000"/>
              </a:srgbClr>
            </a:solidFill>
            <a:prstDash val="solid"/>
            <a:miter lim="800000"/>
          </a:ln>
          <a:effectLst/>
        </p:spPr>
      </p:cxnSp>
      <p:sp>
        <p:nvSpPr>
          <p:cNvPr id="43" name="文本框 42">
            <a:extLst>
              <a:ext uri="{FF2B5EF4-FFF2-40B4-BE49-F238E27FC236}">
                <a16:creationId xmlns:a16="http://schemas.microsoft.com/office/drawing/2014/main" id="{4DA60622-6F7B-4866-9DE0-D28C959921B6}"/>
              </a:ext>
            </a:extLst>
          </p:cNvPr>
          <p:cNvSpPr txBox="1"/>
          <p:nvPr/>
        </p:nvSpPr>
        <p:spPr>
          <a:xfrm>
            <a:off x="3380697" y="3473279"/>
            <a:ext cx="1710652" cy="369332"/>
          </a:xfrm>
          <a:prstGeom prst="rect">
            <a:avLst/>
          </a:prstGeom>
          <a:noFill/>
        </p:spPr>
        <p:txBody>
          <a:bodyPr wrap="square" rtlCol="0">
            <a:spAutoFit/>
          </a:bodyPr>
          <a:lstStyle/>
          <a:p>
            <a:r>
              <a:rPr lang="zh-CN" altLang="en-US" dirty="0">
                <a:solidFill>
                  <a:srgbClr val="768394"/>
                </a:solidFill>
                <a:latin typeface="Arial" panose="020F0502020204030204"/>
                <a:ea typeface="微软雅黑"/>
                <a:sym typeface="Wingdings" panose="05000000000000000000" pitchFamily="2" charset="2"/>
              </a:rPr>
              <a:t>点击输入分点</a:t>
            </a:r>
          </a:p>
        </p:txBody>
      </p:sp>
      <p:sp>
        <p:nvSpPr>
          <p:cNvPr id="44" name="文本框 43">
            <a:extLst>
              <a:ext uri="{FF2B5EF4-FFF2-40B4-BE49-F238E27FC236}">
                <a16:creationId xmlns:a16="http://schemas.microsoft.com/office/drawing/2014/main" id="{373F7ADC-8581-422D-A5C0-5D578EEBF318}"/>
              </a:ext>
            </a:extLst>
          </p:cNvPr>
          <p:cNvSpPr txBox="1"/>
          <p:nvPr/>
        </p:nvSpPr>
        <p:spPr>
          <a:xfrm>
            <a:off x="3380697" y="4113831"/>
            <a:ext cx="1710652" cy="369332"/>
          </a:xfrm>
          <a:prstGeom prst="rect">
            <a:avLst/>
          </a:prstGeom>
          <a:noFill/>
        </p:spPr>
        <p:txBody>
          <a:bodyPr wrap="square" rtlCol="0">
            <a:spAutoFit/>
          </a:bodyPr>
          <a:lstStyle/>
          <a:p>
            <a:r>
              <a:rPr lang="zh-CN" altLang="en-US" dirty="0">
                <a:solidFill>
                  <a:srgbClr val="768394"/>
                </a:solidFill>
                <a:latin typeface="Arial" panose="020F0502020204030204"/>
                <a:ea typeface="微软雅黑"/>
                <a:sym typeface="Wingdings" panose="05000000000000000000" pitchFamily="2" charset="2"/>
              </a:rPr>
              <a:t>点击输入分点</a:t>
            </a:r>
          </a:p>
        </p:txBody>
      </p:sp>
      <p:sp>
        <p:nvSpPr>
          <p:cNvPr id="45" name="文本框 44">
            <a:extLst>
              <a:ext uri="{FF2B5EF4-FFF2-40B4-BE49-F238E27FC236}">
                <a16:creationId xmlns:a16="http://schemas.microsoft.com/office/drawing/2014/main" id="{D46BC4B1-EB10-4D81-AE59-8BD78A7EA91D}"/>
              </a:ext>
            </a:extLst>
          </p:cNvPr>
          <p:cNvSpPr txBox="1"/>
          <p:nvPr/>
        </p:nvSpPr>
        <p:spPr>
          <a:xfrm>
            <a:off x="3380697" y="4754383"/>
            <a:ext cx="1710652" cy="369332"/>
          </a:xfrm>
          <a:prstGeom prst="rect">
            <a:avLst/>
          </a:prstGeom>
          <a:noFill/>
        </p:spPr>
        <p:txBody>
          <a:bodyPr wrap="square" rtlCol="0">
            <a:spAutoFit/>
          </a:bodyPr>
          <a:lstStyle/>
          <a:p>
            <a:r>
              <a:rPr lang="zh-CN" altLang="en-US" dirty="0">
                <a:solidFill>
                  <a:srgbClr val="768394"/>
                </a:solidFill>
                <a:latin typeface="Arial" panose="020F0502020204030204"/>
                <a:ea typeface="微软雅黑"/>
                <a:sym typeface="Wingdings" panose="05000000000000000000" pitchFamily="2" charset="2"/>
              </a:rPr>
              <a:t>点击输入分点</a:t>
            </a:r>
          </a:p>
        </p:txBody>
      </p:sp>
      <p:sp>
        <p:nvSpPr>
          <p:cNvPr id="46" name="文本框 45">
            <a:extLst>
              <a:ext uri="{FF2B5EF4-FFF2-40B4-BE49-F238E27FC236}">
                <a16:creationId xmlns:a16="http://schemas.microsoft.com/office/drawing/2014/main" id="{D21918C7-940E-46C3-BCE5-5B20604EBF68}"/>
              </a:ext>
            </a:extLst>
          </p:cNvPr>
          <p:cNvSpPr txBox="1"/>
          <p:nvPr/>
        </p:nvSpPr>
        <p:spPr>
          <a:xfrm>
            <a:off x="6111347" y="2456437"/>
            <a:ext cx="4359490" cy="2722925"/>
          </a:xfrm>
          <a:prstGeom prst="rect">
            <a:avLst/>
          </a:prstGeom>
          <a:noFill/>
        </p:spPr>
        <p:txBody>
          <a:bodyPr wrap="square" rtlCol="0">
            <a:spAutoFit/>
          </a:bodyPr>
          <a:lstStyle/>
          <a:p>
            <a:pPr algn="just">
              <a:lnSpc>
                <a:spcPct val="120000"/>
              </a:lnSpc>
            </a:pPr>
            <a:r>
              <a:rPr lang="zh-CN" altLang="en-US" dirty="0">
                <a:solidFill>
                  <a:srgbClr val="768394"/>
                </a:solidFill>
                <a:latin typeface="Arial" panose="020F0502020204030204"/>
                <a:ea typeface="微软雅黑"/>
                <a:sym typeface="Wingdings" panose="05000000000000000000" pitchFamily="2" charset="2"/>
              </a:rPr>
              <a:t>点击这里输入相关阐述，点击这里输入相关阐述，点击这里输入相关阐述，点击这里输入相关阐述，点击这里输入相关阐述，点击这里输入相关阐述，点击这里输入相关阐述，点击这里输入相关阐述，点击这里输入相关阐述，点击这里输入相关阐述，点击这里输入相关阐述，点击这里输入相关阐述</a:t>
            </a:r>
          </a:p>
        </p:txBody>
      </p:sp>
    </p:spTree>
    <p:extLst>
      <p:ext uri="{BB962C8B-B14F-4D97-AF65-F5344CB8AC3E}">
        <p14:creationId xmlns:p14="http://schemas.microsoft.com/office/powerpoint/2010/main" val="993065672"/>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37" name="直接连接符 36">
            <a:extLst>
              <a:ext uri="{FF2B5EF4-FFF2-40B4-BE49-F238E27FC236}">
                <a16:creationId xmlns:a16="http://schemas.microsoft.com/office/drawing/2014/main" id="{59C7FB8F-2E99-4308-95DB-FF6215794868}"/>
              </a:ext>
            </a:extLst>
          </p:cNvPr>
          <p:cNvCxnSpPr>
            <a:cxnSpLocks/>
          </p:cNvCxnSpPr>
          <p:nvPr/>
        </p:nvCxnSpPr>
        <p:spPr>
          <a:xfrm>
            <a:off x="5988926" y="1130300"/>
            <a:ext cx="0" cy="5727700"/>
          </a:xfrm>
          <a:prstGeom prst="line">
            <a:avLst/>
          </a:prstGeom>
          <a:noFill/>
          <a:ln w="53975" cap="rnd" cmpd="sng" algn="ctr">
            <a:gradFill>
              <a:gsLst>
                <a:gs pos="3401">
                  <a:srgbClr val="B1B8C2">
                    <a:alpha val="0"/>
                  </a:srgbClr>
                </a:gs>
                <a:gs pos="18000">
                  <a:srgbClr val="B1B8C2">
                    <a:alpha val="42000"/>
                  </a:srgbClr>
                </a:gs>
                <a:gs pos="75500">
                  <a:srgbClr val="98A1AE">
                    <a:alpha val="93000"/>
                  </a:srgbClr>
                </a:gs>
                <a:gs pos="100000">
                  <a:srgbClr val="768394"/>
                </a:gs>
              </a:gsLst>
              <a:lin ang="5400000" scaled="1"/>
            </a:gradFill>
            <a:prstDash val="solid"/>
            <a:round/>
          </a:ln>
          <a:effectLst/>
        </p:spPr>
      </p:cxnSp>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矩形: 圆角 15">
            <a:extLst>
              <a:ext uri="{FF2B5EF4-FFF2-40B4-BE49-F238E27FC236}">
                <a16:creationId xmlns:a16="http://schemas.microsoft.com/office/drawing/2014/main" id="{DEF7F2D3-74EE-400F-B7ED-E85AD386E1F4}"/>
              </a:ext>
            </a:extLst>
          </p:cNvPr>
          <p:cNvSpPr/>
          <p:nvPr/>
        </p:nvSpPr>
        <p:spPr>
          <a:xfrm>
            <a:off x="6768453" y="1703403"/>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lang="zh-CN" altLang="en-US" sz="2000" b="1" kern="0" dirty="0">
                <a:solidFill>
                  <a:srgbClr val="0C49B7"/>
                </a:solidFill>
                <a:latin typeface="Arial" panose="020F0502020204030204"/>
                <a:ea typeface="微软雅黑"/>
              </a:rPr>
              <a:t>流程</a:t>
            </a:r>
            <a:r>
              <a:rPr lang="en-US" altLang="zh-CN" sz="2000" b="1" kern="0" dirty="0">
                <a:solidFill>
                  <a:srgbClr val="0C49B7"/>
                </a:solidFill>
                <a:latin typeface="Arial" panose="020F0502020204030204"/>
                <a:ea typeface="微软雅黑"/>
              </a:rPr>
              <a:t>1</a:t>
            </a:r>
            <a:r>
              <a:rPr lang="zh-CN" altLang="en-US" sz="2000" b="1" kern="0" dirty="0">
                <a:solidFill>
                  <a:srgbClr val="0C49B7"/>
                </a:solidFill>
                <a:latin typeface="Arial" panose="020F0502020204030204"/>
                <a:ea typeface="微软雅黑"/>
              </a:rPr>
              <a:t>：</a:t>
            </a:r>
            <a:endParaRPr lang="en-US" altLang="zh-CN" sz="2000" b="1" kern="0" dirty="0">
              <a:solidFill>
                <a:srgbClr val="0C49B7"/>
              </a:solidFill>
              <a:latin typeface="Arial" panose="020F0502020204030204"/>
              <a:ea typeface="微软雅黑"/>
            </a:endParaRPr>
          </a:p>
          <a:p>
            <a:pPr algn="just">
              <a:lnSpc>
                <a:spcPct val="120000"/>
              </a:lnSpc>
              <a:defRPr/>
            </a:pPr>
            <a:r>
              <a:rPr lang="zh-CN" altLang="en-US" sz="2000" kern="0" dirty="0">
                <a:solidFill>
                  <a:srgbClr val="768394"/>
                </a:solidFill>
                <a:latin typeface="Arial" panose="020F0502020204030204"/>
                <a:ea typeface="微软雅黑"/>
              </a:rPr>
              <a:t>点击这里输入相关内容，点击这里输入相关内容。</a:t>
            </a:r>
          </a:p>
        </p:txBody>
      </p:sp>
      <p:grpSp>
        <p:nvGrpSpPr>
          <p:cNvPr id="17" name="组合 16">
            <a:extLst>
              <a:ext uri="{FF2B5EF4-FFF2-40B4-BE49-F238E27FC236}">
                <a16:creationId xmlns:a16="http://schemas.microsoft.com/office/drawing/2014/main" id="{D2A6BB9A-747B-4F50-8A26-E0E35245C5A4}"/>
              </a:ext>
            </a:extLst>
          </p:cNvPr>
          <p:cNvGrpSpPr/>
          <p:nvPr/>
        </p:nvGrpSpPr>
        <p:grpSpPr>
          <a:xfrm>
            <a:off x="5715498" y="2152587"/>
            <a:ext cx="778574" cy="556690"/>
            <a:chOff x="5710581" y="2090180"/>
            <a:chExt cx="778574" cy="556690"/>
          </a:xfrm>
        </p:grpSpPr>
        <p:sp>
          <p:nvSpPr>
            <p:cNvPr id="18" name="îṣḻíḑê">
              <a:extLst>
                <a:ext uri="{FF2B5EF4-FFF2-40B4-BE49-F238E27FC236}">
                  <a16:creationId xmlns:a16="http://schemas.microsoft.com/office/drawing/2014/main" id="{4676A000-EE2D-4507-B5CA-47417D7414F6}"/>
                </a:ext>
              </a:extLst>
            </p:cNvPr>
            <p:cNvSpPr/>
            <p:nvPr/>
          </p:nvSpPr>
          <p:spPr>
            <a:xfrm>
              <a:off x="5710581" y="2090180"/>
              <a:ext cx="556690" cy="556690"/>
            </a:xfrm>
            <a:prstGeom prst="ellipse">
              <a:avLst/>
            </a:prstGeom>
            <a:solidFill>
              <a:srgbClr val="0C49B7"/>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a:solidFill>
                  <a:srgbClr val="FFFFFF"/>
                </a:solidFill>
                <a:latin typeface="Arial" panose="020F0502020204030204"/>
                <a:ea typeface="微软雅黑"/>
                <a:cs typeface="+mn-ea"/>
                <a:sym typeface="+mn-lt"/>
              </a:endParaRPr>
            </a:p>
          </p:txBody>
        </p:sp>
        <p:sp>
          <p:nvSpPr>
            <p:cNvPr id="19" name="íṡľiďè">
              <a:extLst>
                <a:ext uri="{FF2B5EF4-FFF2-40B4-BE49-F238E27FC236}">
                  <a16:creationId xmlns:a16="http://schemas.microsoft.com/office/drawing/2014/main" id="{D82693DD-5545-4039-B640-483DE7EB9454}"/>
                </a:ext>
              </a:extLst>
            </p:cNvPr>
            <p:cNvSpPr/>
            <p:nvPr/>
          </p:nvSpPr>
          <p:spPr bwMode="auto">
            <a:xfrm>
              <a:off x="6323772" y="2239809"/>
              <a:ext cx="165383" cy="254995"/>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0C49B7"/>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grpSp>
      <p:sp>
        <p:nvSpPr>
          <p:cNvPr id="20" name="ïslíḓé">
            <a:extLst>
              <a:ext uri="{FF2B5EF4-FFF2-40B4-BE49-F238E27FC236}">
                <a16:creationId xmlns:a16="http://schemas.microsoft.com/office/drawing/2014/main" id="{E8EDBEA7-8653-4DDF-9B35-F61E9FB215B7}"/>
              </a:ext>
            </a:extLst>
          </p:cNvPr>
          <p:cNvSpPr/>
          <p:nvPr/>
        </p:nvSpPr>
        <p:spPr bwMode="auto">
          <a:xfrm>
            <a:off x="5841048" y="2278017"/>
            <a:ext cx="331885" cy="29326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grpSp>
        <p:nvGrpSpPr>
          <p:cNvPr id="21" name="组合 20">
            <a:extLst>
              <a:ext uri="{FF2B5EF4-FFF2-40B4-BE49-F238E27FC236}">
                <a16:creationId xmlns:a16="http://schemas.microsoft.com/office/drawing/2014/main" id="{4E50CD2C-4DF0-4FF2-8AF8-0E78EC34A556}"/>
              </a:ext>
            </a:extLst>
          </p:cNvPr>
          <p:cNvGrpSpPr/>
          <p:nvPr/>
        </p:nvGrpSpPr>
        <p:grpSpPr>
          <a:xfrm>
            <a:off x="5601123" y="3956674"/>
            <a:ext cx="1052970" cy="785442"/>
            <a:chOff x="5596206" y="3988707"/>
            <a:chExt cx="1052970" cy="785442"/>
          </a:xfrm>
        </p:grpSpPr>
        <p:sp>
          <p:nvSpPr>
            <p:cNvPr id="22" name="ïŝľíḑè">
              <a:extLst>
                <a:ext uri="{FF2B5EF4-FFF2-40B4-BE49-F238E27FC236}">
                  <a16:creationId xmlns:a16="http://schemas.microsoft.com/office/drawing/2014/main" id="{3A488056-3F53-40E7-B464-8BE7D0408419}"/>
                </a:ext>
              </a:extLst>
            </p:cNvPr>
            <p:cNvSpPr/>
            <p:nvPr/>
          </p:nvSpPr>
          <p:spPr bwMode="auto">
            <a:xfrm>
              <a:off x="6415835" y="4201539"/>
              <a:ext cx="233341" cy="359776"/>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0C49B7"/>
            </a:solidFill>
            <a:ln w="12700" cap="flat" cmpd="sng" algn="ctr">
              <a:noFill/>
              <a:prstDash val="solid"/>
              <a:miter lim="800000"/>
            </a:ln>
            <a:effectLst/>
          </p:spPr>
          <p:txBody>
            <a:bodyPr/>
            <a:lstStyle/>
            <a:p>
              <a:pPr>
                <a:defRPr/>
              </a:pPr>
              <a:endParaRPr lang="zh-CN" altLang="en-US" kern="0">
                <a:solidFill>
                  <a:srgbClr val="FFFFFF"/>
                </a:solidFill>
                <a:latin typeface="Arial" panose="020F0502020204030204"/>
                <a:ea typeface="微软雅黑"/>
                <a:cs typeface="+mn-ea"/>
                <a:sym typeface="+mn-lt"/>
              </a:endParaRPr>
            </a:p>
          </p:txBody>
        </p:sp>
        <p:sp>
          <p:nvSpPr>
            <p:cNvPr id="23" name="iśḷíḑe">
              <a:extLst>
                <a:ext uri="{FF2B5EF4-FFF2-40B4-BE49-F238E27FC236}">
                  <a16:creationId xmlns:a16="http://schemas.microsoft.com/office/drawing/2014/main" id="{E22096D7-7B8C-4F35-895B-A736BE9928C6}"/>
                </a:ext>
              </a:extLst>
            </p:cNvPr>
            <p:cNvSpPr/>
            <p:nvPr/>
          </p:nvSpPr>
          <p:spPr>
            <a:xfrm>
              <a:off x="5596206" y="3988707"/>
              <a:ext cx="785441" cy="785442"/>
            </a:xfrm>
            <a:prstGeom prst="ellipse">
              <a:avLst/>
            </a:prstGeom>
            <a:solidFill>
              <a:srgbClr val="0C49B7"/>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dirty="0">
                <a:solidFill>
                  <a:srgbClr val="FFFFFF"/>
                </a:solidFill>
                <a:latin typeface="Arial" panose="020F0502020204030204"/>
                <a:ea typeface="微软雅黑"/>
                <a:cs typeface="+mn-ea"/>
                <a:sym typeface="+mn-lt"/>
              </a:endParaRPr>
            </a:p>
          </p:txBody>
        </p:sp>
      </p:grpSp>
      <p:sp>
        <p:nvSpPr>
          <p:cNvPr id="24" name="íŝḷïḓè">
            <a:extLst>
              <a:ext uri="{FF2B5EF4-FFF2-40B4-BE49-F238E27FC236}">
                <a16:creationId xmlns:a16="http://schemas.microsoft.com/office/drawing/2014/main" id="{D03F5744-7B61-47DB-8E25-53E81460A8AA}"/>
              </a:ext>
            </a:extLst>
          </p:cNvPr>
          <p:cNvSpPr/>
          <p:nvPr/>
        </p:nvSpPr>
        <p:spPr bwMode="auto">
          <a:xfrm>
            <a:off x="5828824" y="4147130"/>
            <a:ext cx="338337" cy="366161"/>
          </a:xfrm>
          <a:custGeom>
            <a:avLst/>
            <a:gdLst>
              <a:gd name="connsiteX0" fmla="*/ 327780 w 561933"/>
              <a:gd name="connsiteY0" fmla="*/ 406780 h 608145"/>
              <a:gd name="connsiteX1" fmla="*/ 285069 w 561933"/>
              <a:gd name="connsiteY1" fmla="*/ 449434 h 608145"/>
              <a:gd name="connsiteX2" fmla="*/ 327780 w 561933"/>
              <a:gd name="connsiteY2" fmla="*/ 492088 h 608145"/>
              <a:gd name="connsiteX3" fmla="*/ 370490 w 561933"/>
              <a:gd name="connsiteY3" fmla="*/ 449434 h 608145"/>
              <a:gd name="connsiteX4" fmla="*/ 327780 w 561933"/>
              <a:gd name="connsiteY4" fmla="*/ 406780 h 608145"/>
              <a:gd name="connsiteX5" fmla="*/ 91381 w 561933"/>
              <a:gd name="connsiteY5" fmla="*/ 406780 h 608145"/>
              <a:gd name="connsiteX6" fmla="*/ 49664 w 561933"/>
              <a:gd name="connsiteY6" fmla="*/ 449434 h 608145"/>
              <a:gd name="connsiteX7" fmla="*/ 91381 w 561933"/>
              <a:gd name="connsiteY7" fmla="*/ 492088 h 608145"/>
              <a:gd name="connsiteX8" fmla="*/ 134092 w 561933"/>
              <a:gd name="connsiteY8" fmla="*/ 449434 h 608145"/>
              <a:gd name="connsiteX9" fmla="*/ 91381 w 561933"/>
              <a:gd name="connsiteY9" fmla="*/ 406780 h 608145"/>
              <a:gd name="connsiteX10" fmla="*/ 130119 w 561933"/>
              <a:gd name="connsiteY10" fmla="*/ 162762 h 608145"/>
              <a:gd name="connsiteX11" fmla="*/ 50657 w 561933"/>
              <a:gd name="connsiteY11" fmla="*/ 243110 h 608145"/>
              <a:gd name="connsiteX12" fmla="*/ 50657 w 561933"/>
              <a:gd name="connsiteY12" fmla="*/ 312546 h 608145"/>
              <a:gd name="connsiteX13" fmla="*/ 78468 w 561933"/>
              <a:gd name="connsiteY13" fmla="*/ 341312 h 608145"/>
              <a:gd name="connsiteX14" fmla="*/ 340692 w 561933"/>
              <a:gd name="connsiteY14" fmla="*/ 341312 h 608145"/>
              <a:gd name="connsiteX15" fmla="*/ 369497 w 561933"/>
              <a:gd name="connsiteY15" fmla="*/ 312546 h 608145"/>
              <a:gd name="connsiteX16" fmla="*/ 369497 w 561933"/>
              <a:gd name="connsiteY16" fmla="*/ 243110 h 608145"/>
              <a:gd name="connsiteX17" fmla="*/ 289042 w 561933"/>
              <a:gd name="connsiteY17" fmla="*/ 162762 h 608145"/>
              <a:gd name="connsiteX18" fmla="*/ 127139 w 561933"/>
              <a:gd name="connsiteY18" fmla="*/ 99278 h 608145"/>
              <a:gd name="connsiteX19" fmla="*/ 293015 w 561933"/>
              <a:gd name="connsiteY19" fmla="*/ 99278 h 608145"/>
              <a:gd name="connsiteX20" fmla="*/ 420154 w 561933"/>
              <a:gd name="connsiteY20" fmla="*/ 226247 h 608145"/>
              <a:gd name="connsiteX21" fmla="*/ 420154 w 561933"/>
              <a:gd name="connsiteY21" fmla="*/ 486136 h 608145"/>
              <a:gd name="connsiteX22" fmla="*/ 382410 w 561933"/>
              <a:gd name="connsiteY22" fmla="*/ 541685 h 608145"/>
              <a:gd name="connsiteX23" fmla="*/ 382410 w 561933"/>
              <a:gd name="connsiteY23" fmla="*/ 561524 h 608145"/>
              <a:gd name="connsiteX24" fmla="*/ 334733 w 561933"/>
              <a:gd name="connsiteY24" fmla="*/ 608145 h 608145"/>
              <a:gd name="connsiteX25" fmla="*/ 326786 w 561933"/>
              <a:gd name="connsiteY25" fmla="*/ 608145 h 608145"/>
              <a:gd name="connsiteX26" fmla="*/ 280103 w 561933"/>
              <a:gd name="connsiteY26" fmla="*/ 561524 h 608145"/>
              <a:gd name="connsiteX27" fmla="*/ 280103 w 561933"/>
              <a:gd name="connsiteY27" fmla="*/ 544661 h 608145"/>
              <a:gd name="connsiteX28" fmla="*/ 140051 w 561933"/>
              <a:gd name="connsiteY28" fmla="*/ 544661 h 608145"/>
              <a:gd name="connsiteX29" fmla="*/ 140051 w 561933"/>
              <a:gd name="connsiteY29" fmla="*/ 561524 h 608145"/>
              <a:gd name="connsiteX30" fmla="*/ 92374 w 561933"/>
              <a:gd name="connsiteY30" fmla="*/ 608145 h 608145"/>
              <a:gd name="connsiteX31" fmla="*/ 84428 w 561933"/>
              <a:gd name="connsiteY31" fmla="*/ 608145 h 608145"/>
              <a:gd name="connsiteX32" fmla="*/ 37744 w 561933"/>
              <a:gd name="connsiteY32" fmla="*/ 561524 h 608145"/>
              <a:gd name="connsiteX33" fmla="*/ 37744 w 561933"/>
              <a:gd name="connsiteY33" fmla="*/ 541685 h 608145"/>
              <a:gd name="connsiteX34" fmla="*/ 0 w 561933"/>
              <a:gd name="connsiteY34" fmla="*/ 486136 h 608145"/>
              <a:gd name="connsiteX35" fmla="*/ 0 w 561933"/>
              <a:gd name="connsiteY35" fmla="*/ 226247 h 608145"/>
              <a:gd name="connsiteX36" fmla="*/ 127139 w 561933"/>
              <a:gd name="connsiteY36" fmla="*/ 99278 h 608145"/>
              <a:gd name="connsiteX37" fmla="*/ 408232 w 561933"/>
              <a:gd name="connsiteY37" fmla="*/ 74504 h 608145"/>
              <a:gd name="connsiteX38" fmla="*/ 424139 w 561933"/>
              <a:gd name="connsiteY38" fmla="*/ 75495 h 608145"/>
              <a:gd name="connsiteX39" fmla="*/ 486772 w 561933"/>
              <a:gd name="connsiteY39" fmla="*/ 185587 h 608145"/>
              <a:gd name="connsiteX40" fmla="*/ 479813 w 561933"/>
              <a:gd name="connsiteY40" fmla="*/ 199473 h 608145"/>
              <a:gd name="connsiteX41" fmla="*/ 464901 w 561933"/>
              <a:gd name="connsiteY41" fmla="*/ 202448 h 608145"/>
              <a:gd name="connsiteX42" fmla="*/ 462912 w 561933"/>
              <a:gd name="connsiteY42" fmla="*/ 201456 h 608145"/>
              <a:gd name="connsiteX43" fmla="*/ 448994 w 561933"/>
              <a:gd name="connsiteY43" fmla="*/ 183604 h 608145"/>
              <a:gd name="connsiteX44" fmla="*/ 406244 w 561933"/>
              <a:gd name="connsiteY44" fmla="*/ 109217 h 608145"/>
              <a:gd name="connsiteX45" fmla="*/ 397296 w 561933"/>
              <a:gd name="connsiteY45" fmla="*/ 89381 h 608145"/>
              <a:gd name="connsiteX46" fmla="*/ 398291 w 561933"/>
              <a:gd name="connsiteY46" fmla="*/ 87397 h 608145"/>
              <a:gd name="connsiteX47" fmla="*/ 408232 w 561933"/>
              <a:gd name="connsiteY47" fmla="*/ 74504 h 608145"/>
              <a:gd name="connsiteX48" fmla="*/ 439969 w 561933"/>
              <a:gd name="connsiteY48" fmla="*/ 1081 h 608145"/>
              <a:gd name="connsiteX49" fmla="*/ 560176 w 561933"/>
              <a:gd name="connsiteY49" fmla="*/ 205408 h 608145"/>
              <a:gd name="connsiteX50" fmla="*/ 552228 w 561933"/>
              <a:gd name="connsiteY50" fmla="*/ 217311 h 608145"/>
              <a:gd name="connsiteX51" fmla="*/ 537326 w 561933"/>
              <a:gd name="connsiteY51" fmla="*/ 220286 h 608145"/>
              <a:gd name="connsiteX52" fmla="*/ 535340 w 561933"/>
              <a:gd name="connsiteY52" fmla="*/ 219294 h 608145"/>
              <a:gd name="connsiteX53" fmla="*/ 522425 w 561933"/>
              <a:gd name="connsiteY53" fmla="*/ 199457 h 608145"/>
              <a:gd name="connsiteX54" fmla="*/ 426061 w 561933"/>
              <a:gd name="connsiteY54" fmla="*/ 36788 h 608145"/>
              <a:gd name="connsiteX55" fmla="*/ 416126 w 561933"/>
              <a:gd name="connsiteY55" fmla="*/ 15959 h 608145"/>
              <a:gd name="connsiteX56" fmla="*/ 416126 w 561933"/>
              <a:gd name="connsiteY56" fmla="*/ 13975 h 608145"/>
              <a:gd name="connsiteX57" fmla="*/ 425067 w 561933"/>
              <a:gd name="connsiteY57" fmla="*/ 2073 h 608145"/>
              <a:gd name="connsiteX58" fmla="*/ 439969 w 561933"/>
              <a:gd name="connsiteY58" fmla="*/ 1081 h 6081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61933" h="608145">
                <a:moveTo>
                  <a:pt x="327780" y="406780"/>
                </a:moveTo>
                <a:cubicBezTo>
                  <a:pt x="303941" y="406780"/>
                  <a:pt x="285069" y="425627"/>
                  <a:pt x="285069" y="449434"/>
                </a:cubicBezTo>
                <a:cubicBezTo>
                  <a:pt x="285069" y="473241"/>
                  <a:pt x="303941" y="492088"/>
                  <a:pt x="327780" y="492088"/>
                </a:cubicBezTo>
                <a:cubicBezTo>
                  <a:pt x="350625" y="492088"/>
                  <a:pt x="370490" y="473241"/>
                  <a:pt x="370490" y="449434"/>
                </a:cubicBezTo>
                <a:cubicBezTo>
                  <a:pt x="370490" y="425627"/>
                  <a:pt x="350625" y="406780"/>
                  <a:pt x="327780" y="406780"/>
                </a:cubicBezTo>
                <a:close/>
                <a:moveTo>
                  <a:pt x="91381" y="406780"/>
                </a:moveTo>
                <a:cubicBezTo>
                  <a:pt x="68536" y="406780"/>
                  <a:pt x="49664" y="425627"/>
                  <a:pt x="49664" y="449434"/>
                </a:cubicBezTo>
                <a:cubicBezTo>
                  <a:pt x="49664" y="473241"/>
                  <a:pt x="68536" y="492088"/>
                  <a:pt x="91381" y="492088"/>
                </a:cubicBezTo>
                <a:cubicBezTo>
                  <a:pt x="115220" y="492088"/>
                  <a:pt x="134092" y="473241"/>
                  <a:pt x="134092" y="449434"/>
                </a:cubicBezTo>
                <a:cubicBezTo>
                  <a:pt x="134092" y="425627"/>
                  <a:pt x="115220" y="406780"/>
                  <a:pt x="91381" y="406780"/>
                </a:cubicBezTo>
                <a:close/>
                <a:moveTo>
                  <a:pt x="130119" y="162762"/>
                </a:moveTo>
                <a:cubicBezTo>
                  <a:pt x="86415" y="162762"/>
                  <a:pt x="50657" y="198472"/>
                  <a:pt x="50657" y="243110"/>
                </a:cubicBezTo>
                <a:lnTo>
                  <a:pt x="50657" y="312546"/>
                </a:lnTo>
                <a:cubicBezTo>
                  <a:pt x="50657" y="328417"/>
                  <a:pt x="62576" y="341312"/>
                  <a:pt x="78468" y="341312"/>
                </a:cubicBezTo>
                <a:lnTo>
                  <a:pt x="340692" y="341312"/>
                </a:lnTo>
                <a:cubicBezTo>
                  <a:pt x="356585" y="341312"/>
                  <a:pt x="369497" y="328417"/>
                  <a:pt x="369497" y="312546"/>
                </a:cubicBezTo>
                <a:lnTo>
                  <a:pt x="369497" y="243110"/>
                </a:lnTo>
                <a:cubicBezTo>
                  <a:pt x="369497" y="198472"/>
                  <a:pt x="332746" y="162762"/>
                  <a:pt x="289042" y="162762"/>
                </a:cubicBezTo>
                <a:close/>
                <a:moveTo>
                  <a:pt x="127139" y="99278"/>
                </a:moveTo>
                <a:lnTo>
                  <a:pt x="293015" y="99278"/>
                </a:lnTo>
                <a:cubicBezTo>
                  <a:pt x="363538" y="99278"/>
                  <a:pt x="420154" y="155819"/>
                  <a:pt x="420154" y="226247"/>
                </a:cubicBezTo>
                <a:lnTo>
                  <a:pt x="420154" y="486136"/>
                </a:lnTo>
                <a:cubicBezTo>
                  <a:pt x="420154" y="511926"/>
                  <a:pt x="404262" y="532757"/>
                  <a:pt x="382410" y="541685"/>
                </a:cubicBezTo>
                <a:lnTo>
                  <a:pt x="382410" y="561524"/>
                </a:lnTo>
                <a:cubicBezTo>
                  <a:pt x="382410" y="587314"/>
                  <a:pt x="360558" y="608145"/>
                  <a:pt x="334733" y="608145"/>
                </a:cubicBezTo>
                <a:lnTo>
                  <a:pt x="326786" y="608145"/>
                </a:lnTo>
                <a:cubicBezTo>
                  <a:pt x="300961" y="608145"/>
                  <a:pt x="280103" y="587314"/>
                  <a:pt x="280103" y="561524"/>
                </a:cubicBezTo>
                <a:lnTo>
                  <a:pt x="280103" y="544661"/>
                </a:lnTo>
                <a:lnTo>
                  <a:pt x="140051" y="544661"/>
                </a:lnTo>
                <a:lnTo>
                  <a:pt x="140051" y="561524"/>
                </a:lnTo>
                <a:cubicBezTo>
                  <a:pt x="140051" y="587314"/>
                  <a:pt x="118199" y="608145"/>
                  <a:pt x="92374" y="608145"/>
                </a:cubicBezTo>
                <a:lnTo>
                  <a:pt x="84428" y="608145"/>
                </a:lnTo>
                <a:cubicBezTo>
                  <a:pt x="58603" y="608145"/>
                  <a:pt x="37744" y="587314"/>
                  <a:pt x="37744" y="561524"/>
                </a:cubicBezTo>
                <a:lnTo>
                  <a:pt x="37744" y="541685"/>
                </a:lnTo>
                <a:cubicBezTo>
                  <a:pt x="14899" y="532757"/>
                  <a:pt x="0" y="511926"/>
                  <a:pt x="0" y="486136"/>
                </a:cubicBezTo>
                <a:lnTo>
                  <a:pt x="0" y="226247"/>
                </a:lnTo>
                <a:cubicBezTo>
                  <a:pt x="0" y="155819"/>
                  <a:pt x="56616" y="99278"/>
                  <a:pt x="127139" y="99278"/>
                </a:cubicBezTo>
                <a:close/>
                <a:moveTo>
                  <a:pt x="408232" y="74504"/>
                </a:moveTo>
                <a:cubicBezTo>
                  <a:pt x="413203" y="72520"/>
                  <a:pt x="419168" y="72520"/>
                  <a:pt x="424139" y="75495"/>
                </a:cubicBezTo>
                <a:cubicBezTo>
                  <a:pt x="464901" y="96324"/>
                  <a:pt x="489755" y="139964"/>
                  <a:pt x="486772" y="185587"/>
                </a:cubicBezTo>
                <a:cubicBezTo>
                  <a:pt x="486772" y="190546"/>
                  <a:pt x="483790" y="195505"/>
                  <a:pt x="479813" y="199473"/>
                </a:cubicBezTo>
                <a:cubicBezTo>
                  <a:pt x="475836" y="202448"/>
                  <a:pt x="469871" y="203440"/>
                  <a:pt x="464901" y="202448"/>
                </a:cubicBezTo>
                <a:lnTo>
                  <a:pt x="462912" y="201456"/>
                </a:lnTo>
                <a:cubicBezTo>
                  <a:pt x="453965" y="199473"/>
                  <a:pt x="448994" y="191538"/>
                  <a:pt x="448994" y="183604"/>
                </a:cubicBezTo>
                <a:cubicBezTo>
                  <a:pt x="450982" y="152857"/>
                  <a:pt x="434081" y="123103"/>
                  <a:pt x="406244" y="109217"/>
                </a:cubicBezTo>
                <a:cubicBezTo>
                  <a:pt x="399285" y="105250"/>
                  <a:pt x="395308" y="97315"/>
                  <a:pt x="397296" y="89381"/>
                </a:cubicBezTo>
                <a:lnTo>
                  <a:pt x="398291" y="87397"/>
                </a:lnTo>
                <a:cubicBezTo>
                  <a:pt x="399285" y="81446"/>
                  <a:pt x="403261" y="77479"/>
                  <a:pt x="408232" y="74504"/>
                </a:cubicBezTo>
                <a:close/>
                <a:moveTo>
                  <a:pt x="439969" y="1081"/>
                </a:moveTo>
                <a:cubicBezTo>
                  <a:pt x="522425" y="32821"/>
                  <a:pt x="572097" y="118123"/>
                  <a:pt x="560176" y="205408"/>
                </a:cubicBezTo>
                <a:cubicBezTo>
                  <a:pt x="559182" y="210367"/>
                  <a:pt x="556202" y="214335"/>
                  <a:pt x="552228" y="217311"/>
                </a:cubicBezTo>
                <a:cubicBezTo>
                  <a:pt x="548254" y="220286"/>
                  <a:pt x="542294" y="221278"/>
                  <a:pt x="537326" y="220286"/>
                </a:cubicBezTo>
                <a:lnTo>
                  <a:pt x="535340" y="219294"/>
                </a:lnTo>
                <a:cubicBezTo>
                  <a:pt x="526399" y="217311"/>
                  <a:pt x="520438" y="208384"/>
                  <a:pt x="522425" y="199457"/>
                </a:cubicBezTo>
                <a:cubicBezTo>
                  <a:pt x="531366" y="130025"/>
                  <a:pt x="491628" y="62577"/>
                  <a:pt x="426061" y="36788"/>
                </a:cubicBezTo>
                <a:cubicBezTo>
                  <a:pt x="418113" y="33813"/>
                  <a:pt x="413146" y="24886"/>
                  <a:pt x="416126" y="15959"/>
                </a:cubicBezTo>
                <a:lnTo>
                  <a:pt x="416126" y="13975"/>
                </a:lnTo>
                <a:cubicBezTo>
                  <a:pt x="417120" y="9016"/>
                  <a:pt x="421094" y="4056"/>
                  <a:pt x="425067" y="2073"/>
                </a:cubicBezTo>
                <a:cubicBezTo>
                  <a:pt x="430035" y="89"/>
                  <a:pt x="435002" y="-903"/>
                  <a:pt x="439969" y="108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grpSp>
        <p:nvGrpSpPr>
          <p:cNvPr id="25" name="组合 24">
            <a:extLst>
              <a:ext uri="{FF2B5EF4-FFF2-40B4-BE49-F238E27FC236}">
                <a16:creationId xmlns:a16="http://schemas.microsoft.com/office/drawing/2014/main" id="{1643BCE9-C8EB-4737-B218-2A7C6610F594}"/>
              </a:ext>
            </a:extLst>
          </p:cNvPr>
          <p:cNvGrpSpPr/>
          <p:nvPr/>
        </p:nvGrpSpPr>
        <p:grpSpPr>
          <a:xfrm>
            <a:off x="5398887" y="3000863"/>
            <a:ext cx="927069" cy="664225"/>
            <a:chOff x="5393970" y="3032059"/>
            <a:chExt cx="927069" cy="664225"/>
          </a:xfrm>
        </p:grpSpPr>
        <p:sp>
          <p:nvSpPr>
            <p:cNvPr id="26" name="îṣḻíḑê">
              <a:extLst>
                <a:ext uri="{FF2B5EF4-FFF2-40B4-BE49-F238E27FC236}">
                  <a16:creationId xmlns:a16="http://schemas.microsoft.com/office/drawing/2014/main" id="{B49430C2-7037-467D-B4C7-99CB7E091050}"/>
                </a:ext>
              </a:extLst>
            </p:cNvPr>
            <p:cNvSpPr/>
            <p:nvPr/>
          </p:nvSpPr>
          <p:spPr>
            <a:xfrm flipH="1">
              <a:off x="5656814" y="3032059"/>
              <a:ext cx="664225" cy="664225"/>
            </a:xfrm>
            <a:prstGeom prst="ellipse">
              <a:avLst/>
            </a:prstGeom>
            <a:solidFill>
              <a:srgbClr val="0C49B7">
                <a:alpha val="90000"/>
              </a:srgbClr>
            </a:solid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a:solidFill>
                  <a:srgbClr val="FFFFFF"/>
                </a:solidFill>
                <a:latin typeface="Arial" panose="020F0502020204030204"/>
                <a:ea typeface="微软雅黑"/>
                <a:cs typeface="+mn-ea"/>
                <a:sym typeface="+mn-lt"/>
              </a:endParaRPr>
            </a:p>
          </p:txBody>
        </p:sp>
        <p:sp>
          <p:nvSpPr>
            <p:cNvPr id="27" name="íṡľiďè">
              <a:extLst>
                <a:ext uri="{FF2B5EF4-FFF2-40B4-BE49-F238E27FC236}">
                  <a16:creationId xmlns:a16="http://schemas.microsoft.com/office/drawing/2014/main" id="{E9D13C51-3839-497D-9E08-319879011AD5}"/>
                </a:ext>
              </a:extLst>
            </p:cNvPr>
            <p:cNvSpPr/>
            <p:nvPr/>
          </p:nvSpPr>
          <p:spPr bwMode="auto">
            <a:xfrm flipH="1">
              <a:off x="5393970" y="3223557"/>
              <a:ext cx="197330" cy="304252"/>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solidFill>
              <a:srgbClr val="0C49B7">
                <a:alpha val="90000"/>
              </a:srgbClr>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grpSp>
      <p:sp>
        <p:nvSpPr>
          <p:cNvPr id="28" name="ïslíḓé">
            <a:extLst>
              <a:ext uri="{FF2B5EF4-FFF2-40B4-BE49-F238E27FC236}">
                <a16:creationId xmlns:a16="http://schemas.microsoft.com/office/drawing/2014/main" id="{48A10F83-9B82-44E3-A7BF-7F4FFB512329}"/>
              </a:ext>
            </a:extLst>
          </p:cNvPr>
          <p:cNvSpPr/>
          <p:nvPr/>
        </p:nvSpPr>
        <p:spPr bwMode="auto">
          <a:xfrm>
            <a:off x="5825621" y="3166340"/>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29" name="文本框 28">
            <a:extLst>
              <a:ext uri="{FF2B5EF4-FFF2-40B4-BE49-F238E27FC236}">
                <a16:creationId xmlns:a16="http://schemas.microsoft.com/office/drawing/2014/main" id="{F0ED65B6-A444-4B9F-AC1A-E5E689FB7E96}"/>
              </a:ext>
            </a:extLst>
          </p:cNvPr>
          <p:cNvSpPr txBox="1"/>
          <p:nvPr/>
        </p:nvSpPr>
        <p:spPr>
          <a:xfrm>
            <a:off x="673100" y="1130300"/>
            <a:ext cx="5422900" cy="461665"/>
          </a:xfrm>
          <a:prstGeom prst="rect">
            <a:avLst/>
          </a:prstGeom>
          <a:noFill/>
        </p:spPr>
        <p:txBody>
          <a:bodyPr wrap="square" rtlCol="0">
            <a:spAutoFit/>
          </a:bodyPr>
          <a:lstStyle/>
          <a:p>
            <a:r>
              <a:rPr lang="zh-CN" altLang="en-US" sz="2400" b="1" dirty="0">
                <a:solidFill>
                  <a:srgbClr val="0C49B7"/>
                </a:solidFill>
                <a:latin typeface="Arial" panose="020F0502020204030204"/>
                <a:ea typeface="微软雅黑"/>
                <a:cs typeface="+mn-ea"/>
                <a:sym typeface="+mn-lt"/>
              </a:rPr>
              <a:t>图示页排版 </a:t>
            </a:r>
            <a:r>
              <a:rPr lang="en-US" altLang="zh-CN" sz="2400" b="1" dirty="0">
                <a:solidFill>
                  <a:srgbClr val="0C49B7"/>
                </a:solidFill>
                <a:latin typeface="Arial" panose="020F0502020204030204"/>
                <a:ea typeface="微软雅黑"/>
                <a:cs typeface="+mn-ea"/>
                <a:sym typeface="+mn-lt"/>
              </a:rPr>
              <a:t>– </a:t>
            </a:r>
            <a:r>
              <a:rPr lang="zh-CN" altLang="en-US" sz="2400" b="1" dirty="0">
                <a:solidFill>
                  <a:srgbClr val="0C49B7"/>
                </a:solidFill>
                <a:latin typeface="Arial" panose="020F0502020204030204"/>
                <a:ea typeface="微软雅黑"/>
                <a:cs typeface="+mn-ea"/>
                <a:sym typeface="+mn-lt"/>
              </a:rPr>
              <a:t>流程图</a:t>
            </a:r>
          </a:p>
        </p:txBody>
      </p:sp>
      <p:sp>
        <p:nvSpPr>
          <p:cNvPr id="30" name="矩形: 圆角 29">
            <a:extLst>
              <a:ext uri="{FF2B5EF4-FFF2-40B4-BE49-F238E27FC236}">
                <a16:creationId xmlns:a16="http://schemas.microsoft.com/office/drawing/2014/main" id="{5BA68F5D-D20F-471C-9038-FBF0D32293E6}"/>
              </a:ext>
            </a:extLst>
          </p:cNvPr>
          <p:cNvSpPr/>
          <p:nvPr/>
        </p:nvSpPr>
        <p:spPr>
          <a:xfrm>
            <a:off x="6969101" y="3704822"/>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lang="zh-CN" altLang="en-US" sz="2000" b="1" kern="0" dirty="0">
                <a:solidFill>
                  <a:srgbClr val="0C49B7"/>
                </a:solidFill>
                <a:latin typeface="Arial" panose="020F0502020204030204"/>
                <a:ea typeface="微软雅黑"/>
              </a:rPr>
              <a:t>流程</a:t>
            </a:r>
            <a:r>
              <a:rPr lang="en-US" altLang="zh-CN" sz="2000" b="1" kern="0" dirty="0">
                <a:solidFill>
                  <a:srgbClr val="0C49B7"/>
                </a:solidFill>
                <a:latin typeface="Arial" panose="020F0502020204030204"/>
                <a:ea typeface="微软雅黑"/>
              </a:rPr>
              <a:t>2</a:t>
            </a:r>
            <a:r>
              <a:rPr lang="zh-CN" altLang="en-US" sz="2000" b="1" kern="0" dirty="0">
                <a:solidFill>
                  <a:srgbClr val="0C49B7"/>
                </a:solidFill>
                <a:latin typeface="Arial" panose="020F0502020204030204"/>
                <a:ea typeface="微软雅黑"/>
              </a:rPr>
              <a:t>：</a:t>
            </a:r>
            <a:endParaRPr lang="en-US" altLang="zh-CN" sz="2000" b="1" kern="0" dirty="0">
              <a:solidFill>
                <a:srgbClr val="0C49B7"/>
              </a:solidFill>
              <a:latin typeface="Arial" panose="020F0502020204030204"/>
              <a:ea typeface="微软雅黑"/>
            </a:endParaRPr>
          </a:p>
          <a:p>
            <a:pPr algn="just">
              <a:lnSpc>
                <a:spcPct val="120000"/>
              </a:lnSpc>
              <a:defRPr/>
            </a:pPr>
            <a:r>
              <a:rPr lang="zh-CN" altLang="en-US" sz="2000" kern="0" dirty="0">
                <a:solidFill>
                  <a:srgbClr val="768394"/>
                </a:solidFill>
                <a:latin typeface="Arial" panose="020F0502020204030204"/>
                <a:ea typeface="微软雅黑"/>
              </a:rPr>
              <a:t>点击这里输入相关内容，点击这里输入相关内容。</a:t>
            </a:r>
          </a:p>
        </p:txBody>
      </p:sp>
      <p:sp>
        <p:nvSpPr>
          <p:cNvPr id="31" name="矩形: 圆角 30">
            <a:extLst>
              <a:ext uri="{FF2B5EF4-FFF2-40B4-BE49-F238E27FC236}">
                <a16:creationId xmlns:a16="http://schemas.microsoft.com/office/drawing/2014/main" id="{EF2F9A91-ED16-4210-AA25-755F77B500BE}"/>
              </a:ext>
            </a:extLst>
          </p:cNvPr>
          <p:cNvSpPr/>
          <p:nvPr/>
        </p:nvSpPr>
        <p:spPr>
          <a:xfrm>
            <a:off x="1140473" y="2626431"/>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lang="zh-CN" altLang="en-US" sz="2000" b="1" kern="0" dirty="0">
                <a:solidFill>
                  <a:srgbClr val="0C49B7"/>
                </a:solidFill>
                <a:latin typeface="Arial" panose="020F0502020204030204"/>
                <a:ea typeface="微软雅黑"/>
              </a:rPr>
              <a:t>流程</a:t>
            </a:r>
            <a:r>
              <a:rPr lang="en-US" altLang="zh-CN" sz="2000" b="1" kern="0" dirty="0">
                <a:solidFill>
                  <a:srgbClr val="0C49B7"/>
                </a:solidFill>
                <a:latin typeface="Arial" panose="020F0502020204030204"/>
                <a:ea typeface="微软雅黑"/>
              </a:rPr>
              <a:t>3</a:t>
            </a:r>
            <a:r>
              <a:rPr lang="zh-CN" altLang="en-US" sz="2000" b="1" kern="0" dirty="0">
                <a:solidFill>
                  <a:srgbClr val="0C49B7"/>
                </a:solidFill>
                <a:latin typeface="Arial" panose="020F0502020204030204"/>
                <a:ea typeface="微软雅黑"/>
              </a:rPr>
              <a:t>：</a:t>
            </a:r>
            <a:endParaRPr lang="en-US" altLang="zh-CN" sz="2000" b="1" kern="0" dirty="0">
              <a:solidFill>
                <a:srgbClr val="0C49B7"/>
              </a:solidFill>
              <a:latin typeface="Arial" panose="020F0502020204030204"/>
              <a:ea typeface="微软雅黑"/>
            </a:endParaRPr>
          </a:p>
          <a:p>
            <a:pPr algn="just">
              <a:lnSpc>
                <a:spcPct val="120000"/>
              </a:lnSpc>
              <a:defRPr/>
            </a:pPr>
            <a:r>
              <a:rPr lang="zh-CN" altLang="en-US" sz="2000" kern="0" dirty="0">
                <a:solidFill>
                  <a:srgbClr val="768394"/>
                </a:solidFill>
                <a:latin typeface="Arial" panose="020F0502020204030204"/>
                <a:ea typeface="微软雅黑"/>
              </a:rPr>
              <a:t>点击这里输入相关内容，点击这里输入相关内容。</a:t>
            </a:r>
          </a:p>
        </p:txBody>
      </p:sp>
      <p:grpSp>
        <p:nvGrpSpPr>
          <p:cNvPr id="32" name="组合 31">
            <a:extLst>
              <a:ext uri="{FF2B5EF4-FFF2-40B4-BE49-F238E27FC236}">
                <a16:creationId xmlns:a16="http://schemas.microsoft.com/office/drawing/2014/main" id="{DCF98740-3611-485A-B8E7-EEB0204552ED}"/>
              </a:ext>
            </a:extLst>
          </p:cNvPr>
          <p:cNvGrpSpPr/>
          <p:nvPr/>
        </p:nvGrpSpPr>
        <p:grpSpPr>
          <a:xfrm>
            <a:off x="5186381" y="5033703"/>
            <a:ext cx="1273305" cy="931688"/>
            <a:chOff x="5181464" y="4971296"/>
            <a:chExt cx="1273305" cy="931688"/>
          </a:xfrm>
          <a:solidFill>
            <a:srgbClr val="0C49B7">
              <a:alpha val="90000"/>
            </a:srgbClr>
          </a:solidFill>
        </p:grpSpPr>
        <p:sp>
          <p:nvSpPr>
            <p:cNvPr id="33" name="îṣḻíḑê">
              <a:extLst>
                <a:ext uri="{FF2B5EF4-FFF2-40B4-BE49-F238E27FC236}">
                  <a16:creationId xmlns:a16="http://schemas.microsoft.com/office/drawing/2014/main" id="{3A7A3551-9006-47C4-93E9-651AC2B07EEB}"/>
                </a:ext>
              </a:extLst>
            </p:cNvPr>
            <p:cNvSpPr/>
            <p:nvPr/>
          </p:nvSpPr>
          <p:spPr>
            <a:xfrm flipH="1">
              <a:off x="5523083" y="4971296"/>
              <a:ext cx="931686" cy="931688"/>
            </a:xfrm>
            <a:prstGeom prst="ellipse">
              <a:avLst/>
            </a:prstGeom>
            <a:grpFill/>
            <a:ln w="12700" cap="flat" cmpd="sng" algn="ctr">
              <a:noFill/>
              <a:prstDash val="solid"/>
              <a:miter lim="800000"/>
            </a:ln>
            <a:effectLst/>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defRPr/>
              </a:pPr>
              <a:endParaRPr lang="zh-CN" altLang="en-US">
                <a:solidFill>
                  <a:srgbClr val="FFFFFF"/>
                </a:solidFill>
                <a:latin typeface="Arial" panose="020F0502020204030204"/>
                <a:ea typeface="微软雅黑"/>
                <a:cs typeface="+mn-ea"/>
                <a:sym typeface="+mn-lt"/>
              </a:endParaRPr>
            </a:p>
          </p:txBody>
        </p:sp>
        <p:sp>
          <p:nvSpPr>
            <p:cNvPr id="34" name="íṡľiďè">
              <a:extLst>
                <a:ext uri="{FF2B5EF4-FFF2-40B4-BE49-F238E27FC236}">
                  <a16:creationId xmlns:a16="http://schemas.microsoft.com/office/drawing/2014/main" id="{810EF3A5-D4BE-4B66-9F01-2607B9BEFCF7}"/>
                </a:ext>
              </a:extLst>
            </p:cNvPr>
            <p:cNvSpPr/>
            <p:nvPr/>
          </p:nvSpPr>
          <p:spPr bwMode="auto">
            <a:xfrm flipH="1">
              <a:off x="5181464" y="5239904"/>
              <a:ext cx="276788" cy="426765"/>
            </a:xfrm>
            <a:custGeom>
              <a:avLst/>
              <a:gdLst>
                <a:gd name="T0" fmla="*/ 325000 h 606722"/>
                <a:gd name="T1" fmla="*/ 325000 h 606722"/>
                <a:gd name="T2" fmla="*/ 325000 h 606722"/>
                <a:gd name="T3" fmla="*/ 325000 h 606722"/>
                <a:gd name="T4" fmla="*/ 325000 h 606722"/>
                <a:gd name="T5" fmla="*/ 325000 h 606722"/>
                <a:gd name="T6" fmla="*/ 325000 h 606722"/>
                <a:gd name="T7" fmla="*/ 325000 h 606722"/>
                <a:gd name="T8" fmla="*/ 325000 h 606722"/>
                <a:gd name="T9" fmla="*/ 325000 h 606722"/>
                <a:gd name="T10" fmla="*/ 325000 h 606722"/>
                <a:gd name="T11" fmla="*/ 325000 h 606722"/>
                <a:gd name="T12" fmla="*/ 325000 h 606722"/>
                <a:gd name="T13" fmla="*/ 325000 h 606722"/>
                <a:gd name="T14" fmla="*/ 325000 h 606722"/>
                <a:gd name="T15" fmla="*/ 325000 h 606722"/>
                <a:gd name="T16" fmla="*/ 325000 h 606722"/>
                <a:gd name="T17" fmla="*/ 325000 h 606722"/>
                <a:gd name="T18" fmla="*/ 325000 h 606722"/>
                <a:gd name="T19" fmla="*/ 325000 h 606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1" h="3136">
                  <a:moveTo>
                    <a:pt x="0" y="3033"/>
                  </a:moveTo>
                  <a:lnTo>
                    <a:pt x="0" y="104"/>
                  </a:lnTo>
                  <a:cubicBezTo>
                    <a:pt x="0" y="66"/>
                    <a:pt x="22" y="31"/>
                    <a:pt x="56" y="16"/>
                  </a:cubicBezTo>
                  <a:cubicBezTo>
                    <a:pt x="90" y="0"/>
                    <a:pt x="131" y="6"/>
                    <a:pt x="159" y="30"/>
                  </a:cubicBezTo>
                  <a:lnTo>
                    <a:pt x="1997" y="1471"/>
                  </a:lnTo>
                  <a:cubicBezTo>
                    <a:pt x="2018" y="1489"/>
                    <a:pt x="2030" y="1515"/>
                    <a:pt x="2031" y="1543"/>
                  </a:cubicBezTo>
                  <a:cubicBezTo>
                    <a:pt x="2031" y="1570"/>
                    <a:pt x="2019" y="1598"/>
                    <a:pt x="1998" y="1616"/>
                  </a:cubicBezTo>
                  <a:lnTo>
                    <a:pt x="160" y="3105"/>
                  </a:lnTo>
                  <a:cubicBezTo>
                    <a:pt x="132" y="3130"/>
                    <a:pt x="91" y="3136"/>
                    <a:pt x="57" y="3121"/>
                  </a:cubicBezTo>
                  <a:cubicBezTo>
                    <a:pt x="22" y="3105"/>
                    <a:pt x="0" y="3071"/>
                    <a:pt x="0" y="3033"/>
                  </a:cubicBezTo>
                  <a:close/>
                </a:path>
              </a:pathLst>
            </a:custGeom>
            <a:grp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grpSp>
      <p:sp>
        <p:nvSpPr>
          <p:cNvPr id="35" name="ïslíḓé">
            <a:extLst>
              <a:ext uri="{FF2B5EF4-FFF2-40B4-BE49-F238E27FC236}">
                <a16:creationId xmlns:a16="http://schemas.microsoft.com/office/drawing/2014/main" id="{A63482A8-9FC4-411C-AA70-66C02DBC5BA7}"/>
              </a:ext>
            </a:extLst>
          </p:cNvPr>
          <p:cNvSpPr/>
          <p:nvPr/>
        </p:nvSpPr>
        <p:spPr bwMode="auto">
          <a:xfrm>
            <a:off x="5815461" y="5339493"/>
            <a:ext cx="363264" cy="320996"/>
          </a:xfrm>
          <a:custGeom>
            <a:avLst/>
            <a:gdLst>
              <a:gd name="connsiteX0" fmla="*/ 494452 w 603405"/>
              <a:gd name="connsiteY0" fmla="*/ 356003 h 533193"/>
              <a:gd name="connsiteX1" fmla="*/ 585270 w 603405"/>
              <a:gd name="connsiteY1" fmla="*/ 356003 h 533193"/>
              <a:gd name="connsiteX2" fmla="*/ 601782 w 603405"/>
              <a:gd name="connsiteY2" fmla="*/ 372480 h 533193"/>
              <a:gd name="connsiteX3" fmla="*/ 585270 w 603405"/>
              <a:gd name="connsiteY3" fmla="*/ 388957 h 533193"/>
              <a:gd name="connsiteX4" fmla="*/ 494452 w 603405"/>
              <a:gd name="connsiteY4" fmla="*/ 388957 h 533193"/>
              <a:gd name="connsiteX5" fmla="*/ 367511 w 603405"/>
              <a:gd name="connsiteY5" fmla="*/ 244227 h 533193"/>
              <a:gd name="connsiteX6" fmla="*/ 443780 w 603405"/>
              <a:gd name="connsiteY6" fmla="*/ 244227 h 533193"/>
              <a:gd name="connsiteX7" fmla="*/ 477411 w 603405"/>
              <a:gd name="connsiteY7" fmla="*/ 277633 h 533193"/>
              <a:gd name="connsiteX8" fmla="*/ 477861 w 603405"/>
              <a:gd name="connsiteY8" fmla="*/ 381744 h 533193"/>
              <a:gd name="connsiteX9" fmla="*/ 463748 w 603405"/>
              <a:gd name="connsiteY9" fmla="*/ 395975 h 533193"/>
              <a:gd name="connsiteX10" fmla="*/ 449486 w 603405"/>
              <a:gd name="connsiteY10" fmla="*/ 381894 h 533193"/>
              <a:gd name="connsiteX11" fmla="*/ 449035 w 603405"/>
              <a:gd name="connsiteY11" fmla="*/ 277782 h 533193"/>
              <a:gd name="connsiteX12" fmla="*/ 446033 w 603405"/>
              <a:gd name="connsiteY12" fmla="*/ 274786 h 533193"/>
              <a:gd name="connsiteX13" fmla="*/ 443030 w 603405"/>
              <a:gd name="connsiteY13" fmla="*/ 277782 h 533193"/>
              <a:gd name="connsiteX14" fmla="*/ 443330 w 603405"/>
              <a:gd name="connsiteY14" fmla="*/ 516116 h 533193"/>
              <a:gd name="connsiteX15" fmla="*/ 426215 w 603405"/>
              <a:gd name="connsiteY15" fmla="*/ 533193 h 533193"/>
              <a:gd name="connsiteX16" fmla="*/ 409249 w 603405"/>
              <a:gd name="connsiteY16" fmla="*/ 516116 h 533193"/>
              <a:gd name="connsiteX17" fmla="*/ 409249 w 603405"/>
              <a:gd name="connsiteY17" fmla="*/ 380096 h 533193"/>
              <a:gd name="connsiteX18" fmla="*/ 401893 w 603405"/>
              <a:gd name="connsiteY18" fmla="*/ 380096 h 533193"/>
              <a:gd name="connsiteX19" fmla="*/ 401893 w 603405"/>
              <a:gd name="connsiteY19" fmla="*/ 516116 h 533193"/>
              <a:gd name="connsiteX20" fmla="*/ 384778 w 603405"/>
              <a:gd name="connsiteY20" fmla="*/ 533193 h 533193"/>
              <a:gd name="connsiteX21" fmla="*/ 367812 w 603405"/>
              <a:gd name="connsiteY21" fmla="*/ 516116 h 533193"/>
              <a:gd name="connsiteX22" fmla="*/ 367812 w 603405"/>
              <a:gd name="connsiteY22" fmla="*/ 380096 h 533193"/>
              <a:gd name="connsiteX23" fmla="*/ 367812 w 603405"/>
              <a:gd name="connsiteY23" fmla="*/ 277782 h 533193"/>
              <a:gd name="connsiteX24" fmla="*/ 364959 w 603405"/>
              <a:gd name="connsiteY24" fmla="*/ 274936 h 533193"/>
              <a:gd name="connsiteX25" fmla="*/ 362257 w 603405"/>
              <a:gd name="connsiteY25" fmla="*/ 277782 h 533193"/>
              <a:gd name="connsiteX26" fmla="*/ 361656 w 603405"/>
              <a:gd name="connsiteY26" fmla="*/ 381894 h 533193"/>
              <a:gd name="connsiteX27" fmla="*/ 347544 w 603405"/>
              <a:gd name="connsiteY27" fmla="*/ 395975 h 533193"/>
              <a:gd name="connsiteX28" fmla="*/ 347393 w 603405"/>
              <a:gd name="connsiteY28" fmla="*/ 395975 h 533193"/>
              <a:gd name="connsiteX29" fmla="*/ 333281 w 603405"/>
              <a:gd name="connsiteY29" fmla="*/ 381744 h 533193"/>
              <a:gd name="connsiteX30" fmla="*/ 333881 w 603405"/>
              <a:gd name="connsiteY30" fmla="*/ 277633 h 533193"/>
              <a:gd name="connsiteX31" fmla="*/ 367511 w 603405"/>
              <a:gd name="connsiteY31" fmla="*/ 244227 h 533193"/>
              <a:gd name="connsiteX32" fmla="*/ 201525 w 603405"/>
              <a:gd name="connsiteY32" fmla="*/ 244227 h 533193"/>
              <a:gd name="connsiteX33" fmla="*/ 277906 w 603405"/>
              <a:gd name="connsiteY33" fmla="*/ 244227 h 533193"/>
              <a:gd name="connsiteX34" fmla="*/ 311520 w 603405"/>
              <a:gd name="connsiteY34" fmla="*/ 277633 h 533193"/>
              <a:gd name="connsiteX35" fmla="*/ 311970 w 603405"/>
              <a:gd name="connsiteY35" fmla="*/ 381744 h 533193"/>
              <a:gd name="connsiteX36" fmla="*/ 297864 w 603405"/>
              <a:gd name="connsiteY36" fmla="*/ 395975 h 533193"/>
              <a:gd name="connsiteX37" fmla="*/ 297714 w 603405"/>
              <a:gd name="connsiteY37" fmla="*/ 395975 h 533193"/>
              <a:gd name="connsiteX38" fmla="*/ 283608 w 603405"/>
              <a:gd name="connsiteY38" fmla="*/ 381894 h 533193"/>
              <a:gd name="connsiteX39" fmla="*/ 283008 w 603405"/>
              <a:gd name="connsiteY39" fmla="*/ 277782 h 533193"/>
              <a:gd name="connsiteX40" fmla="*/ 280007 w 603405"/>
              <a:gd name="connsiteY40" fmla="*/ 274786 h 533193"/>
              <a:gd name="connsiteX41" fmla="*/ 277156 w 603405"/>
              <a:gd name="connsiteY41" fmla="*/ 277782 h 533193"/>
              <a:gd name="connsiteX42" fmla="*/ 277456 w 603405"/>
              <a:gd name="connsiteY42" fmla="*/ 516116 h 533193"/>
              <a:gd name="connsiteX43" fmla="*/ 260349 w 603405"/>
              <a:gd name="connsiteY43" fmla="*/ 533193 h 533193"/>
              <a:gd name="connsiteX44" fmla="*/ 243242 w 603405"/>
              <a:gd name="connsiteY44" fmla="*/ 516116 h 533193"/>
              <a:gd name="connsiteX45" fmla="*/ 243242 w 603405"/>
              <a:gd name="connsiteY45" fmla="*/ 380096 h 533193"/>
              <a:gd name="connsiteX46" fmla="*/ 235889 w 603405"/>
              <a:gd name="connsiteY46" fmla="*/ 380096 h 533193"/>
              <a:gd name="connsiteX47" fmla="*/ 235889 w 603405"/>
              <a:gd name="connsiteY47" fmla="*/ 516116 h 533193"/>
              <a:gd name="connsiteX48" fmla="*/ 218932 w 603405"/>
              <a:gd name="connsiteY48" fmla="*/ 533193 h 533193"/>
              <a:gd name="connsiteX49" fmla="*/ 201825 w 603405"/>
              <a:gd name="connsiteY49" fmla="*/ 516116 h 533193"/>
              <a:gd name="connsiteX50" fmla="*/ 201825 w 603405"/>
              <a:gd name="connsiteY50" fmla="*/ 380096 h 533193"/>
              <a:gd name="connsiteX51" fmla="*/ 201825 w 603405"/>
              <a:gd name="connsiteY51" fmla="*/ 277782 h 533193"/>
              <a:gd name="connsiteX52" fmla="*/ 199124 w 603405"/>
              <a:gd name="connsiteY52" fmla="*/ 274936 h 533193"/>
              <a:gd name="connsiteX53" fmla="*/ 196423 w 603405"/>
              <a:gd name="connsiteY53" fmla="*/ 277782 h 533193"/>
              <a:gd name="connsiteX54" fmla="*/ 195822 w 603405"/>
              <a:gd name="connsiteY54" fmla="*/ 381894 h 533193"/>
              <a:gd name="connsiteX55" fmla="*/ 181567 w 603405"/>
              <a:gd name="connsiteY55" fmla="*/ 395975 h 533193"/>
              <a:gd name="connsiteX56" fmla="*/ 167461 w 603405"/>
              <a:gd name="connsiteY56" fmla="*/ 381744 h 533193"/>
              <a:gd name="connsiteX57" fmla="*/ 167911 w 603405"/>
              <a:gd name="connsiteY57" fmla="*/ 277633 h 533193"/>
              <a:gd name="connsiteX58" fmla="*/ 201525 w 603405"/>
              <a:gd name="connsiteY58" fmla="*/ 244227 h 533193"/>
              <a:gd name="connsiteX59" fmla="*/ 34214 w 603405"/>
              <a:gd name="connsiteY59" fmla="*/ 244227 h 533193"/>
              <a:gd name="connsiteX60" fmla="*/ 110445 w 603405"/>
              <a:gd name="connsiteY60" fmla="*/ 244227 h 533193"/>
              <a:gd name="connsiteX61" fmla="*/ 144059 w 603405"/>
              <a:gd name="connsiteY61" fmla="*/ 277633 h 533193"/>
              <a:gd name="connsiteX62" fmla="*/ 144509 w 603405"/>
              <a:gd name="connsiteY62" fmla="*/ 381744 h 533193"/>
              <a:gd name="connsiteX63" fmla="*/ 130403 w 603405"/>
              <a:gd name="connsiteY63" fmla="*/ 395975 h 533193"/>
              <a:gd name="connsiteX64" fmla="*/ 116147 w 603405"/>
              <a:gd name="connsiteY64" fmla="*/ 381894 h 533193"/>
              <a:gd name="connsiteX65" fmla="*/ 115697 w 603405"/>
              <a:gd name="connsiteY65" fmla="*/ 277782 h 533193"/>
              <a:gd name="connsiteX66" fmla="*/ 112696 w 603405"/>
              <a:gd name="connsiteY66" fmla="*/ 274786 h 533193"/>
              <a:gd name="connsiteX67" fmla="*/ 109694 w 603405"/>
              <a:gd name="connsiteY67" fmla="*/ 277782 h 533193"/>
              <a:gd name="connsiteX68" fmla="*/ 109995 w 603405"/>
              <a:gd name="connsiteY68" fmla="*/ 516116 h 533193"/>
              <a:gd name="connsiteX69" fmla="*/ 92888 w 603405"/>
              <a:gd name="connsiteY69" fmla="*/ 533193 h 533193"/>
              <a:gd name="connsiteX70" fmla="*/ 75931 w 603405"/>
              <a:gd name="connsiteY70" fmla="*/ 516116 h 533193"/>
              <a:gd name="connsiteX71" fmla="*/ 75931 w 603405"/>
              <a:gd name="connsiteY71" fmla="*/ 380096 h 533193"/>
              <a:gd name="connsiteX72" fmla="*/ 68578 w 603405"/>
              <a:gd name="connsiteY72" fmla="*/ 380096 h 533193"/>
              <a:gd name="connsiteX73" fmla="*/ 68578 w 603405"/>
              <a:gd name="connsiteY73" fmla="*/ 516116 h 533193"/>
              <a:gd name="connsiteX74" fmla="*/ 51471 w 603405"/>
              <a:gd name="connsiteY74" fmla="*/ 533193 h 533193"/>
              <a:gd name="connsiteX75" fmla="*/ 34364 w 603405"/>
              <a:gd name="connsiteY75" fmla="*/ 516116 h 533193"/>
              <a:gd name="connsiteX76" fmla="*/ 34364 w 603405"/>
              <a:gd name="connsiteY76" fmla="*/ 380096 h 533193"/>
              <a:gd name="connsiteX77" fmla="*/ 34364 w 603405"/>
              <a:gd name="connsiteY77" fmla="*/ 277782 h 533193"/>
              <a:gd name="connsiteX78" fmla="*/ 31663 w 603405"/>
              <a:gd name="connsiteY78" fmla="*/ 275086 h 533193"/>
              <a:gd name="connsiteX79" fmla="*/ 28962 w 603405"/>
              <a:gd name="connsiteY79" fmla="*/ 277782 h 533193"/>
              <a:gd name="connsiteX80" fmla="*/ 28361 w 603405"/>
              <a:gd name="connsiteY80" fmla="*/ 381894 h 533193"/>
              <a:gd name="connsiteX81" fmla="*/ 14256 w 603405"/>
              <a:gd name="connsiteY81" fmla="*/ 395975 h 533193"/>
              <a:gd name="connsiteX82" fmla="*/ 14106 w 603405"/>
              <a:gd name="connsiteY82" fmla="*/ 395975 h 533193"/>
              <a:gd name="connsiteX83" fmla="*/ 0 w 603405"/>
              <a:gd name="connsiteY83" fmla="*/ 381744 h 533193"/>
              <a:gd name="connsiteX84" fmla="*/ 600 w 603405"/>
              <a:gd name="connsiteY84" fmla="*/ 277633 h 533193"/>
              <a:gd name="connsiteX85" fmla="*/ 34214 w 603405"/>
              <a:gd name="connsiteY85" fmla="*/ 244227 h 533193"/>
              <a:gd name="connsiteX86" fmla="*/ 298774 w 603405"/>
              <a:gd name="connsiteY86" fmla="*/ 232090 h 533193"/>
              <a:gd name="connsiteX87" fmla="*/ 346547 w 603405"/>
              <a:gd name="connsiteY87" fmla="*/ 232090 h 533193"/>
              <a:gd name="connsiteX88" fmla="*/ 322660 w 603405"/>
              <a:gd name="connsiteY88" fmla="*/ 254883 h 533193"/>
              <a:gd name="connsiteX89" fmla="*/ 298774 w 603405"/>
              <a:gd name="connsiteY89" fmla="*/ 232090 h 533193"/>
              <a:gd name="connsiteX90" fmla="*/ 405716 w 603405"/>
              <a:gd name="connsiteY90" fmla="*/ 176061 h 533193"/>
              <a:gd name="connsiteX91" fmla="*/ 435177 w 603405"/>
              <a:gd name="connsiteY91" fmla="*/ 205417 h 533193"/>
              <a:gd name="connsiteX92" fmla="*/ 405716 w 603405"/>
              <a:gd name="connsiteY92" fmla="*/ 234773 h 533193"/>
              <a:gd name="connsiteX93" fmla="*/ 376255 w 603405"/>
              <a:gd name="connsiteY93" fmla="*/ 205417 h 533193"/>
              <a:gd name="connsiteX94" fmla="*/ 405716 w 603405"/>
              <a:gd name="connsiteY94" fmla="*/ 176061 h 533193"/>
              <a:gd name="connsiteX95" fmla="*/ 239817 w 603405"/>
              <a:gd name="connsiteY95" fmla="*/ 176061 h 533193"/>
              <a:gd name="connsiteX96" fmla="*/ 269208 w 603405"/>
              <a:gd name="connsiteY96" fmla="*/ 205417 h 533193"/>
              <a:gd name="connsiteX97" fmla="*/ 239817 w 603405"/>
              <a:gd name="connsiteY97" fmla="*/ 234773 h 533193"/>
              <a:gd name="connsiteX98" fmla="*/ 210426 w 603405"/>
              <a:gd name="connsiteY98" fmla="*/ 205417 h 533193"/>
              <a:gd name="connsiteX99" fmla="*/ 239817 w 603405"/>
              <a:gd name="connsiteY99" fmla="*/ 176061 h 533193"/>
              <a:gd name="connsiteX100" fmla="*/ 72325 w 603405"/>
              <a:gd name="connsiteY100" fmla="*/ 176061 h 533193"/>
              <a:gd name="connsiteX101" fmla="*/ 101897 w 603405"/>
              <a:gd name="connsiteY101" fmla="*/ 205416 h 533193"/>
              <a:gd name="connsiteX102" fmla="*/ 72325 w 603405"/>
              <a:gd name="connsiteY102" fmla="*/ 234772 h 533193"/>
              <a:gd name="connsiteX103" fmla="*/ 42904 w 603405"/>
              <a:gd name="connsiteY103" fmla="*/ 205416 h 533193"/>
              <a:gd name="connsiteX104" fmla="*/ 72325 w 603405"/>
              <a:gd name="connsiteY104" fmla="*/ 176061 h 533193"/>
              <a:gd name="connsiteX105" fmla="*/ 1200 w 603405"/>
              <a:gd name="connsiteY105" fmla="*/ 56241 h 533193"/>
              <a:gd name="connsiteX106" fmla="*/ 384613 w 603405"/>
              <a:gd name="connsiteY106" fmla="*/ 56241 h 533193"/>
              <a:gd name="connsiteX107" fmla="*/ 603405 w 603405"/>
              <a:gd name="connsiteY107" fmla="*/ 274494 h 533193"/>
              <a:gd name="connsiteX108" fmla="*/ 540979 w 603405"/>
              <a:gd name="connsiteY108" fmla="*/ 336809 h 533193"/>
              <a:gd name="connsiteX109" fmla="*/ 494459 w 603405"/>
              <a:gd name="connsiteY109" fmla="*/ 336809 h 533193"/>
              <a:gd name="connsiteX110" fmla="*/ 494159 w 603405"/>
              <a:gd name="connsiteY110" fmla="*/ 277490 h 533193"/>
              <a:gd name="connsiteX111" fmla="*/ 464747 w 603405"/>
              <a:gd name="connsiteY111" fmla="*/ 232102 h 533193"/>
              <a:gd name="connsiteX112" fmla="*/ 551333 w 603405"/>
              <a:gd name="connsiteY112" fmla="*/ 232102 h 533193"/>
              <a:gd name="connsiteX113" fmla="*/ 551483 w 603405"/>
              <a:gd name="connsiteY113" fmla="*/ 232102 h 533193"/>
              <a:gd name="connsiteX114" fmla="*/ 557636 w 603405"/>
              <a:gd name="connsiteY114" fmla="*/ 228806 h 533193"/>
              <a:gd name="connsiteX115" fmla="*/ 558236 w 603405"/>
              <a:gd name="connsiteY115" fmla="*/ 221766 h 533193"/>
              <a:gd name="connsiteX116" fmla="*/ 504663 w 603405"/>
              <a:gd name="connsiteY116" fmla="*/ 136532 h 533193"/>
              <a:gd name="connsiteX117" fmla="*/ 415676 w 603405"/>
              <a:gd name="connsiteY117" fmla="*/ 97585 h 533193"/>
              <a:gd name="connsiteX118" fmla="*/ 397968 w 603405"/>
              <a:gd name="connsiteY118" fmla="*/ 97585 h 533193"/>
              <a:gd name="connsiteX119" fmla="*/ 397968 w 603405"/>
              <a:gd name="connsiteY119" fmla="*/ 159900 h 533193"/>
              <a:gd name="connsiteX120" fmla="*/ 364954 w 603405"/>
              <a:gd name="connsiteY120" fmla="*/ 183568 h 533193"/>
              <a:gd name="connsiteX121" fmla="*/ 364954 w 603405"/>
              <a:gd name="connsiteY121" fmla="*/ 97585 h 533193"/>
              <a:gd name="connsiteX122" fmla="*/ 174223 w 603405"/>
              <a:gd name="connsiteY122" fmla="*/ 97585 h 533193"/>
              <a:gd name="connsiteX123" fmla="*/ 174223 w 603405"/>
              <a:gd name="connsiteY123" fmla="*/ 232102 h 533193"/>
              <a:gd name="connsiteX124" fmla="*/ 180526 w 603405"/>
              <a:gd name="connsiteY124" fmla="*/ 232102 h 533193"/>
              <a:gd name="connsiteX125" fmla="*/ 174223 w 603405"/>
              <a:gd name="connsiteY125" fmla="*/ 235547 h 533193"/>
              <a:gd name="connsiteX126" fmla="*/ 156065 w 603405"/>
              <a:gd name="connsiteY126" fmla="*/ 256369 h 533193"/>
              <a:gd name="connsiteX127" fmla="*/ 141209 w 603405"/>
              <a:gd name="connsiteY127" fmla="*/ 238093 h 533193"/>
              <a:gd name="connsiteX128" fmla="*/ 131455 w 603405"/>
              <a:gd name="connsiteY128" fmla="*/ 232102 h 533193"/>
              <a:gd name="connsiteX129" fmla="*/ 141209 w 603405"/>
              <a:gd name="connsiteY129" fmla="*/ 232102 h 533193"/>
              <a:gd name="connsiteX130" fmla="*/ 141209 w 603405"/>
              <a:gd name="connsiteY130" fmla="*/ 97585 h 533193"/>
              <a:gd name="connsiteX131" fmla="*/ 1200 w 603405"/>
              <a:gd name="connsiteY131" fmla="*/ 97585 h 533193"/>
              <a:gd name="connsiteX132" fmla="*/ 30337 w 603405"/>
              <a:gd name="connsiteY132" fmla="*/ 0 h 533193"/>
              <a:gd name="connsiteX133" fmla="*/ 450496 w 603405"/>
              <a:gd name="connsiteY133" fmla="*/ 0 h 533193"/>
              <a:gd name="connsiteX134" fmla="*/ 467002 w 603405"/>
              <a:gd name="connsiteY134" fmla="*/ 16512 h 533193"/>
              <a:gd name="connsiteX135" fmla="*/ 450496 w 603405"/>
              <a:gd name="connsiteY135" fmla="*/ 33025 h 533193"/>
              <a:gd name="connsiteX136" fmla="*/ 30337 w 603405"/>
              <a:gd name="connsiteY136" fmla="*/ 33025 h 533193"/>
              <a:gd name="connsiteX137" fmla="*/ 13831 w 603405"/>
              <a:gd name="connsiteY137" fmla="*/ 16512 h 533193"/>
              <a:gd name="connsiteX138" fmla="*/ 30337 w 603405"/>
              <a:gd name="connsiteY138" fmla="*/ 0 h 53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Lst>
            <a:rect l="l" t="t" r="r" b="b"/>
            <a:pathLst>
              <a:path w="603405" h="533193">
                <a:moveTo>
                  <a:pt x="494452" y="356003"/>
                </a:moveTo>
                <a:lnTo>
                  <a:pt x="585270" y="356003"/>
                </a:lnTo>
                <a:cubicBezTo>
                  <a:pt x="594277" y="356003"/>
                  <a:pt x="601782" y="363343"/>
                  <a:pt x="601782" y="372480"/>
                </a:cubicBezTo>
                <a:cubicBezTo>
                  <a:pt x="601782" y="381617"/>
                  <a:pt x="594277" y="388957"/>
                  <a:pt x="585270" y="388957"/>
                </a:cubicBezTo>
                <a:lnTo>
                  <a:pt x="494452" y="388957"/>
                </a:lnTo>
                <a:close/>
                <a:moveTo>
                  <a:pt x="367511" y="244227"/>
                </a:moveTo>
                <a:lnTo>
                  <a:pt x="443780" y="244227"/>
                </a:lnTo>
                <a:cubicBezTo>
                  <a:pt x="462247" y="244227"/>
                  <a:pt x="477261" y="259207"/>
                  <a:pt x="477411" y="277633"/>
                </a:cubicBezTo>
                <a:lnTo>
                  <a:pt x="477861" y="381744"/>
                </a:lnTo>
                <a:cubicBezTo>
                  <a:pt x="478011" y="389534"/>
                  <a:pt x="471706" y="395975"/>
                  <a:pt x="463748" y="395975"/>
                </a:cubicBezTo>
                <a:cubicBezTo>
                  <a:pt x="455941" y="395975"/>
                  <a:pt x="449486" y="389684"/>
                  <a:pt x="449486" y="381894"/>
                </a:cubicBezTo>
                <a:lnTo>
                  <a:pt x="449035" y="277782"/>
                </a:lnTo>
                <a:cubicBezTo>
                  <a:pt x="449035" y="276135"/>
                  <a:pt x="447684" y="274786"/>
                  <a:pt x="446033" y="274786"/>
                </a:cubicBezTo>
                <a:cubicBezTo>
                  <a:pt x="444381" y="274786"/>
                  <a:pt x="443030" y="276135"/>
                  <a:pt x="443030" y="277782"/>
                </a:cubicBezTo>
                <a:cubicBezTo>
                  <a:pt x="443030" y="419944"/>
                  <a:pt x="443330" y="291115"/>
                  <a:pt x="443330" y="516116"/>
                </a:cubicBezTo>
                <a:cubicBezTo>
                  <a:pt x="443330" y="525553"/>
                  <a:pt x="435673" y="533193"/>
                  <a:pt x="426215" y="533193"/>
                </a:cubicBezTo>
                <a:cubicBezTo>
                  <a:pt x="416906" y="533193"/>
                  <a:pt x="409249" y="525553"/>
                  <a:pt x="409249" y="516116"/>
                </a:cubicBezTo>
                <a:lnTo>
                  <a:pt x="409249" y="380096"/>
                </a:lnTo>
                <a:lnTo>
                  <a:pt x="401893" y="380096"/>
                </a:lnTo>
                <a:lnTo>
                  <a:pt x="401893" y="516116"/>
                </a:lnTo>
                <a:cubicBezTo>
                  <a:pt x="401893" y="525553"/>
                  <a:pt x="394236" y="533193"/>
                  <a:pt x="384778" y="533193"/>
                </a:cubicBezTo>
                <a:cubicBezTo>
                  <a:pt x="375319" y="533193"/>
                  <a:pt x="367812" y="525553"/>
                  <a:pt x="367812" y="516116"/>
                </a:cubicBezTo>
                <a:lnTo>
                  <a:pt x="367812" y="380096"/>
                </a:lnTo>
                <a:lnTo>
                  <a:pt x="367812" y="277782"/>
                </a:lnTo>
                <a:cubicBezTo>
                  <a:pt x="367812" y="276284"/>
                  <a:pt x="366461" y="274936"/>
                  <a:pt x="364959" y="274936"/>
                </a:cubicBezTo>
                <a:cubicBezTo>
                  <a:pt x="363458" y="274936"/>
                  <a:pt x="362257" y="276284"/>
                  <a:pt x="362257" y="277782"/>
                </a:cubicBezTo>
                <a:lnTo>
                  <a:pt x="361656" y="381894"/>
                </a:lnTo>
                <a:cubicBezTo>
                  <a:pt x="361656" y="389684"/>
                  <a:pt x="355351" y="395975"/>
                  <a:pt x="347544" y="395975"/>
                </a:cubicBezTo>
                <a:lnTo>
                  <a:pt x="347393" y="395975"/>
                </a:lnTo>
                <a:cubicBezTo>
                  <a:pt x="339586" y="395975"/>
                  <a:pt x="333281" y="389534"/>
                  <a:pt x="333281" y="381744"/>
                </a:cubicBezTo>
                <a:lnTo>
                  <a:pt x="333881" y="277633"/>
                </a:lnTo>
                <a:cubicBezTo>
                  <a:pt x="333881" y="259207"/>
                  <a:pt x="349045" y="244227"/>
                  <a:pt x="367511" y="244227"/>
                </a:cubicBezTo>
                <a:close/>
                <a:moveTo>
                  <a:pt x="201525" y="244227"/>
                </a:moveTo>
                <a:lnTo>
                  <a:pt x="277906" y="244227"/>
                </a:lnTo>
                <a:cubicBezTo>
                  <a:pt x="296213" y="244227"/>
                  <a:pt x="311370" y="259207"/>
                  <a:pt x="311520" y="277633"/>
                </a:cubicBezTo>
                <a:lnTo>
                  <a:pt x="311970" y="381744"/>
                </a:lnTo>
                <a:cubicBezTo>
                  <a:pt x="311970" y="389534"/>
                  <a:pt x="305667" y="395975"/>
                  <a:pt x="297864" y="395975"/>
                </a:cubicBezTo>
                <a:lnTo>
                  <a:pt x="297714" y="395975"/>
                </a:lnTo>
                <a:cubicBezTo>
                  <a:pt x="289911" y="395975"/>
                  <a:pt x="283608" y="389684"/>
                  <a:pt x="283608" y="381894"/>
                </a:cubicBezTo>
                <a:lnTo>
                  <a:pt x="283008" y="277782"/>
                </a:lnTo>
                <a:cubicBezTo>
                  <a:pt x="283008" y="276135"/>
                  <a:pt x="281657" y="274786"/>
                  <a:pt x="280007" y="274786"/>
                </a:cubicBezTo>
                <a:cubicBezTo>
                  <a:pt x="278356" y="274786"/>
                  <a:pt x="277156" y="276135"/>
                  <a:pt x="277156" y="277782"/>
                </a:cubicBezTo>
                <a:cubicBezTo>
                  <a:pt x="277156" y="419944"/>
                  <a:pt x="277456" y="291115"/>
                  <a:pt x="277456" y="516116"/>
                </a:cubicBezTo>
                <a:cubicBezTo>
                  <a:pt x="277456" y="525553"/>
                  <a:pt x="269803" y="533193"/>
                  <a:pt x="260349" y="533193"/>
                </a:cubicBezTo>
                <a:cubicBezTo>
                  <a:pt x="250895" y="533193"/>
                  <a:pt x="243242" y="525553"/>
                  <a:pt x="243242" y="516116"/>
                </a:cubicBezTo>
                <a:lnTo>
                  <a:pt x="243242" y="380096"/>
                </a:lnTo>
                <a:lnTo>
                  <a:pt x="235889" y="380096"/>
                </a:lnTo>
                <a:lnTo>
                  <a:pt x="235889" y="516116"/>
                </a:lnTo>
                <a:cubicBezTo>
                  <a:pt x="235889" y="525553"/>
                  <a:pt x="228386" y="533193"/>
                  <a:pt x="218932" y="533193"/>
                </a:cubicBezTo>
                <a:cubicBezTo>
                  <a:pt x="209478" y="533193"/>
                  <a:pt x="201825" y="525553"/>
                  <a:pt x="201825" y="516116"/>
                </a:cubicBezTo>
                <a:lnTo>
                  <a:pt x="201825" y="380096"/>
                </a:lnTo>
                <a:lnTo>
                  <a:pt x="201825" y="277782"/>
                </a:lnTo>
                <a:cubicBezTo>
                  <a:pt x="201825" y="276284"/>
                  <a:pt x="200624" y="274936"/>
                  <a:pt x="199124" y="274936"/>
                </a:cubicBezTo>
                <a:cubicBezTo>
                  <a:pt x="197623" y="274936"/>
                  <a:pt x="196423" y="276284"/>
                  <a:pt x="196423" y="277782"/>
                </a:cubicBezTo>
                <a:lnTo>
                  <a:pt x="195822" y="381894"/>
                </a:lnTo>
                <a:cubicBezTo>
                  <a:pt x="195822" y="389684"/>
                  <a:pt x="189370" y="395975"/>
                  <a:pt x="181567" y="395975"/>
                </a:cubicBezTo>
                <a:cubicBezTo>
                  <a:pt x="173763" y="395975"/>
                  <a:pt x="167311" y="389534"/>
                  <a:pt x="167461" y="381744"/>
                </a:cubicBezTo>
                <a:lnTo>
                  <a:pt x="167911" y="277633"/>
                </a:lnTo>
                <a:cubicBezTo>
                  <a:pt x="168061" y="259207"/>
                  <a:pt x="183067" y="244227"/>
                  <a:pt x="201525" y="244227"/>
                </a:cubicBezTo>
                <a:close/>
                <a:moveTo>
                  <a:pt x="34214" y="244227"/>
                </a:moveTo>
                <a:lnTo>
                  <a:pt x="110445" y="244227"/>
                </a:lnTo>
                <a:cubicBezTo>
                  <a:pt x="128902" y="244227"/>
                  <a:pt x="143908" y="259207"/>
                  <a:pt x="144059" y="277633"/>
                </a:cubicBezTo>
                <a:lnTo>
                  <a:pt x="144509" y="381744"/>
                </a:lnTo>
                <a:cubicBezTo>
                  <a:pt x="144659" y="389534"/>
                  <a:pt x="138206" y="395975"/>
                  <a:pt x="130403" y="395975"/>
                </a:cubicBezTo>
                <a:cubicBezTo>
                  <a:pt x="122600" y="395975"/>
                  <a:pt x="116147" y="389684"/>
                  <a:pt x="116147" y="381894"/>
                </a:cubicBezTo>
                <a:lnTo>
                  <a:pt x="115697" y="277782"/>
                </a:lnTo>
                <a:cubicBezTo>
                  <a:pt x="115547" y="276135"/>
                  <a:pt x="114346" y="274786"/>
                  <a:pt x="112696" y="274786"/>
                </a:cubicBezTo>
                <a:cubicBezTo>
                  <a:pt x="111045" y="274786"/>
                  <a:pt x="109694" y="276135"/>
                  <a:pt x="109694" y="277782"/>
                </a:cubicBezTo>
                <a:cubicBezTo>
                  <a:pt x="109694" y="343695"/>
                  <a:pt x="109995" y="452450"/>
                  <a:pt x="109995" y="516116"/>
                </a:cubicBezTo>
                <a:cubicBezTo>
                  <a:pt x="109995" y="525553"/>
                  <a:pt x="102341" y="533193"/>
                  <a:pt x="92888" y="533193"/>
                </a:cubicBezTo>
                <a:cubicBezTo>
                  <a:pt x="83584" y="533193"/>
                  <a:pt x="75931" y="525553"/>
                  <a:pt x="75931" y="516116"/>
                </a:cubicBezTo>
                <a:lnTo>
                  <a:pt x="75931" y="380096"/>
                </a:lnTo>
                <a:lnTo>
                  <a:pt x="68578" y="380096"/>
                </a:lnTo>
                <a:lnTo>
                  <a:pt x="68578" y="516116"/>
                </a:lnTo>
                <a:cubicBezTo>
                  <a:pt x="68578" y="525553"/>
                  <a:pt x="60925" y="533193"/>
                  <a:pt x="51471" y="533193"/>
                </a:cubicBezTo>
                <a:cubicBezTo>
                  <a:pt x="42017" y="533193"/>
                  <a:pt x="34364" y="525553"/>
                  <a:pt x="34364" y="516116"/>
                </a:cubicBezTo>
                <a:lnTo>
                  <a:pt x="34364" y="380096"/>
                </a:lnTo>
                <a:lnTo>
                  <a:pt x="34364" y="277782"/>
                </a:lnTo>
                <a:cubicBezTo>
                  <a:pt x="34364" y="276284"/>
                  <a:pt x="33163" y="275086"/>
                  <a:pt x="31663" y="275086"/>
                </a:cubicBezTo>
                <a:cubicBezTo>
                  <a:pt x="30162" y="274936"/>
                  <a:pt x="28962" y="276284"/>
                  <a:pt x="28962" y="277782"/>
                </a:cubicBezTo>
                <a:lnTo>
                  <a:pt x="28361" y="381894"/>
                </a:lnTo>
                <a:cubicBezTo>
                  <a:pt x="28361" y="389684"/>
                  <a:pt x="22059" y="395975"/>
                  <a:pt x="14256" y="395975"/>
                </a:cubicBezTo>
                <a:lnTo>
                  <a:pt x="14106" y="395975"/>
                </a:lnTo>
                <a:cubicBezTo>
                  <a:pt x="6302" y="395975"/>
                  <a:pt x="0" y="389534"/>
                  <a:pt x="0" y="381744"/>
                </a:cubicBezTo>
                <a:lnTo>
                  <a:pt x="600" y="277633"/>
                </a:lnTo>
                <a:cubicBezTo>
                  <a:pt x="600" y="259207"/>
                  <a:pt x="15756" y="244227"/>
                  <a:pt x="34214" y="244227"/>
                </a:cubicBezTo>
                <a:close/>
                <a:moveTo>
                  <a:pt x="298774" y="232090"/>
                </a:moveTo>
                <a:lnTo>
                  <a:pt x="346547" y="232090"/>
                </a:lnTo>
                <a:cubicBezTo>
                  <a:pt x="336331" y="236739"/>
                  <a:pt x="327768" y="244836"/>
                  <a:pt x="322660" y="254883"/>
                </a:cubicBezTo>
                <a:cubicBezTo>
                  <a:pt x="317552" y="244836"/>
                  <a:pt x="309140" y="236739"/>
                  <a:pt x="298774" y="232090"/>
                </a:cubicBezTo>
                <a:close/>
                <a:moveTo>
                  <a:pt x="405716" y="176061"/>
                </a:moveTo>
                <a:cubicBezTo>
                  <a:pt x="421987" y="176061"/>
                  <a:pt x="435177" y="189204"/>
                  <a:pt x="435177" y="205417"/>
                </a:cubicBezTo>
                <a:cubicBezTo>
                  <a:pt x="435177" y="221630"/>
                  <a:pt x="421987" y="234773"/>
                  <a:pt x="405716" y="234773"/>
                </a:cubicBezTo>
                <a:cubicBezTo>
                  <a:pt x="389445" y="234773"/>
                  <a:pt x="376255" y="221630"/>
                  <a:pt x="376255" y="205417"/>
                </a:cubicBezTo>
                <a:cubicBezTo>
                  <a:pt x="376255" y="189204"/>
                  <a:pt x="389445" y="176061"/>
                  <a:pt x="405716" y="176061"/>
                </a:cubicBezTo>
                <a:close/>
                <a:moveTo>
                  <a:pt x="239817" y="176061"/>
                </a:moveTo>
                <a:cubicBezTo>
                  <a:pt x="256049" y="176061"/>
                  <a:pt x="269208" y="189204"/>
                  <a:pt x="269208" y="205417"/>
                </a:cubicBezTo>
                <a:cubicBezTo>
                  <a:pt x="269208" y="221630"/>
                  <a:pt x="256049" y="234773"/>
                  <a:pt x="239817" y="234773"/>
                </a:cubicBezTo>
                <a:cubicBezTo>
                  <a:pt x="223585" y="234773"/>
                  <a:pt x="210426" y="221630"/>
                  <a:pt x="210426" y="205417"/>
                </a:cubicBezTo>
                <a:cubicBezTo>
                  <a:pt x="210426" y="189204"/>
                  <a:pt x="223585" y="176061"/>
                  <a:pt x="239817" y="176061"/>
                </a:cubicBezTo>
                <a:close/>
                <a:moveTo>
                  <a:pt x="72325" y="176061"/>
                </a:moveTo>
                <a:cubicBezTo>
                  <a:pt x="88687" y="176061"/>
                  <a:pt x="101897" y="189241"/>
                  <a:pt x="101897" y="205416"/>
                </a:cubicBezTo>
                <a:cubicBezTo>
                  <a:pt x="101897" y="221592"/>
                  <a:pt x="88687" y="234772"/>
                  <a:pt x="72325" y="234772"/>
                </a:cubicBezTo>
                <a:cubicBezTo>
                  <a:pt x="56113" y="234772"/>
                  <a:pt x="42904" y="221592"/>
                  <a:pt x="42904" y="205416"/>
                </a:cubicBezTo>
                <a:cubicBezTo>
                  <a:pt x="42904" y="189241"/>
                  <a:pt x="55963" y="176061"/>
                  <a:pt x="72325" y="176061"/>
                </a:cubicBezTo>
                <a:close/>
                <a:moveTo>
                  <a:pt x="1200" y="56241"/>
                </a:moveTo>
                <a:lnTo>
                  <a:pt x="384613" y="56241"/>
                </a:lnTo>
                <a:cubicBezTo>
                  <a:pt x="505414" y="56241"/>
                  <a:pt x="603405" y="154058"/>
                  <a:pt x="603405" y="274494"/>
                </a:cubicBezTo>
                <a:cubicBezTo>
                  <a:pt x="603405" y="308947"/>
                  <a:pt x="575493" y="336809"/>
                  <a:pt x="540979" y="336809"/>
                </a:cubicBezTo>
                <a:lnTo>
                  <a:pt x="494459" y="336809"/>
                </a:lnTo>
                <a:lnTo>
                  <a:pt x="494159" y="277490"/>
                </a:lnTo>
                <a:cubicBezTo>
                  <a:pt x="494009" y="257417"/>
                  <a:pt x="482004" y="240041"/>
                  <a:pt x="464747" y="232102"/>
                </a:cubicBezTo>
                <a:lnTo>
                  <a:pt x="551333" y="232102"/>
                </a:lnTo>
                <a:lnTo>
                  <a:pt x="551483" y="232102"/>
                </a:lnTo>
                <a:cubicBezTo>
                  <a:pt x="553884" y="232102"/>
                  <a:pt x="556285" y="230753"/>
                  <a:pt x="557636" y="228806"/>
                </a:cubicBezTo>
                <a:cubicBezTo>
                  <a:pt x="558986" y="226709"/>
                  <a:pt x="559136" y="224013"/>
                  <a:pt x="558236" y="221766"/>
                </a:cubicBezTo>
                <a:cubicBezTo>
                  <a:pt x="550283" y="203790"/>
                  <a:pt x="531825" y="165892"/>
                  <a:pt x="504663" y="136532"/>
                </a:cubicBezTo>
                <a:cubicBezTo>
                  <a:pt x="481704" y="111666"/>
                  <a:pt x="449440" y="97585"/>
                  <a:pt x="415676" y="97585"/>
                </a:cubicBezTo>
                <a:lnTo>
                  <a:pt x="397968" y="97585"/>
                </a:lnTo>
                <a:lnTo>
                  <a:pt x="397968" y="159900"/>
                </a:lnTo>
                <a:cubicBezTo>
                  <a:pt x="383712" y="162297"/>
                  <a:pt x="371707" y="171284"/>
                  <a:pt x="364954" y="183568"/>
                </a:cubicBezTo>
                <a:lnTo>
                  <a:pt x="364954" y="97585"/>
                </a:lnTo>
                <a:lnTo>
                  <a:pt x="174223" y="97585"/>
                </a:lnTo>
                <a:lnTo>
                  <a:pt x="174223" y="232102"/>
                </a:lnTo>
                <a:lnTo>
                  <a:pt x="180526" y="232102"/>
                </a:lnTo>
                <a:cubicBezTo>
                  <a:pt x="178425" y="233150"/>
                  <a:pt x="176324" y="234199"/>
                  <a:pt x="174223" y="235547"/>
                </a:cubicBezTo>
                <a:cubicBezTo>
                  <a:pt x="166420" y="240640"/>
                  <a:pt x="159967" y="247830"/>
                  <a:pt x="156065" y="256369"/>
                </a:cubicBezTo>
                <a:cubicBezTo>
                  <a:pt x="152614" y="249178"/>
                  <a:pt x="147512" y="242887"/>
                  <a:pt x="141209" y="238093"/>
                </a:cubicBezTo>
                <a:cubicBezTo>
                  <a:pt x="138208" y="235697"/>
                  <a:pt x="134906" y="233749"/>
                  <a:pt x="131455" y="232102"/>
                </a:cubicBezTo>
                <a:lnTo>
                  <a:pt x="141209" y="232102"/>
                </a:lnTo>
                <a:lnTo>
                  <a:pt x="141209" y="97585"/>
                </a:lnTo>
                <a:lnTo>
                  <a:pt x="1200" y="97585"/>
                </a:lnTo>
                <a:close/>
                <a:moveTo>
                  <a:pt x="30337" y="0"/>
                </a:moveTo>
                <a:lnTo>
                  <a:pt x="450496" y="0"/>
                </a:lnTo>
                <a:cubicBezTo>
                  <a:pt x="459649" y="0"/>
                  <a:pt x="467002" y="7356"/>
                  <a:pt x="467002" y="16512"/>
                </a:cubicBezTo>
                <a:cubicBezTo>
                  <a:pt x="467002" y="25669"/>
                  <a:pt x="459649" y="33025"/>
                  <a:pt x="450496" y="33025"/>
                </a:cubicBezTo>
                <a:lnTo>
                  <a:pt x="30337" y="33025"/>
                </a:lnTo>
                <a:cubicBezTo>
                  <a:pt x="21184" y="33025"/>
                  <a:pt x="13831" y="25669"/>
                  <a:pt x="13831" y="16512"/>
                </a:cubicBezTo>
                <a:cubicBezTo>
                  <a:pt x="13831" y="7356"/>
                  <a:pt x="21184" y="0"/>
                  <a:pt x="30337"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endParaRPr lang="zh-CN" altLang="en-US">
              <a:solidFill>
                <a:srgbClr val="000000"/>
              </a:solidFill>
              <a:latin typeface="Arial" panose="020F0502020204030204"/>
              <a:ea typeface="微软雅黑"/>
              <a:cs typeface="+mn-ea"/>
              <a:sym typeface="+mn-lt"/>
            </a:endParaRPr>
          </a:p>
        </p:txBody>
      </p:sp>
      <p:sp>
        <p:nvSpPr>
          <p:cNvPr id="36" name="矩形: 圆角 35">
            <a:extLst>
              <a:ext uri="{FF2B5EF4-FFF2-40B4-BE49-F238E27FC236}">
                <a16:creationId xmlns:a16="http://schemas.microsoft.com/office/drawing/2014/main" id="{86259934-4BEF-4DD2-99D4-5BEBC3D4519B}"/>
              </a:ext>
            </a:extLst>
          </p:cNvPr>
          <p:cNvSpPr/>
          <p:nvPr/>
        </p:nvSpPr>
        <p:spPr>
          <a:xfrm>
            <a:off x="940358" y="4742116"/>
            <a:ext cx="4082426" cy="1330243"/>
          </a:xfrm>
          <a:prstGeom prst="roundRect">
            <a:avLst>
              <a:gd name="adj" fmla="val 20475"/>
            </a:avLst>
          </a:prstGeom>
          <a:solidFill>
            <a:srgbClr val="FFFFFF"/>
          </a:solidFill>
          <a:ln w="12700" cap="flat" cmpd="sng" algn="ctr">
            <a:noFill/>
            <a:prstDash val="solid"/>
            <a:miter lim="800000"/>
          </a:ln>
          <a:effectLst>
            <a:outerShdw blurRad="304800" sx="102000" sy="102000" algn="ctr" rotWithShape="0">
              <a:prstClr val="black">
                <a:alpha val="25000"/>
              </a:prstClr>
            </a:outerShdw>
          </a:effectLst>
        </p:spPr>
        <p:txBody>
          <a:bodyPr rtlCol="0" anchor="t"/>
          <a:lstStyle/>
          <a:p>
            <a:pPr algn="just">
              <a:lnSpc>
                <a:spcPct val="120000"/>
              </a:lnSpc>
              <a:defRPr/>
            </a:pPr>
            <a:r>
              <a:rPr lang="zh-CN" altLang="en-US" sz="2000" b="1" kern="0" dirty="0">
                <a:solidFill>
                  <a:srgbClr val="0C49B7"/>
                </a:solidFill>
                <a:latin typeface="Arial" panose="020F0502020204030204"/>
                <a:ea typeface="微软雅黑"/>
              </a:rPr>
              <a:t>流程</a:t>
            </a:r>
            <a:r>
              <a:rPr lang="en-US" altLang="zh-CN" sz="2000" b="1" kern="0" dirty="0">
                <a:solidFill>
                  <a:srgbClr val="0C49B7"/>
                </a:solidFill>
                <a:latin typeface="Arial" panose="020F0502020204030204"/>
                <a:ea typeface="微软雅黑"/>
              </a:rPr>
              <a:t>3</a:t>
            </a:r>
            <a:r>
              <a:rPr lang="zh-CN" altLang="en-US" sz="2000" b="1" kern="0" dirty="0">
                <a:solidFill>
                  <a:srgbClr val="0F7B3F"/>
                </a:solidFill>
                <a:latin typeface="Arial" panose="020F0502020204030204"/>
                <a:ea typeface="微软雅黑"/>
              </a:rPr>
              <a:t>：</a:t>
            </a:r>
            <a:endParaRPr lang="en-US" altLang="zh-CN" sz="2000" b="1" kern="0" dirty="0">
              <a:solidFill>
                <a:srgbClr val="0F7B3F"/>
              </a:solidFill>
              <a:latin typeface="Arial" panose="020F0502020204030204"/>
              <a:ea typeface="微软雅黑"/>
            </a:endParaRPr>
          </a:p>
          <a:p>
            <a:pPr algn="just">
              <a:lnSpc>
                <a:spcPct val="120000"/>
              </a:lnSpc>
              <a:defRPr/>
            </a:pPr>
            <a:r>
              <a:rPr lang="zh-CN" altLang="en-US" sz="2000" kern="0" dirty="0">
                <a:solidFill>
                  <a:srgbClr val="768394"/>
                </a:solidFill>
                <a:latin typeface="Arial" panose="020F0502020204030204"/>
                <a:ea typeface="微软雅黑"/>
              </a:rPr>
              <a:t>点击这里输入相关内容，点击这里输入相关内容。</a:t>
            </a:r>
          </a:p>
        </p:txBody>
      </p:sp>
    </p:spTree>
    <p:extLst>
      <p:ext uri="{BB962C8B-B14F-4D97-AF65-F5344CB8AC3E}">
        <p14:creationId xmlns:p14="http://schemas.microsoft.com/office/powerpoint/2010/main" val="229746179"/>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矩形 15">
            <a:extLst>
              <a:ext uri="{FF2B5EF4-FFF2-40B4-BE49-F238E27FC236}">
                <a16:creationId xmlns:a16="http://schemas.microsoft.com/office/drawing/2014/main" id="{44196E23-DE4B-4F99-B785-C58748BFE668}"/>
              </a:ext>
            </a:extLst>
          </p:cNvPr>
          <p:cNvSpPr/>
          <p:nvPr/>
        </p:nvSpPr>
        <p:spPr>
          <a:xfrm>
            <a:off x="5066982" y="1462086"/>
            <a:ext cx="6184796" cy="4404221"/>
          </a:xfrm>
          <a:prstGeom prst="rect">
            <a:avLst/>
          </a:prstGeom>
          <a:solidFill>
            <a:srgbClr val="0C49B7"/>
          </a:solidFill>
          <a:ln w="12700" cap="flat" cmpd="sng" algn="ctr">
            <a:noFill/>
            <a:prstDash val="solid"/>
            <a:miter lim="800000"/>
          </a:ln>
          <a:effectLst>
            <a:outerShdw blurRad="50800" dist="38100" dir="2700000" algn="tl" rotWithShape="0">
              <a:prstClr val="black">
                <a:alpha val="40000"/>
              </a:prstClr>
            </a:outerShdw>
          </a:effectLst>
        </p:spPr>
        <p:txBody>
          <a:bodyPr rtlCol="0" anchor="ctr"/>
          <a:lstStyle/>
          <a:p>
            <a:pPr algn="ctr">
              <a:defRPr/>
            </a:pPr>
            <a:endParaRPr lang="zh-CN" altLang="en-US" kern="0">
              <a:solidFill>
                <a:prstClr val="white"/>
              </a:solidFill>
              <a:latin typeface="Arial"/>
              <a:ea typeface="微软雅黑 Light"/>
            </a:endParaRPr>
          </a:p>
        </p:txBody>
      </p:sp>
      <p:pic>
        <p:nvPicPr>
          <p:cNvPr id="17" name="图片占位符 15">
            <a:extLst>
              <a:ext uri="{FF2B5EF4-FFF2-40B4-BE49-F238E27FC236}">
                <a16:creationId xmlns:a16="http://schemas.microsoft.com/office/drawing/2014/main" id="{E4A03AF5-41BD-4592-BAF8-B967CA94B70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606971" y="1363195"/>
            <a:ext cx="6552117" cy="4389406"/>
          </a:xfrm>
          <a:prstGeom prst="rect">
            <a:avLst/>
          </a:prstGeom>
        </p:spPr>
      </p:pic>
      <p:grpSp>
        <p:nvGrpSpPr>
          <p:cNvPr id="18" name="组合 17">
            <a:extLst>
              <a:ext uri="{FF2B5EF4-FFF2-40B4-BE49-F238E27FC236}">
                <a16:creationId xmlns:a16="http://schemas.microsoft.com/office/drawing/2014/main" id="{50B3B017-C504-45DB-8087-2B509EB29B8D}"/>
              </a:ext>
            </a:extLst>
          </p:cNvPr>
          <p:cNvGrpSpPr/>
          <p:nvPr/>
        </p:nvGrpSpPr>
        <p:grpSpPr>
          <a:xfrm>
            <a:off x="767408" y="1268760"/>
            <a:ext cx="3586142" cy="4413452"/>
            <a:chOff x="542296" y="1526796"/>
            <a:chExt cx="3586142" cy="4413452"/>
          </a:xfrm>
        </p:grpSpPr>
        <p:sp>
          <p:nvSpPr>
            <p:cNvPr id="19" name="矩形: 圆角 18">
              <a:extLst>
                <a:ext uri="{FF2B5EF4-FFF2-40B4-BE49-F238E27FC236}">
                  <a16:creationId xmlns:a16="http://schemas.microsoft.com/office/drawing/2014/main" id="{4A5C8370-8B46-4DFD-B96A-BEE3C1B24422}"/>
                </a:ext>
              </a:extLst>
            </p:cNvPr>
            <p:cNvSpPr/>
            <p:nvPr/>
          </p:nvSpPr>
          <p:spPr>
            <a:xfrm>
              <a:off x="694352" y="1728133"/>
              <a:ext cx="3282030" cy="4007528"/>
            </a:xfrm>
            <a:prstGeom prst="roundRect">
              <a:avLst>
                <a:gd name="adj" fmla="val 14822"/>
              </a:avLst>
            </a:prstGeom>
            <a:noFill/>
            <a:ln w="38100" cap="flat" cmpd="sng" algn="ctr">
              <a:solidFill>
                <a:srgbClr val="0C49B7"/>
              </a:solid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pic>
          <p:nvPicPr>
            <p:cNvPr id="20" name="图片 19">
              <a:extLst>
                <a:ext uri="{FF2B5EF4-FFF2-40B4-BE49-F238E27FC236}">
                  <a16:creationId xmlns:a16="http://schemas.microsoft.com/office/drawing/2014/main" id="{FDF2C146-2C41-4AE6-8AE2-BCDC1B65D9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2296" y="1526796"/>
              <a:ext cx="704418" cy="684000"/>
            </a:xfrm>
            <a:prstGeom prst="rect">
              <a:avLst/>
            </a:prstGeom>
          </p:spPr>
        </p:pic>
        <p:sp>
          <p:nvSpPr>
            <p:cNvPr id="21" name="quotation-mark_32371">
              <a:extLst>
                <a:ext uri="{FF2B5EF4-FFF2-40B4-BE49-F238E27FC236}">
                  <a16:creationId xmlns:a16="http://schemas.microsoft.com/office/drawing/2014/main" id="{1B695DB3-E8E0-41A3-8C60-E539E8C3591B}"/>
                </a:ext>
              </a:extLst>
            </p:cNvPr>
            <p:cNvSpPr>
              <a:spLocks noChangeAspect="1"/>
            </p:cNvSpPr>
            <p:nvPr/>
          </p:nvSpPr>
          <p:spPr bwMode="auto">
            <a:xfrm>
              <a:off x="627940" y="1628814"/>
              <a:ext cx="504244" cy="468000"/>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0C49B7"/>
            </a:solidFill>
            <a:ln>
              <a:noFill/>
            </a:ln>
          </p:spPr>
          <p:txBody>
            <a:bodyPr/>
            <a:lstStyle/>
            <a:p>
              <a:endParaRPr lang="zh-CN" altLang="en-US"/>
            </a:p>
          </p:txBody>
        </p:sp>
        <p:pic>
          <p:nvPicPr>
            <p:cNvPr id="22" name="图片 21">
              <a:extLst>
                <a:ext uri="{FF2B5EF4-FFF2-40B4-BE49-F238E27FC236}">
                  <a16:creationId xmlns:a16="http://schemas.microsoft.com/office/drawing/2014/main" id="{C0D5E984-7EA3-4B12-B8D6-02D06E3AE36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24020" y="5256248"/>
              <a:ext cx="704418" cy="684000"/>
            </a:xfrm>
            <a:prstGeom prst="rect">
              <a:avLst/>
            </a:prstGeom>
          </p:spPr>
        </p:pic>
        <p:sp>
          <p:nvSpPr>
            <p:cNvPr id="23" name="right-quote-sign_56826">
              <a:extLst>
                <a:ext uri="{FF2B5EF4-FFF2-40B4-BE49-F238E27FC236}">
                  <a16:creationId xmlns:a16="http://schemas.microsoft.com/office/drawing/2014/main" id="{7E329CAD-2235-499C-AAC0-CF6E1D2C597C}"/>
                </a:ext>
              </a:extLst>
            </p:cNvPr>
            <p:cNvSpPr>
              <a:spLocks noChangeAspect="1"/>
            </p:cNvSpPr>
            <p:nvPr/>
          </p:nvSpPr>
          <p:spPr bwMode="auto">
            <a:xfrm>
              <a:off x="3501766" y="5377427"/>
              <a:ext cx="531016" cy="468000"/>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C49B7"/>
            </a:solidFill>
            <a:ln>
              <a:noFill/>
            </a:ln>
          </p:spPr>
          <p:txBody>
            <a:bodyPr/>
            <a:lstStyle/>
            <a:p>
              <a:endParaRPr lang="zh-CN" altLang="en-US"/>
            </a:p>
          </p:txBody>
        </p:sp>
      </p:grpSp>
      <p:sp>
        <p:nvSpPr>
          <p:cNvPr id="24" name="文本框 23">
            <a:extLst>
              <a:ext uri="{FF2B5EF4-FFF2-40B4-BE49-F238E27FC236}">
                <a16:creationId xmlns:a16="http://schemas.microsoft.com/office/drawing/2014/main" id="{D912CC1C-64DC-4095-8418-BFF973BAA501}"/>
              </a:ext>
            </a:extLst>
          </p:cNvPr>
          <p:cNvSpPr txBox="1"/>
          <p:nvPr/>
        </p:nvSpPr>
        <p:spPr>
          <a:xfrm>
            <a:off x="1168378" y="1952760"/>
            <a:ext cx="2832963" cy="3120021"/>
          </a:xfrm>
          <a:prstGeom prst="rect">
            <a:avLst/>
          </a:prstGeom>
          <a:noFill/>
        </p:spPr>
        <p:txBody>
          <a:bodyPr wrap="square" rtlCol="0">
            <a:spAutoFit/>
          </a:bodyPr>
          <a:lstStyle/>
          <a:p>
            <a:pPr>
              <a:lnSpc>
                <a:spcPct val="130000"/>
              </a:lnSpc>
              <a:defRPr/>
            </a:pPr>
            <a:r>
              <a:rPr lang="zh-CN" altLang="en-US" sz="1700" dirty="0">
                <a:solidFill>
                  <a:prstClr val="black"/>
                </a:solidFill>
                <a:latin typeface="微软雅黑"/>
                <a:ea typeface="微软雅黑"/>
              </a:rPr>
              <a:t>输入文字说明输入文字说明输入文字说明输入文字说明输入文字说明输入文字说明输入文字说明输入文字说明输入文字说明输入文字说明输入文字说明输入文字说明</a:t>
            </a:r>
          </a:p>
          <a:p>
            <a:pPr>
              <a:lnSpc>
                <a:spcPct val="130000"/>
              </a:lnSpc>
              <a:defRPr/>
            </a:pPr>
            <a:r>
              <a:rPr lang="zh-CN" altLang="en-US" sz="1700" dirty="0">
                <a:solidFill>
                  <a:prstClr val="black"/>
                </a:solidFill>
                <a:latin typeface="微软雅黑"/>
                <a:ea typeface="微软雅黑"/>
              </a:rPr>
              <a:t>输入文字说明输入文字说明输入文字说明输入文字说明输入文字说明输入文字说明</a:t>
            </a:r>
          </a:p>
        </p:txBody>
      </p:sp>
    </p:spTree>
    <p:extLst>
      <p:ext uri="{BB962C8B-B14F-4D97-AF65-F5344CB8AC3E}">
        <p14:creationId xmlns:p14="http://schemas.microsoft.com/office/powerpoint/2010/main" val="40046946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0AC69A9E-43BF-4C01-B20F-E6263A637B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694" y="2040931"/>
            <a:ext cx="4874641" cy="4874641"/>
          </a:xfrm>
          <a:prstGeom prst="rect">
            <a:avLst/>
          </a:prstGeom>
        </p:spPr>
      </p:pic>
      <p:pic>
        <p:nvPicPr>
          <p:cNvPr id="51" name="图片占位符 10">
            <a:extLst>
              <a:ext uri="{FF2B5EF4-FFF2-40B4-BE49-F238E27FC236}">
                <a16:creationId xmlns:a16="http://schemas.microsoft.com/office/drawing/2014/main" id="{4A45EEC4-57B3-48D1-9228-0686F8DEE050}"/>
              </a:ext>
            </a:extLst>
          </p:cNvPr>
          <p:cNvPicPr>
            <a:picLocks noChangeAspect="1"/>
          </p:cNvPicPr>
          <p:nvPr/>
        </p:nvPicPr>
        <p:blipFill rotWithShape="1">
          <a:blip r:embed="rId4">
            <a:extLst>
              <a:ext uri="{28A0092B-C50C-407E-A947-70E740481C1C}">
                <a14:useLocalDpi xmlns:a14="http://schemas.microsoft.com/office/drawing/2010/main" val="0"/>
              </a:ext>
            </a:extLst>
          </a:blip>
          <a:srcRect l="25758"/>
          <a:stretch/>
        </p:blipFill>
        <p:spPr>
          <a:xfrm>
            <a:off x="1" y="0"/>
            <a:ext cx="12191996" cy="3068960"/>
          </a:xfrm>
          <a:prstGeom prst="rect">
            <a:avLst/>
          </a:prstGeom>
        </p:spPr>
      </p:pic>
      <p:sp>
        <p:nvSpPr>
          <p:cNvPr id="52" name="矩形 51">
            <a:extLst>
              <a:ext uri="{FF2B5EF4-FFF2-40B4-BE49-F238E27FC236}">
                <a16:creationId xmlns:a16="http://schemas.microsoft.com/office/drawing/2014/main" id="{76405797-37B5-4B4F-821C-7687F80FDFC8}"/>
              </a:ext>
            </a:extLst>
          </p:cNvPr>
          <p:cNvSpPr/>
          <p:nvPr/>
        </p:nvSpPr>
        <p:spPr>
          <a:xfrm>
            <a:off x="0" y="0"/>
            <a:ext cx="12191997" cy="3068960"/>
          </a:xfrm>
          <a:prstGeom prst="rect">
            <a:avLst/>
          </a:prstGeom>
          <a:solidFill>
            <a:srgbClr val="0C49B7">
              <a:alpha val="83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Microsoft YaHei"/>
              <a:cs typeface="+mn-ea"/>
              <a:sym typeface="+mn-lt"/>
            </a:endParaRPr>
          </a:p>
        </p:txBody>
      </p:sp>
      <p:sp>
        <p:nvSpPr>
          <p:cNvPr id="53" name="文本占位符 8">
            <a:extLst>
              <a:ext uri="{FF2B5EF4-FFF2-40B4-BE49-F238E27FC236}">
                <a16:creationId xmlns:a16="http://schemas.microsoft.com/office/drawing/2014/main" id="{0EB26F33-B629-4284-8E8E-692509EC5E59}"/>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0C49B7"/>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9600" b="0" i="0" u="none" strike="noStrike" kern="1200" cap="none" spc="0" normalizeH="0" baseline="0" noProof="0" dirty="0">
              <a:ln>
                <a:noFill/>
              </a:ln>
              <a:solidFill>
                <a:srgbClr val="FFFFFF"/>
              </a:solidFill>
              <a:effectLst>
                <a:innerShdw dist="63500" dir="16200000">
                  <a:srgbClr val="3889F5"/>
                </a:innerShdw>
              </a:effectLst>
              <a:uLnTx/>
              <a:uFillTx/>
              <a:latin typeface="Arial" panose="020F0502020204030204"/>
              <a:ea typeface="Microsoft YaHei"/>
              <a:cs typeface="+mn-ea"/>
              <a:sym typeface="+mn-lt"/>
            </a:endParaRPr>
          </a:p>
        </p:txBody>
      </p:sp>
      <p:pic>
        <p:nvPicPr>
          <p:cNvPr id="54" name="图片 53">
            <a:extLst>
              <a:ext uri="{FF2B5EF4-FFF2-40B4-BE49-F238E27FC236}">
                <a16:creationId xmlns:a16="http://schemas.microsoft.com/office/drawing/2014/main" id="{2DF1559D-8548-4E0E-BF5B-8BFFA2E26E0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1755" y="6406826"/>
            <a:ext cx="2095523" cy="334822"/>
          </a:xfrm>
          <a:prstGeom prst="rect">
            <a:avLst/>
          </a:prstGeom>
        </p:spPr>
      </p:pic>
      <p:sp>
        <p:nvSpPr>
          <p:cNvPr id="55" name="标题 4">
            <a:extLst>
              <a:ext uri="{FF2B5EF4-FFF2-40B4-BE49-F238E27FC236}">
                <a16:creationId xmlns:a16="http://schemas.microsoft.com/office/drawing/2014/main" id="{E7D8CBE5-FE9F-418C-936F-F0EA8209FD6F}"/>
              </a:ext>
            </a:extLst>
          </p:cNvPr>
          <p:cNvSpPr txBox="1">
            <a:spLocks/>
          </p:cNvSpPr>
          <p:nvPr/>
        </p:nvSpPr>
        <p:spPr>
          <a:xfrm>
            <a:off x="3431702" y="4358360"/>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5400" b="1"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56" name="直接连接符 55">
            <a:extLst>
              <a:ext uri="{FF2B5EF4-FFF2-40B4-BE49-F238E27FC236}">
                <a16:creationId xmlns:a16="http://schemas.microsoft.com/office/drawing/2014/main" id="{F28A7BC2-F7B5-4629-BACA-BDE4C609FC28}"/>
              </a:ext>
            </a:extLst>
          </p:cNvPr>
          <p:cNvCxnSpPr>
            <a:cxnSpLocks/>
          </p:cNvCxnSpPr>
          <p:nvPr/>
        </p:nvCxnSpPr>
        <p:spPr>
          <a:xfrm>
            <a:off x="3575720" y="5244190"/>
            <a:ext cx="4752528" cy="0"/>
          </a:xfrm>
          <a:prstGeom prst="line">
            <a:avLst/>
          </a:prstGeom>
          <a:noFill/>
          <a:ln w="28575" cap="flat" cmpd="sng" algn="ctr">
            <a:solidFill>
              <a:srgbClr val="0C49B7"/>
            </a:solidFill>
            <a:prstDash val="solid"/>
            <a:headEnd type="oval" w="med" len="med"/>
            <a:tailEnd type="oval" w="med" len="med"/>
          </a:ln>
          <a:effectLst/>
        </p:spPr>
      </p:cxnSp>
      <p:sp>
        <p:nvSpPr>
          <p:cNvPr id="57" name="标题 4">
            <a:extLst>
              <a:ext uri="{FF2B5EF4-FFF2-40B4-BE49-F238E27FC236}">
                <a16:creationId xmlns:a16="http://schemas.microsoft.com/office/drawing/2014/main" id="{16A62788-7EE0-4EFE-A01A-54EA835D6B42}"/>
              </a:ext>
            </a:extLst>
          </p:cNvPr>
          <p:cNvSpPr txBox="1">
            <a:spLocks/>
          </p:cNvSpPr>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tabLst/>
              <a:defRPr/>
            </a:pPr>
            <a:r>
              <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tabLst/>
              <a:defRPr/>
            </a:pPr>
            <a:endPar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endParaRPr>
          </a:p>
        </p:txBody>
      </p:sp>
      <p:sp>
        <p:nvSpPr>
          <p:cNvPr id="58" name="文本框 57">
            <a:extLst>
              <a:ext uri="{FF2B5EF4-FFF2-40B4-BE49-F238E27FC236}">
                <a16:creationId xmlns:a16="http://schemas.microsoft.com/office/drawing/2014/main" id="{9E9D9706-9A52-46A2-9E3E-E8E1E0004EF3}"/>
              </a:ext>
            </a:extLst>
          </p:cNvPr>
          <p:cNvSpPr txBox="1"/>
          <p:nvPr/>
        </p:nvSpPr>
        <p:spPr>
          <a:xfrm>
            <a:off x="10704512" y="6406826"/>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C49B7">
                    <a:alpha val="70000"/>
                  </a:srgb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endParaRPr>
          </a:p>
        </p:txBody>
      </p:sp>
      <p:sp>
        <p:nvSpPr>
          <p:cNvPr id="59" name="文本框 58">
            <a:extLst>
              <a:ext uri="{FF2B5EF4-FFF2-40B4-BE49-F238E27FC236}">
                <a16:creationId xmlns:a16="http://schemas.microsoft.com/office/drawing/2014/main" id="{2636ED38-FA38-4595-BA88-F62DA9746ACA}"/>
              </a:ext>
            </a:extLst>
          </p:cNvPr>
          <p:cNvSpPr txBox="1"/>
          <p:nvPr/>
        </p:nvSpPr>
        <p:spPr>
          <a:xfrm>
            <a:off x="5250253" y="2386575"/>
            <a:ext cx="1691489"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03</a:t>
            </a:r>
            <a:endParaRPr kumimoji="0" lang="zh-CN" altLang="en-US"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Tree>
    <p:extLst>
      <p:ext uri="{BB962C8B-B14F-4D97-AF65-F5344CB8AC3E}">
        <p14:creationId xmlns:p14="http://schemas.microsoft.com/office/powerpoint/2010/main" val="37367252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6" name="图片占位符 38">
            <a:extLst>
              <a:ext uri="{FF2B5EF4-FFF2-40B4-BE49-F238E27FC236}">
                <a16:creationId xmlns:a16="http://schemas.microsoft.com/office/drawing/2014/main" id="{FBDE6A7B-F57A-4BD3-BE4B-074369EC5E2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770143" y="1295607"/>
            <a:ext cx="4989308" cy="2973065"/>
          </a:xfrm>
          <a:prstGeom prst="rect">
            <a:avLst/>
          </a:prstGeom>
        </p:spPr>
      </p:pic>
      <p:pic>
        <p:nvPicPr>
          <p:cNvPr id="17" name="图片占位符 40">
            <a:extLst>
              <a:ext uri="{FF2B5EF4-FFF2-40B4-BE49-F238E27FC236}">
                <a16:creationId xmlns:a16="http://schemas.microsoft.com/office/drawing/2014/main" id="{51265292-C7FD-4DEC-8848-E144793A98C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537325" y="1276349"/>
            <a:ext cx="4984750" cy="2992323"/>
          </a:xfrm>
          <a:prstGeom prst="rect">
            <a:avLst/>
          </a:prstGeom>
        </p:spPr>
      </p:pic>
      <p:sp>
        <p:nvSpPr>
          <p:cNvPr id="18" name="îš1iḑê">
            <a:extLst>
              <a:ext uri="{FF2B5EF4-FFF2-40B4-BE49-F238E27FC236}">
                <a16:creationId xmlns:a16="http://schemas.microsoft.com/office/drawing/2014/main" id="{F3125BB4-B80F-4A43-A923-70C85851CE3E}"/>
              </a:ext>
            </a:extLst>
          </p:cNvPr>
          <p:cNvSpPr/>
          <p:nvPr/>
        </p:nvSpPr>
        <p:spPr>
          <a:xfrm>
            <a:off x="669925" y="1276349"/>
            <a:ext cx="104775" cy="3060000"/>
          </a:xfrm>
          <a:prstGeom prst="rect">
            <a:avLst/>
          </a:prstGeom>
          <a:solidFill>
            <a:srgbClr val="0C49B7"/>
          </a:solidFill>
          <a:ln w="12700" cap="flat" cmpd="sng" algn="ctr">
            <a:solidFill>
              <a:srgbClr val="0C49B7"/>
            </a:solidFill>
            <a:prstDash val="solid"/>
            <a:miter lim="800000"/>
          </a:ln>
          <a:effectLst/>
        </p:spPr>
        <p:txBody>
          <a:bodyPr wrap="square" lIns="91440" tIns="45720" rIns="91440" bIns="45720" rtlCol="0" anchor="ctr">
            <a:normAutofit/>
          </a:bodyPr>
          <a:lstStyle/>
          <a:p>
            <a:pPr algn="ctr">
              <a:defRPr/>
            </a:pPr>
            <a:endParaRPr lang="zh-CN" altLang="en-US" kern="0">
              <a:solidFill>
                <a:prstClr val="white"/>
              </a:solidFill>
              <a:latin typeface="Arial"/>
              <a:ea typeface="微软雅黑 Light"/>
            </a:endParaRPr>
          </a:p>
        </p:txBody>
      </p:sp>
      <p:grpSp>
        <p:nvGrpSpPr>
          <p:cNvPr id="19" name="ïśļîḋe">
            <a:extLst>
              <a:ext uri="{FF2B5EF4-FFF2-40B4-BE49-F238E27FC236}">
                <a16:creationId xmlns:a16="http://schemas.microsoft.com/office/drawing/2014/main" id="{E4C73F5B-52C8-4CEF-AE92-A417B4CF89D7}"/>
              </a:ext>
            </a:extLst>
          </p:cNvPr>
          <p:cNvGrpSpPr/>
          <p:nvPr/>
        </p:nvGrpSpPr>
        <p:grpSpPr>
          <a:xfrm>
            <a:off x="1441450" y="4451781"/>
            <a:ext cx="3330625" cy="1695019"/>
            <a:chOff x="1441450" y="4543425"/>
            <a:chExt cx="3330625" cy="1695019"/>
          </a:xfrm>
        </p:grpSpPr>
        <p:grpSp>
          <p:nvGrpSpPr>
            <p:cNvPr id="20" name="îŝľiḓè">
              <a:extLst>
                <a:ext uri="{FF2B5EF4-FFF2-40B4-BE49-F238E27FC236}">
                  <a16:creationId xmlns:a16="http://schemas.microsoft.com/office/drawing/2014/main" id="{3877A3C9-7F82-470D-8256-B0BC7B97B7A3}"/>
                </a:ext>
              </a:extLst>
            </p:cNvPr>
            <p:cNvGrpSpPr/>
            <p:nvPr/>
          </p:nvGrpSpPr>
          <p:grpSpPr>
            <a:xfrm>
              <a:off x="1441450" y="4543425"/>
              <a:ext cx="3330625" cy="1086937"/>
              <a:chOff x="1441450" y="4543425"/>
              <a:chExt cx="3330625" cy="1086937"/>
            </a:xfrm>
          </p:grpSpPr>
          <p:sp>
            <p:nvSpPr>
              <p:cNvPr id="22" name="íş1íḓé">
                <a:extLst>
                  <a:ext uri="{FF2B5EF4-FFF2-40B4-BE49-F238E27FC236}">
                    <a16:creationId xmlns:a16="http://schemas.microsoft.com/office/drawing/2014/main" id="{E60488BD-C524-4EB2-B545-F9A189DC17ED}"/>
                  </a:ext>
                </a:extLst>
              </p:cNvPr>
              <p:cNvSpPr txBox="1"/>
              <p:nvPr/>
            </p:nvSpPr>
            <p:spPr bwMode="auto">
              <a:xfrm>
                <a:off x="1441450" y="4543425"/>
                <a:ext cx="3330625"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a:ea typeface="微软雅黑"/>
                  </a:rPr>
                  <a:t>输入小标题</a:t>
                </a:r>
                <a:endParaRPr lang="en-US" altLang="zh-CN" sz="2000" b="1" dirty="0">
                  <a:solidFill>
                    <a:prstClr val="black"/>
                  </a:solidFill>
                  <a:latin typeface="微软雅黑"/>
                  <a:ea typeface="微软雅黑"/>
                </a:endParaRPr>
              </a:p>
            </p:txBody>
          </p:sp>
          <p:sp>
            <p:nvSpPr>
              <p:cNvPr id="23" name="îṡ1iḋê">
                <a:extLst>
                  <a:ext uri="{FF2B5EF4-FFF2-40B4-BE49-F238E27FC236}">
                    <a16:creationId xmlns:a16="http://schemas.microsoft.com/office/drawing/2014/main" id="{6F02A3AB-6357-4AB2-BD0E-E62950F49543}"/>
                  </a:ext>
                </a:extLst>
              </p:cNvPr>
              <p:cNvSpPr/>
              <p:nvPr/>
            </p:nvSpPr>
            <p:spPr bwMode="auto">
              <a:xfrm>
                <a:off x="1441450" y="4998606"/>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endParaRPr lang="en-US" altLang="zh-CN" sz="1100" dirty="0">
                  <a:solidFill>
                    <a:prstClr val="black"/>
                  </a:solidFill>
                  <a:latin typeface="Arial"/>
                  <a:ea typeface="微软雅黑 Light"/>
                </a:endParaRPr>
              </a:p>
              <a:p>
                <a:pPr>
                  <a:lnSpc>
                    <a:spcPct val="150000"/>
                  </a:lnSpc>
                  <a:defRPr/>
                </a:pPr>
                <a:endParaRPr lang="en-US" altLang="zh-CN" sz="1100" dirty="0">
                  <a:solidFill>
                    <a:prstClr val="black"/>
                  </a:solidFill>
                  <a:latin typeface="Arial"/>
                  <a:ea typeface="微软雅黑 Light"/>
                </a:endParaRPr>
              </a:p>
              <a:p>
                <a:pPr>
                  <a:lnSpc>
                    <a:spcPct val="150000"/>
                  </a:lnSpc>
                  <a:defRPr/>
                </a:pPr>
                <a:endParaRPr lang="en-US" altLang="zh-CN" sz="1100" dirty="0">
                  <a:solidFill>
                    <a:prstClr val="black"/>
                  </a:solidFill>
                  <a:latin typeface="Arial"/>
                  <a:ea typeface="微软雅黑 Light"/>
                </a:endParaRPr>
              </a:p>
            </p:txBody>
          </p:sp>
        </p:grpSp>
        <p:sp>
          <p:nvSpPr>
            <p:cNvPr id="21" name="îṧlïďê">
              <a:extLst>
                <a:ext uri="{FF2B5EF4-FFF2-40B4-BE49-F238E27FC236}">
                  <a16:creationId xmlns:a16="http://schemas.microsoft.com/office/drawing/2014/main" id="{A2C90125-B25A-4E68-9CE5-6167AF76DA92}"/>
                </a:ext>
              </a:extLst>
            </p:cNvPr>
            <p:cNvSpPr/>
            <p:nvPr/>
          </p:nvSpPr>
          <p:spPr bwMode="auto">
            <a:xfrm>
              <a:off x="1441450" y="5606688"/>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endParaRPr lang="en-US" altLang="zh-CN" sz="1100" dirty="0">
                <a:solidFill>
                  <a:prstClr val="black"/>
                </a:solidFill>
                <a:latin typeface="Arial"/>
                <a:ea typeface="微软雅黑 Light"/>
              </a:endParaRPr>
            </a:p>
            <a:p>
              <a:pPr>
                <a:lnSpc>
                  <a:spcPct val="150000"/>
                </a:lnSpc>
                <a:defRPr/>
              </a:pPr>
              <a:endParaRPr lang="en-US" altLang="zh-CN" sz="1100" dirty="0">
                <a:solidFill>
                  <a:prstClr val="black"/>
                </a:solidFill>
                <a:latin typeface="Arial"/>
                <a:ea typeface="微软雅黑 Light"/>
              </a:endParaRPr>
            </a:p>
            <a:p>
              <a:pPr>
                <a:lnSpc>
                  <a:spcPct val="150000"/>
                </a:lnSpc>
                <a:defRPr/>
              </a:pPr>
              <a:endParaRPr lang="en-US" altLang="zh-CN" sz="1100" dirty="0">
                <a:solidFill>
                  <a:prstClr val="black"/>
                </a:solidFill>
                <a:latin typeface="Arial"/>
                <a:ea typeface="微软雅黑 Light"/>
              </a:endParaRPr>
            </a:p>
            <a:p>
              <a:pPr>
                <a:lnSpc>
                  <a:spcPct val="150000"/>
                </a:lnSpc>
                <a:defRPr/>
              </a:pPr>
              <a:endParaRPr lang="en-US" altLang="zh-CN" sz="1100" dirty="0">
                <a:solidFill>
                  <a:prstClr val="black"/>
                </a:solidFill>
                <a:latin typeface="Arial"/>
                <a:ea typeface="微软雅黑 Light"/>
              </a:endParaRPr>
            </a:p>
          </p:txBody>
        </p:sp>
      </p:grpSp>
      <p:sp>
        <p:nvSpPr>
          <p:cNvPr id="24" name="i$1ïḋe">
            <a:extLst>
              <a:ext uri="{FF2B5EF4-FFF2-40B4-BE49-F238E27FC236}">
                <a16:creationId xmlns:a16="http://schemas.microsoft.com/office/drawing/2014/main" id="{AE54109B-A179-4664-88CE-C8CC608F5819}"/>
              </a:ext>
            </a:extLst>
          </p:cNvPr>
          <p:cNvSpPr/>
          <p:nvPr/>
        </p:nvSpPr>
        <p:spPr>
          <a:xfrm>
            <a:off x="6537325" y="4547031"/>
            <a:ext cx="581025" cy="581025"/>
          </a:xfrm>
          <a:prstGeom prst="ellipse">
            <a:avLst/>
          </a:prstGeom>
          <a:solidFill>
            <a:srgbClr val="FFC000"/>
          </a:solidFill>
          <a:ln w="12700" cap="flat" cmpd="sng" algn="ctr">
            <a:noFill/>
            <a:prstDash val="solid"/>
            <a:miter lim="800000"/>
          </a:ln>
          <a:effectLst/>
        </p:spPr>
        <p:txBody>
          <a:bodyPr wrap="square" lIns="91440" tIns="45720" rIns="91440" bIns="45720" rtlCol="0" anchor="t" anchorCtr="0">
            <a:normAutofit/>
          </a:bodyPr>
          <a:lstStyle/>
          <a:p>
            <a:pPr algn="ctr">
              <a:defRPr/>
            </a:pPr>
            <a:r>
              <a:rPr lang="en-US" altLang="zh-CN" sz="1600" b="1" kern="0" dirty="0">
                <a:solidFill>
                  <a:prstClr val="white"/>
                </a:solidFill>
                <a:latin typeface="Arial"/>
                <a:ea typeface="微软雅黑 Light"/>
              </a:rPr>
              <a:t>02</a:t>
            </a:r>
            <a:endParaRPr lang="zh-CN" altLang="en-US" sz="1600" b="1" kern="0" dirty="0">
              <a:solidFill>
                <a:prstClr val="white"/>
              </a:solidFill>
              <a:latin typeface="Arial"/>
              <a:ea typeface="微软雅黑 Light"/>
            </a:endParaRPr>
          </a:p>
        </p:txBody>
      </p:sp>
      <p:cxnSp>
        <p:nvCxnSpPr>
          <p:cNvPr id="25" name="直接连接符 24">
            <a:extLst>
              <a:ext uri="{FF2B5EF4-FFF2-40B4-BE49-F238E27FC236}">
                <a16:creationId xmlns:a16="http://schemas.microsoft.com/office/drawing/2014/main" id="{C3B35208-F4B3-4C95-9600-7977C3E51850}"/>
              </a:ext>
            </a:extLst>
          </p:cNvPr>
          <p:cNvCxnSpPr>
            <a:stCxn id="24" idx="0"/>
          </p:cNvCxnSpPr>
          <p:nvPr/>
        </p:nvCxnSpPr>
        <p:spPr>
          <a:xfrm flipV="1">
            <a:off x="6827838" y="3823131"/>
            <a:ext cx="0" cy="723900"/>
          </a:xfrm>
          <a:prstGeom prst="line">
            <a:avLst/>
          </a:prstGeom>
          <a:noFill/>
          <a:ln w="3175" cap="rnd" cmpd="sng" algn="ctr">
            <a:solidFill>
              <a:srgbClr val="FFC000"/>
            </a:solidFill>
            <a:prstDash val="solid"/>
            <a:round/>
            <a:tailEnd type="oval"/>
          </a:ln>
          <a:effectLst/>
        </p:spPr>
      </p:cxnSp>
      <p:grpSp>
        <p:nvGrpSpPr>
          <p:cNvPr id="26" name="iṡlíďé">
            <a:extLst>
              <a:ext uri="{FF2B5EF4-FFF2-40B4-BE49-F238E27FC236}">
                <a16:creationId xmlns:a16="http://schemas.microsoft.com/office/drawing/2014/main" id="{0C056DE4-857E-4015-AF78-4756ABE6F956}"/>
              </a:ext>
            </a:extLst>
          </p:cNvPr>
          <p:cNvGrpSpPr/>
          <p:nvPr/>
        </p:nvGrpSpPr>
        <p:grpSpPr>
          <a:xfrm>
            <a:off x="7204075" y="4451781"/>
            <a:ext cx="3330625" cy="1695019"/>
            <a:chOff x="1441450" y="4543425"/>
            <a:chExt cx="3330625" cy="1695019"/>
          </a:xfrm>
        </p:grpSpPr>
        <p:grpSp>
          <p:nvGrpSpPr>
            <p:cNvPr id="27" name="îṡļiḍe">
              <a:extLst>
                <a:ext uri="{FF2B5EF4-FFF2-40B4-BE49-F238E27FC236}">
                  <a16:creationId xmlns:a16="http://schemas.microsoft.com/office/drawing/2014/main" id="{9B8C40EA-D5E7-4032-B733-FA5217D41FDD}"/>
                </a:ext>
              </a:extLst>
            </p:cNvPr>
            <p:cNvGrpSpPr/>
            <p:nvPr/>
          </p:nvGrpSpPr>
          <p:grpSpPr>
            <a:xfrm>
              <a:off x="1441450" y="4543425"/>
              <a:ext cx="3330625" cy="1086937"/>
              <a:chOff x="1441450" y="4543425"/>
              <a:chExt cx="3330625" cy="1086937"/>
            </a:xfrm>
          </p:grpSpPr>
          <p:sp>
            <p:nvSpPr>
              <p:cNvPr id="29" name="iŝḷïďe">
                <a:extLst>
                  <a:ext uri="{FF2B5EF4-FFF2-40B4-BE49-F238E27FC236}">
                    <a16:creationId xmlns:a16="http://schemas.microsoft.com/office/drawing/2014/main" id="{E466B9C1-84C9-4DA7-9386-2AF076F383AC}"/>
                  </a:ext>
                </a:extLst>
              </p:cNvPr>
              <p:cNvSpPr txBox="1"/>
              <p:nvPr/>
            </p:nvSpPr>
            <p:spPr bwMode="auto">
              <a:xfrm>
                <a:off x="1441450" y="4543425"/>
                <a:ext cx="3330625" cy="45518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a:ea typeface="微软雅黑"/>
                  </a:rPr>
                  <a:t>输入小标题</a:t>
                </a:r>
                <a:endParaRPr lang="en-US" altLang="zh-CN" sz="2000" b="1" dirty="0">
                  <a:solidFill>
                    <a:prstClr val="black"/>
                  </a:solidFill>
                  <a:latin typeface="微软雅黑"/>
                  <a:ea typeface="微软雅黑"/>
                </a:endParaRPr>
              </a:p>
            </p:txBody>
          </p:sp>
          <p:sp>
            <p:nvSpPr>
              <p:cNvPr id="30" name="îṡļiḍê">
                <a:extLst>
                  <a:ext uri="{FF2B5EF4-FFF2-40B4-BE49-F238E27FC236}">
                    <a16:creationId xmlns:a16="http://schemas.microsoft.com/office/drawing/2014/main" id="{D4679110-3247-4350-B2B9-9F718FD4A1FB}"/>
                  </a:ext>
                </a:extLst>
              </p:cNvPr>
              <p:cNvSpPr/>
              <p:nvPr/>
            </p:nvSpPr>
            <p:spPr bwMode="auto">
              <a:xfrm>
                <a:off x="1441450" y="4998606"/>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p:txBody>
          </p:sp>
        </p:grpSp>
        <p:sp>
          <p:nvSpPr>
            <p:cNvPr id="28" name="ïṣlîḓe">
              <a:extLst>
                <a:ext uri="{FF2B5EF4-FFF2-40B4-BE49-F238E27FC236}">
                  <a16:creationId xmlns:a16="http://schemas.microsoft.com/office/drawing/2014/main" id="{8F30EAC8-F931-476B-B2B5-4A27F896AE58}"/>
                </a:ext>
              </a:extLst>
            </p:cNvPr>
            <p:cNvSpPr/>
            <p:nvPr/>
          </p:nvSpPr>
          <p:spPr bwMode="auto">
            <a:xfrm>
              <a:off x="1441450" y="5606688"/>
              <a:ext cx="3330625" cy="63175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a:p>
              <a:pPr>
                <a:lnSpc>
                  <a:spcPct val="150000"/>
                </a:lnSpc>
                <a:defRPr/>
              </a:pPr>
              <a:r>
                <a:rPr lang="zh-CN" altLang="en-US" sz="1100" dirty="0">
                  <a:solidFill>
                    <a:prstClr val="black"/>
                  </a:solidFill>
                  <a:latin typeface="微软雅黑 Light"/>
                  <a:ea typeface="微软雅黑 Light"/>
                </a:rPr>
                <a:t>输入文字说明输入文字说明输入文字说明</a:t>
              </a:r>
              <a:endParaRPr lang="en-US" altLang="zh-CN" sz="1100" dirty="0">
                <a:solidFill>
                  <a:prstClr val="black"/>
                </a:solidFill>
                <a:latin typeface="微软雅黑 Light"/>
                <a:ea typeface="微软雅黑 Light"/>
              </a:endParaRPr>
            </a:p>
          </p:txBody>
        </p:sp>
      </p:grpSp>
      <p:sp>
        <p:nvSpPr>
          <p:cNvPr id="31" name="îşḷíḓè">
            <a:extLst>
              <a:ext uri="{FF2B5EF4-FFF2-40B4-BE49-F238E27FC236}">
                <a16:creationId xmlns:a16="http://schemas.microsoft.com/office/drawing/2014/main" id="{3B9D523B-2F37-4345-8E79-CBAE0D93CA4E}"/>
              </a:ext>
            </a:extLst>
          </p:cNvPr>
          <p:cNvSpPr/>
          <p:nvPr/>
        </p:nvSpPr>
        <p:spPr>
          <a:xfrm>
            <a:off x="6432550" y="1276349"/>
            <a:ext cx="104775" cy="3060000"/>
          </a:xfrm>
          <a:prstGeom prst="rect">
            <a:avLst/>
          </a:prstGeom>
          <a:solidFill>
            <a:srgbClr val="FFC000"/>
          </a:solidFill>
          <a:ln w="12700" cap="flat" cmpd="sng" algn="ctr">
            <a:noFill/>
            <a:prstDash val="solid"/>
            <a:miter lim="800000"/>
          </a:ln>
          <a:effectLst/>
        </p:spPr>
        <p:txBody>
          <a:bodyPr wrap="square" lIns="91440" tIns="45720" rIns="91440" bIns="45720" rtlCol="0" anchor="ctr">
            <a:normAutofit/>
          </a:bodyPr>
          <a:lstStyle/>
          <a:p>
            <a:pPr algn="ctr">
              <a:defRPr/>
            </a:pPr>
            <a:endParaRPr lang="zh-CN" altLang="en-US" kern="0">
              <a:solidFill>
                <a:prstClr val="white"/>
              </a:solidFill>
              <a:latin typeface="Arial"/>
              <a:ea typeface="微软雅黑 Light"/>
            </a:endParaRPr>
          </a:p>
        </p:txBody>
      </p:sp>
      <p:grpSp>
        <p:nvGrpSpPr>
          <p:cNvPr id="32" name="ïşḻïďê">
            <a:extLst>
              <a:ext uri="{FF2B5EF4-FFF2-40B4-BE49-F238E27FC236}">
                <a16:creationId xmlns:a16="http://schemas.microsoft.com/office/drawing/2014/main" id="{67861129-32C1-43BC-8095-03D0E9E8C2BF}"/>
              </a:ext>
            </a:extLst>
          </p:cNvPr>
          <p:cNvGrpSpPr/>
          <p:nvPr/>
        </p:nvGrpSpPr>
        <p:grpSpPr>
          <a:xfrm>
            <a:off x="774700" y="3823131"/>
            <a:ext cx="581025" cy="1304925"/>
            <a:chOff x="774700" y="3823131"/>
            <a:chExt cx="581025" cy="1304925"/>
          </a:xfrm>
          <a:solidFill>
            <a:srgbClr val="004593"/>
          </a:solidFill>
        </p:grpSpPr>
        <p:sp>
          <p:nvSpPr>
            <p:cNvPr id="33" name="î$ļïḋè">
              <a:extLst>
                <a:ext uri="{FF2B5EF4-FFF2-40B4-BE49-F238E27FC236}">
                  <a16:creationId xmlns:a16="http://schemas.microsoft.com/office/drawing/2014/main" id="{63D7E151-6DE1-4FF6-BA73-1BC6309FDC8A}"/>
                </a:ext>
              </a:extLst>
            </p:cNvPr>
            <p:cNvSpPr/>
            <p:nvPr/>
          </p:nvSpPr>
          <p:spPr>
            <a:xfrm>
              <a:off x="774700" y="4547031"/>
              <a:ext cx="581025" cy="581025"/>
            </a:xfrm>
            <a:prstGeom prst="ellipse">
              <a:avLst/>
            </a:prstGeom>
            <a:solidFill>
              <a:srgbClr val="0C49B7"/>
            </a:solidFill>
            <a:ln w="12700" cap="flat" cmpd="sng" algn="ctr">
              <a:noFill/>
              <a:prstDash val="solid"/>
              <a:miter lim="800000"/>
            </a:ln>
            <a:effectLst/>
          </p:spPr>
          <p:txBody>
            <a:bodyPr wrap="square" lIns="91440" tIns="45720" rIns="91440" bIns="45720" rtlCol="0" anchor="t" anchorCtr="0">
              <a:normAutofit/>
            </a:bodyPr>
            <a:lstStyle/>
            <a:p>
              <a:pPr algn="ctr">
                <a:defRPr/>
              </a:pPr>
              <a:r>
                <a:rPr lang="en-US" altLang="zh-CN" sz="1600" b="1" kern="0" dirty="0">
                  <a:solidFill>
                    <a:prstClr val="white"/>
                  </a:solidFill>
                  <a:latin typeface="Arial"/>
                  <a:ea typeface="微软雅黑 Light"/>
                </a:rPr>
                <a:t>01</a:t>
              </a:r>
              <a:endParaRPr lang="zh-CN" altLang="en-US" sz="1600" b="1" kern="0" dirty="0">
                <a:solidFill>
                  <a:prstClr val="white"/>
                </a:solidFill>
                <a:latin typeface="Arial"/>
                <a:ea typeface="微软雅黑 Light"/>
              </a:endParaRPr>
            </a:p>
          </p:txBody>
        </p:sp>
        <p:cxnSp>
          <p:nvCxnSpPr>
            <p:cNvPr id="34" name="直接连接符 33">
              <a:extLst>
                <a:ext uri="{FF2B5EF4-FFF2-40B4-BE49-F238E27FC236}">
                  <a16:creationId xmlns:a16="http://schemas.microsoft.com/office/drawing/2014/main" id="{23FDFCFE-867A-4C1B-BF80-66C55A5345D7}"/>
                </a:ext>
              </a:extLst>
            </p:cNvPr>
            <p:cNvCxnSpPr>
              <a:stCxn id="33" idx="0"/>
            </p:cNvCxnSpPr>
            <p:nvPr/>
          </p:nvCxnSpPr>
          <p:spPr>
            <a:xfrm flipV="1">
              <a:off x="1065213" y="3823131"/>
              <a:ext cx="0" cy="723900"/>
            </a:xfrm>
            <a:prstGeom prst="line">
              <a:avLst/>
            </a:prstGeom>
            <a:grpFill/>
            <a:ln w="3175" cap="rnd" cmpd="sng" algn="ctr">
              <a:solidFill>
                <a:srgbClr val="0C49B7"/>
              </a:solidFill>
              <a:prstDash val="solid"/>
              <a:round/>
              <a:tailEnd type="oval"/>
            </a:ln>
            <a:effectLst/>
          </p:spPr>
        </p:cxnSp>
      </p:grpSp>
    </p:spTree>
    <p:extLst>
      <p:ext uri="{BB962C8B-B14F-4D97-AF65-F5344CB8AC3E}">
        <p14:creationId xmlns:p14="http://schemas.microsoft.com/office/powerpoint/2010/main" val="6864386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iṡlîḋé">
            <a:extLst>
              <a:ext uri="{FF2B5EF4-FFF2-40B4-BE49-F238E27FC236}">
                <a16:creationId xmlns:a16="http://schemas.microsoft.com/office/drawing/2014/main" id="{6D9D1C22-E1EE-4A3E-AC81-1E8984659326}"/>
              </a:ext>
            </a:extLst>
          </p:cNvPr>
          <p:cNvSpPr/>
          <p:nvPr/>
        </p:nvSpPr>
        <p:spPr bwMode="auto">
          <a:xfrm>
            <a:off x="1" y="3409524"/>
            <a:ext cx="12191990" cy="445352"/>
          </a:xfrm>
          <a:prstGeom prst="rect">
            <a:avLst/>
          </a:prstGeom>
          <a:solidFill>
            <a:sysClr val="window" lastClr="FFFFFF">
              <a:lumMod val="75000"/>
            </a:sysClr>
          </a:solidFill>
          <a:ln w="9525">
            <a:noFill/>
            <a:miter lim="800000"/>
            <a:headEnd/>
            <a:tailEnd/>
          </a:ln>
        </p:spPr>
        <p:txBody>
          <a:bodyPr vert="horz" wrap="square" lIns="91440" tIns="45720" rIns="91440" bIns="45720" numCol="1" anchor="t"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rial"/>
              <a:ea typeface="微软雅黑 Light"/>
            </a:endParaRPr>
          </a:p>
        </p:txBody>
      </p:sp>
      <p:sp>
        <p:nvSpPr>
          <p:cNvPr id="17" name="ïŝḻiḍê">
            <a:extLst>
              <a:ext uri="{FF2B5EF4-FFF2-40B4-BE49-F238E27FC236}">
                <a16:creationId xmlns:a16="http://schemas.microsoft.com/office/drawing/2014/main" id="{52C742FA-F2B0-4980-B9D0-6C8B64BA7C45}"/>
              </a:ext>
            </a:extLst>
          </p:cNvPr>
          <p:cNvSpPr/>
          <p:nvPr/>
        </p:nvSpPr>
        <p:spPr bwMode="auto">
          <a:xfrm>
            <a:off x="1529424" y="3407811"/>
            <a:ext cx="1579289" cy="448778"/>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A5A5A5">
              <a:lumMod val="75000"/>
            </a:srgbClr>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sp>
        <p:nvSpPr>
          <p:cNvPr id="18" name="í$1ïḑé">
            <a:extLst>
              <a:ext uri="{FF2B5EF4-FFF2-40B4-BE49-F238E27FC236}">
                <a16:creationId xmlns:a16="http://schemas.microsoft.com/office/drawing/2014/main" id="{6C7EFC8B-0176-41BE-AFDB-85B7C7B5F489}"/>
              </a:ext>
            </a:extLst>
          </p:cNvPr>
          <p:cNvSpPr/>
          <p:nvPr/>
        </p:nvSpPr>
        <p:spPr bwMode="auto">
          <a:xfrm>
            <a:off x="3040197" y="3407811"/>
            <a:ext cx="1579289" cy="448778"/>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0C49B7"/>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sp>
        <p:nvSpPr>
          <p:cNvPr id="19" name="íṥḷíḋè">
            <a:extLst>
              <a:ext uri="{FF2B5EF4-FFF2-40B4-BE49-F238E27FC236}">
                <a16:creationId xmlns:a16="http://schemas.microsoft.com/office/drawing/2014/main" id="{88A4C1CD-EAC4-4F01-940D-FF7A7A39DB89}"/>
              </a:ext>
            </a:extLst>
          </p:cNvPr>
          <p:cNvSpPr/>
          <p:nvPr/>
        </p:nvSpPr>
        <p:spPr bwMode="auto">
          <a:xfrm>
            <a:off x="4550970" y="3407811"/>
            <a:ext cx="1579289" cy="448778"/>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A5A5A5">
              <a:lumMod val="75000"/>
            </a:srgbClr>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sp>
        <p:nvSpPr>
          <p:cNvPr id="20" name="iśľîḋè">
            <a:extLst>
              <a:ext uri="{FF2B5EF4-FFF2-40B4-BE49-F238E27FC236}">
                <a16:creationId xmlns:a16="http://schemas.microsoft.com/office/drawing/2014/main" id="{6C613F97-9A33-4D5B-BF1E-B22126553179}"/>
              </a:ext>
            </a:extLst>
          </p:cNvPr>
          <p:cNvSpPr/>
          <p:nvPr/>
        </p:nvSpPr>
        <p:spPr bwMode="auto">
          <a:xfrm>
            <a:off x="6061743" y="3407811"/>
            <a:ext cx="1579289" cy="448778"/>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0C49B7"/>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sp>
        <p:nvSpPr>
          <p:cNvPr id="21" name="ïṩḷîḍê">
            <a:extLst>
              <a:ext uri="{FF2B5EF4-FFF2-40B4-BE49-F238E27FC236}">
                <a16:creationId xmlns:a16="http://schemas.microsoft.com/office/drawing/2014/main" id="{0E26F5A6-D790-4049-A7BC-215429752D62}"/>
              </a:ext>
            </a:extLst>
          </p:cNvPr>
          <p:cNvSpPr/>
          <p:nvPr/>
        </p:nvSpPr>
        <p:spPr bwMode="auto">
          <a:xfrm>
            <a:off x="7572516" y="3407811"/>
            <a:ext cx="1579289" cy="448778"/>
          </a:xfrm>
          <a:custGeom>
            <a:avLst/>
            <a:gdLst/>
            <a:ahLst/>
            <a:cxnLst>
              <a:cxn ang="0">
                <a:pos x="75" y="125"/>
              </a:cxn>
              <a:cxn ang="0">
                <a:pos x="5" y="18"/>
              </a:cxn>
              <a:cxn ang="0">
                <a:pos x="14" y="0"/>
              </a:cxn>
              <a:cxn ang="0">
                <a:pos x="382" y="0"/>
              </a:cxn>
              <a:cxn ang="0">
                <a:pos x="392" y="6"/>
              </a:cxn>
              <a:cxn ang="0">
                <a:pos x="462" y="113"/>
              </a:cxn>
              <a:cxn ang="0">
                <a:pos x="453" y="131"/>
              </a:cxn>
              <a:cxn ang="0">
                <a:pos x="85" y="131"/>
              </a:cxn>
              <a:cxn ang="0">
                <a:pos x="75" y="125"/>
              </a:cxn>
            </a:cxnLst>
            <a:rect l="0" t="0" r="r" b="b"/>
            <a:pathLst>
              <a:path w="467" h="131">
                <a:moveTo>
                  <a:pt x="75" y="125"/>
                </a:moveTo>
                <a:cubicBezTo>
                  <a:pt x="5" y="18"/>
                  <a:pt x="5" y="18"/>
                  <a:pt x="5" y="18"/>
                </a:cubicBezTo>
                <a:cubicBezTo>
                  <a:pt x="0" y="10"/>
                  <a:pt x="5" y="0"/>
                  <a:pt x="14" y="0"/>
                </a:cubicBezTo>
                <a:cubicBezTo>
                  <a:pt x="382" y="0"/>
                  <a:pt x="382" y="0"/>
                  <a:pt x="382" y="0"/>
                </a:cubicBezTo>
                <a:cubicBezTo>
                  <a:pt x="386" y="0"/>
                  <a:pt x="390" y="2"/>
                  <a:pt x="392" y="6"/>
                </a:cubicBezTo>
                <a:cubicBezTo>
                  <a:pt x="462" y="113"/>
                  <a:pt x="462" y="113"/>
                  <a:pt x="462" y="113"/>
                </a:cubicBezTo>
                <a:cubicBezTo>
                  <a:pt x="467" y="121"/>
                  <a:pt x="462" y="131"/>
                  <a:pt x="453" y="131"/>
                </a:cubicBezTo>
                <a:cubicBezTo>
                  <a:pt x="85" y="131"/>
                  <a:pt x="85" y="131"/>
                  <a:pt x="85" y="131"/>
                </a:cubicBezTo>
                <a:cubicBezTo>
                  <a:pt x="81" y="131"/>
                  <a:pt x="77" y="129"/>
                  <a:pt x="75" y="125"/>
                </a:cubicBezTo>
                <a:close/>
              </a:path>
            </a:pathLst>
          </a:custGeom>
          <a:solidFill>
            <a:srgbClr val="A5A5A5">
              <a:lumMod val="75000"/>
            </a:srgbClr>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sp>
        <p:nvSpPr>
          <p:cNvPr id="22" name="íŝ1iḑê">
            <a:extLst>
              <a:ext uri="{FF2B5EF4-FFF2-40B4-BE49-F238E27FC236}">
                <a16:creationId xmlns:a16="http://schemas.microsoft.com/office/drawing/2014/main" id="{5D2479C6-794D-43C3-83AD-0DF90FAA446F}"/>
              </a:ext>
            </a:extLst>
          </p:cNvPr>
          <p:cNvSpPr/>
          <p:nvPr/>
        </p:nvSpPr>
        <p:spPr bwMode="auto">
          <a:xfrm>
            <a:off x="9083287" y="3407811"/>
            <a:ext cx="1579289" cy="448778"/>
          </a:xfrm>
          <a:custGeom>
            <a:avLst/>
            <a:gdLst/>
            <a:ahLst/>
            <a:cxnLst>
              <a:cxn ang="0">
                <a:pos x="70" y="123"/>
              </a:cxn>
              <a:cxn ang="0">
                <a:pos x="7" y="27"/>
              </a:cxn>
              <a:cxn ang="0">
                <a:pos x="22" y="0"/>
              </a:cxn>
              <a:cxn ang="0">
                <a:pos x="376" y="0"/>
              </a:cxn>
              <a:cxn ang="0">
                <a:pos x="391" y="8"/>
              </a:cxn>
              <a:cxn ang="0">
                <a:pos x="453" y="104"/>
              </a:cxn>
              <a:cxn ang="0">
                <a:pos x="439" y="131"/>
              </a:cxn>
              <a:cxn ang="0">
                <a:pos x="85" y="131"/>
              </a:cxn>
              <a:cxn ang="0">
                <a:pos x="70" y="123"/>
              </a:cxn>
            </a:cxnLst>
            <a:rect l="0" t="0" r="r" b="b"/>
            <a:pathLst>
              <a:path w="461" h="131">
                <a:moveTo>
                  <a:pt x="70" y="123"/>
                </a:moveTo>
                <a:cubicBezTo>
                  <a:pt x="7" y="27"/>
                  <a:pt x="7" y="27"/>
                  <a:pt x="7" y="27"/>
                </a:cubicBezTo>
                <a:cubicBezTo>
                  <a:pt x="0" y="16"/>
                  <a:pt x="8" y="0"/>
                  <a:pt x="22" y="0"/>
                </a:cubicBezTo>
                <a:cubicBezTo>
                  <a:pt x="376" y="0"/>
                  <a:pt x="376" y="0"/>
                  <a:pt x="376" y="0"/>
                </a:cubicBezTo>
                <a:cubicBezTo>
                  <a:pt x="382" y="0"/>
                  <a:pt x="387" y="3"/>
                  <a:pt x="391" y="8"/>
                </a:cubicBezTo>
                <a:cubicBezTo>
                  <a:pt x="453" y="104"/>
                  <a:pt x="453" y="104"/>
                  <a:pt x="453" y="104"/>
                </a:cubicBezTo>
                <a:cubicBezTo>
                  <a:pt x="461" y="116"/>
                  <a:pt x="453" y="131"/>
                  <a:pt x="439" y="131"/>
                </a:cubicBezTo>
                <a:cubicBezTo>
                  <a:pt x="85" y="131"/>
                  <a:pt x="85" y="131"/>
                  <a:pt x="85" y="131"/>
                </a:cubicBezTo>
                <a:cubicBezTo>
                  <a:pt x="79" y="131"/>
                  <a:pt x="73" y="128"/>
                  <a:pt x="70" y="123"/>
                </a:cubicBezTo>
                <a:close/>
              </a:path>
            </a:pathLst>
          </a:custGeom>
          <a:solidFill>
            <a:srgbClr val="0C49B7"/>
          </a:solidFill>
          <a:ln w="9525">
            <a:noFill/>
            <a:round/>
            <a:headEnd/>
            <a:tailEnd/>
          </a:ln>
        </p:spPr>
        <p:txBody>
          <a:bodyPr vert="horz" wrap="square" lIns="91440" tIns="45720" rIns="91440" bIns="45720" numCol="1" anchor="ctr" anchorCtr="0" compatLnSpc="1">
            <a:prstTxWarp prst="textNoShape">
              <a:avLst/>
            </a:prstTxWarp>
            <a:normAutofit/>
          </a:bodyPr>
          <a:lstStyle>
            <a:defPPr>
              <a:defRPr lang="id-ID"/>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en-US" altLang="zh-CN" sz="1600" dirty="0">
                <a:solidFill>
                  <a:prstClr val="white"/>
                </a:solidFill>
                <a:latin typeface="Arial"/>
                <a:ea typeface="微软雅黑 Light"/>
              </a:rPr>
              <a:t>XXXX-XX</a:t>
            </a:r>
          </a:p>
        </p:txBody>
      </p:sp>
      <p:grpSp>
        <p:nvGrpSpPr>
          <p:cNvPr id="23" name="iSḷidè">
            <a:extLst>
              <a:ext uri="{FF2B5EF4-FFF2-40B4-BE49-F238E27FC236}">
                <a16:creationId xmlns:a16="http://schemas.microsoft.com/office/drawing/2014/main" id="{4150D82A-2C21-4491-93F9-5A406D8CFB09}"/>
              </a:ext>
            </a:extLst>
          </p:cNvPr>
          <p:cNvGrpSpPr/>
          <p:nvPr/>
        </p:nvGrpSpPr>
        <p:grpSpPr>
          <a:xfrm>
            <a:off x="2319068" y="1591806"/>
            <a:ext cx="1469575" cy="1816005"/>
            <a:chOff x="2312718" y="1591806"/>
            <a:chExt cx="1469575" cy="1816005"/>
          </a:xfrm>
        </p:grpSpPr>
        <p:grpSp>
          <p:nvGrpSpPr>
            <p:cNvPr id="24" name="îş1iḋê">
              <a:extLst>
                <a:ext uri="{FF2B5EF4-FFF2-40B4-BE49-F238E27FC236}">
                  <a16:creationId xmlns:a16="http://schemas.microsoft.com/office/drawing/2014/main" id="{5D9FE898-D734-46F2-A61A-2F4BCAB78DBE}"/>
                </a:ext>
              </a:extLst>
            </p:cNvPr>
            <p:cNvGrpSpPr/>
            <p:nvPr/>
          </p:nvGrpSpPr>
          <p:grpSpPr>
            <a:xfrm>
              <a:off x="2312718" y="1591806"/>
              <a:ext cx="1469575" cy="1526299"/>
              <a:chOff x="2312718" y="1798172"/>
              <a:chExt cx="1469575" cy="1526299"/>
            </a:xfrm>
          </p:grpSpPr>
          <p:sp>
            <p:nvSpPr>
              <p:cNvPr id="26" name="iṡḷiḑè">
                <a:extLst>
                  <a:ext uri="{FF2B5EF4-FFF2-40B4-BE49-F238E27FC236}">
                    <a16:creationId xmlns:a16="http://schemas.microsoft.com/office/drawing/2014/main" id="{99C8F481-BB75-4C36-8774-2215219D9201}"/>
                  </a:ext>
                </a:extLst>
              </p:cNvPr>
              <p:cNvSpPr/>
              <p:nvPr/>
            </p:nvSpPr>
            <p:spPr>
              <a:xfrm>
                <a:off x="2312719" y="179817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27" name="is1idè">
                <a:extLst>
                  <a:ext uri="{FF2B5EF4-FFF2-40B4-BE49-F238E27FC236}">
                    <a16:creationId xmlns:a16="http://schemas.microsoft.com/office/drawing/2014/main" id="{B8711077-9960-40AD-B21E-FB5F56EA704B}"/>
                  </a:ext>
                </a:extLst>
              </p:cNvPr>
              <p:cNvSpPr txBox="1"/>
              <p:nvPr/>
            </p:nvSpPr>
            <p:spPr>
              <a:xfrm>
                <a:off x="2312718" y="2271861"/>
                <a:ext cx="1469575" cy="1052610"/>
              </a:xfrm>
              <a:prstGeom prst="rect">
                <a:avLst/>
              </a:prstGeom>
              <a:noFill/>
              <a:ln w="3175">
                <a:noFill/>
              </a:ln>
            </p:spPr>
            <p:txBody>
              <a:bodyPr wrap="square" lIns="91440" tIns="45720" rIns="91440" bIns="45720" anchor="t" anchorCtr="0">
                <a:normAutofit lnSpcReduction="100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a:t>
                </a:r>
              </a:p>
              <a:p>
                <a:pPr algn="l">
                  <a:defRPr/>
                </a:pPr>
                <a:r>
                  <a:rPr lang="zh-CN" altLang="en-US" kern="0" dirty="0">
                    <a:solidFill>
                      <a:prstClr val="black"/>
                    </a:solidFill>
                    <a:latin typeface="Arial"/>
                    <a:ea typeface="微软雅黑 Light"/>
                  </a:rPr>
                  <a:t>输入你的内容输入你的内容</a:t>
                </a:r>
              </a:p>
              <a:p>
                <a:pPr algn="l">
                  <a:defRPr/>
                </a:pPr>
                <a:endParaRPr lang="zh-CN" altLang="en-US" kern="0" dirty="0">
                  <a:solidFill>
                    <a:prstClr val="black"/>
                  </a:solidFill>
                  <a:latin typeface="Arial"/>
                  <a:ea typeface="微软雅黑 Light"/>
                </a:endParaRPr>
              </a:p>
              <a:p>
                <a:pPr algn="l">
                  <a:defRPr/>
                </a:pPr>
                <a:endParaRPr lang="zh-CN" altLang="en-US" kern="0" dirty="0">
                  <a:solidFill>
                    <a:prstClr val="black"/>
                  </a:solidFill>
                  <a:latin typeface="Arial"/>
                  <a:ea typeface="微软雅黑 Light"/>
                </a:endParaRPr>
              </a:p>
              <a:p>
                <a:pPr algn="l">
                  <a:defRPr/>
                </a:pPr>
                <a:endParaRPr lang="zh-CN" altLang="en-US" kern="0" dirty="0">
                  <a:solidFill>
                    <a:prstClr val="black"/>
                  </a:solidFill>
                  <a:latin typeface="Arial"/>
                  <a:ea typeface="微软雅黑 Light"/>
                </a:endParaRPr>
              </a:p>
            </p:txBody>
          </p:sp>
        </p:grpSp>
        <p:cxnSp>
          <p:nvCxnSpPr>
            <p:cNvPr id="25" name="直接连接符 24">
              <a:extLst>
                <a:ext uri="{FF2B5EF4-FFF2-40B4-BE49-F238E27FC236}">
                  <a16:creationId xmlns:a16="http://schemas.microsoft.com/office/drawing/2014/main" id="{5518A098-3C8A-4416-B62A-68E83D266D5F}"/>
                </a:ext>
              </a:extLst>
            </p:cNvPr>
            <p:cNvCxnSpPr/>
            <p:nvPr/>
          </p:nvCxnSpPr>
          <p:spPr>
            <a:xfrm flipV="1">
              <a:off x="2312718" y="2035015"/>
              <a:ext cx="0" cy="1372796"/>
            </a:xfrm>
            <a:prstGeom prst="line">
              <a:avLst/>
            </a:prstGeom>
            <a:noFill/>
            <a:ln w="3175" cap="rnd" cmpd="sng" algn="ctr">
              <a:solidFill>
                <a:sysClr val="window" lastClr="FFFFFF">
                  <a:lumMod val="75000"/>
                </a:sysClr>
              </a:solidFill>
              <a:prstDash val="solid"/>
              <a:round/>
              <a:tailEnd type="oval"/>
            </a:ln>
            <a:effectLst/>
          </p:spPr>
        </p:cxnSp>
      </p:grpSp>
      <p:grpSp>
        <p:nvGrpSpPr>
          <p:cNvPr id="28" name="ïṩlîḍé">
            <a:extLst>
              <a:ext uri="{FF2B5EF4-FFF2-40B4-BE49-F238E27FC236}">
                <a16:creationId xmlns:a16="http://schemas.microsoft.com/office/drawing/2014/main" id="{A6C9A160-2A61-4242-9E56-C4009B60366D}"/>
              </a:ext>
            </a:extLst>
          </p:cNvPr>
          <p:cNvGrpSpPr/>
          <p:nvPr/>
        </p:nvGrpSpPr>
        <p:grpSpPr>
          <a:xfrm>
            <a:off x="5340614" y="1591806"/>
            <a:ext cx="1469575" cy="1816005"/>
            <a:chOff x="5334264" y="1591806"/>
            <a:chExt cx="1469575" cy="1816005"/>
          </a:xfrm>
        </p:grpSpPr>
        <p:grpSp>
          <p:nvGrpSpPr>
            <p:cNvPr id="29" name="îŝḻïḑè">
              <a:extLst>
                <a:ext uri="{FF2B5EF4-FFF2-40B4-BE49-F238E27FC236}">
                  <a16:creationId xmlns:a16="http://schemas.microsoft.com/office/drawing/2014/main" id="{EBF239A0-FF4A-4490-9F9A-9AE10CBDA66D}"/>
                </a:ext>
              </a:extLst>
            </p:cNvPr>
            <p:cNvGrpSpPr/>
            <p:nvPr/>
          </p:nvGrpSpPr>
          <p:grpSpPr>
            <a:xfrm>
              <a:off x="5334264" y="1591806"/>
              <a:ext cx="1469575" cy="1526299"/>
              <a:chOff x="2312718" y="1798172"/>
              <a:chExt cx="1469575" cy="1526299"/>
            </a:xfrm>
          </p:grpSpPr>
          <p:sp>
            <p:nvSpPr>
              <p:cNvPr id="31" name="iṣlïḑê">
                <a:extLst>
                  <a:ext uri="{FF2B5EF4-FFF2-40B4-BE49-F238E27FC236}">
                    <a16:creationId xmlns:a16="http://schemas.microsoft.com/office/drawing/2014/main" id="{9392628B-DAE0-43D7-86EE-DDEF49D10DEF}"/>
                  </a:ext>
                </a:extLst>
              </p:cNvPr>
              <p:cNvSpPr/>
              <p:nvPr/>
            </p:nvSpPr>
            <p:spPr>
              <a:xfrm>
                <a:off x="2312719" y="179817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32" name="i$ľíḋê">
                <a:extLst>
                  <a:ext uri="{FF2B5EF4-FFF2-40B4-BE49-F238E27FC236}">
                    <a16:creationId xmlns:a16="http://schemas.microsoft.com/office/drawing/2014/main" id="{459F0AFB-B617-4FB7-BE3F-3A709EEAC39D}"/>
                  </a:ext>
                </a:extLst>
              </p:cNvPr>
              <p:cNvSpPr txBox="1"/>
              <p:nvPr/>
            </p:nvSpPr>
            <p:spPr>
              <a:xfrm>
                <a:off x="2312718" y="2271861"/>
                <a:ext cx="1469575" cy="1052610"/>
              </a:xfrm>
              <a:prstGeom prst="rect">
                <a:avLst/>
              </a:prstGeom>
              <a:noFill/>
              <a:ln w="3175">
                <a:noFill/>
              </a:ln>
            </p:spPr>
            <p:txBody>
              <a:bodyPr wrap="square" lIns="91440" tIns="45720" rIns="91440" bIns="45720" anchor="t" anchorCtr="0">
                <a:normAutofit lnSpcReduction="100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输入你的内容输入你的内容输入你的内容输入你的内容输入你的内容</a:t>
                </a:r>
              </a:p>
            </p:txBody>
          </p:sp>
        </p:grpSp>
        <p:cxnSp>
          <p:nvCxnSpPr>
            <p:cNvPr id="30" name="直接连接符 29">
              <a:extLst>
                <a:ext uri="{FF2B5EF4-FFF2-40B4-BE49-F238E27FC236}">
                  <a16:creationId xmlns:a16="http://schemas.microsoft.com/office/drawing/2014/main" id="{CC45FEA8-DA60-423A-A4E4-F4F0B752AD43}"/>
                </a:ext>
              </a:extLst>
            </p:cNvPr>
            <p:cNvCxnSpPr/>
            <p:nvPr/>
          </p:nvCxnSpPr>
          <p:spPr>
            <a:xfrm flipV="1">
              <a:off x="5334264" y="2035015"/>
              <a:ext cx="0" cy="1372796"/>
            </a:xfrm>
            <a:prstGeom prst="line">
              <a:avLst/>
            </a:prstGeom>
            <a:noFill/>
            <a:ln w="3175" cap="rnd" cmpd="sng" algn="ctr">
              <a:solidFill>
                <a:sysClr val="window" lastClr="FFFFFF">
                  <a:lumMod val="75000"/>
                </a:sysClr>
              </a:solidFill>
              <a:prstDash val="solid"/>
              <a:round/>
              <a:tailEnd type="oval"/>
            </a:ln>
            <a:effectLst/>
          </p:spPr>
        </p:cxnSp>
      </p:grpSp>
      <p:grpSp>
        <p:nvGrpSpPr>
          <p:cNvPr id="33" name="î$ľíďè">
            <a:extLst>
              <a:ext uri="{FF2B5EF4-FFF2-40B4-BE49-F238E27FC236}">
                <a16:creationId xmlns:a16="http://schemas.microsoft.com/office/drawing/2014/main" id="{52B4E044-8E76-411F-A733-F877B3516380}"/>
              </a:ext>
            </a:extLst>
          </p:cNvPr>
          <p:cNvGrpSpPr/>
          <p:nvPr/>
        </p:nvGrpSpPr>
        <p:grpSpPr>
          <a:xfrm>
            <a:off x="8362160" y="1591806"/>
            <a:ext cx="1469575" cy="1816005"/>
            <a:chOff x="8355810" y="1591806"/>
            <a:chExt cx="1469575" cy="1816005"/>
          </a:xfrm>
        </p:grpSpPr>
        <p:grpSp>
          <p:nvGrpSpPr>
            <p:cNvPr id="34" name="íṩľídê">
              <a:extLst>
                <a:ext uri="{FF2B5EF4-FFF2-40B4-BE49-F238E27FC236}">
                  <a16:creationId xmlns:a16="http://schemas.microsoft.com/office/drawing/2014/main" id="{ECE739E7-DF99-4E88-8A0A-7FA46A197A55}"/>
                </a:ext>
              </a:extLst>
            </p:cNvPr>
            <p:cNvGrpSpPr/>
            <p:nvPr/>
          </p:nvGrpSpPr>
          <p:grpSpPr>
            <a:xfrm>
              <a:off x="8355810" y="1591806"/>
              <a:ext cx="1469575" cy="1526299"/>
              <a:chOff x="2312718" y="1798172"/>
              <a:chExt cx="1469575" cy="1526299"/>
            </a:xfrm>
          </p:grpSpPr>
          <p:sp>
            <p:nvSpPr>
              <p:cNvPr id="36" name="iṣḷiḍê">
                <a:extLst>
                  <a:ext uri="{FF2B5EF4-FFF2-40B4-BE49-F238E27FC236}">
                    <a16:creationId xmlns:a16="http://schemas.microsoft.com/office/drawing/2014/main" id="{DE127ECB-C883-4226-A242-0A38119D30E6}"/>
                  </a:ext>
                </a:extLst>
              </p:cNvPr>
              <p:cNvSpPr/>
              <p:nvPr/>
            </p:nvSpPr>
            <p:spPr>
              <a:xfrm>
                <a:off x="2312719" y="179817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37" name="î$ḻïḋê">
                <a:extLst>
                  <a:ext uri="{FF2B5EF4-FFF2-40B4-BE49-F238E27FC236}">
                    <a16:creationId xmlns:a16="http://schemas.microsoft.com/office/drawing/2014/main" id="{A995EB0D-151E-4AD7-AAA0-5E5A3601659B}"/>
                  </a:ext>
                </a:extLst>
              </p:cNvPr>
              <p:cNvSpPr txBox="1"/>
              <p:nvPr/>
            </p:nvSpPr>
            <p:spPr>
              <a:xfrm>
                <a:off x="2312718" y="2271861"/>
                <a:ext cx="1469575" cy="1052610"/>
              </a:xfrm>
              <a:prstGeom prst="rect">
                <a:avLst/>
              </a:prstGeom>
              <a:noFill/>
              <a:ln w="3175">
                <a:noFill/>
              </a:ln>
            </p:spPr>
            <p:txBody>
              <a:bodyPr wrap="square" lIns="91440" tIns="45720" rIns="91440" bIns="45720" anchor="t" anchorCtr="0">
                <a:normAutofit lnSpcReduction="100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输入你的内容输入你的内容输入你的内容输入你的内容输入你的内容</a:t>
                </a:r>
              </a:p>
            </p:txBody>
          </p:sp>
        </p:grpSp>
        <p:cxnSp>
          <p:nvCxnSpPr>
            <p:cNvPr id="35" name="直接连接符 34">
              <a:extLst>
                <a:ext uri="{FF2B5EF4-FFF2-40B4-BE49-F238E27FC236}">
                  <a16:creationId xmlns:a16="http://schemas.microsoft.com/office/drawing/2014/main" id="{7A6ADD9C-DD9C-44ED-9F0D-16979F7DE12D}"/>
                </a:ext>
              </a:extLst>
            </p:cNvPr>
            <p:cNvCxnSpPr/>
            <p:nvPr/>
          </p:nvCxnSpPr>
          <p:spPr>
            <a:xfrm flipV="1">
              <a:off x="8355810" y="2035015"/>
              <a:ext cx="0" cy="1372796"/>
            </a:xfrm>
            <a:prstGeom prst="line">
              <a:avLst/>
            </a:prstGeom>
            <a:noFill/>
            <a:ln w="3175" cap="rnd" cmpd="sng" algn="ctr">
              <a:solidFill>
                <a:sysClr val="window" lastClr="FFFFFF">
                  <a:lumMod val="75000"/>
                </a:sysClr>
              </a:solidFill>
              <a:prstDash val="solid"/>
              <a:round/>
              <a:tailEnd type="oval"/>
            </a:ln>
            <a:effectLst/>
          </p:spPr>
        </p:cxnSp>
      </p:grpSp>
      <p:grpSp>
        <p:nvGrpSpPr>
          <p:cNvPr id="38" name="îśḷïḋê">
            <a:extLst>
              <a:ext uri="{FF2B5EF4-FFF2-40B4-BE49-F238E27FC236}">
                <a16:creationId xmlns:a16="http://schemas.microsoft.com/office/drawing/2014/main" id="{396982ED-C04F-4C59-94DA-9F15081322FC}"/>
              </a:ext>
            </a:extLst>
          </p:cNvPr>
          <p:cNvGrpSpPr/>
          <p:nvPr/>
        </p:nvGrpSpPr>
        <p:grpSpPr>
          <a:xfrm>
            <a:off x="8403356" y="3856589"/>
            <a:ext cx="1469575" cy="1791106"/>
            <a:chOff x="8397006" y="3856589"/>
            <a:chExt cx="1469575" cy="1791106"/>
          </a:xfrm>
        </p:grpSpPr>
        <p:grpSp>
          <p:nvGrpSpPr>
            <p:cNvPr id="43" name="ïṩḷîḍê">
              <a:extLst>
                <a:ext uri="{FF2B5EF4-FFF2-40B4-BE49-F238E27FC236}">
                  <a16:creationId xmlns:a16="http://schemas.microsoft.com/office/drawing/2014/main" id="{CF4B4D5A-1E5D-4784-8032-812EC260A15D}"/>
                </a:ext>
              </a:extLst>
            </p:cNvPr>
            <p:cNvGrpSpPr/>
            <p:nvPr/>
          </p:nvGrpSpPr>
          <p:grpSpPr>
            <a:xfrm>
              <a:off x="8397006" y="4212088"/>
              <a:ext cx="1469575" cy="1435607"/>
              <a:chOff x="2312718" y="1659213"/>
              <a:chExt cx="1469575" cy="1435607"/>
            </a:xfrm>
          </p:grpSpPr>
          <p:sp>
            <p:nvSpPr>
              <p:cNvPr id="45" name="îšḷiḑe">
                <a:extLst>
                  <a:ext uri="{FF2B5EF4-FFF2-40B4-BE49-F238E27FC236}">
                    <a16:creationId xmlns:a16="http://schemas.microsoft.com/office/drawing/2014/main" id="{8BEE87E8-6DE0-42F7-BD87-0D07A8FC71F5}"/>
                  </a:ext>
                </a:extLst>
              </p:cNvPr>
              <p:cNvSpPr/>
              <p:nvPr/>
            </p:nvSpPr>
            <p:spPr>
              <a:xfrm>
                <a:off x="2312719" y="262113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46" name="íšlíḑê">
                <a:extLst>
                  <a:ext uri="{FF2B5EF4-FFF2-40B4-BE49-F238E27FC236}">
                    <a16:creationId xmlns:a16="http://schemas.microsoft.com/office/drawing/2014/main" id="{B2E0F82D-EF83-4FAB-8CF0-689B761918E0}"/>
                  </a:ext>
                </a:extLst>
              </p:cNvPr>
              <p:cNvSpPr txBox="1"/>
              <p:nvPr/>
            </p:nvSpPr>
            <p:spPr>
              <a:xfrm>
                <a:off x="2312718" y="1659213"/>
                <a:ext cx="1469575" cy="985018"/>
              </a:xfrm>
              <a:prstGeom prst="rect">
                <a:avLst/>
              </a:prstGeom>
              <a:noFill/>
              <a:ln w="3175">
                <a:noFill/>
              </a:ln>
            </p:spPr>
            <p:txBody>
              <a:bodyPr wrap="square" lIns="91440" tIns="45720" rIns="91440" bIns="45720" anchor="t" anchorCtr="0">
                <a:normAutofit fontScale="925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输入你的内容输入你的内容输入你的内容输入你的内容输入你的内容</a:t>
                </a:r>
              </a:p>
            </p:txBody>
          </p:sp>
        </p:grpSp>
        <p:cxnSp>
          <p:nvCxnSpPr>
            <p:cNvPr id="44" name="直接连接符 43">
              <a:extLst>
                <a:ext uri="{FF2B5EF4-FFF2-40B4-BE49-F238E27FC236}">
                  <a16:creationId xmlns:a16="http://schemas.microsoft.com/office/drawing/2014/main" id="{B710AD0E-368F-4EF6-9A5A-B241B0E57FA3}"/>
                </a:ext>
              </a:extLst>
            </p:cNvPr>
            <p:cNvCxnSpPr/>
            <p:nvPr/>
          </p:nvCxnSpPr>
          <p:spPr>
            <a:xfrm flipV="1">
              <a:off x="9866581" y="3856589"/>
              <a:ext cx="0" cy="1372796"/>
            </a:xfrm>
            <a:prstGeom prst="line">
              <a:avLst/>
            </a:prstGeom>
            <a:noFill/>
            <a:ln w="3175" cap="rnd" cmpd="sng" algn="ctr">
              <a:solidFill>
                <a:sysClr val="window" lastClr="FFFFFF">
                  <a:lumMod val="75000"/>
                </a:sysClr>
              </a:solidFill>
              <a:prstDash val="solid"/>
              <a:round/>
              <a:headEnd type="oval"/>
              <a:tailEnd type="none"/>
            </a:ln>
            <a:effectLst/>
          </p:spPr>
        </p:cxnSp>
      </p:grpSp>
      <p:grpSp>
        <p:nvGrpSpPr>
          <p:cNvPr id="47" name="îšļîḓè">
            <a:extLst>
              <a:ext uri="{FF2B5EF4-FFF2-40B4-BE49-F238E27FC236}">
                <a16:creationId xmlns:a16="http://schemas.microsoft.com/office/drawing/2014/main" id="{4C409E34-8522-47BA-B2C3-F095BF645004}"/>
              </a:ext>
            </a:extLst>
          </p:cNvPr>
          <p:cNvGrpSpPr/>
          <p:nvPr/>
        </p:nvGrpSpPr>
        <p:grpSpPr>
          <a:xfrm>
            <a:off x="5381812" y="3856589"/>
            <a:ext cx="1469575" cy="1791106"/>
            <a:chOff x="5375462" y="3856589"/>
            <a:chExt cx="1469575" cy="1791106"/>
          </a:xfrm>
        </p:grpSpPr>
        <p:grpSp>
          <p:nvGrpSpPr>
            <p:cNvPr id="48" name="î$ľiḑê">
              <a:extLst>
                <a:ext uri="{FF2B5EF4-FFF2-40B4-BE49-F238E27FC236}">
                  <a16:creationId xmlns:a16="http://schemas.microsoft.com/office/drawing/2014/main" id="{F5B0591F-970D-4578-9EA9-6E22D5CB309F}"/>
                </a:ext>
              </a:extLst>
            </p:cNvPr>
            <p:cNvGrpSpPr/>
            <p:nvPr/>
          </p:nvGrpSpPr>
          <p:grpSpPr>
            <a:xfrm>
              <a:off x="5375462" y="4212088"/>
              <a:ext cx="1469575" cy="1435607"/>
              <a:chOff x="2312718" y="1659213"/>
              <a:chExt cx="1469575" cy="1435607"/>
            </a:xfrm>
          </p:grpSpPr>
          <p:sp>
            <p:nvSpPr>
              <p:cNvPr id="50" name="ïṣ1iďè">
                <a:extLst>
                  <a:ext uri="{FF2B5EF4-FFF2-40B4-BE49-F238E27FC236}">
                    <a16:creationId xmlns:a16="http://schemas.microsoft.com/office/drawing/2014/main" id="{D91EF01F-243A-48A6-9059-514F6681969E}"/>
                  </a:ext>
                </a:extLst>
              </p:cNvPr>
              <p:cNvSpPr/>
              <p:nvPr/>
            </p:nvSpPr>
            <p:spPr>
              <a:xfrm>
                <a:off x="2312719" y="262113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51" name="íŝlïďê">
                <a:extLst>
                  <a:ext uri="{FF2B5EF4-FFF2-40B4-BE49-F238E27FC236}">
                    <a16:creationId xmlns:a16="http://schemas.microsoft.com/office/drawing/2014/main" id="{19A7FF8F-FE76-4BB7-BCCF-9A77936E4D67}"/>
                  </a:ext>
                </a:extLst>
              </p:cNvPr>
              <p:cNvSpPr txBox="1"/>
              <p:nvPr/>
            </p:nvSpPr>
            <p:spPr>
              <a:xfrm>
                <a:off x="2312718" y="1659213"/>
                <a:ext cx="1469575" cy="985018"/>
              </a:xfrm>
              <a:prstGeom prst="rect">
                <a:avLst/>
              </a:prstGeom>
              <a:noFill/>
              <a:ln w="3175">
                <a:noFill/>
              </a:ln>
            </p:spPr>
            <p:txBody>
              <a:bodyPr wrap="square" lIns="91440" tIns="45720" rIns="91440" bIns="45720" anchor="b" anchorCtr="0">
                <a:normAutofit fontScale="925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输入你的内容输入你的内容输入你的内容输入你的内容输入你的内容</a:t>
                </a:r>
              </a:p>
            </p:txBody>
          </p:sp>
        </p:grpSp>
        <p:cxnSp>
          <p:nvCxnSpPr>
            <p:cNvPr id="49" name="直接连接符 48">
              <a:extLst>
                <a:ext uri="{FF2B5EF4-FFF2-40B4-BE49-F238E27FC236}">
                  <a16:creationId xmlns:a16="http://schemas.microsoft.com/office/drawing/2014/main" id="{0D14F9D2-3722-4067-B5A7-26101BACC519}"/>
                </a:ext>
              </a:extLst>
            </p:cNvPr>
            <p:cNvCxnSpPr/>
            <p:nvPr/>
          </p:nvCxnSpPr>
          <p:spPr>
            <a:xfrm flipV="1">
              <a:off x="6845037" y="3856589"/>
              <a:ext cx="0" cy="1372796"/>
            </a:xfrm>
            <a:prstGeom prst="line">
              <a:avLst/>
            </a:prstGeom>
            <a:noFill/>
            <a:ln w="3175" cap="rnd" cmpd="sng" algn="ctr">
              <a:solidFill>
                <a:sysClr val="window" lastClr="FFFFFF">
                  <a:lumMod val="75000"/>
                </a:sysClr>
              </a:solidFill>
              <a:prstDash val="solid"/>
              <a:round/>
              <a:headEnd type="oval"/>
              <a:tailEnd type="none"/>
            </a:ln>
            <a:effectLst/>
          </p:spPr>
        </p:cxnSp>
      </p:grpSp>
      <p:grpSp>
        <p:nvGrpSpPr>
          <p:cNvPr id="52" name="ïś1îḑê">
            <a:extLst>
              <a:ext uri="{FF2B5EF4-FFF2-40B4-BE49-F238E27FC236}">
                <a16:creationId xmlns:a16="http://schemas.microsoft.com/office/drawing/2014/main" id="{F080025E-6BA7-4748-B214-228098A5E126}"/>
              </a:ext>
            </a:extLst>
          </p:cNvPr>
          <p:cNvGrpSpPr/>
          <p:nvPr/>
        </p:nvGrpSpPr>
        <p:grpSpPr>
          <a:xfrm>
            <a:off x="2360266" y="3856589"/>
            <a:ext cx="1469575" cy="1791106"/>
            <a:chOff x="2353916" y="3856589"/>
            <a:chExt cx="1469575" cy="1791106"/>
          </a:xfrm>
        </p:grpSpPr>
        <p:grpSp>
          <p:nvGrpSpPr>
            <p:cNvPr id="53" name="íṩľíďe">
              <a:extLst>
                <a:ext uri="{FF2B5EF4-FFF2-40B4-BE49-F238E27FC236}">
                  <a16:creationId xmlns:a16="http://schemas.microsoft.com/office/drawing/2014/main" id="{460A994E-1C12-48DA-AB85-CB5222D7AFA3}"/>
                </a:ext>
              </a:extLst>
            </p:cNvPr>
            <p:cNvGrpSpPr/>
            <p:nvPr/>
          </p:nvGrpSpPr>
          <p:grpSpPr>
            <a:xfrm>
              <a:off x="2353916" y="4212088"/>
              <a:ext cx="1469575" cy="1435607"/>
              <a:chOff x="2312718" y="1659213"/>
              <a:chExt cx="1469575" cy="1435607"/>
            </a:xfrm>
          </p:grpSpPr>
          <p:sp>
            <p:nvSpPr>
              <p:cNvPr id="55" name="îSļiḍê">
                <a:extLst>
                  <a:ext uri="{FF2B5EF4-FFF2-40B4-BE49-F238E27FC236}">
                    <a16:creationId xmlns:a16="http://schemas.microsoft.com/office/drawing/2014/main" id="{396D3325-D9AD-4E70-AFBE-8FA4577441F9}"/>
                  </a:ext>
                </a:extLst>
              </p:cNvPr>
              <p:cNvSpPr/>
              <p:nvPr/>
            </p:nvSpPr>
            <p:spPr>
              <a:xfrm>
                <a:off x="2312719" y="2621132"/>
                <a:ext cx="1469573" cy="473688"/>
              </a:xfrm>
              <a:prstGeom prst="rect">
                <a:avLst/>
              </a:prstGeom>
              <a:noFill/>
              <a:ln w="28575" cap="flat" cmpd="sng" algn="ctr">
                <a:noFill/>
                <a:prstDash val="solid"/>
                <a:miter lim="800000"/>
              </a:ln>
              <a:effectLst/>
            </p:spPr>
            <p:txBody>
              <a:bodyPr wrap="square" lIns="91440" tIns="45720" rIns="91440" bIns="45720" anchor="ctr">
                <a:normAutofit/>
              </a:bodyPr>
              <a:lstStyle>
                <a:defPPr>
                  <a:defRPr lang="en-US"/>
                </a:defPPr>
                <a:lvl1pPr marL="0" algn="l" defTabSz="609585" rtl="0" eaLnBrk="1" latinLnBrk="0" hangingPunct="1">
                  <a:defRPr sz="2400" kern="1200">
                    <a:solidFill>
                      <a:schemeClr val="lt1"/>
                    </a:solidFill>
                  </a:defRPr>
                </a:lvl1pPr>
                <a:lvl2pPr marL="609585" algn="l" defTabSz="609585" rtl="0" eaLnBrk="1" latinLnBrk="0" hangingPunct="1">
                  <a:defRPr sz="2400" kern="1200">
                    <a:solidFill>
                      <a:schemeClr val="lt1"/>
                    </a:solidFill>
                  </a:defRPr>
                </a:lvl2pPr>
                <a:lvl3pPr marL="1219170" algn="l" defTabSz="609585" rtl="0" eaLnBrk="1" latinLnBrk="0" hangingPunct="1">
                  <a:defRPr sz="2400" kern="1200">
                    <a:solidFill>
                      <a:schemeClr val="lt1"/>
                    </a:solidFill>
                  </a:defRPr>
                </a:lvl3pPr>
                <a:lvl4pPr marL="1828754" algn="l" defTabSz="609585" rtl="0" eaLnBrk="1" latinLnBrk="0" hangingPunct="1">
                  <a:defRPr sz="2400" kern="1200">
                    <a:solidFill>
                      <a:schemeClr val="lt1"/>
                    </a:solidFill>
                  </a:defRPr>
                </a:lvl4pPr>
                <a:lvl5pPr marL="2438339" algn="l" defTabSz="609585" rtl="0" eaLnBrk="1" latinLnBrk="0" hangingPunct="1">
                  <a:defRPr sz="2400" kern="1200">
                    <a:solidFill>
                      <a:schemeClr val="lt1"/>
                    </a:solidFill>
                  </a:defRPr>
                </a:lvl5pPr>
                <a:lvl6pPr marL="3047924" algn="l" defTabSz="609585" rtl="0" eaLnBrk="1" latinLnBrk="0" hangingPunct="1">
                  <a:defRPr sz="2400" kern="1200">
                    <a:solidFill>
                      <a:schemeClr val="lt1"/>
                    </a:solidFill>
                  </a:defRPr>
                </a:lvl6pPr>
                <a:lvl7pPr marL="3657509" algn="l" defTabSz="609585" rtl="0" eaLnBrk="1" latinLnBrk="0" hangingPunct="1">
                  <a:defRPr sz="2400" kern="1200">
                    <a:solidFill>
                      <a:schemeClr val="lt1"/>
                    </a:solidFill>
                  </a:defRPr>
                </a:lvl7pPr>
                <a:lvl8pPr marL="4267093" algn="l" defTabSz="609585" rtl="0" eaLnBrk="1" latinLnBrk="0" hangingPunct="1">
                  <a:defRPr sz="2400" kern="1200">
                    <a:solidFill>
                      <a:schemeClr val="lt1"/>
                    </a:solidFill>
                  </a:defRPr>
                </a:lvl8pPr>
                <a:lvl9pPr marL="4876678" algn="l" defTabSz="609585" rtl="0" eaLnBrk="1" latinLnBrk="0" hangingPunct="1">
                  <a:defRPr sz="2400" kern="1200">
                    <a:solidFill>
                      <a:schemeClr val="lt1"/>
                    </a:solidFill>
                  </a:defRPr>
                </a:lvl9pPr>
              </a:lstStyle>
              <a:p>
                <a:pPr>
                  <a:lnSpc>
                    <a:spcPct val="120000"/>
                  </a:lnSpc>
                  <a:defRPr/>
                </a:pPr>
                <a:r>
                  <a:rPr lang="zh-CN" altLang="en-US" sz="1600" b="1" dirty="0">
                    <a:solidFill>
                      <a:prstClr val="black"/>
                    </a:solidFill>
                    <a:latin typeface="微软雅黑"/>
                    <a:ea typeface="微软雅黑"/>
                  </a:rPr>
                  <a:t>输入你的标题</a:t>
                </a:r>
              </a:p>
            </p:txBody>
          </p:sp>
          <p:sp>
            <p:nvSpPr>
              <p:cNvPr id="56" name="ísľídé">
                <a:extLst>
                  <a:ext uri="{FF2B5EF4-FFF2-40B4-BE49-F238E27FC236}">
                    <a16:creationId xmlns:a16="http://schemas.microsoft.com/office/drawing/2014/main" id="{081D141E-9002-4A4A-AC40-44DE481B951F}"/>
                  </a:ext>
                </a:extLst>
              </p:cNvPr>
              <p:cNvSpPr txBox="1"/>
              <p:nvPr/>
            </p:nvSpPr>
            <p:spPr>
              <a:xfrm>
                <a:off x="2312718" y="1659213"/>
                <a:ext cx="1469575" cy="999992"/>
              </a:xfrm>
              <a:prstGeom prst="rect">
                <a:avLst/>
              </a:prstGeom>
              <a:noFill/>
              <a:ln w="3175">
                <a:noFill/>
              </a:ln>
            </p:spPr>
            <p:txBody>
              <a:bodyPr wrap="square" lIns="91440" tIns="45720" rIns="91440" bIns="45720" anchor="b" anchorCtr="0">
                <a:normAutofit fontScale="92500"/>
              </a:bodyPr>
              <a:lstStyle>
                <a:defPPr>
                  <a:defRPr lang="zh-CN"/>
                </a:defPPr>
                <a:lvl1pPr algn="ctr" defTabSz="609585">
                  <a:lnSpc>
                    <a:spcPct val="150000"/>
                  </a:lnSpc>
                  <a:spcBef>
                    <a:spcPct val="0"/>
                  </a:spcBef>
                  <a:defRPr sz="1100"/>
                </a:lvl1pPr>
                <a:lvl2pPr marL="609585" defTabSz="609585">
                  <a:defRPr sz="2400"/>
                </a:lvl2pPr>
                <a:lvl3pPr marL="1219170" defTabSz="609585">
                  <a:defRPr sz="2400"/>
                </a:lvl3pPr>
                <a:lvl4pPr marL="1828754" defTabSz="609585">
                  <a:defRPr sz="2400"/>
                </a:lvl4pPr>
                <a:lvl5pPr marL="2438339" defTabSz="609585">
                  <a:defRPr sz="2400"/>
                </a:lvl5pPr>
                <a:lvl6pPr marL="3047924" defTabSz="609585">
                  <a:defRPr sz="2400"/>
                </a:lvl6pPr>
                <a:lvl7pPr marL="3657509" defTabSz="609585">
                  <a:defRPr sz="2400"/>
                </a:lvl7pPr>
                <a:lvl8pPr marL="4267093" defTabSz="609585">
                  <a:defRPr sz="2400"/>
                </a:lvl8pPr>
                <a:lvl9pPr marL="4876678" defTabSz="609585">
                  <a:defRPr sz="2400"/>
                </a:lvl9pPr>
              </a:lstStyle>
              <a:p>
                <a:pPr algn="l">
                  <a:defRPr/>
                </a:pPr>
                <a:r>
                  <a:rPr lang="zh-CN" altLang="en-US" kern="0" dirty="0">
                    <a:solidFill>
                      <a:prstClr val="black"/>
                    </a:solidFill>
                    <a:latin typeface="Arial"/>
                    <a:ea typeface="微软雅黑 Light"/>
                  </a:rPr>
                  <a:t>输入你的内容输入你的内容输入你的内容输入你的内容输入你的内容</a:t>
                </a:r>
              </a:p>
            </p:txBody>
          </p:sp>
        </p:grpSp>
        <p:cxnSp>
          <p:nvCxnSpPr>
            <p:cNvPr id="54" name="直接连接符 53">
              <a:extLst>
                <a:ext uri="{FF2B5EF4-FFF2-40B4-BE49-F238E27FC236}">
                  <a16:creationId xmlns:a16="http://schemas.microsoft.com/office/drawing/2014/main" id="{9BF89BF5-6608-457A-A389-9A8D75D74786}"/>
                </a:ext>
              </a:extLst>
            </p:cNvPr>
            <p:cNvCxnSpPr/>
            <p:nvPr/>
          </p:nvCxnSpPr>
          <p:spPr>
            <a:xfrm flipV="1">
              <a:off x="3823491" y="3856589"/>
              <a:ext cx="0" cy="1372796"/>
            </a:xfrm>
            <a:prstGeom prst="line">
              <a:avLst/>
            </a:prstGeom>
            <a:noFill/>
            <a:ln w="3175" cap="rnd" cmpd="sng" algn="ctr">
              <a:solidFill>
                <a:sysClr val="window" lastClr="FFFFFF">
                  <a:lumMod val="75000"/>
                </a:sysClr>
              </a:solidFill>
              <a:prstDash val="solid"/>
              <a:round/>
              <a:headEnd type="oval"/>
              <a:tailEnd type="none"/>
            </a:ln>
            <a:effectLst/>
          </p:spPr>
        </p:cxnSp>
      </p:grpSp>
    </p:spTree>
    <p:extLst>
      <p:ext uri="{BB962C8B-B14F-4D97-AF65-F5344CB8AC3E}">
        <p14:creationId xmlns:p14="http://schemas.microsoft.com/office/powerpoint/2010/main" val="187970070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îśliḋê">
            <a:extLst>
              <a:ext uri="{FF2B5EF4-FFF2-40B4-BE49-F238E27FC236}">
                <a16:creationId xmlns:a16="http://schemas.microsoft.com/office/drawing/2014/main" id="{1519E3DD-3DD3-4AAC-854D-B8CED038E336}"/>
              </a:ext>
            </a:extLst>
          </p:cNvPr>
          <p:cNvSpPr/>
          <p:nvPr/>
        </p:nvSpPr>
        <p:spPr bwMode="auto">
          <a:xfrm>
            <a:off x="1739780" y="1831893"/>
            <a:ext cx="9084758" cy="2374820"/>
          </a:xfrm>
          <a:custGeom>
            <a:avLst/>
            <a:gdLst>
              <a:gd name="connsiteX0" fmla="*/ 3475 w 21600"/>
              <a:gd name="connsiteY0" fmla="*/ 0 h 21600"/>
              <a:gd name="connsiteX1" fmla="*/ 18125 w 21600"/>
              <a:gd name="connsiteY1" fmla="*/ 0 h 21600"/>
              <a:gd name="connsiteX2" fmla="*/ 21600 w 21600"/>
              <a:gd name="connsiteY2" fmla="*/ 10800 h 21600"/>
              <a:gd name="connsiteX3" fmla="*/ 18125 w 21600"/>
              <a:gd name="connsiteY3" fmla="*/ 21600 h 21600"/>
              <a:gd name="connsiteX4" fmla="*/ 3475 w 21600"/>
              <a:gd name="connsiteY4" fmla="*/ 21600 h 21600"/>
              <a:gd name="connsiteX5" fmla="*/ 0 w 21600"/>
              <a:gd name="connsiteY5" fmla="*/ 10800 h 21600"/>
              <a:gd name="connsiteX6" fmla="*/ 3475 w 21600"/>
              <a:gd name="connsiteY6" fmla="*/ 0 h 21600"/>
              <a:gd name="connsiteX0-1" fmla="*/ 3475 w 21600"/>
              <a:gd name="connsiteY0-2" fmla="*/ 0 h 21600"/>
              <a:gd name="connsiteX1-3" fmla="*/ 18125 w 21600"/>
              <a:gd name="connsiteY1-4" fmla="*/ 0 h 21600"/>
              <a:gd name="connsiteX2-5" fmla="*/ 21600 w 21600"/>
              <a:gd name="connsiteY2-6" fmla="*/ 10800 h 21600"/>
              <a:gd name="connsiteX3-7" fmla="*/ 18125 w 21600"/>
              <a:gd name="connsiteY3-8" fmla="*/ 21600 h 21600"/>
              <a:gd name="connsiteX4-9" fmla="*/ 3475 w 21600"/>
              <a:gd name="connsiteY4-10" fmla="*/ 21600 h 21600"/>
              <a:gd name="connsiteX5-11" fmla="*/ 0 w 21600"/>
              <a:gd name="connsiteY5-12" fmla="*/ 10800 h 21600"/>
              <a:gd name="connsiteX6-13" fmla="*/ 3685 w 21600"/>
              <a:gd name="connsiteY6-14" fmla="*/ 630 h 21600"/>
              <a:gd name="connsiteX0-15" fmla="*/ 3475 w 21600"/>
              <a:gd name="connsiteY0-16" fmla="*/ 0 h 21600"/>
              <a:gd name="connsiteX1-17" fmla="*/ 18125 w 21600"/>
              <a:gd name="connsiteY1-18" fmla="*/ 0 h 21600"/>
              <a:gd name="connsiteX2-19" fmla="*/ 21600 w 21600"/>
              <a:gd name="connsiteY2-20" fmla="*/ 10800 h 21600"/>
              <a:gd name="connsiteX3-21" fmla="*/ 18125 w 21600"/>
              <a:gd name="connsiteY3-22" fmla="*/ 21600 h 21600"/>
              <a:gd name="connsiteX4-23" fmla="*/ 3475 w 21600"/>
              <a:gd name="connsiteY4-24" fmla="*/ 21600 h 21600"/>
              <a:gd name="connsiteX5-25" fmla="*/ 0 w 21600"/>
              <a:gd name="connsiteY5-26" fmla="*/ 10800 h 21600"/>
              <a:gd name="connsiteX0-27" fmla="*/ 0 w 18125"/>
              <a:gd name="connsiteY0-28" fmla="*/ 0 h 21600"/>
              <a:gd name="connsiteX1-29" fmla="*/ 14650 w 18125"/>
              <a:gd name="connsiteY1-30" fmla="*/ 0 h 21600"/>
              <a:gd name="connsiteX2-31" fmla="*/ 18125 w 18125"/>
              <a:gd name="connsiteY2-32" fmla="*/ 10800 h 21600"/>
              <a:gd name="connsiteX3-33" fmla="*/ 14650 w 18125"/>
              <a:gd name="connsiteY3-34" fmla="*/ 21600 h 21600"/>
              <a:gd name="connsiteX4-35" fmla="*/ 0 w 18125"/>
              <a:gd name="connsiteY4-36" fmla="*/ 21600 h 21600"/>
              <a:gd name="connsiteX0-37" fmla="*/ 0 w 19228"/>
              <a:gd name="connsiteY0-38" fmla="*/ 0 h 21600"/>
              <a:gd name="connsiteX1-39" fmla="*/ 15753 w 19228"/>
              <a:gd name="connsiteY1-40" fmla="*/ 0 h 21600"/>
              <a:gd name="connsiteX2-41" fmla="*/ 19228 w 19228"/>
              <a:gd name="connsiteY2-42" fmla="*/ 10800 h 21600"/>
              <a:gd name="connsiteX3-43" fmla="*/ 15753 w 19228"/>
              <a:gd name="connsiteY3-44" fmla="*/ 21600 h 21600"/>
              <a:gd name="connsiteX4-45" fmla="*/ 1103 w 19228"/>
              <a:gd name="connsiteY4-46" fmla="*/ 21600 h 21600"/>
              <a:gd name="connsiteX0-47" fmla="*/ 253 w 19481"/>
              <a:gd name="connsiteY0-48" fmla="*/ 0 h 21600"/>
              <a:gd name="connsiteX1-49" fmla="*/ 16006 w 19481"/>
              <a:gd name="connsiteY1-50" fmla="*/ 0 h 21600"/>
              <a:gd name="connsiteX2-51" fmla="*/ 19481 w 19481"/>
              <a:gd name="connsiteY2-52" fmla="*/ 10800 h 21600"/>
              <a:gd name="connsiteX3-53" fmla="*/ 16006 w 19481"/>
              <a:gd name="connsiteY3-54" fmla="*/ 21600 h 21600"/>
              <a:gd name="connsiteX4-55" fmla="*/ 0 w 19481"/>
              <a:gd name="connsiteY4-56" fmla="*/ 21600 h 21600"/>
              <a:gd name="connsiteX0-57" fmla="*/ 0 w 22785"/>
              <a:gd name="connsiteY0-58" fmla="*/ 0 h 21687"/>
              <a:gd name="connsiteX1-59" fmla="*/ 19310 w 22785"/>
              <a:gd name="connsiteY1-60" fmla="*/ 87 h 21687"/>
              <a:gd name="connsiteX2-61" fmla="*/ 22785 w 22785"/>
              <a:gd name="connsiteY2-62" fmla="*/ 10887 h 21687"/>
              <a:gd name="connsiteX3-63" fmla="*/ 19310 w 22785"/>
              <a:gd name="connsiteY3-64" fmla="*/ 21687 h 21687"/>
              <a:gd name="connsiteX4-65" fmla="*/ 3304 w 22785"/>
              <a:gd name="connsiteY4-66" fmla="*/ 21687 h 21687"/>
              <a:gd name="connsiteX0-67" fmla="*/ 0 w 21590"/>
              <a:gd name="connsiteY0-68" fmla="*/ 0 h 21600"/>
              <a:gd name="connsiteX1-69" fmla="*/ 18115 w 21590"/>
              <a:gd name="connsiteY1-70" fmla="*/ 0 h 21600"/>
              <a:gd name="connsiteX2-71" fmla="*/ 21590 w 21590"/>
              <a:gd name="connsiteY2-72" fmla="*/ 10800 h 21600"/>
              <a:gd name="connsiteX3-73" fmla="*/ 18115 w 21590"/>
              <a:gd name="connsiteY3-74" fmla="*/ 21600 h 21600"/>
              <a:gd name="connsiteX4-75" fmla="*/ 2109 w 21590"/>
              <a:gd name="connsiteY4-76" fmla="*/ 21600 h 21600"/>
              <a:gd name="connsiteX0-77" fmla="*/ 0 w 21590"/>
              <a:gd name="connsiteY0-78" fmla="*/ 0 h 21832"/>
              <a:gd name="connsiteX1-79" fmla="*/ 18115 w 21590"/>
              <a:gd name="connsiteY1-80" fmla="*/ 0 h 21832"/>
              <a:gd name="connsiteX2-81" fmla="*/ 21590 w 21590"/>
              <a:gd name="connsiteY2-82" fmla="*/ 10800 h 21832"/>
              <a:gd name="connsiteX3-83" fmla="*/ 18115 w 21590"/>
              <a:gd name="connsiteY3-84" fmla="*/ 21600 h 21832"/>
              <a:gd name="connsiteX4-85" fmla="*/ 4589 w 21590"/>
              <a:gd name="connsiteY4-86" fmla="*/ 21832 h 21832"/>
              <a:gd name="connsiteX0-87" fmla="*/ 0 w 21099"/>
              <a:gd name="connsiteY0-88" fmla="*/ 0 h 21832"/>
              <a:gd name="connsiteX1-89" fmla="*/ 17624 w 21099"/>
              <a:gd name="connsiteY1-90" fmla="*/ 0 h 21832"/>
              <a:gd name="connsiteX2-91" fmla="*/ 21099 w 21099"/>
              <a:gd name="connsiteY2-92" fmla="*/ 10800 h 21832"/>
              <a:gd name="connsiteX3-93" fmla="*/ 17624 w 21099"/>
              <a:gd name="connsiteY3-94" fmla="*/ 21600 h 21832"/>
              <a:gd name="connsiteX4-95" fmla="*/ 4098 w 21099"/>
              <a:gd name="connsiteY4-96" fmla="*/ 21832 h 21832"/>
              <a:gd name="connsiteX0-97" fmla="*/ 2552 w 23651"/>
              <a:gd name="connsiteY0-98" fmla="*/ 0 h 21699"/>
              <a:gd name="connsiteX1-99" fmla="*/ 20176 w 23651"/>
              <a:gd name="connsiteY1-100" fmla="*/ 0 h 21699"/>
              <a:gd name="connsiteX2-101" fmla="*/ 23651 w 23651"/>
              <a:gd name="connsiteY2-102" fmla="*/ 10800 h 21699"/>
              <a:gd name="connsiteX3-103" fmla="*/ 20176 w 23651"/>
              <a:gd name="connsiteY3-104" fmla="*/ 21600 h 21699"/>
              <a:gd name="connsiteX4-105" fmla="*/ 0 w 23651"/>
              <a:gd name="connsiteY4-106" fmla="*/ 21699 h 2169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651" h="21699">
                <a:moveTo>
                  <a:pt x="2552" y="0"/>
                </a:moveTo>
                <a:lnTo>
                  <a:pt x="20176" y="0"/>
                </a:lnTo>
                <a:cubicBezTo>
                  <a:pt x="22095" y="0"/>
                  <a:pt x="23651" y="4835"/>
                  <a:pt x="23651" y="10800"/>
                </a:cubicBezTo>
                <a:cubicBezTo>
                  <a:pt x="23651" y="16765"/>
                  <a:pt x="22095" y="21600"/>
                  <a:pt x="20176" y="21600"/>
                </a:cubicBezTo>
                <a:lnTo>
                  <a:pt x="0" y="21699"/>
                </a:lnTo>
              </a:path>
            </a:pathLst>
          </a:custGeom>
          <a:noFill/>
          <a:ln w="31750">
            <a:solidFill>
              <a:sysClr val="window" lastClr="FFFFFF">
                <a:lumMod val="50000"/>
              </a:sysClr>
            </a:solidFill>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a:solidFill>
                <a:prstClr val="black"/>
              </a:solidFill>
              <a:latin typeface="Arial"/>
              <a:ea typeface="微软雅黑 Light"/>
            </a:endParaRPr>
          </a:p>
        </p:txBody>
      </p:sp>
      <p:grpSp>
        <p:nvGrpSpPr>
          <p:cNvPr id="17" name="îSḷïḓê">
            <a:extLst>
              <a:ext uri="{FF2B5EF4-FFF2-40B4-BE49-F238E27FC236}">
                <a16:creationId xmlns:a16="http://schemas.microsoft.com/office/drawing/2014/main" id="{15D63E59-66C5-41C9-B52B-BC0DD25F59B3}"/>
              </a:ext>
            </a:extLst>
          </p:cNvPr>
          <p:cNvGrpSpPr/>
          <p:nvPr/>
        </p:nvGrpSpPr>
        <p:grpSpPr>
          <a:xfrm>
            <a:off x="3584160" y="3935657"/>
            <a:ext cx="1551214" cy="1566026"/>
            <a:chOff x="3280418" y="4085776"/>
            <a:chExt cx="1551214" cy="1566026"/>
          </a:xfrm>
        </p:grpSpPr>
        <p:grpSp>
          <p:nvGrpSpPr>
            <p:cNvPr id="18" name="îśḷiḍê">
              <a:extLst>
                <a:ext uri="{FF2B5EF4-FFF2-40B4-BE49-F238E27FC236}">
                  <a16:creationId xmlns:a16="http://schemas.microsoft.com/office/drawing/2014/main" id="{3323BB31-DE62-4DB5-A334-1C035363B6AA}"/>
                </a:ext>
              </a:extLst>
            </p:cNvPr>
            <p:cNvGrpSpPr/>
            <p:nvPr/>
          </p:nvGrpSpPr>
          <p:grpSpPr>
            <a:xfrm>
              <a:off x="3280418" y="4662268"/>
              <a:ext cx="1551214" cy="989534"/>
              <a:chOff x="2636364" y="3107772"/>
              <a:chExt cx="1551214" cy="989534"/>
            </a:xfrm>
          </p:grpSpPr>
          <p:sp>
            <p:nvSpPr>
              <p:cNvPr id="22" name="iṧḻiḋe">
                <a:extLst>
                  <a:ext uri="{FF2B5EF4-FFF2-40B4-BE49-F238E27FC236}">
                    <a16:creationId xmlns:a16="http://schemas.microsoft.com/office/drawing/2014/main" id="{29B2C3E0-43BB-4CE4-BDB3-078C9B7BA501}"/>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6</a:t>
                </a:r>
                <a:endParaRPr lang="id-ID" altLang="zh-CN" sz="1400" b="1" dirty="0">
                  <a:solidFill>
                    <a:prstClr val="black"/>
                  </a:solidFill>
                  <a:latin typeface="微软雅黑"/>
                  <a:ea typeface="微软雅黑"/>
                </a:endParaRPr>
              </a:p>
            </p:txBody>
          </p:sp>
          <p:sp>
            <p:nvSpPr>
              <p:cNvPr id="23" name="íṡ1ïḋé">
                <a:extLst>
                  <a:ext uri="{FF2B5EF4-FFF2-40B4-BE49-F238E27FC236}">
                    <a16:creationId xmlns:a16="http://schemas.microsoft.com/office/drawing/2014/main" id="{3F5FA632-DEFF-4556-B8B5-5EB108735EFE}"/>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nvGrpSpPr>
            <p:cNvPr id="19" name="íṡlíḍê">
              <a:extLst>
                <a:ext uri="{FF2B5EF4-FFF2-40B4-BE49-F238E27FC236}">
                  <a16:creationId xmlns:a16="http://schemas.microsoft.com/office/drawing/2014/main" id="{934E0DF4-B0AE-4A99-9727-074DA63FF69F}"/>
                </a:ext>
              </a:extLst>
            </p:cNvPr>
            <p:cNvGrpSpPr/>
            <p:nvPr/>
          </p:nvGrpSpPr>
          <p:grpSpPr>
            <a:xfrm>
              <a:off x="3795804" y="4085776"/>
              <a:ext cx="520442" cy="520440"/>
              <a:chOff x="1711594" y="2493391"/>
              <a:chExt cx="506338" cy="506336"/>
            </a:xfrm>
          </p:grpSpPr>
          <p:sp>
            <p:nvSpPr>
              <p:cNvPr id="20" name="išḻîďè">
                <a:extLst>
                  <a:ext uri="{FF2B5EF4-FFF2-40B4-BE49-F238E27FC236}">
                    <a16:creationId xmlns:a16="http://schemas.microsoft.com/office/drawing/2014/main" id="{9172939D-F4D9-4794-9E9E-9A7F6E978020}"/>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21" name="ïŝľíḍê">
                <a:extLst>
                  <a:ext uri="{FF2B5EF4-FFF2-40B4-BE49-F238E27FC236}">
                    <a16:creationId xmlns:a16="http://schemas.microsoft.com/office/drawing/2014/main" id="{35DCD3EC-0CE3-4CF8-AFAE-C35A9E308BD5}"/>
                  </a:ext>
                </a:extLst>
              </p:cNvPr>
              <p:cNvSpPr/>
              <p:nvPr/>
            </p:nvSpPr>
            <p:spPr bwMode="auto">
              <a:xfrm>
                <a:off x="1841677" y="2629288"/>
                <a:ext cx="246170" cy="262071"/>
              </a:xfrm>
              <a:custGeom>
                <a:avLst/>
                <a:gdLst>
                  <a:gd name="T0" fmla="*/ 4855 w 8225"/>
                  <a:gd name="T1" fmla="*/ 7968 h 8756"/>
                  <a:gd name="T2" fmla="*/ 5745 w 8225"/>
                  <a:gd name="T3" fmla="*/ 7207 h 8756"/>
                  <a:gd name="T4" fmla="*/ 5073 w 8225"/>
                  <a:gd name="T5" fmla="*/ 6804 h 8756"/>
                  <a:gd name="T6" fmla="*/ 4855 w 8225"/>
                  <a:gd name="T7" fmla="*/ 7968 h 8756"/>
                  <a:gd name="T8" fmla="*/ 5092 w 8225"/>
                  <a:gd name="T9" fmla="*/ 6759 h 8756"/>
                  <a:gd name="T10" fmla="*/ 5764 w 8225"/>
                  <a:gd name="T11" fmla="*/ 7162 h 8756"/>
                  <a:gd name="T12" fmla="*/ 6653 w 8225"/>
                  <a:gd name="T13" fmla="*/ 5620 h 8756"/>
                  <a:gd name="T14" fmla="*/ 7191 w 8225"/>
                  <a:gd name="T15" fmla="*/ 4692 h 8756"/>
                  <a:gd name="T16" fmla="*/ 6679 w 8225"/>
                  <a:gd name="T17" fmla="*/ 4384 h 8756"/>
                  <a:gd name="T18" fmla="*/ 6513 w 8225"/>
                  <a:gd name="T19" fmla="*/ 4288 h 8756"/>
                  <a:gd name="T20" fmla="*/ 5092 w 8225"/>
                  <a:gd name="T21" fmla="*/ 6759 h 8756"/>
                  <a:gd name="T22" fmla="*/ 6903 w 8225"/>
                  <a:gd name="T23" fmla="*/ 3853 h 8756"/>
                  <a:gd name="T24" fmla="*/ 6666 w 8225"/>
                  <a:gd name="T25" fmla="*/ 4039 h 8756"/>
                  <a:gd name="T26" fmla="*/ 6545 w 8225"/>
                  <a:gd name="T27" fmla="*/ 4244 h 8756"/>
                  <a:gd name="T28" fmla="*/ 7217 w 8225"/>
                  <a:gd name="T29" fmla="*/ 4647 h 8756"/>
                  <a:gd name="T30" fmla="*/ 7338 w 8225"/>
                  <a:gd name="T31" fmla="*/ 4442 h 8756"/>
                  <a:gd name="T32" fmla="*/ 7223 w 8225"/>
                  <a:gd name="T33" fmla="*/ 3898 h 8756"/>
                  <a:gd name="T34" fmla="*/ 6903 w 8225"/>
                  <a:gd name="T35" fmla="*/ 3853 h 8756"/>
                  <a:gd name="T36" fmla="*/ 1463 w 8225"/>
                  <a:gd name="T37" fmla="*/ 3098 h 8756"/>
                  <a:gd name="T38" fmla="*/ 1079 w 8225"/>
                  <a:gd name="T39" fmla="*/ 3482 h 8756"/>
                  <a:gd name="T40" fmla="*/ 1463 w 8225"/>
                  <a:gd name="T41" fmla="*/ 3866 h 8756"/>
                  <a:gd name="T42" fmla="*/ 5073 w 8225"/>
                  <a:gd name="T43" fmla="*/ 3866 h 8756"/>
                  <a:gd name="T44" fmla="*/ 5457 w 8225"/>
                  <a:gd name="T45" fmla="*/ 3482 h 8756"/>
                  <a:gd name="T46" fmla="*/ 5073 w 8225"/>
                  <a:gd name="T47" fmla="*/ 3098 h 8756"/>
                  <a:gd name="T48" fmla="*/ 1463 w 8225"/>
                  <a:gd name="T49" fmla="*/ 3098 h 8756"/>
                  <a:gd name="T50" fmla="*/ 1463 w 8225"/>
                  <a:gd name="T51" fmla="*/ 1645 h 8756"/>
                  <a:gd name="T52" fmla="*/ 1079 w 8225"/>
                  <a:gd name="T53" fmla="*/ 2029 h 8756"/>
                  <a:gd name="T54" fmla="*/ 1463 w 8225"/>
                  <a:gd name="T55" fmla="*/ 2413 h 8756"/>
                  <a:gd name="T56" fmla="*/ 5073 w 8225"/>
                  <a:gd name="T57" fmla="*/ 2413 h 8756"/>
                  <a:gd name="T58" fmla="*/ 5457 w 8225"/>
                  <a:gd name="T59" fmla="*/ 2029 h 8756"/>
                  <a:gd name="T60" fmla="*/ 5073 w 8225"/>
                  <a:gd name="T61" fmla="*/ 1645 h 8756"/>
                  <a:gd name="T62" fmla="*/ 1463 w 8225"/>
                  <a:gd name="T63" fmla="*/ 1645 h 8756"/>
                  <a:gd name="T64" fmla="*/ 4266 w 8225"/>
                  <a:gd name="T65" fmla="*/ 6023 h 8756"/>
                  <a:gd name="T66" fmla="*/ 1386 w 8225"/>
                  <a:gd name="T67" fmla="*/ 6023 h 8756"/>
                  <a:gd name="T68" fmla="*/ 1088 w 8225"/>
                  <a:gd name="T69" fmla="*/ 6397 h 8756"/>
                  <a:gd name="T70" fmla="*/ 1386 w 8225"/>
                  <a:gd name="T71" fmla="*/ 6772 h 8756"/>
                  <a:gd name="T72" fmla="*/ 4285 w 8225"/>
                  <a:gd name="T73" fmla="*/ 6772 h 8756"/>
                  <a:gd name="T74" fmla="*/ 4584 w 8225"/>
                  <a:gd name="T75" fmla="*/ 6397 h 8756"/>
                  <a:gd name="T76" fmla="*/ 4285 w 8225"/>
                  <a:gd name="T77" fmla="*/ 6023 h 8756"/>
                  <a:gd name="T78" fmla="*/ 4266 w 8225"/>
                  <a:gd name="T79" fmla="*/ 6023 h 8756"/>
                  <a:gd name="T80" fmla="*/ 5041 w 8225"/>
                  <a:gd name="T81" fmla="*/ 4576 h 8756"/>
                  <a:gd name="T82" fmla="*/ 1386 w 8225"/>
                  <a:gd name="T83" fmla="*/ 4576 h 8756"/>
                  <a:gd name="T84" fmla="*/ 1098 w 8225"/>
                  <a:gd name="T85" fmla="*/ 4954 h 8756"/>
                  <a:gd name="T86" fmla="*/ 1386 w 8225"/>
                  <a:gd name="T87" fmla="*/ 5332 h 8756"/>
                  <a:gd name="T88" fmla="*/ 5060 w 8225"/>
                  <a:gd name="T89" fmla="*/ 5332 h 8756"/>
                  <a:gd name="T90" fmla="*/ 5348 w 8225"/>
                  <a:gd name="T91" fmla="*/ 4954 h 8756"/>
                  <a:gd name="T92" fmla="*/ 5060 w 8225"/>
                  <a:gd name="T93" fmla="*/ 4570 h 8756"/>
                  <a:gd name="T94" fmla="*/ 5041 w 8225"/>
                  <a:gd name="T95" fmla="*/ 4576 h 8756"/>
                  <a:gd name="T96" fmla="*/ 1642 w 8225"/>
                  <a:gd name="T97" fmla="*/ 0 h 8756"/>
                  <a:gd name="T98" fmla="*/ 6583 w 8225"/>
                  <a:gd name="T99" fmla="*/ 0 h 8756"/>
                  <a:gd name="T100" fmla="*/ 8221 w 8225"/>
                  <a:gd name="T101" fmla="*/ 1639 h 8756"/>
                  <a:gd name="T102" fmla="*/ 8221 w 8225"/>
                  <a:gd name="T103" fmla="*/ 7111 h 8756"/>
                  <a:gd name="T104" fmla="*/ 6583 w 8225"/>
                  <a:gd name="T105" fmla="*/ 8756 h 8756"/>
                  <a:gd name="T106" fmla="*/ 1642 w 8225"/>
                  <a:gd name="T107" fmla="*/ 8756 h 8756"/>
                  <a:gd name="T108" fmla="*/ 4 w 8225"/>
                  <a:gd name="T109" fmla="*/ 7117 h 8756"/>
                  <a:gd name="T110" fmla="*/ 4 w 8225"/>
                  <a:gd name="T111" fmla="*/ 1645 h 8756"/>
                  <a:gd name="T112" fmla="*/ 1642 w 8225"/>
                  <a:gd name="T113" fmla="*/ 0 h 8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225" h="8756">
                    <a:moveTo>
                      <a:pt x="4855" y="7968"/>
                    </a:moveTo>
                    <a:lnTo>
                      <a:pt x="5745" y="7207"/>
                    </a:lnTo>
                    <a:lnTo>
                      <a:pt x="5073" y="6804"/>
                    </a:lnTo>
                    <a:lnTo>
                      <a:pt x="4855" y="7968"/>
                    </a:lnTo>
                    <a:close/>
                    <a:moveTo>
                      <a:pt x="5092" y="6759"/>
                    </a:moveTo>
                    <a:lnTo>
                      <a:pt x="5764" y="7162"/>
                    </a:lnTo>
                    <a:lnTo>
                      <a:pt x="6653" y="5620"/>
                    </a:lnTo>
                    <a:lnTo>
                      <a:pt x="7191" y="4692"/>
                    </a:lnTo>
                    <a:lnTo>
                      <a:pt x="6679" y="4384"/>
                    </a:lnTo>
                    <a:lnTo>
                      <a:pt x="6513" y="4288"/>
                    </a:lnTo>
                    <a:lnTo>
                      <a:pt x="5092" y="6759"/>
                    </a:lnTo>
                    <a:close/>
                    <a:moveTo>
                      <a:pt x="6903" y="3853"/>
                    </a:moveTo>
                    <a:cubicBezTo>
                      <a:pt x="6802" y="3881"/>
                      <a:pt x="6717" y="3948"/>
                      <a:pt x="6666" y="4039"/>
                    </a:cubicBezTo>
                    <a:lnTo>
                      <a:pt x="6545" y="4244"/>
                    </a:lnTo>
                    <a:lnTo>
                      <a:pt x="7217" y="4647"/>
                    </a:lnTo>
                    <a:lnTo>
                      <a:pt x="7338" y="4442"/>
                    </a:lnTo>
                    <a:cubicBezTo>
                      <a:pt x="7451" y="4259"/>
                      <a:pt x="7400" y="4020"/>
                      <a:pt x="7223" y="3898"/>
                    </a:cubicBezTo>
                    <a:cubicBezTo>
                      <a:pt x="7128" y="3837"/>
                      <a:pt x="7011" y="3820"/>
                      <a:pt x="6903" y="3853"/>
                    </a:cubicBezTo>
                    <a:close/>
                    <a:moveTo>
                      <a:pt x="1463" y="3098"/>
                    </a:moveTo>
                    <a:cubicBezTo>
                      <a:pt x="1251" y="3098"/>
                      <a:pt x="1079" y="3270"/>
                      <a:pt x="1079" y="3482"/>
                    </a:cubicBezTo>
                    <a:cubicBezTo>
                      <a:pt x="1079" y="3694"/>
                      <a:pt x="1251" y="3866"/>
                      <a:pt x="1463" y="3866"/>
                    </a:cubicBezTo>
                    <a:lnTo>
                      <a:pt x="5073" y="3866"/>
                    </a:lnTo>
                    <a:cubicBezTo>
                      <a:pt x="5285" y="3866"/>
                      <a:pt x="5457" y="3694"/>
                      <a:pt x="5457" y="3482"/>
                    </a:cubicBezTo>
                    <a:cubicBezTo>
                      <a:pt x="5457" y="3270"/>
                      <a:pt x="5285" y="3098"/>
                      <a:pt x="5073" y="3098"/>
                    </a:cubicBezTo>
                    <a:lnTo>
                      <a:pt x="1463" y="3098"/>
                    </a:lnTo>
                    <a:close/>
                    <a:moveTo>
                      <a:pt x="1463" y="1645"/>
                    </a:moveTo>
                    <a:cubicBezTo>
                      <a:pt x="1251" y="1645"/>
                      <a:pt x="1079" y="1817"/>
                      <a:pt x="1079" y="2029"/>
                    </a:cubicBezTo>
                    <a:cubicBezTo>
                      <a:pt x="1079" y="2241"/>
                      <a:pt x="1251" y="2413"/>
                      <a:pt x="1463" y="2413"/>
                    </a:cubicBezTo>
                    <a:lnTo>
                      <a:pt x="5073" y="2413"/>
                    </a:lnTo>
                    <a:cubicBezTo>
                      <a:pt x="5285" y="2413"/>
                      <a:pt x="5457" y="2241"/>
                      <a:pt x="5457" y="2029"/>
                    </a:cubicBezTo>
                    <a:cubicBezTo>
                      <a:pt x="5457" y="1817"/>
                      <a:pt x="5285" y="1645"/>
                      <a:pt x="5073" y="1645"/>
                    </a:cubicBezTo>
                    <a:lnTo>
                      <a:pt x="1463" y="1645"/>
                    </a:lnTo>
                    <a:close/>
                    <a:moveTo>
                      <a:pt x="4266" y="6023"/>
                    </a:moveTo>
                    <a:lnTo>
                      <a:pt x="1386" y="6023"/>
                    </a:lnTo>
                    <a:cubicBezTo>
                      <a:pt x="1211" y="6063"/>
                      <a:pt x="1088" y="6218"/>
                      <a:pt x="1088" y="6397"/>
                    </a:cubicBezTo>
                    <a:cubicBezTo>
                      <a:pt x="1088" y="6576"/>
                      <a:pt x="1211" y="6732"/>
                      <a:pt x="1386" y="6772"/>
                    </a:cubicBezTo>
                    <a:lnTo>
                      <a:pt x="4285" y="6772"/>
                    </a:lnTo>
                    <a:cubicBezTo>
                      <a:pt x="4460" y="6732"/>
                      <a:pt x="4584" y="6576"/>
                      <a:pt x="4584" y="6397"/>
                    </a:cubicBezTo>
                    <a:cubicBezTo>
                      <a:pt x="4584" y="6218"/>
                      <a:pt x="4460" y="6063"/>
                      <a:pt x="4285" y="6023"/>
                    </a:cubicBezTo>
                    <a:lnTo>
                      <a:pt x="4266" y="6023"/>
                    </a:lnTo>
                    <a:close/>
                    <a:moveTo>
                      <a:pt x="5041" y="4576"/>
                    </a:moveTo>
                    <a:lnTo>
                      <a:pt x="1386" y="4576"/>
                    </a:lnTo>
                    <a:cubicBezTo>
                      <a:pt x="1203" y="4603"/>
                      <a:pt x="1075" y="4771"/>
                      <a:pt x="1098" y="4954"/>
                    </a:cubicBezTo>
                    <a:cubicBezTo>
                      <a:pt x="1075" y="5137"/>
                      <a:pt x="1203" y="5305"/>
                      <a:pt x="1386" y="5332"/>
                    </a:cubicBezTo>
                    <a:lnTo>
                      <a:pt x="5060" y="5332"/>
                    </a:lnTo>
                    <a:cubicBezTo>
                      <a:pt x="5243" y="5305"/>
                      <a:pt x="5371" y="5137"/>
                      <a:pt x="5348" y="4954"/>
                    </a:cubicBezTo>
                    <a:cubicBezTo>
                      <a:pt x="5374" y="4768"/>
                      <a:pt x="5245" y="4596"/>
                      <a:pt x="5060" y="4570"/>
                    </a:cubicBezTo>
                    <a:lnTo>
                      <a:pt x="5041" y="4576"/>
                    </a:lnTo>
                    <a:close/>
                    <a:moveTo>
                      <a:pt x="1642" y="0"/>
                    </a:moveTo>
                    <a:lnTo>
                      <a:pt x="6583" y="0"/>
                    </a:lnTo>
                    <a:cubicBezTo>
                      <a:pt x="7488" y="0"/>
                      <a:pt x="8221" y="734"/>
                      <a:pt x="8221" y="1639"/>
                    </a:cubicBezTo>
                    <a:lnTo>
                      <a:pt x="8221" y="7111"/>
                    </a:lnTo>
                    <a:cubicBezTo>
                      <a:pt x="8225" y="8018"/>
                      <a:pt x="7490" y="8756"/>
                      <a:pt x="6583" y="8756"/>
                    </a:cubicBezTo>
                    <a:lnTo>
                      <a:pt x="1642" y="8756"/>
                    </a:lnTo>
                    <a:cubicBezTo>
                      <a:pt x="737" y="8756"/>
                      <a:pt x="4" y="8022"/>
                      <a:pt x="4" y="7117"/>
                    </a:cubicBezTo>
                    <a:lnTo>
                      <a:pt x="4" y="1645"/>
                    </a:lnTo>
                    <a:cubicBezTo>
                      <a:pt x="0" y="738"/>
                      <a:pt x="735" y="0"/>
                      <a:pt x="1642" y="0"/>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grpSp>
        <p:nvGrpSpPr>
          <p:cNvPr id="24" name="ïsḻïde">
            <a:extLst>
              <a:ext uri="{FF2B5EF4-FFF2-40B4-BE49-F238E27FC236}">
                <a16:creationId xmlns:a16="http://schemas.microsoft.com/office/drawing/2014/main" id="{5F194147-5965-4C5B-967A-0A87E74C08F9}"/>
              </a:ext>
            </a:extLst>
          </p:cNvPr>
          <p:cNvGrpSpPr/>
          <p:nvPr/>
        </p:nvGrpSpPr>
        <p:grpSpPr>
          <a:xfrm>
            <a:off x="6581667" y="3935657"/>
            <a:ext cx="1551214" cy="1566026"/>
            <a:chOff x="6455707" y="4084263"/>
            <a:chExt cx="1551214" cy="1566026"/>
          </a:xfrm>
        </p:grpSpPr>
        <p:grpSp>
          <p:nvGrpSpPr>
            <p:cNvPr id="25" name="iśḷîďe">
              <a:extLst>
                <a:ext uri="{FF2B5EF4-FFF2-40B4-BE49-F238E27FC236}">
                  <a16:creationId xmlns:a16="http://schemas.microsoft.com/office/drawing/2014/main" id="{152EC8F0-028B-47C3-8EF8-BE4C93D32F7B}"/>
                </a:ext>
              </a:extLst>
            </p:cNvPr>
            <p:cNvGrpSpPr/>
            <p:nvPr/>
          </p:nvGrpSpPr>
          <p:grpSpPr>
            <a:xfrm>
              <a:off x="6971093" y="4084263"/>
              <a:ext cx="520442" cy="520440"/>
              <a:chOff x="1711594" y="2493391"/>
              <a:chExt cx="506338" cy="506336"/>
            </a:xfrm>
          </p:grpSpPr>
          <p:sp>
            <p:nvSpPr>
              <p:cNvPr id="29" name="ïŝļîḑe">
                <a:extLst>
                  <a:ext uri="{FF2B5EF4-FFF2-40B4-BE49-F238E27FC236}">
                    <a16:creationId xmlns:a16="http://schemas.microsoft.com/office/drawing/2014/main" id="{8EF003BE-53EE-499E-A178-DFB64FED90A0}"/>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30" name="ïṧḷiḋè">
                <a:extLst>
                  <a:ext uri="{FF2B5EF4-FFF2-40B4-BE49-F238E27FC236}">
                    <a16:creationId xmlns:a16="http://schemas.microsoft.com/office/drawing/2014/main" id="{22FBB561-22A9-45B8-8431-28FC40455B9D}"/>
                  </a:ext>
                </a:extLst>
              </p:cNvPr>
              <p:cNvSpPr/>
              <p:nvPr/>
            </p:nvSpPr>
            <p:spPr bwMode="auto">
              <a:xfrm>
                <a:off x="1860731" y="2629288"/>
                <a:ext cx="208059" cy="262071"/>
              </a:xfrm>
              <a:custGeom>
                <a:avLst/>
                <a:gdLst>
                  <a:gd name="connsiteX0" fmla="*/ 290650 w 481679"/>
                  <a:gd name="connsiteY0" fmla="*/ 370314 h 606722"/>
                  <a:gd name="connsiteX1" fmla="*/ 280064 w 481679"/>
                  <a:gd name="connsiteY1" fmla="*/ 380714 h 606722"/>
                  <a:gd name="connsiteX2" fmla="*/ 280064 w 481679"/>
                  <a:gd name="connsiteY2" fmla="*/ 411383 h 606722"/>
                  <a:gd name="connsiteX3" fmla="*/ 290650 w 481679"/>
                  <a:gd name="connsiteY3" fmla="*/ 421695 h 606722"/>
                  <a:gd name="connsiteX4" fmla="*/ 301502 w 481679"/>
                  <a:gd name="connsiteY4" fmla="*/ 411383 h 606722"/>
                  <a:gd name="connsiteX5" fmla="*/ 301502 w 481679"/>
                  <a:gd name="connsiteY5" fmla="*/ 380714 h 606722"/>
                  <a:gd name="connsiteX6" fmla="*/ 290650 w 481679"/>
                  <a:gd name="connsiteY6" fmla="*/ 370314 h 606722"/>
                  <a:gd name="connsiteX7" fmla="*/ 290650 w 481679"/>
                  <a:gd name="connsiteY7" fmla="*/ 351557 h 606722"/>
                  <a:gd name="connsiteX8" fmla="*/ 323119 w 481679"/>
                  <a:gd name="connsiteY8" fmla="*/ 380714 h 606722"/>
                  <a:gd name="connsiteX9" fmla="*/ 323119 w 481679"/>
                  <a:gd name="connsiteY9" fmla="*/ 411383 h 606722"/>
                  <a:gd name="connsiteX10" fmla="*/ 290650 w 481679"/>
                  <a:gd name="connsiteY10" fmla="*/ 440540 h 606722"/>
                  <a:gd name="connsiteX11" fmla="*/ 258269 w 481679"/>
                  <a:gd name="connsiteY11" fmla="*/ 411383 h 606722"/>
                  <a:gd name="connsiteX12" fmla="*/ 258269 w 481679"/>
                  <a:gd name="connsiteY12" fmla="*/ 380714 h 606722"/>
                  <a:gd name="connsiteX13" fmla="*/ 290650 w 481679"/>
                  <a:gd name="connsiteY13" fmla="*/ 351557 h 606722"/>
                  <a:gd name="connsiteX14" fmla="*/ 191523 w 481679"/>
                  <a:gd name="connsiteY14" fmla="*/ 300807 h 606722"/>
                  <a:gd name="connsiteX15" fmla="*/ 180938 w 481679"/>
                  <a:gd name="connsiteY15" fmla="*/ 311207 h 606722"/>
                  <a:gd name="connsiteX16" fmla="*/ 180938 w 481679"/>
                  <a:gd name="connsiteY16" fmla="*/ 341876 h 606722"/>
                  <a:gd name="connsiteX17" fmla="*/ 191523 w 481679"/>
                  <a:gd name="connsiteY17" fmla="*/ 352188 h 606722"/>
                  <a:gd name="connsiteX18" fmla="*/ 202287 w 481679"/>
                  <a:gd name="connsiteY18" fmla="*/ 341876 h 606722"/>
                  <a:gd name="connsiteX19" fmla="*/ 202287 w 481679"/>
                  <a:gd name="connsiteY19" fmla="*/ 311207 h 606722"/>
                  <a:gd name="connsiteX20" fmla="*/ 191523 w 481679"/>
                  <a:gd name="connsiteY20" fmla="*/ 300807 h 606722"/>
                  <a:gd name="connsiteX21" fmla="*/ 191523 w 481679"/>
                  <a:gd name="connsiteY21" fmla="*/ 282050 h 606722"/>
                  <a:gd name="connsiteX22" fmla="*/ 223904 w 481679"/>
                  <a:gd name="connsiteY22" fmla="*/ 311207 h 606722"/>
                  <a:gd name="connsiteX23" fmla="*/ 223904 w 481679"/>
                  <a:gd name="connsiteY23" fmla="*/ 341876 h 606722"/>
                  <a:gd name="connsiteX24" fmla="*/ 191523 w 481679"/>
                  <a:gd name="connsiteY24" fmla="*/ 371033 h 606722"/>
                  <a:gd name="connsiteX25" fmla="*/ 159054 w 481679"/>
                  <a:gd name="connsiteY25" fmla="*/ 341876 h 606722"/>
                  <a:gd name="connsiteX26" fmla="*/ 159054 w 481679"/>
                  <a:gd name="connsiteY26" fmla="*/ 311207 h 606722"/>
                  <a:gd name="connsiteX27" fmla="*/ 191523 w 481679"/>
                  <a:gd name="connsiteY27" fmla="*/ 282050 h 606722"/>
                  <a:gd name="connsiteX28" fmla="*/ 278213 w 481679"/>
                  <a:gd name="connsiteY28" fmla="*/ 273300 h 606722"/>
                  <a:gd name="connsiteX29" fmla="*/ 290940 w 481679"/>
                  <a:gd name="connsiteY29" fmla="*/ 284675 h 606722"/>
                  <a:gd name="connsiteX30" fmla="*/ 290050 w 481679"/>
                  <a:gd name="connsiteY30" fmla="*/ 288851 h 606722"/>
                  <a:gd name="connsiteX31" fmla="*/ 213954 w 481679"/>
                  <a:gd name="connsiteY31" fmla="*/ 444363 h 606722"/>
                  <a:gd name="connsiteX32" fmla="*/ 204253 w 481679"/>
                  <a:gd name="connsiteY32" fmla="*/ 449784 h 606722"/>
                  <a:gd name="connsiteX33" fmla="*/ 192149 w 481679"/>
                  <a:gd name="connsiteY33" fmla="*/ 438321 h 606722"/>
                  <a:gd name="connsiteX34" fmla="*/ 193217 w 481679"/>
                  <a:gd name="connsiteY34" fmla="*/ 434233 h 606722"/>
                  <a:gd name="connsiteX35" fmla="*/ 269135 w 481679"/>
                  <a:gd name="connsiteY35" fmla="*/ 278632 h 606722"/>
                  <a:gd name="connsiteX36" fmla="*/ 278213 w 481679"/>
                  <a:gd name="connsiteY36" fmla="*/ 273300 h 606722"/>
                  <a:gd name="connsiteX37" fmla="*/ 240840 w 481679"/>
                  <a:gd name="connsiteY37" fmla="*/ 239991 h 606722"/>
                  <a:gd name="connsiteX38" fmla="*/ 114460 w 481679"/>
                  <a:gd name="connsiteY38" fmla="*/ 366280 h 606722"/>
                  <a:gd name="connsiteX39" fmla="*/ 240840 w 481679"/>
                  <a:gd name="connsiteY39" fmla="*/ 492479 h 606722"/>
                  <a:gd name="connsiteX40" fmla="*/ 367309 w 481679"/>
                  <a:gd name="connsiteY40" fmla="*/ 366280 h 606722"/>
                  <a:gd name="connsiteX41" fmla="*/ 240840 w 481679"/>
                  <a:gd name="connsiteY41" fmla="*/ 239991 h 606722"/>
                  <a:gd name="connsiteX42" fmla="*/ 240840 w 481679"/>
                  <a:gd name="connsiteY42" fmla="*/ 200265 h 606722"/>
                  <a:gd name="connsiteX43" fmla="*/ 407092 w 481679"/>
                  <a:gd name="connsiteY43" fmla="*/ 366280 h 606722"/>
                  <a:gd name="connsiteX44" fmla="*/ 240840 w 481679"/>
                  <a:gd name="connsiteY44" fmla="*/ 532205 h 606722"/>
                  <a:gd name="connsiteX45" fmla="*/ 74588 w 481679"/>
                  <a:gd name="connsiteY45" fmla="*/ 366280 h 606722"/>
                  <a:gd name="connsiteX46" fmla="*/ 240840 w 481679"/>
                  <a:gd name="connsiteY46" fmla="*/ 200265 h 606722"/>
                  <a:gd name="connsiteX47" fmla="*/ 240840 w 481679"/>
                  <a:gd name="connsiteY47" fmla="*/ 165478 h 606722"/>
                  <a:gd name="connsiteX48" fmla="*/ 39873 w 481679"/>
                  <a:gd name="connsiteY48" fmla="*/ 366237 h 606722"/>
                  <a:gd name="connsiteX49" fmla="*/ 240840 w 481679"/>
                  <a:gd name="connsiteY49" fmla="*/ 566908 h 606722"/>
                  <a:gd name="connsiteX50" fmla="*/ 441895 w 481679"/>
                  <a:gd name="connsiteY50" fmla="*/ 366237 h 606722"/>
                  <a:gd name="connsiteX51" fmla="*/ 240840 w 481679"/>
                  <a:gd name="connsiteY51" fmla="*/ 165478 h 606722"/>
                  <a:gd name="connsiteX52" fmla="*/ 202035 w 481679"/>
                  <a:gd name="connsiteY52" fmla="*/ 98291 h 606722"/>
                  <a:gd name="connsiteX53" fmla="*/ 202035 w 481679"/>
                  <a:gd name="connsiteY53" fmla="*/ 128863 h 606722"/>
                  <a:gd name="connsiteX54" fmla="*/ 240840 w 481679"/>
                  <a:gd name="connsiteY54" fmla="*/ 125663 h 606722"/>
                  <a:gd name="connsiteX55" fmla="*/ 279733 w 481679"/>
                  <a:gd name="connsiteY55" fmla="*/ 128863 h 606722"/>
                  <a:gd name="connsiteX56" fmla="*/ 279733 w 481679"/>
                  <a:gd name="connsiteY56" fmla="*/ 98291 h 606722"/>
                  <a:gd name="connsiteX57" fmla="*/ 169371 w 481679"/>
                  <a:gd name="connsiteY57" fmla="*/ 39814 h 606722"/>
                  <a:gd name="connsiteX58" fmla="*/ 161361 w 481679"/>
                  <a:gd name="connsiteY58" fmla="*/ 47724 h 606722"/>
                  <a:gd name="connsiteX59" fmla="*/ 161361 w 481679"/>
                  <a:gd name="connsiteY59" fmla="*/ 50479 h 606722"/>
                  <a:gd name="connsiteX60" fmla="*/ 169371 w 481679"/>
                  <a:gd name="connsiteY60" fmla="*/ 58477 h 606722"/>
                  <a:gd name="connsiteX61" fmla="*/ 312397 w 481679"/>
                  <a:gd name="connsiteY61" fmla="*/ 58477 h 606722"/>
                  <a:gd name="connsiteX62" fmla="*/ 320318 w 481679"/>
                  <a:gd name="connsiteY62" fmla="*/ 50479 h 606722"/>
                  <a:gd name="connsiteX63" fmla="*/ 320318 w 481679"/>
                  <a:gd name="connsiteY63" fmla="*/ 47724 h 606722"/>
                  <a:gd name="connsiteX64" fmla="*/ 312397 w 481679"/>
                  <a:gd name="connsiteY64" fmla="*/ 39814 h 606722"/>
                  <a:gd name="connsiteX65" fmla="*/ 169371 w 481679"/>
                  <a:gd name="connsiteY65" fmla="*/ 0 h 606722"/>
                  <a:gd name="connsiteX66" fmla="*/ 312397 w 481679"/>
                  <a:gd name="connsiteY66" fmla="*/ 0 h 606722"/>
                  <a:gd name="connsiteX67" fmla="*/ 360191 w 481679"/>
                  <a:gd name="connsiteY67" fmla="*/ 47724 h 606722"/>
                  <a:gd name="connsiteX68" fmla="*/ 360191 w 481679"/>
                  <a:gd name="connsiteY68" fmla="*/ 50479 h 606722"/>
                  <a:gd name="connsiteX69" fmla="*/ 319517 w 481679"/>
                  <a:gd name="connsiteY69" fmla="*/ 97669 h 606722"/>
                  <a:gd name="connsiteX70" fmla="*/ 319517 w 481679"/>
                  <a:gd name="connsiteY70" fmla="*/ 138905 h 606722"/>
                  <a:gd name="connsiteX71" fmla="*/ 365709 w 481679"/>
                  <a:gd name="connsiteY71" fmla="*/ 160590 h 606722"/>
                  <a:gd name="connsiteX72" fmla="*/ 394724 w 481679"/>
                  <a:gd name="connsiteY72" fmla="*/ 131618 h 606722"/>
                  <a:gd name="connsiteX73" fmla="*/ 422849 w 481679"/>
                  <a:gd name="connsiteY73" fmla="*/ 131618 h 606722"/>
                  <a:gd name="connsiteX74" fmla="*/ 422849 w 481679"/>
                  <a:gd name="connsiteY74" fmla="*/ 159790 h 606722"/>
                  <a:gd name="connsiteX75" fmla="*/ 398284 w 481679"/>
                  <a:gd name="connsiteY75" fmla="*/ 184318 h 606722"/>
                  <a:gd name="connsiteX76" fmla="*/ 481679 w 481679"/>
                  <a:gd name="connsiteY76" fmla="*/ 366237 h 606722"/>
                  <a:gd name="connsiteX77" fmla="*/ 240840 w 481679"/>
                  <a:gd name="connsiteY77" fmla="*/ 606722 h 606722"/>
                  <a:gd name="connsiteX78" fmla="*/ 0 w 481679"/>
                  <a:gd name="connsiteY78" fmla="*/ 366237 h 606722"/>
                  <a:gd name="connsiteX79" fmla="*/ 83484 w 481679"/>
                  <a:gd name="connsiteY79" fmla="*/ 184318 h 606722"/>
                  <a:gd name="connsiteX80" fmla="*/ 58830 w 481679"/>
                  <a:gd name="connsiteY80" fmla="*/ 159790 h 606722"/>
                  <a:gd name="connsiteX81" fmla="*/ 58830 w 481679"/>
                  <a:gd name="connsiteY81" fmla="*/ 131618 h 606722"/>
                  <a:gd name="connsiteX82" fmla="*/ 87044 w 481679"/>
                  <a:gd name="connsiteY82" fmla="*/ 131618 h 606722"/>
                  <a:gd name="connsiteX83" fmla="*/ 116059 w 481679"/>
                  <a:gd name="connsiteY83" fmla="*/ 160590 h 606722"/>
                  <a:gd name="connsiteX84" fmla="*/ 162251 w 481679"/>
                  <a:gd name="connsiteY84" fmla="*/ 138905 h 606722"/>
                  <a:gd name="connsiteX85" fmla="*/ 162251 w 481679"/>
                  <a:gd name="connsiteY85" fmla="*/ 97669 h 606722"/>
                  <a:gd name="connsiteX86" fmla="*/ 121577 w 481679"/>
                  <a:gd name="connsiteY86" fmla="*/ 50479 h 606722"/>
                  <a:gd name="connsiteX87" fmla="*/ 121577 w 481679"/>
                  <a:gd name="connsiteY87" fmla="*/ 47724 h 606722"/>
                  <a:gd name="connsiteX88" fmla="*/ 169371 w 481679"/>
                  <a:gd name="connsiteY8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481679" h="606722">
                    <a:moveTo>
                      <a:pt x="290650" y="370314"/>
                    </a:moveTo>
                    <a:cubicBezTo>
                      <a:pt x="283978" y="370314"/>
                      <a:pt x="280064" y="373603"/>
                      <a:pt x="280064" y="380714"/>
                    </a:cubicBezTo>
                    <a:lnTo>
                      <a:pt x="280064" y="411383"/>
                    </a:lnTo>
                    <a:cubicBezTo>
                      <a:pt x="280064" y="418494"/>
                      <a:pt x="283978" y="421695"/>
                      <a:pt x="290650" y="421695"/>
                    </a:cubicBezTo>
                    <a:cubicBezTo>
                      <a:pt x="297410" y="421695"/>
                      <a:pt x="301502" y="418494"/>
                      <a:pt x="301502" y="411383"/>
                    </a:cubicBezTo>
                    <a:lnTo>
                      <a:pt x="301502" y="380714"/>
                    </a:lnTo>
                    <a:cubicBezTo>
                      <a:pt x="301502" y="373603"/>
                      <a:pt x="297410" y="370314"/>
                      <a:pt x="290650" y="370314"/>
                    </a:cubicBezTo>
                    <a:close/>
                    <a:moveTo>
                      <a:pt x="290650" y="351557"/>
                    </a:moveTo>
                    <a:cubicBezTo>
                      <a:pt x="308797" y="351557"/>
                      <a:pt x="323119" y="359380"/>
                      <a:pt x="323119" y="380714"/>
                    </a:cubicBezTo>
                    <a:lnTo>
                      <a:pt x="323119" y="411383"/>
                    </a:lnTo>
                    <a:cubicBezTo>
                      <a:pt x="323119" y="432717"/>
                      <a:pt x="308797" y="440540"/>
                      <a:pt x="290650" y="440540"/>
                    </a:cubicBezTo>
                    <a:cubicBezTo>
                      <a:pt x="272324" y="440540"/>
                      <a:pt x="258269" y="432717"/>
                      <a:pt x="258269" y="411383"/>
                    </a:cubicBezTo>
                    <a:lnTo>
                      <a:pt x="258269" y="380714"/>
                    </a:lnTo>
                    <a:cubicBezTo>
                      <a:pt x="258269" y="359380"/>
                      <a:pt x="272324" y="351557"/>
                      <a:pt x="290650" y="351557"/>
                    </a:cubicBezTo>
                    <a:close/>
                    <a:moveTo>
                      <a:pt x="191523" y="300807"/>
                    </a:moveTo>
                    <a:cubicBezTo>
                      <a:pt x="184763" y="300807"/>
                      <a:pt x="180938" y="304096"/>
                      <a:pt x="180938" y="311207"/>
                    </a:cubicBezTo>
                    <a:lnTo>
                      <a:pt x="180938" y="341876"/>
                    </a:lnTo>
                    <a:cubicBezTo>
                      <a:pt x="180938" y="348987"/>
                      <a:pt x="184763" y="352188"/>
                      <a:pt x="191523" y="352188"/>
                    </a:cubicBezTo>
                    <a:cubicBezTo>
                      <a:pt x="198195" y="352188"/>
                      <a:pt x="202287" y="348987"/>
                      <a:pt x="202287" y="341876"/>
                    </a:cubicBezTo>
                    <a:lnTo>
                      <a:pt x="202287" y="311207"/>
                    </a:lnTo>
                    <a:cubicBezTo>
                      <a:pt x="202287" y="304096"/>
                      <a:pt x="198195" y="300807"/>
                      <a:pt x="191523" y="300807"/>
                    </a:cubicBezTo>
                    <a:close/>
                    <a:moveTo>
                      <a:pt x="191523" y="282050"/>
                    </a:moveTo>
                    <a:cubicBezTo>
                      <a:pt x="209671" y="282050"/>
                      <a:pt x="223904" y="289873"/>
                      <a:pt x="223904" y="311207"/>
                    </a:cubicBezTo>
                    <a:lnTo>
                      <a:pt x="223904" y="341876"/>
                    </a:lnTo>
                    <a:cubicBezTo>
                      <a:pt x="223904" y="363210"/>
                      <a:pt x="209671" y="371033"/>
                      <a:pt x="191523" y="371033"/>
                    </a:cubicBezTo>
                    <a:cubicBezTo>
                      <a:pt x="173109" y="371033"/>
                      <a:pt x="159054" y="363210"/>
                      <a:pt x="159054" y="341876"/>
                    </a:cubicBezTo>
                    <a:lnTo>
                      <a:pt x="159054" y="311207"/>
                    </a:lnTo>
                    <a:cubicBezTo>
                      <a:pt x="159054" y="289873"/>
                      <a:pt x="173109" y="282050"/>
                      <a:pt x="191523" y="282050"/>
                    </a:cubicBezTo>
                    <a:close/>
                    <a:moveTo>
                      <a:pt x="278213" y="273300"/>
                    </a:moveTo>
                    <a:cubicBezTo>
                      <a:pt x="284265" y="273300"/>
                      <a:pt x="290940" y="277832"/>
                      <a:pt x="290940" y="284675"/>
                    </a:cubicBezTo>
                    <a:cubicBezTo>
                      <a:pt x="290940" y="286008"/>
                      <a:pt x="290673" y="287518"/>
                      <a:pt x="290050" y="288851"/>
                    </a:cubicBezTo>
                    <a:lnTo>
                      <a:pt x="213954" y="444363"/>
                    </a:lnTo>
                    <a:cubicBezTo>
                      <a:pt x="212441" y="447651"/>
                      <a:pt x="208347" y="449784"/>
                      <a:pt x="204253" y="449784"/>
                    </a:cubicBezTo>
                    <a:cubicBezTo>
                      <a:pt x="196866" y="449784"/>
                      <a:pt x="192149" y="443741"/>
                      <a:pt x="192149" y="438321"/>
                    </a:cubicBezTo>
                    <a:cubicBezTo>
                      <a:pt x="192149" y="437077"/>
                      <a:pt x="192594" y="435566"/>
                      <a:pt x="193217" y="434233"/>
                    </a:cubicBezTo>
                    <a:lnTo>
                      <a:pt x="269135" y="278632"/>
                    </a:lnTo>
                    <a:cubicBezTo>
                      <a:pt x="270826" y="274989"/>
                      <a:pt x="274297" y="273300"/>
                      <a:pt x="278213" y="273300"/>
                    </a:cubicBezTo>
                    <a:close/>
                    <a:moveTo>
                      <a:pt x="240840" y="239991"/>
                    </a:moveTo>
                    <a:cubicBezTo>
                      <a:pt x="171153" y="239991"/>
                      <a:pt x="114460" y="296603"/>
                      <a:pt x="114460" y="366280"/>
                    </a:cubicBezTo>
                    <a:cubicBezTo>
                      <a:pt x="114460" y="435867"/>
                      <a:pt x="171153" y="492479"/>
                      <a:pt x="240840" y="492479"/>
                    </a:cubicBezTo>
                    <a:cubicBezTo>
                      <a:pt x="310616" y="492479"/>
                      <a:pt x="367309" y="435867"/>
                      <a:pt x="367309" y="366280"/>
                    </a:cubicBezTo>
                    <a:cubicBezTo>
                      <a:pt x="367309" y="296603"/>
                      <a:pt x="310616" y="239991"/>
                      <a:pt x="240840" y="239991"/>
                    </a:cubicBezTo>
                    <a:close/>
                    <a:moveTo>
                      <a:pt x="240840" y="200265"/>
                    </a:moveTo>
                    <a:cubicBezTo>
                      <a:pt x="332510" y="200265"/>
                      <a:pt x="407092" y="274741"/>
                      <a:pt x="407092" y="366280"/>
                    </a:cubicBezTo>
                    <a:cubicBezTo>
                      <a:pt x="407092" y="457819"/>
                      <a:pt x="332510" y="532205"/>
                      <a:pt x="240840" y="532205"/>
                    </a:cubicBezTo>
                    <a:cubicBezTo>
                      <a:pt x="149170" y="532205"/>
                      <a:pt x="74588" y="457819"/>
                      <a:pt x="74588" y="366280"/>
                    </a:cubicBezTo>
                    <a:cubicBezTo>
                      <a:pt x="74588" y="274741"/>
                      <a:pt x="149170" y="200265"/>
                      <a:pt x="240840" y="200265"/>
                    </a:cubicBezTo>
                    <a:close/>
                    <a:moveTo>
                      <a:pt x="240840" y="165478"/>
                    </a:moveTo>
                    <a:cubicBezTo>
                      <a:pt x="130299" y="165478"/>
                      <a:pt x="39873" y="255238"/>
                      <a:pt x="39873" y="366237"/>
                    </a:cubicBezTo>
                    <a:cubicBezTo>
                      <a:pt x="39873" y="476882"/>
                      <a:pt x="130032" y="566908"/>
                      <a:pt x="240840" y="566908"/>
                    </a:cubicBezTo>
                    <a:cubicBezTo>
                      <a:pt x="351736" y="566908"/>
                      <a:pt x="441895" y="476882"/>
                      <a:pt x="441895" y="366237"/>
                    </a:cubicBezTo>
                    <a:cubicBezTo>
                      <a:pt x="441895" y="255238"/>
                      <a:pt x="351380" y="165478"/>
                      <a:pt x="240840" y="165478"/>
                    </a:cubicBezTo>
                    <a:close/>
                    <a:moveTo>
                      <a:pt x="202035" y="98291"/>
                    </a:moveTo>
                    <a:lnTo>
                      <a:pt x="202035" y="128863"/>
                    </a:lnTo>
                    <a:cubicBezTo>
                      <a:pt x="214228" y="126819"/>
                      <a:pt x="227578" y="125663"/>
                      <a:pt x="240840" y="125663"/>
                    </a:cubicBezTo>
                    <a:cubicBezTo>
                      <a:pt x="253656" y="125663"/>
                      <a:pt x="267095" y="126819"/>
                      <a:pt x="279733" y="128863"/>
                    </a:cubicBezTo>
                    <a:lnTo>
                      <a:pt x="279733" y="98291"/>
                    </a:lnTo>
                    <a:close/>
                    <a:moveTo>
                      <a:pt x="169371" y="39814"/>
                    </a:moveTo>
                    <a:cubicBezTo>
                      <a:pt x="165010" y="39814"/>
                      <a:pt x="161361" y="43369"/>
                      <a:pt x="161361" y="47724"/>
                    </a:cubicBezTo>
                    <a:lnTo>
                      <a:pt x="161361" y="50479"/>
                    </a:lnTo>
                    <a:cubicBezTo>
                      <a:pt x="161361" y="54922"/>
                      <a:pt x="165010" y="58477"/>
                      <a:pt x="169371" y="58477"/>
                    </a:cubicBezTo>
                    <a:lnTo>
                      <a:pt x="312397" y="58477"/>
                    </a:lnTo>
                    <a:cubicBezTo>
                      <a:pt x="316758" y="58477"/>
                      <a:pt x="320318" y="54922"/>
                      <a:pt x="320318" y="50479"/>
                    </a:cubicBezTo>
                    <a:lnTo>
                      <a:pt x="320318" y="47724"/>
                    </a:lnTo>
                    <a:cubicBezTo>
                      <a:pt x="320318" y="43369"/>
                      <a:pt x="316758" y="39814"/>
                      <a:pt x="312397" y="39814"/>
                    </a:cubicBezTo>
                    <a:close/>
                    <a:moveTo>
                      <a:pt x="169371" y="0"/>
                    </a:moveTo>
                    <a:lnTo>
                      <a:pt x="312397" y="0"/>
                    </a:lnTo>
                    <a:cubicBezTo>
                      <a:pt x="338742" y="0"/>
                      <a:pt x="360191" y="21418"/>
                      <a:pt x="360191" y="47724"/>
                    </a:cubicBezTo>
                    <a:lnTo>
                      <a:pt x="360191" y="50479"/>
                    </a:lnTo>
                    <a:cubicBezTo>
                      <a:pt x="360191" y="74385"/>
                      <a:pt x="342480" y="94203"/>
                      <a:pt x="319517" y="97669"/>
                    </a:cubicBezTo>
                    <a:lnTo>
                      <a:pt x="319517" y="138905"/>
                    </a:lnTo>
                    <a:cubicBezTo>
                      <a:pt x="335805" y="144504"/>
                      <a:pt x="351291" y="151791"/>
                      <a:pt x="365709" y="160590"/>
                    </a:cubicBezTo>
                    <a:lnTo>
                      <a:pt x="394724" y="131618"/>
                    </a:lnTo>
                    <a:cubicBezTo>
                      <a:pt x="402467" y="123886"/>
                      <a:pt x="415105" y="123886"/>
                      <a:pt x="422849" y="131618"/>
                    </a:cubicBezTo>
                    <a:cubicBezTo>
                      <a:pt x="430681" y="139438"/>
                      <a:pt x="430681" y="152058"/>
                      <a:pt x="422849" y="159790"/>
                    </a:cubicBezTo>
                    <a:lnTo>
                      <a:pt x="398284" y="184318"/>
                    </a:lnTo>
                    <a:cubicBezTo>
                      <a:pt x="449371" y="228487"/>
                      <a:pt x="481679" y="293630"/>
                      <a:pt x="481679" y="366237"/>
                    </a:cubicBezTo>
                    <a:cubicBezTo>
                      <a:pt x="481679" y="498833"/>
                      <a:pt x="373631" y="606722"/>
                      <a:pt x="240840" y="606722"/>
                    </a:cubicBezTo>
                    <a:cubicBezTo>
                      <a:pt x="108048" y="606722"/>
                      <a:pt x="0" y="498833"/>
                      <a:pt x="0" y="366237"/>
                    </a:cubicBezTo>
                    <a:cubicBezTo>
                      <a:pt x="0" y="293630"/>
                      <a:pt x="32397" y="228487"/>
                      <a:pt x="83484" y="184318"/>
                    </a:cubicBezTo>
                    <a:lnTo>
                      <a:pt x="58830" y="159790"/>
                    </a:lnTo>
                    <a:cubicBezTo>
                      <a:pt x="51087" y="152058"/>
                      <a:pt x="51087" y="139438"/>
                      <a:pt x="58830" y="131618"/>
                    </a:cubicBezTo>
                    <a:cubicBezTo>
                      <a:pt x="66663" y="123886"/>
                      <a:pt x="79301" y="123886"/>
                      <a:pt x="87044" y="131618"/>
                    </a:cubicBezTo>
                    <a:lnTo>
                      <a:pt x="116059" y="160590"/>
                    </a:lnTo>
                    <a:cubicBezTo>
                      <a:pt x="130477" y="151791"/>
                      <a:pt x="145963" y="144504"/>
                      <a:pt x="162251" y="138905"/>
                    </a:cubicBezTo>
                    <a:lnTo>
                      <a:pt x="162251" y="97669"/>
                    </a:lnTo>
                    <a:cubicBezTo>
                      <a:pt x="139199" y="94203"/>
                      <a:pt x="121577" y="74385"/>
                      <a:pt x="121577" y="50479"/>
                    </a:cubicBezTo>
                    <a:lnTo>
                      <a:pt x="121577" y="47724"/>
                    </a:lnTo>
                    <a:cubicBezTo>
                      <a:pt x="121577" y="21418"/>
                      <a:pt x="143026" y="0"/>
                      <a:pt x="169371" y="0"/>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nvGrpSpPr>
            <p:cNvPr id="26" name="iṣ1ïḋê">
              <a:extLst>
                <a:ext uri="{FF2B5EF4-FFF2-40B4-BE49-F238E27FC236}">
                  <a16:creationId xmlns:a16="http://schemas.microsoft.com/office/drawing/2014/main" id="{AEB9A4CB-67BD-45F1-ADD9-4A29E7B58C4E}"/>
                </a:ext>
              </a:extLst>
            </p:cNvPr>
            <p:cNvGrpSpPr/>
            <p:nvPr/>
          </p:nvGrpSpPr>
          <p:grpSpPr>
            <a:xfrm>
              <a:off x="6455707" y="4660755"/>
              <a:ext cx="1551214" cy="989534"/>
              <a:chOff x="2636364" y="3107772"/>
              <a:chExt cx="1551214" cy="989534"/>
            </a:xfrm>
          </p:grpSpPr>
          <p:sp>
            <p:nvSpPr>
              <p:cNvPr id="27" name="ïṩľidê">
                <a:extLst>
                  <a:ext uri="{FF2B5EF4-FFF2-40B4-BE49-F238E27FC236}">
                    <a16:creationId xmlns:a16="http://schemas.microsoft.com/office/drawing/2014/main" id="{D331C336-DFFF-41EA-94A4-4C1E2C748B79}"/>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5</a:t>
                </a:r>
                <a:endParaRPr lang="id-ID" altLang="zh-CN" sz="1400" b="1" dirty="0">
                  <a:solidFill>
                    <a:prstClr val="black"/>
                  </a:solidFill>
                  <a:latin typeface="微软雅黑"/>
                  <a:ea typeface="微软雅黑"/>
                </a:endParaRPr>
              </a:p>
            </p:txBody>
          </p:sp>
          <p:sp>
            <p:nvSpPr>
              <p:cNvPr id="28" name="íṩľîďè">
                <a:extLst>
                  <a:ext uri="{FF2B5EF4-FFF2-40B4-BE49-F238E27FC236}">
                    <a16:creationId xmlns:a16="http://schemas.microsoft.com/office/drawing/2014/main" id="{8F062E14-5309-4F1D-BC45-A43D20C8A42B}"/>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grpSp>
        <p:nvGrpSpPr>
          <p:cNvPr id="31" name="ïŝ1iďé">
            <a:extLst>
              <a:ext uri="{FF2B5EF4-FFF2-40B4-BE49-F238E27FC236}">
                <a16:creationId xmlns:a16="http://schemas.microsoft.com/office/drawing/2014/main" id="{A520FF12-C8D9-4497-A9AE-3FA1784A256A}"/>
              </a:ext>
            </a:extLst>
          </p:cNvPr>
          <p:cNvGrpSpPr/>
          <p:nvPr/>
        </p:nvGrpSpPr>
        <p:grpSpPr>
          <a:xfrm>
            <a:off x="2085407" y="1590688"/>
            <a:ext cx="1551214" cy="1573378"/>
            <a:chOff x="1831993" y="1739294"/>
            <a:chExt cx="1551214" cy="1573378"/>
          </a:xfrm>
        </p:grpSpPr>
        <p:grpSp>
          <p:nvGrpSpPr>
            <p:cNvPr id="32" name="ïṧ1ïďè">
              <a:extLst>
                <a:ext uri="{FF2B5EF4-FFF2-40B4-BE49-F238E27FC236}">
                  <a16:creationId xmlns:a16="http://schemas.microsoft.com/office/drawing/2014/main" id="{32D75B7C-C366-4406-94CC-EEBA755A887A}"/>
                </a:ext>
              </a:extLst>
            </p:cNvPr>
            <p:cNvGrpSpPr/>
            <p:nvPr/>
          </p:nvGrpSpPr>
          <p:grpSpPr>
            <a:xfrm>
              <a:off x="1831993" y="2323138"/>
              <a:ext cx="1551214" cy="989534"/>
              <a:chOff x="2636364" y="3107772"/>
              <a:chExt cx="1551214" cy="989534"/>
            </a:xfrm>
          </p:grpSpPr>
          <p:sp>
            <p:nvSpPr>
              <p:cNvPr id="36" name="ïşľïḍé">
                <a:extLst>
                  <a:ext uri="{FF2B5EF4-FFF2-40B4-BE49-F238E27FC236}">
                    <a16:creationId xmlns:a16="http://schemas.microsoft.com/office/drawing/2014/main" id="{E9AD24CA-7501-4879-A008-81E3EE3800F1}"/>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1</a:t>
                </a:r>
                <a:endParaRPr lang="id-ID" altLang="zh-CN" sz="1400" b="1" dirty="0">
                  <a:solidFill>
                    <a:prstClr val="black"/>
                  </a:solidFill>
                  <a:latin typeface="微软雅黑"/>
                  <a:ea typeface="微软雅黑"/>
                </a:endParaRPr>
              </a:p>
            </p:txBody>
          </p:sp>
          <p:sp>
            <p:nvSpPr>
              <p:cNvPr id="37" name="íṧlïḍé">
                <a:extLst>
                  <a:ext uri="{FF2B5EF4-FFF2-40B4-BE49-F238E27FC236}">
                    <a16:creationId xmlns:a16="http://schemas.microsoft.com/office/drawing/2014/main" id="{F6994F5B-9089-4A17-A2AD-B08912213E60}"/>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nvGrpSpPr>
            <p:cNvPr id="33" name="íṡľíḋé">
              <a:extLst>
                <a:ext uri="{FF2B5EF4-FFF2-40B4-BE49-F238E27FC236}">
                  <a16:creationId xmlns:a16="http://schemas.microsoft.com/office/drawing/2014/main" id="{7EA3C7BF-AE8E-4A6C-8CF8-3E8C1F1BDE51}"/>
                </a:ext>
              </a:extLst>
            </p:cNvPr>
            <p:cNvGrpSpPr/>
            <p:nvPr/>
          </p:nvGrpSpPr>
          <p:grpSpPr>
            <a:xfrm>
              <a:off x="2347379" y="1739294"/>
              <a:ext cx="520442" cy="520440"/>
              <a:chOff x="1711594" y="2493391"/>
              <a:chExt cx="506338" cy="506336"/>
            </a:xfrm>
          </p:grpSpPr>
          <p:sp>
            <p:nvSpPr>
              <p:cNvPr id="34" name="íŝḷidè">
                <a:extLst>
                  <a:ext uri="{FF2B5EF4-FFF2-40B4-BE49-F238E27FC236}">
                    <a16:creationId xmlns:a16="http://schemas.microsoft.com/office/drawing/2014/main" id="{86F7C796-EB9D-4047-9ED1-449E8847BD99}"/>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35" name="iSļîďè">
                <a:extLst>
                  <a:ext uri="{FF2B5EF4-FFF2-40B4-BE49-F238E27FC236}">
                    <a16:creationId xmlns:a16="http://schemas.microsoft.com/office/drawing/2014/main" id="{92A4D5FA-5EC9-46CC-B3C6-F46B66920F34}"/>
                  </a:ext>
                </a:extLst>
              </p:cNvPr>
              <p:cNvSpPr/>
              <p:nvPr/>
            </p:nvSpPr>
            <p:spPr bwMode="auto">
              <a:xfrm>
                <a:off x="1833727" y="2641568"/>
                <a:ext cx="262071" cy="237512"/>
              </a:xfrm>
              <a:custGeom>
                <a:avLst/>
                <a:gdLst>
                  <a:gd name="connsiteX0" fmla="*/ 496512 w 622984"/>
                  <a:gd name="connsiteY0" fmla="*/ 492841 h 564606"/>
                  <a:gd name="connsiteX1" fmla="*/ 473955 w 622984"/>
                  <a:gd name="connsiteY1" fmla="*/ 515853 h 564606"/>
                  <a:gd name="connsiteX2" fmla="*/ 496512 w 622984"/>
                  <a:gd name="connsiteY2" fmla="*/ 535354 h 564606"/>
                  <a:gd name="connsiteX3" fmla="*/ 519457 w 622984"/>
                  <a:gd name="connsiteY3" fmla="*/ 515853 h 564606"/>
                  <a:gd name="connsiteX4" fmla="*/ 496512 w 622984"/>
                  <a:gd name="connsiteY4" fmla="*/ 492841 h 564606"/>
                  <a:gd name="connsiteX5" fmla="*/ 249694 w 622984"/>
                  <a:gd name="connsiteY5" fmla="*/ 352049 h 564606"/>
                  <a:gd name="connsiteX6" fmla="*/ 272741 w 622984"/>
                  <a:gd name="connsiteY6" fmla="*/ 374570 h 564606"/>
                  <a:gd name="connsiteX7" fmla="*/ 171569 w 622984"/>
                  <a:gd name="connsiteY7" fmla="*/ 475137 h 564606"/>
                  <a:gd name="connsiteX8" fmla="*/ 177819 w 622984"/>
                  <a:gd name="connsiteY8" fmla="*/ 481738 h 564606"/>
                  <a:gd name="connsiteX9" fmla="*/ 155163 w 622984"/>
                  <a:gd name="connsiteY9" fmla="*/ 510860 h 564606"/>
                  <a:gd name="connsiteX10" fmla="*/ 73522 w 622984"/>
                  <a:gd name="connsiteY10" fmla="*/ 562891 h 564606"/>
                  <a:gd name="connsiteX11" fmla="*/ 60241 w 622984"/>
                  <a:gd name="connsiteY11" fmla="*/ 550077 h 564606"/>
                  <a:gd name="connsiteX12" fmla="*/ 112585 w 622984"/>
                  <a:gd name="connsiteY12" fmla="*/ 468925 h 564606"/>
                  <a:gd name="connsiteX13" fmla="*/ 141882 w 622984"/>
                  <a:gd name="connsiteY13" fmla="*/ 446015 h 564606"/>
                  <a:gd name="connsiteX14" fmla="*/ 148522 w 622984"/>
                  <a:gd name="connsiteY14" fmla="*/ 452616 h 564606"/>
                  <a:gd name="connsiteX15" fmla="*/ 122234 w 622984"/>
                  <a:gd name="connsiteY15" fmla="*/ 15041 h 564606"/>
                  <a:gd name="connsiteX16" fmla="*/ 210667 w 622984"/>
                  <a:gd name="connsiteY16" fmla="*/ 52502 h 564606"/>
                  <a:gd name="connsiteX17" fmla="*/ 242946 w 622984"/>
                  <a:gd name="connsiteY17" fmla="*/ 173410 h 564606"/>
                  <a:gd name="connsiteX18" fmla="*/ 532291 w 622984"/>
                  <a:gd name="connsiteY18" fmla="*/ 463589 h 564606"/>
                  <a:gd name="connsiteX19" fmla="*/ 532291 w 622984"/>
                  <a:gd name="connsiteY19" fmla="*/ 545105 h 564606"/>
                  <a:gd name="connsiteX20" fmla="*/ 493400 w 622984"/>
                  <a:gd name="connsiteY20" fmla="*/ 564606 h 564606"/>
                  <a:gd name="connsiteX21" fmla="*/ 451010 w 622984"/>
                  <a:gd name="connsiteY21" fmla="*/ 545105 h 564606"/>
                  <a:gd name="connsiteX22" fmla="*/ 161665 w 622984"/>
                  <a:gd name="connsiteY22" fmla="*/ 258046 h 564606"/>
                  <a:gd name="connsiteX23" fmla="*/ 34882 w 622984"/>
                  <a:gd name="connsiteY23" fmla="*/ 225674 h 564606"/>
                  <a:gd name="connsiteX24" fmla="*/ 5715 w 622984"/>
                  <a:gd name="connsiteY24" fmla="*/ 104766 h 564606"/>
                  <a:gd name="connsiteX25" fmla="*/ 74162 w 622984"/>
                  <a:gd name="connsiteY25" fmla="*/ 176530 h 564606"/>
                  <a:gd name="connsiteX26" fmla="*/ 142220 w 622984"/>
                  <a:gd name="connsiteY26" fmla="*/ 157029 h 564606"/>
                  <a:gd name="connsiteX27" fmla="*/ 161665 w 622984"/>
                  <a:gd name="connsiteY27" fmla="*/ 88385 h 564606"/>
                  <a:gd name="connsiteX28" fmla="*/ 90107 w 622984"/>
                  <a:gd name="connsiteY28" fmla="*/ 20130 h 564606"/>
                  <a:gd name="connsiteX29" fmla="*/ 122234 w 622984"/>
                  <a:gd name="connsiteY29" fmla="*/ 15041 h 564606"/>
                  <a:gd name="connsiteX30" fmla="*/ 531841 w 622984"/>
                  <a:gd name="connsiteY30" fmla="*/ 0 h 564606"/>
                  <a:gd name="connsiteX31" fmla="*/ 622984 w 622984"/>
                  <a:gd name="connsiteY31" fmla="*/ 87684 h 564606"/>
                  <a:gd name="connsiteX32" fmla="*/ 463289 w 622984"/>
                  <a:gd name="connsiteY32" fmla="*/ 247465 h 564606"/>
                  <a:gd name="connsiteX33" fmla="*/ 424339 w 622984"/>
                  <a:gd name="connsiteY33" fmla="*/ 257207 h 564606"/>
                  <a:gd name="connsiteX34" fmla="*/ 362409 w 622984"/>
                  <a:gd name="connsiteY34" fmla="*/ 198751 h 564606"/>
                  <a:gd name="connsiteX35" fmla="*/ 375263 w 622984"/>
                  <a:gd name="connsiteY35" fmla="*/ 159391 h 564606"/>
                  <a:gd name="connsiteX36" fmla="*/ 531841 w 622984"/>
                  <a:gd name="connsiteY36" fmla="*/ 0 h 564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84" h="564606">
                    <a:moveTo>
                      <a:pt x="496512" y="492841"/>
                    </a:moveTo>
                    <a:cubicBezTo>
                      <a:pt x="483678" y="492841"/>
                      <a:pt x="473955" y="502592"/>
                      <a:pt x="473955" y="515853"/>
                    </a:cubicBezTo>
                    <a:cubicBezTo>
                      <a:pt x="473955" y="525604"/>
                      <a:pt x="483678" y="535354"/>
                      <a:pt x="496512" y="535354"/>
                    </a:cubicBezTo>
                    <a:cubicBezTo>
                      <a:pt x="509734" y="535354"/>
                      <a:pt x="519457" y="525604"/>
                      <a:pt x="519457" y="515853"/>
                    </a:cubicBezTo>
                    <a:cubicBezTo>
                      <a:pt x="519457" y="502592"/>
                      <a:pt x="509734" y="492841"/>
                      <a:pt x="496512" y="492841"/>
                    </a:cubicBezTo>
                    <a:close/>
                    <a:moveTo>
                      <a:pt x="249694" y="352049"/>
                    </a:moveTo>
                    <a:lnTo>
                      <a:pt x="272741" y="374570"/>
                    </a:lnTo>
                    <a:lnTo>
                      <a:pt x="171569" y="475137"/>
                    </a:lnTo>
                    <a:lnTo>
                      <a:pt x="177819" y="481738"/>
                    </a:lnTo>
                    <a:lnTo>
                      <a:pt x="155163" y="510860"/>
                    </a:lnTo>
                    <a:lnTo>
                      <a:pt x="73522" y="562891"/>
                    </a:lnTo>
                    <a:lnTo>
                      <a:pt x="60241" y="550077"/>
                    </a:lnTo>
                    <a:lnTo>
                      <a:pt x="112585" y="468925"/>
                    </a:lnTo>
                    <a:lnTo>
                      <a:pt x="141882" y="446015"/>
                    </a:lnTo>
                    <a:lnTo>
                      <a:pt x="148522" y="452616"/>
                    </a:lnTo>
                    <a:close/>
                    <a:moveTo>
                      <a:pt x="122234" y="15041"/>
                    </a:moveTo>
                    <a:cubicBezTo>
                      <a:pt x="154446" y="14694"/>
                      <a:pt x="186166" y="28223"/>
                      <a:pt x="210667" y="52502"/>
                    </a:cubicBezTo>
                    <a:cubicBezTo>
                      <a:pt x="242946" y="85264"/>
                      <a:pt x="256169" y="130897"/>
                      <a:pt x="242946" y="173410"/>
                    </a:cubicBezTo>
                    <a:lnTo>
                      <a:pt x="532291" y="463589"/>
                    </a:lnTo>
                    <a:cubicBezTo>
                      <a:pt x="555236" y="486211"/>
                      <a:pt x="555236" y="522093"/>
                      <a:pt x="532291" y="545105"/>
                    </a:cubicBezTo>
                    <a:cubicBezTo>
                      <a:pt x="522568" y="557976"/>
                      <a:pt x="506234" y="564606"/>
                      <a:pt x="493400" y="564606"/>
                    </a:cubicBezTo>
                    <a:cubicBezTo>
                      <a:pt x="477066" y="564606"/>
                      <a:pt x="460733" y="557976"/>
                      <a:pt x="451010" y="545105"/>
                    </a:cubicBezTo>
                    <a:cubicBezTo>
                      <a:pt x="451010" y="545105"/>
                      <a:pt x="451010" y="545105"/>
                      <a:pt x="161665" y="258046"/>
                    </a:cubicBezTo>
                    <a:cubicBezTo>
                      <a:pt x="119275" y="270917"/>
                      <a:pt x="70662" y="261556"/>
                      <a:pt x="34882" y="225674"/>
                    </a:cubicBezTo>
                    <a:cubicBezTo>
                      <a:pt x="2215" y="192911"/>
                      <a:pt x="-7508" y="147278"/>
                      <a:pt x="5715" y="104766"/>
                    </a:cubicBezTo>
                    <a:cubicBezTo>
                      <a:pt x="5715" y="104766"/>
                      <a:pt x="5715" y="104766"/>
                      <a:pt x="74162" y="176530"/>
                    </a:cubicBezTo>
                    <a:cubicBezTo>
                      <a:pt x="74162" y="176530"/>
                      <a:pt x="74162" y="176530"/>
                      <a:pt x="142220" y="157029"/>
                    </a:cubicBezTo>
                    <a:cubicBezTo>
                      <a:pt x="142220" y="157029"/>
                      <a:pt x="142220" y="157029"/>
                      <a:pt x="161665" y="88385"/>
                    </a:cubicBezTo>
                    <a:cubicBezTo>
                      <a:pt x="161665" y="88385"/>
                      <a:pt x="161665" y="88385"/>
                      <a:pt x="90107" y="20130"/>
                    </a:cubicBezTo>
                    <a:cubicBezTo>
                      <a:pt x="100704" y="16815"/>
                      <a:pt x="111497" y="15157"/>
                      <a:pt x="122234" y="15041"/>
                    </a:cubicBezTo>
                    <a:close/>
                    <a:moveTo>
                      <a:pt x="531841" y="0"/>
                    </a:moveTo>
                    <a:cubicBezTo>
                      <a:pt x="531841" y="0"/>
                      <a:pt x="531841" y="0"/>
                      <a:pt x="622984" y="87684"/>
                    </a:cubicBezTo>
                    <a:cubicBezTo>
                      <a:pt x="622984" y="87684"/>
                      <a:pt x="622984" y="87684"/>
                      <a:pt x="463289" y="247465"/>
                    </a:cubicBezTo>
                    <a:cubicBezTo>
                      <a:pt x="450436" y="247465"/>
                      <a:pt x="434077" y="250582"/>
                      <a:pt x="424339" y="257207"/>
                    </a:cubicBezTo>
                    <a:lnTo>
                      <a:pt x="362409" y="198751"/>
                    </a:lnTo>
                    <a:cubicBezTo>
                      <a:pt x="372147" y="189009"/>
                      <a:pt x="375263" y="172641"/>
                      <a:pt x="375263" y="159391"/>
                    </a:cubicBezTo>
                    <a:cubicBezTo>
                      <a:pt x="375263" y="159391"/>
                      <a:pt x="375263" y="159391"/>
                      <a:pt x="531841" y="0"/>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grpSp>
        <p:nvGrpSpPr>
          <p:cNvPr id="38" name="ïṣ1îďè">
            <a:extLst>
              <a:ext uri="{FF2B5EF4-FFF2-40B4-BE49-F238E27FC236}">
                <a16:creationId xmlns:a16="http://schemas.microsoft.com/office/drawing/2014/main" id="{B08F6D8C-8589-4292-B719-A53A5934D4D3}"/>
              </a:ext>
            </a:extLst>
          </p:cNvPr>
          <p:cNvGrpSpPr/>
          <p:nvPr/>
        </p:nvGrpSpPr>
        <p:grpSpPr>
          <a:xfrm>
            <a:off x="5082914" y="1590688"/>
            <a:ext cx="4548721" cy="1573378"/>
            <a:chOff x="4829500" y="1739294"/>
            <a:chExt cx="4548721" cy="1573378"/>
          </a:xfrm>
        </p:grpSpPr>
        <p:grpSp>
          <p:nvGrpSpPr>
            <p:cNvPr id="43" name="işľîďê">
              <a:extLst>
                <a:ext uri="{FF2B5EF4-FFF2-40B4-BE49-F238E27FC236}">
                  <a16:creationId xmlns:a16="http://schemas.microsoft.com/office/drawing/2014/main" id="{4DB075BA-C7A2-4FCB-8A9D-70B57809C630}"/>
                </a:ext>
              </a:extLst>
            </p:cNvPr>
            <p:cNvGrpSpPr/>
            <p:nvPr/>
          </p:nvGrpSpPr>
          <p:grpSpPr>
            <a:xfrm>
              <a:off x="4829500" y="1739294"/>
              <a:ext cx="1551214" cy="1573378"/>
              <a:chOff x="4855939" y="1739294"/>
              <a:chExt cx="1551214" cy="1573378"/>
            </a:xfrm>
          </p:grpSpPr>
          <p:grpSp>
            <p:nvGrpSpPr>
              <p:cNvPr id="51" name="ïṡ1íḑé">
                <a:extLst>
                  <a:ext uri="{FF2B5EF4-FFF2-40B4-BE49-F238E27FC236}">
                    <a16:creationId xmlns:a16="http://schemas.microsoft.com/office/drawing/2014/main" id="{30185DE0-4324-4E3F-A8C8-2AEF1CC27055}"/>
                  </a:ext>
                </a:extLst>
              </p:cNvPr>
              <p:cNvGrpSpPr/>
              <p:nvPr/>
            </p:nvGrpSpPr>
            <p:grpSpPr>
              <a:xfrm>
                <a:off x="5371325" y="1739294"/>
                <a:ext cx="520442" cy="520440"/>
                <a:chOff x="1711594" y="2493391"/>
                <a:chExt cx="506338" cy="506336"/>
              </a:xfrm>
            </p:grpSpPr>
            <p:sp>
              <p:nvSpPr>
                <p:cNvPr id="55" name="iṣļîde">
                  <a:extLst>
                    <a:ext uri="{FF2B5EF4-FFF2-40B4-BE49-F238E27FC236}">
                      <a16:creationId xmlns:a16="http://schemas.microsoft.com/office/drawing/2014/main" id="{2DA4ADD0-50B2-4EFF-9062-2D98A67C784D}"/>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56" name="î$ḷiďé">
                  <a:extLst>
                    <a:ext uri="{FF2B5EF4-FFF2-40B4-BE49-F238E27FC236}">
                      <a16:creationId xmlns:a16="http://schemas.microsoft.com/office/drawing/2014/main" id="{F194997C-0C28-41CE-8971-14D311589F8A}"/>
                    </a:ext>
                  </a:extLst>
                </p:cNvPr>
                <p:cNvSpPr/>
                <p:nvPr/>
              </p:nvSpPr>
              <p:spPr bwMode="auto">
                <a:xfrm>
                  <a:off x="1833748" y="2629288"/>
                  <a:ext cx="262027" cy="262071"/>
                </a:xfrm>
                <a:custGeom>
                  <a:avLst/>
                  <a:gdLst>
                    <a:gd name="T0" fmla="*/ 9102 w 12516"/>
                    <a:gd name="T1" fmla="*/ 7467 h 12516"/>
                    <a:gd name="T2" fmla="*/ 9102 w 12516"/>
                    <a:gd name="T3" fmla="*/ 7396 h 12516"/>
                    <a:gd name="T4" fmla="*/ 9671 w 12516"/>
                    <a:gd name="T5" fmla="*/ 6827 h 12516"/>
                    <a:gd name="T6" fmla="*/ 10240 w 12516"/>
                    <a:gd name="T7" fmla="*/ 7396 h 12516"/>
                    <a:gd name="T8" fmla="*/ 10240 w 12516"/>
                    <a:gd name="T9" fmla="*/ 7467 h 12516"/>
                    <a:gd name="T10" fmla="*/ 10827 w 12516"/>
                    <a:gd name="T11" fmla="*/ 7711 h 12516"/>
                    <a:gd name="T12" fmla="*/ 10879 w 12516"/>
                    <a:gd name="T13" fmla="*/ 7660 h 12516"/>
                    <a:gd name="T14" fmla="*/ 11683 w 12516"/>
                    <a:gd name="T15" fmla="*/ 7660 h 12516"/>
                    <a:gd name="T16" fmla="*/ 11683 w 12516"/>
                    <a:gd name="T17" fmla="*/ 8465 h 12516"/>
                    <a:gd name="T18" fmla="*/ 11632 w 12516"/>
                    <a:gd name="T19" fmla="*/ 8515 h 12516"/>
                    <a:gd name="T20" fmla="*/ 11875 w 12516"/>
                    <a:gd name="T21" fmla="*/ 9102 h 12516"/>
                    <a:gd name="T22" fmla="*/ 11947 w 12516"/>
                    <a:gd name="T23" fmla="*/ 9102 h 12516"/>
                    <a:gd name="T24" fmla="*/ 12516 w 12516"/>
                    <a:gd name="T25" fmla="*/ 9671 h 12516"/>
                    <a:gd name="T26" fmla="*/ 11947 w 12516"/>
                    <a:gd name="T27" fmla="*/ 10240 h 12516"/>
                    <a:gd name="T28" fmla="*/ 11875 w 12516"/>
                    <a:gd name="T29" fmla="*/ 10240 h 12516"/>
                    <a:gd name="T30" fmla="*/ 11632 w 12516"/>
                    <a:gd name="T31" fmla="*/ 10827 h 12516"/>
                    <a:gd name="T32" fmla="*/ 11683 w 12516"/>
                    <a:gd name="T33" fmla="*/ 10879 h 12516"/>
                    <a:gd name="T34" fmla="*/ 11683 w 12516"/>
                    <a:gd name="T35" fmla="*/ 11683 h 12516"/>
                    <a:gd name="T36" fmla="*/ 10878 w 12516"/>
                    <a:gd name="T37" fmla="*/ 11683 h 12516"/>
                    <a:gd name="T38" fmla="*/ 10827 w 12516"/>
                    <a:gd name="T39" fmla="*/ 11632 h 12516"/>
                    <a:gd name="T40" fmla="*/ 10240 w 12516"/>
                    <a:gd name="T41" fmla="*/ 11875 h 12516"/>
                    <a:gd name="T42" fmla="*/ 10240 w 12516"/>
                    <a:gd name="T43" fmla="*/ 11947 h 12516"/>
                    <a:gd name="T44" fmla="*/ 9671 w 12516"/>
                    <a:gd name="T45" fmla="*/ 12516 h 12516"/>
                    <a:gd name="T46" fmla="*/ 9102 w 12516"/>
                    <a:gd name="T47" fmla="*/ 11947 h 12516"/>
                    <a:gd name="T48" fmla="*/ 9102 w 12516"/>
                    <a:gd name="T49" fmla="*/ 11875 h 12516"/>
                    <a:gd name="T50" fmla="*/ 8515 w 12516"/>
                    <a:gd name="T51" fmla="*/ 11632 h 12516"/>
                    <a:gd name="T52" fmla="*/ 8464 w 12516"/>
                    <a:gd name="T53" fmla="*/ 11683 h 12516"/>
                    <a:gd name="T54" fmla="*/ 7667 w 12516"/>
                    <a:gd name="T55" fmla="*/ 11676 h 12516"/>
                    <a:gd name="T56" fmla="*/ 7660 w 12516"/>
                    <a:gd name="T57" fmla="*/ 10879 h 12516"/>
                    <a:gd name="T58" fmla="*/ 7711 w 12516"/>
                    <a:gd name="T59" fmla="*/ 10827 h 12516"/>
                    <a:gd name="T60" fmla="*/ 7467 w 12516"/>
                    <a:gd name="T61" fmla="*/ 10240 h 12516"/>
                    <a:gd name="T62" fmla="*/ 7396 w 12516"/>
                    <a:gd name="T63" fmla="*/ 10240 h 12516"/>
                    <a:gd name="T64" fmla="*/ 6827 w 12516"/>
                    <a:gd name="T65" fmla="*/ 9671 h 12516"/>
                    <a:gd name="T66" fmla="*/ 7396 w 12516"/>
                    <a:gd name="T67" fmla="*/ 9102 h 12516"/>
                    <a:gd name="T68" fmla="*/ 7467 w 12516"/>
                    <a:gd name="T69" fmla="*/ 9102 h 12516"/>
                    <a:gd name="T70" fmla="*/ 7711 w 12516"/>
                    <a:gd name="T71" fmla="*/ 8515 h 12516"/>
                    <a:gd name="T72" fmla="*/ 7660 w 12516"/>
                    <a:gd name="T73" fmla="*/ 8464 h 12516"/>
                    <a:gd name="T74" fmla="*/ 7660 w 12516"/>
                    <a:gd name="T75" fmla="*/ 7659 h 12516"/>
                    <a:gd name="T76" fmla="*/ 8465 w 12516"/>
                    <a:gd name="T77" fmla="*/ 7660 h 12516"/>
                    <a:gd name="T78" fmla="*/ 8515 w 12516"/>
                    <a:gd name="T79" fmla="*/ 7711 h 12516"/>
                    <a:gd name="T80" fmla="*/ 9102 w 12516"/>
                    <a:gd name="T81" fmla="*/ 7467 h 12516"/>
                    <a:gd name="T82" fmla="*/ 5854 w 12516"/>
                    <a:gd name="T83" fmla="*/ 10809 h 12516"/>
                    <a:gd name="T84" fmla="*/ 569 w 12516"/>
                    <a:gd name="T85" fmla="*/ 10809 h 12516"/>
                    <a:gd name="T86" fmla="*/ 0 w 12516"/>
                    <a:gd name="T87" fmla="*/ 10240 h 12516"/>
                    <a:gd name="T88" fmla="*/ 0 w 12516"/>
                    <a:gd name="T89" fmla="*/ 9671 h 12516"/>
                    <a:gd name="T90" fmla="*/ 2693 w 12516"/>
                    <a:gd name="T91" fmla="*/ 5516 h 12516"/>
                    <a:gd name="T92" fmla="*/ 7585 w 12516"/>
                    <a:gd name="T93" fmla="*/ 6278 h 12516"/>
                    <a:gd name="T94" fmla="*/ 5689 w 12516"/>
                    <a:gd name="T95" fmla="*/ 9671 h 12516"/>
                    <a:gd name="T96" fmla="*/ 5854 w 12516"/>
                    <a:gd name="T97" fmla="*/ 10809 h 12516"/>
                    <a:gd name="T98" fmla="*/ 4551 w 12516"/>
                    <a:gd name="T99" fmla="*/ 5120 h 12516"/>
                    <a:gd name="T100" fmla="*/ 2276 w 12516"/>
                    <a:gd name="T101" fmla="*/ 2560 h 12516"/>
                    <a:gd name="T102" fmla="*/ 4551 w 12516"/>
                    <a:gd name="T103" fmla="*/ 0 h 12516"/>
                    <a:gd name="T104" fmla="*/ 6827 w 12516"/>
                    <a:gd name="T105" fmla="*/ 2560 h 12516"/>
                    <a:gd name="T106" fmla="*/ 4551 w 12516"/>
                    <a:gd name="T107" fmla="*/ 5120 h 12516"/>
                    <a:gd name="T108" fmla="*/ 9671 w 12516"/>
                    <a:gd name="T109" fmla="*/ 10809 h 12516"/>
                    <a:gd name="T110" fmla="*/ 10809 w 12516"/>
                    <a:gd name="T111" fmla="*/ 9671 h 12516"/>
                    <a:gd name="T112" fmla="*/ 9671 w 12516"/>
                    <a:gd name="T113" fmla="*/ 8534 h 12516"/>
                    <a:gd name="T114" fmla="*/ 8534 w 12516"/>
                    <a:gd name="T115" fmla="*/ 9671 h 12516"/>
                    <a:gd name="T116" fmla="*/ 9671 w 12516"/>
                    <a:gd name="T117" fmla="*/ 10809 h 12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516" h="12516">
                      <a:moveTo>
                        <a:pt x="9102" y="7467"/>
                      </a:moveTo>
                      <a:lnTo>
                        <a:pt x="9102" y="7396"/>
                      </a:lnTo>
                      <a:cubicBezTo>
                        <a:pt x="9102" y="7082"/>
                        <a:pt x="9357" y="6827"/>
                        <a:pt x="9671" y="6827"/>
                      </a:cubicBezTo>
                      <a:cubicBezTo>
                        <a:pt x="9986" y="6827"/>
                        <a:pt x="10240" y="7082"/>
                        <a:pt x="10240" y="7396"/>
                      </a:cubicBezTo>
                      <a:lnTo>
                        <a:pt x="10240" y="7467"/>
                      </a:lnTo>
                      <a:cubicBezTo>
                        <a:pt x="10449" y="7521"/>
                        <a:pt x="10646" y="7604"/>
                        <a:pt x="10827" y="7711"/>
                      </a:cubicBezTo>
                      <a:lnTo>
                        <a:pt x="10879" y="7660"/>
                      </a:lnTo>
                      <a:cubicBezTo>
                        <a:pt x="11101" y="7438"/>
                        <a:pt x="11461" y="7438"/>
                        <a:pt x="11683" y="7660"/>
                      </a:cubicBezTo>
                      <a:cubicBezTo>
                        <a:pt x="11905" y="7882"/>
                        <a:pt x="11905" y="8243"/>
                        <a:pt x="11683" y="8465"/>
                      </a:cubicBezTo>
                      <a:lnTo>
                        <a:pt x="11632" y="8515"/>
                      </a:lnTo>
                      <a:cubicBezTo>
                        <a:pt x="11739" y="8696"/>
                        <a:pt x="11822" y="8894"/>
                        <a:pt x="11875" y="9102"/>
                      </a:cubicBezTo>
                      <a:lnTo>
                        <a:pt x="11947" y="9102"/>
                      </a:lnTo>
                      <a:cubicBezTo>
                        <a:pt x="12261" y="9102"/>
                        <a:pt x="12516" y="9357"/>
                        <a:pt x="12516" y="9671"/>
                      </a:cubicBezTo>
                      <a:cubicBezTo>
                        <a:pt x="12516" y="9986"/>
                        <a:pt x="12261" y="10240"/>
                        <a:pt x="11947" y="10240"/>
                      </a:cubicBezTo>
                      <a:lnTo>
                        <a:pt x="11875" y="10240"/>
                      </a:lnTo>
                      <a:cubicBezTo>
                        <a:pt x="11822" y="10449"/>
                        <a:pt x="11739" y="10646"/>
                        <a:pt x="11632" y="10827"/>
                      </a:cubicBezTo>
                      <a:lnTo>
                        <a:pt x="11683" y="10879"/>
                      </a:lnTo>
                      <a:cubicBezTo>
                        <a:pt x="11905" y="11101"/>
                        <a:pt x="11905" y="11461"/>
                        <a:pt x="11683" y="11683"/>
                      </a:cubicBezTo>
                      <a:cubicBezTo>
                        <a:pt x="11460" y="11905"/>
                        <a:pt x="11100" y="11905"/>
                        <a:pt x="10878" y="11683"/>
                      </a:cubicBezTo>
                      <a:lnTo>
                        <a:pt x="10827" y="11632"/>
                      </a:lnTo>
                      <a:cubicBezTo>
                        <a:pt x="10644" y="11740"/>
                        <a:pt x="10446" y="11822"/>
                        <a:pt x="10240" y="11875"/>
                      </a:cubicBezTo>
                      <a:lnTo>
                        <a:pt x="10240" y="11947"/>
                      </a:lnTo>
                      <a:cubicBezTo>
                        <a:pt x="10240" y="12261"/>
                        <a:pt x="9986" y="12516"/>
                        <a:pt x="9671" y="12516"/>
                      </a:cubicBezTo>
                      <a:cubicBezTo>
                        <a:pt x="9357" y="12516"/>
                        <a:pt x="9102" y="12261"/>
                        <a:pt x="9102" y="11947"/>
                      </a:cubicBezTo>
                      <a:lnTo>
                        <a:pt x="9102" y="11875"/>
                      </a:lnTo>
                      <a:cubicBezTo>
                        <a:pt x="8896" y="11822"/>
                        <a:pt x="8699" y="11740"/>
                        <a:pt x="8515" y="11632"/>
                      </a:cubicBezTo>
                      <a:lnTo>
                        <a:pt x="8464" y="11683"/>
                      </a:lnTo>
                      <a:cubicBezTo>
                        <a:pt x="8241" y="11899"/>
                        <a:pt x="7886" y="11895"/>
                        <a:pt x="7667" y="11676"/>
                      </a:cubicBezTo>
                      <a:cubicBezTo>
                        <a:pt x="7447" y="11457"/>
                        <a:pt x="7444" y="11102"/>
                        <a:pt x="7660" y="10879"/>
                      </a:cubicBezTo>
                      <a:lnTo>
                        <a:pt x="7711" y="10827"/>
                      </a:lnTo>
                      <a:cubicBezTo>
                        <a:pt x="7603" y="10644"/>
                        <a:pt x="7521" y="10446"/>
                        <a:pt x="7467" y="10240"/>
                      </a:cubicBezTo>
                      <a:lnTo>
                        <a:pt x="7396" y="10240"/>
                      </a:lnTo>
                      <a:cubicBezTo>
                        <a:pt x="7082" y="10240"/>
                        <a:pt x="6827" y="9986"/>
                        <a:pt x="6827" y="9671"/>
                      </a:cubicBezTo>
                      <a:cubicBezTo>
                        <a:pt x="6827" y="9357"/>
                        <a:pt x="7082" y="9102"/>
                        <a:pt x="7396" y="9102"/>
                      </a:cubicBezTo>
                      <a:lnTo>
                        <a:pt x="7467" y="9102"/>
                      </a:lnTo>
                      <a:cubicBezTo>
                        <a:pt x="7521" y="8894"/>
                        <a:pt x="7604" y="8696"/>
                        <a:pt x="7711" y="8515"/>
                      </a:cubicBezTo>
                      <a:lnTo>
                        <a:pt x="7660" y="8464"/>
                      </a:lnTo>
                      <a:cubicBezTo>
                        <a:pt x="7438" y="8242"/>
                        <a:pt x="7438" y="7882"/>
                        <a:pt x="7660" y="7659"/>
                      </a:cubicBezTo>
                      <a:cubicBezTo>
                        <a:pt x="7882" y="7437"/>
                        <a:pt x="8243" y="7437"/>
                        <a:pt x="8465" y="7660"/>
                      </a:cubicBezTo>
                      <a:lnTo>
                        <a:pt x="8515" y="7711"/>
                      </a:lnTo>
                      <a:cubicBezTo>
                        <a:pt x="8699" y="7603"/>
                        <a:pt x="8896" y="7521"/>
                        <a:pt x="9102" y="7467"/>
                      </a:cubicBezTo>
                      <a:close/>
                      <a:moveTo>
                        <a:pt x="5854" y="10809"/>
                      </a:moveTo>
                      <a:lnTo>
                        <a:pt x="569" y="10809"/>
                      </a:lnTo>
                      <a:cubicBezTo>
                        <a:pt x="255" y="10809"/>
                        <a:pt x="0" y="10554"/>
                        <a:pt x="0" y="10240"/>
                      </a:cubicBezTo>
                      <a:lnTo>
                        <a:pt x="0" y="9671"/>
                      </a:lnTo>
                      <a:cubicBezTo>
                        <a:pt x="0" y="7877"/>
                        <a:pt x="1055" y="6249"/>
                        <a:pt x="2693" y="5516"/>
                      </a:cubicBezTo>
                      <a:cubicBezTo>
                        <a:pt x="4331" y="4784"/>
                        <a:pt x="6247" y="5082"/>
                        <a:pt x="7585" y="6278"/>
                      </a:cubicBezTo>
                      <a:cubicBezTo>
                        <a:pt x="6406" y="7003"/>
                        <a:pt x="5688" y="8288"/>
                        <a:pt x="5689" y="9671"/>
                      </a:cubicBezTo>
                      <a:cubicBezTo>
                        <a:pt x="5689" y="10067"/>
                        <a:pt x="5747" y="10448"/>
                        <a:pt x="5854" y="10809"/>
                      </a:cubicBezTo>
                      <a:close/>
                      <a:moveTo>
                        <a:pt x="4551" y="5120"/>
                      </a:moveTo>
                      <a:cubicBezTo>
                        <a:pt x="3294" y="5120"/>
                        <a:pt x="2276" y="3974"/>
                        <a:pt x="2276" y="2560"/>
                      </a:cubicBezTo>
                      <a:cubicBezTo>
                        <a:pt x="2276" y="1147"/>
                        <a:pt x="3294" y="0"/>
                        <a:pt x="4551" y="0"/>
                      </a:cubicBezTo>
                      <a:cubicBezTo>
                        <a:pt x="5809" y="0"/>
                        <a:pt x="6827" y="1147"/>
                        <a:pt x="6827" y="2560"/>
                      </a:cubicBezTo>
                      <a:cubicBezTo>
                        <a:pt x="6827" y="3974"/>
                        <a:pt x="5809" y="5120"/>
                        <a:pt x="4551" y="5120"/>
                      </a:cubicBezTo>
                      <a:close/>
                      <a:moveTo>
                        <a:pt x="9671" y="10809"/>
                      </a:moveTo>
                      <a:cubicBezTo>
                        <a:pt x="10300" y="10809"/>
                        <a:pt x="10809" y="10300"/>
                        <a:pt x="10809" y="9671"/>
                      </a:cubicBezTo>
                      <a:cubicBezTo>
                        <a:pt x="10809" y="9043"/>
                        <a:pt x="10300" y="8534"/>
                        <a:pt x="9671" y="8534"/>
                      </a:cubicBezTo>
                      <a:cubicBezTo>
                        <a:pt x="9043" y="8534"/>
                        <a:pt x="8534" y="9043"/>
                        <a:pt x="8534" y="9671"/>
                      </a:cubicBezTo>
                      <a:cubicBezTo>
                        <a:pt x="8534" y="10300"/>
                        <a:pt x="9043" y="10809"/>
                        <a:pt x="9671" y="10809"/>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nvGrpSpPr>
              <p:cNvPr id="52" name="îṧlídè">
                <a:extLst>
                  <a:ext uri="{FF2B5EF4-FFF2-40B4-BE49-F238E27FC236}">
                    <a16:creationId xmlns:a16="http://schemas.microsoft.com/office/drawing/2014/main" id="{E17091E6-C20A-4764-B5B3-7C409F3D32D8}"/>
                  </a:ext>
                </a:extLst>
              </p:cNvPr>
              <p:cNvGrpSpPr/>
              <p:nvPr/>
            </p:nvGrpSpPr>
            <p:grpSpPr>
              <a:xfrm>
                <a:off x="4855939" y="2323138"/>
                <a:ext cx="1551214" cy="989534"/>
                <a:chOff x="2636364" y="3107772"/>
                <a:chExt cx="1551214" cy="989534"/>
              </a:xfrm>
            </p:grpSpPr>
            <p:sp>
              <p:nvSpPr>
                <p:cNvPr id="53" name="îsľiďè">
                  <a:extLst>
                    <a:ext uri="{FF2B5EF4-FFF2-40B4-BE49-F238E27FC236}">
                      <a16:creationId xmlns:a16="http://schemas.microsoft.com/office/drawing/2014/main" id="{BB462819-5780-44AD-B414-8734F25A4178}"/>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2</a:t>
                  </a:r>
                  <a:endParaRPr lang="id-ID" altLang="zh-CN" sz="1400" b="1" dirty="0">
                    <a:solidFill>
                      <a:prstClr val="black"/>
                    </a:solidFill>
                    <a:latin typeface="微软雅黑"/>
                    <a:ea typeface="微软雅黑"/>
                  </a:endParaRPr>
                </a:p>
              </p:txBody>
            </p:sp>
            <p:sp>
              <p:nvSpPr>
                <p:cNvPr id="54" name="ïš1ïḓè">
                  <a:extLst>
                    <a:ext uri="{FF2B5EF4-FFF2-40B4-BE49-F238E27FC236}">
                      <a16:creationId xmlns:a16="http://schemas.microsoft.com/office/drawing/2014/main" id="{E1B78F29-8966-471A-907F-4C2044B8B7A2}"/>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grpSp>
          <p:nvGrpSpPr>
            <p:cNvPr id="44" name="ïśľíḋé">
              <a:extLst>
                <a:ext uri="{FF2B5EF4-FFF2-40B4-BE49-F238E27FC236}">
                  <a16:creationId xmlns:a16="http://schemas.microsoft.com/office/drawing/2014/main" id="{331A848F-5787-4B53-9304-3A7BE80C3E5B}"/>
                </a:ext>
              </a:extLst>
            </p:cNvPr>
            <p:cNvGrpSpPr/>
            <p:nvPr/>
          </p:nvGrpSpPr>
          <p:grpSpPr>
            <a:xfrm>
              <a:off x="7827007" y="1739294"/>
              <a:ext cx="1551214" cy="1573378"/>
              <a:chOff x="7827007" y="1739294"/>
              <a:chExt cx="1551214" cy="1573378"/>
            </a:xfrm>
          </p:grpSpPr>
          <p:grpSp>
            <p:nvGrpSpPr>
              <p:cNvPr id="45" name="ïŝľíḋé">
                <a:extLst>
                  <a:ext uri="{FF2B5EF4-FFF2-40B4-BE49-F238E27FC236}">
                    <a16:creationId xmlns:a16="http://schemas.microsoft.com/office/drawing/2014/main" id="{2B7332A9-FE9D-478B-9636-0AC33AAC2D0F}"/>
                  </a:ext>
                </a:extLst>
              </p:cNvPr>
              <p:cNvGrpSpPr/>
              <p:nvPr/>
            </p:nvGrpSpPr>
            <p:grpSpPr>
              <a:xfrm>
                <a:off x="8207708" y="1739294"/>
                <a:ext cx="520442" cy="520440"/>
                <a:chOff x="1711594" y="2493391"/>
                <a:chExt cx="506338" cy="506336"/>
              </a:xfrm>
            </p:grpSpPr>
            <p:sp>
              <p:nvSpPr>
                <p:cNvPr id="49" name="iśľïḑê">
                  <a:extLst>
                    <a:ext uri="{FF2B5EF4-FFF2-40B4-BE49-F238E27FC236}">
                      <a16:creationId xmlns:a16="http://schemas.microsoft.com/office/drawing/2014/main" id="{591BC2C1-3552-4DEC-9AAD-1D1C6F30E0B5}"/>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50" name="î$1iḓé">
                  <a:extLst>
                    <a:ext uri="{FF2B5EF4-FFF2-40B4-BE49-F238E27FC236}">
                      <a16:creationId xmlns:a16="http://schemas.microsoft.com/office/drawing/2014/main" id="{3812DF6C-F042-487D-8FED-EFF507579E09}"/>
                    </a:ext>
                  </a:extLst>
                </p:cNvPr>
                <p:cNvSpPr/>
                <p:nvPr/>
              </p:nvSpPr>
              <p:spPr bwMode="auto">
                <a:xfrm>
                  <a:off x="1833727" y="2629288"/>
                  <a:ext cx="262071" cy="262071"/>
                </a:xfrm>
                <a:custGeom>
                  <a:avLst/>
                  <a:gdLst>
                    <a:gd name="T0" fmla="*/ 6000 w 12800"/>
                    <a:gd name="T1" fmla="*/ 0 h 12800"/>
                    <a:gd name="T2" fmla="*/ 6800 w 12800"/>
                    <a:gd name="T3" fmla="*/ 0 h 12800"/>
                    <a:gd name="T4" fmla="*/ 7600 w 12800"/>
                    <a:gd name="T5" fmla="*/ 800 h 12800"/>
                    <a:gd name="T6" fmla="*/ 7600 w 12800"/>
                    <a:gd name="T7" fmla="*/ 8800 h 12800"/>
                    <a:gd name="T8" fmla="*/ 6800 w 12800"/>
                    <a:gd name="T9" fmla="*/ 9600 h 12800"/>
                    <a:gd name="T10" fmla="*/ 6000 w 12800"/>
                    <a:gd name="T11" fmla="*/ 9600 h 12800"/>
                    <a:gd name="T12" fmla="*/ 5200 w 12800"/>
                    <a:gd name="T13" fmla="*/ 8800 h 12800"/>
                    <a:gd name="T14" fmla="*/ 5200 w 12800"/>
                    <a:gd name="T15" fmla="*/ 800 h 12800"/>
                    <a:gd name="T16" fmla="*/ 6000 w 12800"/>
                    <a:gd name="T17" fmla="*/ 0 h 12800"/>
                    <a:gd name="T18" fmla="*/ 10400 w 12800"/>
                    <a:gd name="T19" fmla="*/ 2400 h 12800"/>
                    <a:gd name="T20" fmla="*/ 11200 w 12800"/>
                    <a:gd name="T21" fmla="*/ 2400 h 12800"/>
                    <a:gd name="T22" fmla="*/ 12000 w 12800"/>
                    <a:gd name="T23" fmla="*/ 3200 h 12800"/>
                    <a:gd name="T24" fmla="*/ 12000 w 12800"/>
                    <a:gd name="T25" fmla="*/ 8800 h 12800"/>
                    <a:gd name="T26" fmla="*/ 11200 w 12800"/>
                    <a:gd name="T27" fmla="*/ 9600 h 12800"/>
                    <a:gd name="T28" fmla="*/ 10400 w 12800"/>
                    <a:gd name="T29" fmla="*/ 9600 h 12800"/>
                    <a:gd name="T30" fmla="*/ 9600 w 12800"/>
                    <a:gd name="T31" fmla="*/ 8800 h 12800"/>
                    <a:gd name="T32" fmla="*/ 9600 w 12800"/>
                    <a:gd name="T33" fmla="*/ 3200 h 12800"/>
                    <a:gd name="T34" fmla="*/ 10400 w 12800"/>
                    <a:gd name="T35" fmla="*/ 2400 h 12800"/>
                    <a:gd name="T36" fmla="*/ 1600 w 12800"/>
                    <a:gd name="T37" fmla="*/ 4000 h 12800"/>
                    <a:gd name="T38" fmla="*/ 2400 w 12800"/>
                    <a:gd name="T39" fmla="*/ 4000 h 12800"/>
                    <a:gd name="T40" fmla="*/ 3200 w 12800"/>
                    <a:gd name="T41" fmla="*/ 4800 h 12800"/>
                    <a:gd name="T42" fmla="*/ 3200 w 12800"/>
                    <a:gd name="T43" fmla="*/ 8800 h 12800"/>
                    <a:gd name="T44" fmla="*/ 2400 w 12800"/>
                    <a:gd name="T45" fmla="*/ 9600 h 12800"/>
                    <a:gd name="T46" fmla="*/ 1600 w 12800"/>
                    <a:gd name="T47" fmla="*/ 9600 h 12800"/>
                    <a:gd name="T48" fmla="*/ 800 w 12800"/>
                    <a:gd name="T49" fmla="*/ 8800 h 12800"/>
                    <a:gd name="T50" fmla="*/ 800 w 12800"/>
                    <a:gd name="T51" fmla="*/ 4800 h 12800"/>
                    <a:gd name="T52" fmla="*/ 1600 w 12800"/>
                    <a:gd name="T53" fmla="*/ 4000 h 12800"/>
                    <a:gd name="T54" fmla="*/ 0 w 12800"/>
                    <a:gd name="T55" fmla="*/ 11200 h 12800"/>
                    <a:gd name="T56" fmla="*/ 12800 w 12800"/>
                    <a:gd name="T57" fmla="*/ 11200 h 12800"/>
                    <a:gd name="T58" fmla="*/ 12800 w 12800"/>
                    <a:gd name="T59" fmla="*/ 12800 h 12800"/>
                    <a:gd name="T60" fmla="*/ 0 w 12800"/>
                    <a:gd name="T61" fmla="*/ 12800 h 12800"/>
                    <a:gd name="T62" fmla="*/ 0 w 12800"/>
                    <a:gd name="T63" fmla="*/ 1120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00" h="12800">
                      <a:moveTo>
                        <a:pt x="6000" y="0"/>
                      </a:moveTo>
                      <a:lnTo>
                        <a:pt x="6800" y="0"/>
                      </a:lnTo>
                      <a:cubicBezTo>
                        <a:pt x="7242" y="0"/>
                        <a:pt x="7600" y="358"/>
                        <a:pt x="7600" y="800"/>
                      </a:cubicBezTo>
                      <a:lnTo>
                        <a:pt x="7600" y="8800"/>
                      </a:lnTo>
                      <a:cubicBezTo>
                        <a:pt x="7600" y="9242"/>
                        <a:pt x="7242" y="9600"/>
                        <a:pt x="6800" y="9600"/>
                      </a:cubicBezTo>
                      <a:lnTo>
                        <a:pt x="6000" y="9600"/>
                      </a:lnTo>
                      <a:cubicBezTo>
                        <a:pt x="5558" y="9600"/>
                        <a:pt x="5200" y="9242"/>
                        <a:pt x="5200" y="8800"/>
                      </a:cubicBezTo>
                      <a:lnTo>
                        <a:pt x="5200" y="800"/>
                      </a:lnTo>
                      <a:cubicBezTo>
                        <a:pt x="5200" y="358"/>
                        <a:pt x="5558" y="0"/>
                        <a:pt x="6000" y="0"/>
                      </a:cubicBezTo>
                      <a:close/>
                      <a:moveTo>
                        <a:pt x="10400" y="2400"/>
                      </a:moveTo>
                      <a:lnTo>
                        <a:pt x="11200" y="2400"/>
                      </a:lnTo>
                      <a:cubicBezTo>
                        <a:pt x="11642" y="2400"/>
                        <a:pt x="12000" y="2758"/>
                        <a:pt x="12000" y="3200"/>
                      </a:cubicBezTo>
                      <a:lnTo>
                        <a:pt x="12000" y="8800"/>
                      </a:lnTo>
                      <a:cubicBezTo>
                        <a:pt x="12000" y="9242"/>
                        <a:pt x="11642" y="9600"/>
                        <a:pt x="11200" y="9600"/>
                      </a:cubicBezTo>
                      <a:lnTo>
                        <a:pt x="10400" y="9600"/>
                      </a:lnTo>
                      <a:cubicBezTo>
                        <a:pt x="9958" y="9600"/>
                        <a:pt x="9600" y="9242"/>
                        <a:pt x="9600" y="8800"/>
                      </a:cubicBezTo>
                      <a:lnTo>
                        <a:pt x="9600" y="3200"/>
                      </a:lnTo>
                      <a:cubicBezTo>
                        <a:pt x="9600" y="2758"/>
                        <a:pt x="9958" y="2400"/>
                        <a:pt x="10400" y="2400"/>
                      </a:cubicBezTo>
                      <a:close/>
                      <a:moveTo>
                        <a:pt x="1600" y="4000"/>
                      </a:moveTo>
                      <a:lnTo>
                        <a:pt x="2400" y="4000"/>
                      </a:lnTo>
                      <a:cubicBezTo>
                        <a:pt x="2842" y="4000"/>
                        <a:pt x="3200" y="4358"/>
                        <a:pt x="3200" y="4800"/>
                      </a:cubicBezTo>
                      <a:lnTo>
                        <a:pt x="3200" y="8800"/>
                      </a:lnTo>
                      <a:cubicBezTo>
                        <a:pt x="3200" y="9242"/>
                        <a:pt x="2842" y="9600"/>
                        <a:pt x="2400" y="9600"/>
                      </a:cubicBezTo>
                      <a:lnTo>
                        <a:pt x="1600" y="9600"/>
                      </a:lnTo>
                      <a:cubicBezTo>
                        <a:pt x="1158" y="9600"/>
                        <a:pt x="800" y="9242"/>
                        <a:pt x="800" y="8800"/>
                      </a:cubicBezTo>
                      <a:lnTo>
                        <a:pt x="800" y="4800"/>
                      </a:lnTo>
                      <a:cubicBezTo>
                        <a:pt x="800" y="4358"/>
                        <a:pt x="1158" y="4000"/>
                        <a:pt x="1600" y="4000"/>
                      </a:cubicBezTo>
                      <a:close/>
                      <a:moveTo>
                        <a:pt x="0" y="11200"/>
                      </a:moveTo>
                      <a:lnTo>
                        <a:pt x="12800" y="11200"/>
                      </a:lnTo>
                      <a:lnTo>
                        <a:pt x="12800" y="12800"/>
                      </a:lnTo>
                      <a:lnTo>
                        <a:pt x="0" y="12800"/>
                      </a:lnTo>
                      <a:lnTo>
                        <a:pt x="0" y="11200"/>
                      </a:ln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nvGrpSpPr>
              <p:cNvPr id="46" name="ï$ḻîḓê">
                <a:extLst>
                  <a:ext uri="{FF2B5EF4-FFF2-40B4-BE49-F238E27FC236}">
                    <a16:creationId xmlns:a16="http://schemas.microsoft.com/office/drawing/2014/main" id="{C14DB943-6616-421D-8C8B-2B2455A2D34E}"/>
                  </a:ext>
                </a:extLst>
              </p:cNvPr>
              <p:cNvGrpSpPr/>
              <p:nvPr/>
            </p:nvGrpSpPr>
            <p:grpSpPr>
              <a:xfrm>
                <a:off x="7827007" y="2323138"/>
                <a:ext cx="1551214" cy="989534"/>
                <a:chOff x="2636364" y="3107772"/>
                <a:chExt cx="1551214" cy="989534"/>
              </a:xfrm>
            </p:grpSpPr>
            <p:sp>
              <p:nvSpPr>
                <p:cNvPr id="47" name="iŝḷíḋe">
                  <a:extLst>
                    <a:ext uri="{FF2B5EF4-FFF2-40B4-BE49-F238E27FC236}">
                      <a16:creationId xmlns:a16="http://schemas.microsoft.com/office/drawing/2014/main" id="{A81CCC47-AFC9-4092-A2D2-1F0A08CA7F91}"/>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3</a:t>
                  </a:r>
                  <a:endParaRPr lang="id-ID" altLang="zh-CN" sz="1400" b="1" dirty="0">
                    <a:solidFill>
                      <a:prstClr val="black"/>
                    </a:solidFill>
                    <a:latin typeface="微软雅黑"/>
                    <a:ea typeface="微软雅黑"/>
                  </a:endParaRPr>
                </a:p>
              </p:txBody>
            </p:sp>
            <p:sp>
              <p:nvSpPr>
                <p:cNvPr id="48" name="ï$ḷiḍê">
                  <a:extLst>
                    <a:ext uri="{FF2B5EF4-FFF2-40B4-BE49-F238E27FC236}">
                      <a16:creationId xmlns:a16="http://schemas.microsoft.com/office/drawing/2014/main" id="{13117474-5170-4598-959C-8AD9B00D7252}"/>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grpSp>
      <p:grpSp>
        <p:nvGrpSpPr>
          <p:cNvPr id="57" name="iśḷíďè">
            <a:extLst>
              <a:ext uri="{FF2B5EF4-FFF2-40B4-BE49-F238E27FC236}">
                <a16:creationId xmlns:a16="http://schemas.microsoft.com/office/drawing/2014/main" id="{5A5EE030-05AF-41E2-A700-90FCCA0ED970}"/>
              </a:ext>
            </a:extLst>
          </p:cNvPr>
          <p:cNvGrpSpPr/>
          <p:nvPr/>
        </p:nvGrpSpPr>
        <p:grpSpPr>
          <a:xfrm>
            <a:off x="9175337" y="3935657"/>
            <a:ext cx="1551214" cy="1566026"/>
            <a:chOff x="8834838" y="4085776"/>
            <a:chExt cx="1551214" cy="1566026"/>
          </a:xfrm>
        </p:grpSpPr>
        <p:grpSp>
          <p:nvGrpSpPr>
            <p:cNvPr id="58" name="ísḷîḑè">
              <a:extLst>
                <a:ext uri="{FF2B5EF4-FFF2-40B4-BE49-F238E27FC236}">
                  <a16:creationId xmlns:a16="http://schemas.microsoft.com/office/drawing/2014/main" id="{FAD6EB1B-C126-4DDA-9228-774F702D1369}"/>
                </a:ext>
              </a:extLst>
            </p:cNvPr>
            <p:cNvGrpSpPr/>
            <p:nvPr/>
          </p:nvGrpSpPr>
          <p:grpSpPr>
            <a:xfrm>
              <a:off x="9350224" y="4085776"/>
              <a:ext cx="520442" cy="520440"/>
              <a:chOff x="1711594" y="2493391"/>
              <a:chExt cx="506338" cy="506336"/>
            </a:xfrm>
          </p:grpSpPr>
          <p:sp>
            <p:nvSpPr>
              <p:cNvPr id="62" name="iš1iḑê">
                <a:extLst>
                  <a:ext uri="{FF2B5EF4-FFF2-40B4-BE49-F238E27FC236}">
                    <a16:creationId xmlns:a16="http://schemas.microsoft.com/office/drawing/2014/main" id="{C3059542-F572-492F-B84E-1A1C13E88826}"/>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63" name="í$ḻiḑé">
                <a:extLst>
                  <a:ext uri="{FF2B5EF4-FFF2-40B4-BE49-F238E27FC236}">
                    <a16:creationId xmlns:a16="http://schemas.microsoft.com/office/drawing/2014/main" id="{00DD7DF1-35FC-4C72-9CBA-744E595C57BD}"/>
                  </a:ext>
                </a:extLst>
              </p:cNvPr>
              <p:cNvSpPr/>
              <p:nvPr/>
            </p:nvSpPr>
            <p:spPr bwMode="auto">
              <a:xfrm>
                <a:off x="1833727" y="2634556"/>
                <a:ext cx="262071" cy="251534"/>
              </a:xfrm>
              <a:custGeom>
                <a:avLst/>
                <a:gdLst>
                  <a:gd name="T0" fmla="*/ 3750 w 10465"/>
                  <a:gd name="T1" fmla="*/ 7230 h 10045"/>
                  <a:gd name="T2" fmla="*/ 1875 w 10465"/>
                  <a:gd name="T3" fmla="*/ 9105 h 10045"/>
                  <a:gd name="T4" fmla="*/ 0 w 10465"/>
                  <a:gd name="T5" fmla="*/ 7230 h 10045"/>
                  <a:gd name="T6" fmla="*/ 1875 w 10465"/>
                  <a:gd name="T7" fmla="*/ 5355 h 10045"/>
                  <a:gd name="T8" fmla="*/ 3750 w 10465"/>
                  <a:gd name="T9" fmla="*/ 7230 h 10045"/>
                  <a:gd name="T10" fmla="*/ 1875 w 10465"/>
                  <a:gd name="T11" fmla="*/ 8205 h 10045"/>
                  <a:gd name="T12" fmla="*/ 2850 w 10465"/>
                  <a:gd name="T13" fmla="*/ 7230 h 10045"/>
                  <a:gd name="T14" fmla="*/ 1875 w 10465"/>
                  <a:gd name="T15" fmla="*/ 6255 h 10045"/>
                  <a:gd name="T16" fmla="*/ 900 w 10465"/>
                  <a:gd name="T17" fmla="*/ 7230 h 10045"/>
                  <a:gd name="T18" fmla="*/ 1875 w 10465"/>
                  <a:gd name="T19" fmla="*/ 8205 h 10045"/>
                  <a:gd name="T20" fmla="*/ 5215 w 10465"/>
                  <a:gd name="T21" fmla="*/ 3750 h 10045"/>
                  <a:gd name="T22" fmla="*/ 3340 w 10465"/>
                  <a:gd name="T23" fmla="*/ 1875 h 10045"/>
                  <a:gd name="T24" fmla="*/ 5215 w 10465"/>
                  <a:gd name="T25" fmla="*/ 0 h 10045"/>
                  <a:gd name="T26" fmla="*/ 7090 w 10465"/>
                  <a:gd name="T27" fmla="*/ 1875 h 10045"/>
                  <a:gd name="T28" fmla="*/ 5215 w 10465"/>
                  <a:gd name="T29" fmla="*/ 3750 h 10045"/>
                  <a:gd name="T30" fmla="*/ 5215 w 10465"/>
                  <a:gd name="T31" fmla="*/ 900 h 10045"/>
                  <a:gd name="T32" fmla="*/ 4240 w 10465"/>
                  <a:gd name="T33" fmla="*/ 1875 h 10045"/>
                  <a:gd name="T34" fmla="*/ 5215 w 10465"/>
                  <a:gd name="T35" fmla="*/ 2850 h 10045"/>
                  <a:gd name="T36" fmla="*/ 6190 w 10465"/>
                  <a:gd name="T37" fmla="*/ 1875 h 10045"/>
                  <a:gd name="T38" fmla="*/ 5215 w 10465"/>
                  <a:gd name="T39" fmla="*/ 900 h 10045"/>
                  <a:gd name="T40" fmla="*/ 8590 w 10465"/>
                  <a:gd name="T41" fmla="*/ 5355 h 10045"/>
                  <a:gd name="T42" fmla="*/ 10465 w 10465"/>
                  <a:gd name="T43" fmla="*/ 7230 h 10045"/>
                  <a:gd name="T44" fmla="*/ 8590 w 10465"/>
                  <a:gd name="T45" fmla="*/ 9105 h 10045"/>
                  <a:gd name="T46" fmla="*/ 6715 w 10465"/>
                  <a:gd name="T47" fmla="*/ 7230 h 10045"/>
                  <a:gd name="T48" fmla="*/ 8590 w 10465"/>
                  <a:gd name="T49" fmla="*/ 5355 h 10045"/>
                  <a:gd name="T50" fmla="*/ 8590 w 10465"/>
                  <a:gd name="T51" fmla="*/ 8205 h 10045"/>
                  <a:gd name="T52" fmla="*/ 9565 w 10465"/>
                  <a:gd name="T53" fmla="*/ 7230 h 10045"/>
                  <a:gd name="T54" fmla="*/ 8590 w 10465"/>
                  <a:gd name="T55" fmla="*/ 6255 h 10045"/>
                  <a:gd name="T56" fmla="*/ 7615 w 10465"/>
                  <a:gd name="T57" fmla="*/ 7230 h 10045"/>
                  <a:gd name="T58" fmla="*/ 8590 w 10465"/>
                  <a:gd name="T59" fmla="*/ 8205 h 10045"/>
                  <a:gd name="T60" fmla="*/ 8740 w 10465"/>
                  <a:gd name="T61" fmla="*/ 5065 h 10045"/>
                  <a:gd name="T62" fmla="*/ 7241 w 10465"/>
                  <a:gd name="T63" fmla="*/ 2651 h 10045"/>
                  <a:gd name="T64" fmla="*/ 7385 w 10465"/>
                  <a:gd name="T65" fmla="*/ 1874 h 10045"/>
                  <a:gd name="T66" fmla="*/ 7376 w 10465"/>
                  <a:gd name="T67" fmla="*/ 1676 h 10045"/>
                  <a:gd name="T68" fmla="*/ 9671 w 10465"/>
                  <a:gd name="T69" fmla="*/ 5348 h 10045"/>
                  <a:gd name="T70" fmla="*/ 8740 w 10465"/>
                  <a:gd name="T71" fmla="*/ 5065 h 10045"/>
                  <a:gd name="T72" fmla="*/ 6974 w 10465"/>
                  <a:gd name="T73" fmla="*/ 8680 h 10045"/>
                  <a:gd name="T74" fmla="*/ 7771 w 10465"/>
                  <a:gd name="T75" fmla="*/ 9240 h 10045"/>
                  <a:gd name="T76" fmla="*/ 5215 w 10465"/>
                  <a:gd name="T77" fmla="*/ 10045 h 10045"/>
                  <a:gd name="T78" fmla="*/ 2671 w 10465"/>
                  <a:gd name="T79" fmla="*/ 9250 h 10045"/>
                  <a:gd name="T80" fmla="*/ 3477 w 10465"/>
                  <a:gd name="T81" fmla="*/ 8694 h 10045"/>
                  <a:gd name="T82" fmla="*/ 5215 w 10465"/>
                  <a:gd name="T83" fmla="*/ 9145 h 10045"/>
                  <a:gd name="T84" fmla="*/ 6974 w 10465"/>
                  <a:gd name="T85" fmla="*/ 8680 h 10045"/>
                  <a:gd name="T86" fmla="*/ 3188 w 10465"/>
                  <a:gd name="T87" fmla="*/ 2653 h 10045"/>
                  <a:gd name="T88" fmla="*/ 1689 w 10465"/>
                  <a:gd name="T89" fmla="*/ 5069 h 10045"/>
                  <a:gd name="T90" fmla="*/ 757 w 10465"/>
                  <a:gd name="T91" fmla="*/ 5370 h 10045"/>
                  <a:gd name="T92" fmla="*/ 3053 w 10465"/>
                  <a:gd name="T93" fmla="*/ 1678 h 10045"/>
                  <a:gd name="T94" fmla="*/ 3045 w 10465"/>
                  <a:gd name="T95" fmla="*/ 1875 h 10045"/>
                  <a:gd name="T96" fmla="*/ 3188 w 10465"/>
                  <a:gd name="T97" fmla="*/ 2653 h 100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465" h="10045">
                    <a:moveTo>
                      <a:pt x="3750" y="7230"/>
                    </a:moveTo>
                    <a:cubicBezTo>
                      <a:pt x="3750" y="8266"/>
                      <a:pt x="2910" y="9105"/>
                      <a:pt x="1875" y="9105"/>
                    </a:cubicBezTo>
                    <a:cubicBezTo>
                      <a:pt x="840" y="9105"/>
                      <a:pt x="0" y="8265"/>
                      <a:pt x="0" y="7230"/>
                    </a:cubicBezTo>
                    <a:cubicBezTo>
                      <a:pt x="0" y="6195"/>
                      <a:pt x="840" y="5355"/>
                      <a:pt x="1875" y="5355"/>
                    </a:cubicBezTo>
                    <a:cubicBezTo>
                      <a:pt x="2910" y="5355"/>
                      <a:pt x="3750" y="6195"/>
                      <a:pt x="3750" y="7230"/>
                    </a:cubicBezTo>
                    <a:close/>
                    <a:moveTo>
                      <a:pt x="1875" y="8205"/>
                    </a:moveTo>
                    <a:cubicBezTo>
                      <a:pt x="2413" y="8205"/>
                      <a:pt x="2850" y="7769"/>
                      <a:pt x="2850" y="7230"/>
                    </a:cubicBezTo>
                    <a:cubicBezTo>
                      <a:pt x="2850" y="6691"/>
                      <a:pt x="2413" y="6255"/>
                      <a:pt x="1875" y="6255"/>
                    </a:cubicBezTo>
                    <a:cubicBezTo>
                      <a:pt x="1336" y="6255"/>
                      <a:pt x="900" y="6691"/>
                      <a:pt x="900" y="7230"/>
                    </a:cubicBezTo>
                    <a:cubicBezTo>
                      <a:pt x="900" y="7769"/>
                      <a:pt x="1336" y="8205"/>
                      <a:pt x="1875" y="8205"/>
                    </a:cubicBezTo>
                    <a:close/>
                    <a:moveTo>
                      <a:pt x="5215" y="3750"/>
                    </a:moveTo>
                    <a:cubicBezTo>
                      <a:pt x="4180" y="3750"/>
                      <a:pt x="3340" y="2910"/>
                      <a:pt x="3340" y="1875"/>
                    </a:cubicBezTo>
                    <a:cubicBezTo>
                      <a:pt x="3340" y="840"/>
                      <a:pt x="4180" y="0"/>
                      <a:pt x="5215" y="0"/>
                    </a:cubicBezTo>
                    <a:cubicBezTo>
                      <a:pt x="6249" y="0"/>
                      <a:pt x="7090" y="840"/>
                      <a:pt x="7090" y="1875"/>
                    </a:cubicBezTo>
                    <a:cubicBezTo>
                      <a:pt x="7090" y="2910"/>
                      <a:pt x="6249" y="3750"/>
                      <a:pt x="5215" y="3750"/>
                    </a:cubicBezTo>
                    <a:close/>
                    <a:moveTo>
                      <a:pt x="5215" y="900"/>
                    </a:moveTo>
                    <a:cubicBezTo>
                      <a:pt x="4676" y="900"/>
                      <a:pt x="4240" y="1336"/>
                      <a:pt x="4240" y="1875"/>
                    </a:cubicBezTo>
                    <a:cubicBezTo>
                      <a:pt x="4240" y="2414"/>
                      <a:pt x="4676" y="2850"/>
                      <a:pt x="5215" y="2850"/>
                    </a:cubicBezTo>
                    <a:cubicBezTo>
                      <a:pt x="5753" y="2850"/>
                      <a:pt x="6190" y="2414"/>
                      <a:pt x="6190" y="1875"/>
                    </a:cubicBezTo>
                    <a:cubicBezTo>
                      <a:pt x="6190" y="1336"/>
                      <a:pt x="5753" y="900"/>
                      <a:pt x="5215" y="900"/>
                    </a:cubicBezTo>
                    <a:close/>
                    <a:moveTo>
                      <a:pt x="8590" y="5355"/>
                    </a:moveTo>
                    <a:cubicBezTo>
                      <a:pt x="9626" y="5355"/>
                      <a:pt x="10465" y="6195"/>
                      <a:pt x="10465" y="7230"/>
                    </a:cubicBezTo>
                    <a:cubicBezTo>
                      <a:pt x="10465" y="8265"/>
                      <a:pt x="9625" y="9105"/>
                      <a:pt x="8590" y="9105"/>
                    </a:cubicBezTo>
                    <a:cubicBezTo>
                      <a:pt x="7555" y="9105"/>
                      <a:pt x="6715" y="8265"/>
                      <a:pt x="6715" y="7230"/>
                    </a:cubicBezTo>
                    <a:cubicBezTo>
                      <a:pt x="6715" y="6195"/>
                      <a:pt x="7555" y="5355"/>
                      <a:pt x="8590" y="5355"/>
                    </a:cubicBezTo>
                    <a:close/>
                    <a:moveTo>
                      <a:pt x="8590" y="8205"/>
                    </a:moveTo>
                    <a:cubicBezTo>
                      <a:pt x="9128" y="8205"/>
                      <a:pt x="9565" y="7769"/>
                      <a:pt x="9565" y="7230"/>
                    </a:cubicBezTo>
                    <a:cubicBezTo>
                      <a:pt x="9565" y="6691"/>
                      <a:pt x="9128" y="6255"/>
                      <a:pt x="8590" y="6255"/>
                    </a:cubicBezTo>
                    <a:cubicBezTo>
                      <a:pt x="8051" y="6255"/>
                      <a:pt x="7615" y="6691"/>
                      <a:pt x="7615" y="7230"/>
                    </a:cubicBezTo>
                    <a:cubicBezTo>
                      <a:pt x="7615" y="7769"/>
                      <a:pt x="8051" y="8205"/>
                      <a:pt x="8590" y="8205"/>
                    </a:cubicBezTo>
                    <a:close/>
                    <a:moveTo>
                      <a:pt x="8740" y="5065"/>
                    </a:moveTo>
                    <a:cubicBezTo>
                      <a:pt x="8595" y="4066"/>
                      <a:pt x="8035" y="3202"/>
                      <a:pt x="7241" y="2651"/>
                    </a:cubicBezTo>
                    <a:cubicBezTo>
                      <a:pt x="7333" y="2410"/>
                      <a:pt x="7385" y="2147"/>
                      <a:pt x="7385" y="1874"/>
                    </a:cubicBezTo>
                    <a:cubicBezTo>
                      <a:pt x="7385" y="1807"/>
                      <a:pt x="7382" y="1741"/>
                      <a:pt x="7376" y="1676"/>
                    </a:cubicBezTo>
                    <a:cubicBezTo>
                      <a:pt x="8683" y="2403"/>
                      <a:pt x="9590" y="3766"/>
                      <a:pt x="9671" y="5348"/>
                    </a:cubicBezTo>
                    <a:cubicBezTo>
                      <a:pt x="9393" y="5188"/>
                      <a:pt x="9077" y="5088"/>
                      <a:pt x="8740" y="5065"/>
                    </a:cubicBezTo>
                    <a:close/>
                    <a:moveTo>
                      <a:pt x="6974" y="8680"/>
                    </a:moveTo>
                    <a:cubicBezTo>
                      <a:pt x="7193" y="8923"/>
                      <a:pt x="7465" y="9115"/>
                      <a:pt x="7771" y="9240"/>
                    </a:cubicBezTo>
                    <a:cubicBezTo>
                      <a:pt x="7047" y="9748"/>
                      <a:pt x="6166" y="10045"/>
                      <a:pt x="5215" y="10045"/>
                    </a:cubicBezTo>
                    <a:cubicBezTo>
                      <a:pt x="4270" y="10045"/>
                      <a:pt x="3393" y="9751"/>
                      <a:pt x="2671" y="9250"/>
                    </a:cubicBezTo>
                    <a:cubicBezTo>
                      <a:pt x="2981" y="9128"/>
                      <a:pt x="3256" y="8936"/>
                      <a:pt x="3477" y="8694"/>
                    </a:cubicBezTo>
                    <a:cubicBezTo>
                      <a:pt x="3992" y="8981"/>
                      <a:pt x="4583" y="9145"/>
                      <a:pt x="5215" y="9145"/>
                    </a:cubicBezTo>
                    <a:cubicBezTo>
                      <a:pt x="5855" y="9145"/>
                      <a:pt x="6456" y="8976"/>
                      <a:pt x="6974" y="8680"/>
                    </a:cubicBezTo>
                    <a:close/>
                    <a:moveTo>
                      <a:pt x="3188" y="2653"/>
                    </a:moveTo>
                    <a:cubicBezTo>
                      <a:pt x="2393" y="3203"/>
                      <a:pt x="1833" y="4069"/>
                      <a:pt x="1689" y="5069"/>
                    </a:cubicBezTo>
                    <a:cubicBezTo>
                      <a:pt x="1351" y="5098"/>
                      <a:pt x="1033" y="5204"/>
                      <a:pt x="757" y="5370"/>
                    </a:cubicBezTo>
                    <a:cubicBezTo>
                      <a:pt x="832" y="3779"/>
                      <a:pt x="1739" y="2406"/>
                      <a:pt x="3053" y="1678"/>
                    </a:cubicBezTo>
                    <a:cubicBezTo>
                      <a:pt x="3048" y="1743"/>
                      <a:pt x="3045" y="1809"/>
                      <a:pt x="3045" y="1875"/>
                    </a:cubicBezTo>
                    <a:cubicBezTo>
                      <a:pt x="3045" y="2149"/>
                      <a:pt x="3096" y="2411"/>
                      <a:pt x="3188" y="2653"/>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nvGrpSpPr>
            <p:cNvPr id="59" name="íṩļîḓé">
              <a:extLst>
                <a:ext uri="{FF2B5EF4-FFF2-40B4-BE49-F238E27FC236}">
                  <a16:creationId xmlns:a16="http://schemas.microsoft.com/office/drawing/2014/main" id="{47898A32-C5EE-4696-A3F1-1168D8E50539}"/>
                </a:ext>
              </a:extLst>
            </p:cNvPr>
            <p:cNvGrpSpPr/>
            <p:nvPr/>
          </p:nvGrpSpPr>
          <p:grpSpPr>
            <a:xfrm>
              <a:off x="8834838" y="4662268"/>
              <a:ext cx="1551214" cy="989534"/>
              <a:chOff x="2636364" y="3107772"/>
              <a:chExt cx="1551214" cy="989534"/>
            </a:xfrm>
          </p:grpSpPr>
          <p:sp>
            <p:nvSpPr>
              <p:cNvPr id="60" name="îŝļïḑé">
                <a:extLst>
                  <a:ext uri="{FF2B5EF4-FFF2-40B4-BE49-F238E27FC236}">
                    <a16:creationId xmlns:a16="http://schemas.microsoft.com/office/drawing/2014/main" id="{B810FFE0-23DC-4A34-A946-02EFF4A665C4}"/>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4</a:t>
                </a:r>
                <a:endParaRPr lang="id-ID" altLang="zh-CN" sz="1400" b="1" dirty="0">
                  <a:solidFill>
                    <a:prstClr val="black"/>
                  </a:solidFill>
                  <a:latin typeface="微软雅黑"/>
                  <a:ea typeface="微软雅黑"/>
                </a:endParaRPr>
              </a:p>
            </p:txBody>
          </p:sp>
          <p:sp>
            <p:nvSpPr>
              <p:cNvPr id="61" name="íṥlîde">
                <a:extLst>
                  <a:ext uri="{FF2B5EF4-FFF2-40B4-BE49-F238E27FC236}">
                    <a16:creationId xmlns:a16="http://schemas.microsoft.com/office/drawing/2014/main" id="{B238896C-77CD-40C5-B290-1742DD24696B}"/>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grpSp>
        <p:nvGrpSpPr>
          <p:cNvPr id="64" name="işḷïḓè">
            <a:extLst>
              <a:ext uri="{FF2B5EF4-FFF2-40B4-BE49-F238E27FC236}">
                <a16:creationId xmlns:a16="http://schemas.microsoft.com/office/drawing/2014/main" id="{D4920CBD-6CE9-4F74-83D6-9A52776FCFA4}"/>
              </a:ext>
            </a:extLst>
          </p:cNvPr>
          <p:cNvGrpSpPr/>
          <p:nvPr/>
        </p:nvGrpSpPr>
        <p:grpSpPr>
          <a:xfrm>
            <a:off x="913814" y="3951206"/>
            <a:ext cx="1551214" cy="1566026"/>
            <a:chOff x="3280418" y="4085776"/>
            <a:chExt cx="1551214" cy="1566026"/>
          </a:xfrm>
        </p:grpSpPr>
        <p:grpSp>
          <p:nvGrpSpPr>
            <p:cNvPr id="65" name="íṡlíḍè">
              <a:extLst>
                <a:ext uri="{FF2B5EF4-FFF2-40B4-BE49-F238E27FC236}">
                  <a16:creationId xmlns:a16="http://schemas.microsoft.com/office/drawing/2014/main" id="{D1D19214-6066-4A42-AC30-1A3BCF017E75}"/>
                </a:ext>
              </a:extLst>
            </p:cNvPr>
            <p:cNvGrpSpPr/>
            <p:nvPr/>
          </p:nvGrpSpPr>
          <p:grpSpPr>
            <a:xfrm>
              <a:off x="3280418" y="4662268"/>
              <a:ext cx="1551214" cy="989534"/>
              <a:chOff x="2636364" y="3107772"/>
              <a:chExt cx="1551214" cy="989534"/>
            </a:xfrm>
          </p:grpSpPr>
          <p:sp>
            <p:nvSpPr>
              <p:cNvPr id="69" name="îŝļïďè">
                <a:extLst>
                  <a:ext uri="{FF2B5EF4-FFF2-40B4-BE49-F238E27FC236}">
                    <a16:creationId xmlns:a16="http://schemas.microsoft.com/office/drawing/2014/main" id="{60918FC9-53D9-4BC5-8EF5-3A9FA308CA0D}"/>
                  </a:ext>
                </a:extLst>
              </p:cNvPr>
              <p:cNvSpPr/>
              <p:nvPr/>
            </p:nvSpPr>
            <p:spPr>
              <a:xfrm>
                <a:off x="2636364" y="3107772"/>
                <a:ext cx="1551214" cy="388996"/>
              </a:xfrm>
              <a:prstGeom prst="rect">
                <a:avLst/>
              </a:prstGeom>
              <a:noFill/>
              <a:ln w="12700" cap="rnd" cmpd="sng" algn="ctr">
                <a:noFill/>
                <a:prstDash val="solid"/>
                <a:round/>
              </a:ln>
              <a:effectLst/>
            </p:spPr>
            <p:txBody>
              <a:bodyPr rot="0" spcFirstLastPara="0" vert="horz" wrap="square" lIns="91440" tIns="45720" rIns="91440" bIns="45720" numCol="1" spcCol="0" rtlCol="0" fromWordArt="0" anchor="ctr" anchorCtr="0" forceAA="0" compatLnSpc="1">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zh-CN" altLang="en-US" sz="1400" b="1" dirty="0">
                    <a:solidFill>
                      <a:prstClr val="black"/>
                    </a:solidFill>
                    <a:latin typeface="微软雅黑"/>
                    <a:ea typeface="微软雅黑"/>
                  </a:rPr>
                  <a:t>输入标题</a:t>
                </a:r>
                <a:r>
                  <a:rPr lang="en-US" altLang="zh-CN" sz="1400" b="1" dirty="0">
                    <a:solidFill>
                      <a:prstClr val="black"/>
                    </a:solidFill>
                    <a:latin typeface="微软雅黑"/>
                    <a:ea typeface="微软雅黑"/>
                  </a:rPr>
                  <a:t>7</a:t>
                </a:r>
                <a:endParaRPr lang="id-ID" altLang="zh-CN" sz="1400" b="1" dirty="0">
                  <a:solidFill>
                    <a:prstClr val="black"/>
                  </a:solidFill>
                  <a:latin typeface="微软雅黑"/>
                  <a:ea typeface="微软雅黑"/>
                </a:endParaRPr>
              </a:p>
            </p:txBody>
          </p:sp>
          <p:sp>
            <p:nvSpPr>
              <p:cNvPr id="70" name="îṧḻíďé">
                <a:extLst>
                  <a:ext uri="{FF2B5EF4-FFF2-40B4-BE49-F238E27FC236}">
                    <a16:creationId xmlns:a16="http://schemas.microsoft.com/office/drawing/2014/main" id="{A450FE97-1840-4268-8104-A55E046C908E}"/>
                  </a:ext>
                </a:extLst>
              </p:cNvPr>
              <p:cNvSpPr/>
              <p:nvPr/>
            </p:nvSpPr>
            <p:spPr bwMode="auto">
              <a:xfrm>
                <a:off x="2636364" y="3496769"/>
                <a:ext cx="1551214" cy="60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fontScale="925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r>
                  <a:rPr lang="zh-CN" altLang="en-US" sz="1100" dirty="0">
                    <a:solidFill>
                      <a:prstClr val="black"/>
                    </a:solidFill>
                    <a:latin typeface="Arial"/>
                    <a:ea typeface="微软雅黑 Light"/>
                  </a:rPr>
                  <a:t>输入补充说明</a:t>
                </a: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a:p>
                <a:pPr algn="ctr">
                  <a:lnSpc>
                    <a:spcPct val="130000"/>
                  </a:lnSpc>
                  <a:defRPr/>
                </a:pPr>
                <a:endParaRPr lang="en-US" altLang="zh-CN" sz="1100" dirty="0">
                  <a:solidFill>
                    <a:prstClr val="black"/>
                  </a:solidFill>
                  <a:latin typeface="Arial"/>
                  <a:ea typeface="微软雅黑 Light"/>
                </a:endParaRPr>
              </a:p>
            </p:txBody>
          </p:sp>
        </p:grpSp>
        <p:grpSp>
          <p:nvGrpSpPr>
            <p:cNvPr id="66" name="ï$ḻídé">
              <a:extLst>
                <a:ext uri="{FF2B5EF4-FFF2-40B4-BE49-F238E27FC236}">
                  <a16:creationId xmlns:a16="http://schemas.microsoft.com/office/drawing/2014/main" id="{922B10E5-4167-4029-9F1C-F3BBA894CBC8}"/>
                </a:ext>
              </a:extLst>
            </p:cNvPr>
            <p:cNvGrpSpPr/>
            <p:nvPr/>
          </p:nvGrpSpPr>
          <p:grpSpPr>
            <a:xfrm>
              <a:off x="3795804" y="4085776"/>
              <a:ext cx="520442" cy="520440"/>
              <a:chOff x="1711594" y="2493391"/>
              <a:chExt cx="506338" cy="506336"/>
            </a:xfrm>
          </p:grpSpPr>
          <p:sp>
            <p:nvSpPr>
              <p:cNvPr id="67" name="ïṥḷiḓé">
                <a:extLst>
                  <a:ext uri="{FF2B5EF4-FFF2-40B4-BE49-F238E27FC236}">
                    <a16:creationId xmlns:a16="http://schemas.microsoft.com/office/drawing/2014/main" id="{DAA4774D-FAB8-4F39-860B-D46F324B2867}"/>
                  </a:ext>
                </a:extLst>
              </p:cNvPr>
              <p:cNvSpPr/>
              <p:nvPr/>
            </p:nvSpPr>
            <p:spPr bwMode="auto">
              <a:xfrm>
                <a:off x="1711594" y="2493391"/>
                <a:ext cx="506338" cy="506336"/>
              </a:xfrm>
              <a:prstGeom prst="ellipse">
                <a:avLst/>
              </a:prstGeom>
              <a:solidFill>
                <a:srgbClr val="0C49B7"/>
              </a:solidFill>
              <a:ln w="28575">
                <a:solidFill>
                  <a:sysClr val="window" lastClr="FFFFFF"/>
                </a:solidFill>
                <a:round/>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sp>
            <p:nvSpPr>
              <p:cNvPr id="68" name="ïš1iḓé">
                <a:extLst>
                  <a:ext uri="{FF2B5EF4-FFF2-40B4-BE49-F238E27FC236}">
                    <a16:creationId xmlns:a16="http://schemas.microsoft.com/office/drawing/2014/main" id="{FC0FB525-3607-42B7-95EC-800F2C29EDBC}"/>
                  </a:ext>
                </a:extLst>
              </p:cNvPr>
              <p:cNvSpPr/>
              <p:nvPr/>
            </p:nvSpPr>
            <p:spPr bwMode="auto">
              <a:xfrm>
                <a:off x="1833726" y="2650311"/>
                <a:ext cx="262071" cy="220024"/>
              </a:xfrm>
              <a:custGeom>
                <a:avLst/>
                <a:gdLst>
                  <a:gd name="T0" fmla="*/ 714 w 11763"/>
                  <a:gd name="T1" fmla="*/ 3875 h 9875"/>
                  <a:gd name="T2" fmla="*/ 672 w 11763"/>
                  <a:gd name="T3" fmla="*/ 4802 h 9875"/>
                  <a:gd name="T4" fmla="*/ 1993 w 11763"/>
                  <a:gd name="T5" fmla="*/ 5239 h 9875"/>
                  <a:gd name="T6" fmla="*/ 2013 w 11763"/>
                  <a:gd name="T7" fmla="*/ 5250 h 9875"/>
                  <a:gd name="T8" fmla="*/ 3250 w 11763"/>
                  <a:gd name="T9" fmla="*/ 5875 h 9875"/>
                  <a:gd name="T10" fmla="*/ 3875 w 11763"/>
                  <a:gd name="T11" fmla="*/ 5198 h 9875"/>
                  <a:gd name="T12" fmla="*/ 4801 w 11763"/>
                  <a:gd name="T13" fmla="*/ 5241 h 9875"/>
                  <a:gd name="T14" fmla="*/ 5246 w 11763"/>
                  <a:gd name="T15" fmla="*/ 3913 h 9875"/>
                  <a:gd name="T16" fmla="*/ 5263 w 11763"/>
                  <a:gd name="T17" fmla="*/ 3875 h 9875"/>
                  <a:gd name="T18" fmla="*/ 5888 w 11763"/>
                  <a:gd name="T19" fmla="*/ 2625 h 9875"/>
                  <a:gd name="T20" fmla="*/ 5232 w 11763"/>
                  <a:gd name="T21" fmla="*/ 2000 h 9875"/>
                  <a:gd name="T22" fmla="*/ 5259 w 11763"/>
                  <a:gd name="T23" fmla="*/ 1089 h 9875"/>
                  <a:gd name="T24" fmla="*/ 3933 w 11763"/>
                  <a:gd name="T25" fmla="*/ 647 h 9875"/>
                  <a:gd name="T26" fmla="*/ 3888 w 11763"/>
                  <a:gd name="T27" fmla="*/ 625 h 9875"/>
                  <a:gd name="T28" fmla="*/ 2638 w 11763"/>
                  <a:gd name="T29" fmla="*/ 0 h 9875"/>
                  <a:gd name="T30" fmla="*/ 2013 w 11763"/>
                  <a:gd name="T31" fmla="*/ 671 h 9875"/>
                  <a:gd name="T32" fmla="*/ 1099 w 11763"/>
                  <a:gd name="T33" fmla="*/ 641 h 9875"/>
                  <a:gd name="T34" fmla="*/ 655 w 11763"/>
                  <a:gd name="T35" fmla="*/ 1969 h 9875"/>
                  <a:gd name="T36" fmla="*/ 638 w 11763"/>
                  <a:gd name="T37" fmla="*/ 2000 h 9875"/>
                  <a:gd name="T38" fmla="*/ 13 w 11763"/>
                  <a:gd name="T39" fmla="*/ 3250 h 9875"/>
                  <a:gd name="T40" fmla="*/ 2925 w 11763"/>
                  <a:gd name="T41" fmla="*/ 1763 h 9875"/>
                  <a:gd name="T42" fmla="*/ 3720 w 11763"/>
                  <a:gd name="T43" fmla="*/ 3683 h 9875"/>
                  <a:gd name="T44" fmla="*/ 1800 w 11763"/>
                  <a:gd name="T45" fmla="*/ 2888 h 9875"/>
                  <a:gd name="T46" fmla="*/ 5888 w 11763"/>
                  <a:gd name="T47" fmla="*/ 938 h 9875"/>
                  <a:gd name="T48" fmla="*/ 10825 w 11763"/>
                  <a:gd name="T49" fmla="*/ 0 h 9875"/>
                  <a:gd name="T50" fmla="*/ 10825 w 11763"/>
                  <a:gd name="T51" fmla="*/ 1875 h 9875"/>
                  <a:gd name="T52" fmla="*/ 5888 w 11763"/>
                  <a:gd name="T53" fmla="*/ 938 h 9875"/>
                  <a:gd name="T54" fmla="*/ 10825 w 11763"/>
                  <a:gd name="T55" fmla="*/ 5875 h 9875"/>
                  <a:gd name="T56" fmla="*/ 5888 w 11763"/>
                  <a:gd name="T57" fmla="*/ 4938 h 9875"/>
                  <a:gd name="T58" fmla="*/ 10825 w 11763"/>
                  <a:gd name="T59" fmla="*/ 4000 h 9875"/>
                  <a:gd name="T60" fmla="*/ 11750 w 11763"/>
                  <a:gd name="T61" fmla="*/ 8938 h 9875"/>
                  <a:gd name="T62" fmla="*/ 938 w 11763"/>
                  <a:gd name="T63" fmla="*/ 9875 h 9875"/>
                  <a:gd name="T64" fmla="*/ 938 w 11763"/>
                  <a:gd name="T65" fmla="*/ 8000 h 9875"/>
                  <a:gd name="T66" fmla="*/ 11750 w 11763"/>
                  <a:gd name="T67" fmla="*/ 8938 h 98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763" h="9875">
                    <a:moveTo>
                      <a:pt x="638" y="3875"/>
                    </a:moveTo>
                    <a:lnTo>
                      <a:pt x="714" y="3875"/>
                    </a:lnTo>
                    <a:lnTo>
                      <a:pt x="672" y="3918"/>
                    </a:lnTo>
                    <a:cubicBezTo>
                      <a:pt x="429" y="4162"/>
                      <a:pt x="429" y="4557"/>
                      <a:pt x="672" y="4802"/>
                    </a:cubicBezTo>
                    <a:lnTo>
                      <a:pt x="1106" y="5239"/>
                    </a:lnTo>
                    <a:cubicBezTo>
                      <a:pt x="1351" y="5485"/>
                      <a:pt x="1749" y="5485"/>
                      <a:pt x="1993" y="5239"/>
                    </a:cubicBezTo>
                    <a:lnTo>
                      <a:pt x="2013" y="5220"/>
                    </a:lnTo>
                    <a:lnTo>
                      <a:pt x="2013" y="5250"/>
                    </a:lnTo>
                    <a:cubicBezTo>
                      <a:pt x="2013" y="5595"/>
                      <a:pt x="2292" y="5875"/>
                      <a:pt x="2638" y="5875"/>
                    </a:cubicBezTo>
                    <a:lnTo>
                      <a:pt x="3250" y="5875"/>
                    </a:lnTo>
                    <a:cubicBezTo>
                      <a:pt x="3595" y="5875"/>
                      <a:pt x="3875" y="5595"/>
                      <a:pt x="3875" y="5250"/>
                    </a:cubicBezTo>
                    <a:lnTo>
                      <a:pt x="3875" y="5198"/>
                    </a:lnTo>
                    <a:lnTo>
                      <a:pt x="3918" y="5241"/>
                    </a:lnTo>
                    <a:cubicBezTo>
                      <a:pt x="4162" y="5484"/>
                      <a:pt x="4557" y="5484"/>
                      <a:pt x="4801" y="5241"/>
                    </a:cubicBezTo>
                    <a:lnTo>
                      <a:pt x="5246" y="4798"/>
                    </a:lnTo>
                    <a:cubicBezTo>
                      <a:pt x="5490" y="4554"/>
                      <a:pt x="5490" y="4157"/>
                      <a:pt x="5246" y="3913"/>
                    </a:cubicBezTo>
                    <a:lnTo>
                      <a:pt x="5208" y="3875"/>
                    </a:lnTo>
                    <a:lnTo>
                      <a:pt x="5263" y="3875"/>
                    </a:lnTo>
                    <a:cubicBezTo>
                      <a:pt x="5608" y="3875"/>
                      <a:pt x="5888" y="3595"/>
                      <a:pt x="5888" y="3250"/>
                    </a:cubicBezTo>
                    <a:lnTo>
                      <a:pt x="5888" y="2625"/>
                    </a:lnTo>
                    <a:cubicBezTo>
                      <a:pt x="5888" y="2280"/>
                      <a:pt x="5608" y="2000"/>
                      <a:pt x="5263" y="2000"/>
                    </a:cubicBezTo>
                    <a:lnTo>
                      <a:pt x="5232" y="2000"/>
                    </a:lnTo>
                    <a:lnTo>
                      <a:pt x="5259" y="1973"/>
                    </a:lnTo>
                    <a:cubicBezTo>
                      <a:pt x="5503" y="1729"/>
                      <a:pt x="5503" y="1333"/>
                      <a:pt x="5259" y="1089"/>
                    </a:cubicBezTo>
                    <a:lnTo>
                      <a:pt x="4817" y="647"/>
                    </a:lnTo>
                    <a:cubicBezTo>
                      <a:pt x="4573" y="403"/>
                      <a:pt x="4177" y="403"/>
                      <a:pt x="3933" y="647"/>
                    </a:cubicBezTo>
                    <a:lnTo>
                      <a:pt x="3888" y="693"/>
                    </a:lnTo>
                    <a:lnTo>
                      <a:pt x="3888" y="625"/>
                    </a:lnTo>
                    <a:cubicBezTo>
                      <a:pt x="3888" y="280"/>
                      <a:pt x="3608" y="0"/>
                      <a:pt x="3263" y="0"/>
                    </a:cubicBezTo>
                    <a:lnTo>
                      <a:pt x="2638" y="0"/>
                    </a:lnTo>
                    <a:cubicBezTo>
                      <a:pt x="2292" y="0"/>
                      <a:pt x="2013" y="280"/>
                      <a:pt x="2013" y="625"/>
                    </a:cubicBezTo>
                    <a:lnTo>
                      <a:pt x="2013" y="671"/>
                    </a:lnTo>
                    <a:lnTo>
                      <a:pt x="1982" y="641"/>
                    </a:lnTo>
                    <a:cubicBezTo>
                      <a:pt x="1738" y="398"/>
                      <a:pt x="1343" y="398"/>
                      <a:pt x="1099" y="641"/>
                    </a:cubicBezTo>
                    <a:lnTo>
                      <a:pt x="655" y="1084"/>
                    </a:lnTo>
                    <a:cubicBezTo>
                      <a:pt x="410" y="1328"/>
                      <a:pt x="410" y="1725"/>
                      <a:pt x="655" y="1969"/>
                    </a:cubicBezTo>
                    <a:lnTo>
                      <a:pt x="686" y="2000"/>
                    </a:lnTo>
                    <a:lnTo>
                      <a:pt x="638" y="2000"/>
                    </a:lnTo>
                    <a:cubicBezTo>
                      <a:pt x="292" y="2000"/>
                      <a:pt x="13" y="2280"/>
                      <a:pt x="13" y="2625"/>
                    </a:cubicBezTo>
                    <a:lnTo>
                      <a:pt x="13" y="3250"/>
                    </a:lnTo>
                    <a:cubicBezTo>
                      <a:pt x="12" y="3595"/>
                      <a:pt x="292" y="3875"/>
                      <a:pt x="638" y="3875"/>
                    </a:cubicBezTo>
                    <a:close/>
                    <a:moveTo>
                      <a:pt x="2925" y="1763"/>
                    </a:moveTo>
                    <a:cubicBezTo>
                      <a:pt x="3380" y="1763"/>
                      <a:pt x="3790" y="2037"/>
                      <a:pt x="3964" y="2457"/>
                    </a:cubicBezTo>
                    <a:cubicBezTo>
                      <a:pt x="4138" y="2877"/>
                      <a:pt x="4042" y="3361"/>
                      <a:pt x="3720" y="3683"/>
                    </a:cubicBezTo>
                    <a:cubicBezTo>
                      <a:pt x="3399" y="4005"/>
                      <a:pt x="2915" y="4101"/>
                      <a:pt x="2494" y="3927"/>
                    </a:cubicBezTo>
                    <a:cubicBezTo>
                      <a:pt x="2074" y="3753"/>
                      <a:pt x="1800" y="3343"/>
                      <a:pt x="1800" y="2888"/>
                    </a:cubicBezTo>
                    <a:cubicBezTo>
                      <a:pt x="1800" y="2266"/>
                      <a:pt x="2304" y="1763"/>
                      <a:pt x="2925" y="1763"/>
                    </a:cubicBezTo>
                    <a:close/>
                    <a:moveTo>
                      <a:pt x="5888" y="938"/>
                    </a:moveTo>
                    <a:cubicBezTo>
                      <a:pt x="5888" y="420"/>
                      <a:pt x="6307" y="0"/>
                      <a:pt x="6825" y="0"/>
                    </a:cubicBezTo>
                    <a:lnTo>
                      <a:pt x="10825" y="0"/>
                    </a:lnTo>
                    <a:cubicBezTo>
                      <a:pt x="11343" y="0"/>
                      <a:pt x="11762" y="420"/>
                      <a:pt x="11762" y="938"/>
                    </a:cubicBezTo>
                    <a:cubicBezTo>
                      <a:pt x="11762" y="1455"/>
                      <a:pt x="11343" y="1875"/>
                      <a:pt x="10825" y="1875"/>
                    </a:cubicBezTo>
                    <a:lnTo>
                      <a:pt x="6825" y="1875"/>
                    </a:lnTo>
                    <a:cubicBezTo>
                      <a:pt x="6307" y="1875"/>
                      <a:pt x="5888" y="1455"/>
                      <a:pt x="5888" y="938"/>
                    </a:cubicBezTo>
                    <a:close/>
                    <a:moveTo>
                      <a:pt x="11763" y="4938"/>
                    </a:moveTo>
                    <a:cubicBezTo>
                      <a:pt x="11763" y="5455"/>
                      <a:pt x="11343" y="5875"/>
                      <a:pt x="10825" y="5875"/>
                    </a:cubicBezTo>
                    <a:lnTo>
                      <a:pt x="6825" y="5875"/>
                    </a:lnTo>
                    <a:cubicBezTo>
                      <a:pt x="6307" y="5875"/>
                      <a:pt x="5888" y="5455"/>
                      <a:pt x="5888" y="4938"/>
                    </a:cubicBezTo>
                    <a:cubicBezTo>
                      <a:pt x="5888" y="4420"/>
                      <a:pt x="6307" y="4000"/>
                      <a:pt x="6825" y="4000"/>
                    </a:cubicBezTo>
                    <a:lnTo>
                      <a:pt x="10825" y="4000"/>
                    </a:lnTo>
                    <a:cubicBezTo>
                      <a:pt x="11343" y="4000"/>
                      <a:pt x="11763" y="4420"/>
                      <a:pt x="11763" y="4938"/>
                    </a:cubicBezTo>
                    <a:close/>
                    <a:moveTo>
                      <a:pt x="11750" y="8938"/>
                    </a:moveTo>
                    <a:cubicBezTo>
                      <a:pt x="11750" y="9455"/>
                      <a:pt x="11330" y="9875"/>
                      <a:pt x="10813" y="9875"/>
                    </a:cubicBezTo>
                    <a:lnTo>
                      <a:pt x="938" y="9875"/>
                    </a:lnTo>
                    <a:cubicBezTo>
                      <a:pt x="420" y="9875"/>
                      <a:pt x="0" y="9455"/>
                      <a:pt x="0" y="8938"/>
                    </a:cubicBezTo>
                    <a:cubicBezTo>
                      <a:pt x="0" y="8420"/>
                      <a:pt x="420" y="8000"/>
                      <a:pt x="938" y="8000"/>
                    </a:cubicBezTo>
                    <a:lnTo>
                      <a:pt x="10813" y="8000"/>
                    </a:lnTo>
                    <a:cubicBezTo>
                      <a:pt x="11330" y="8000"/>
                      <a:pt x="11750" y="8420"/>
                      <a:pt x="11750" y="8938"/>
                    </a:cubicBezTo>
                    <a:close/>
                  </a:path>
                </a:pathLst>
              </a:custGeom>
              <a:solidFill>
                <a:sysClr val="window" lastClr="FFFFFF"/>
              </a:solidFill>
              <a:ln>
                <a:noFill/>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dirty="0">
                  <a:solidFill>
                    <a:prstClr val="black"/>
                  </a:solidFill>
                  <a:latin typeface="Arial"/>
                  <a:ea typeface="微软雅黑 Light"/>
                </a:endParaRPr>
              </a:p>
            </p:txBody>
          </p:sp>
        </p:grpSp>
      </p:grpSp>
      <p:sp>
        <p:nvSpPr>
          <p:cNvPr id="71" name="right-thin-arrowheads_32738">
            <a:extLst>
              <a:ext uri="{FF2B5EF4-FFF2-40B4-BE49-F238E27FC236}">
                <a16:creationId xmlns:a16="http://schemas.microsoft.com/office/drawing/2014/main" id="{9255C2DA-5B5A-420C-96EF-4691355358F0}"/>
              </a:ext>
            </a:extLst>
          </p:cNvPr>
          <p:cNvSpPr>
            <a:spLocks noChangeAspect="1"/>
          </p:cNvSpPr>
          <p:nvPr/>
        </p:nvSpPr>
        <p:spPr bwMode="auto">
          <a:xfrm>
            <a:off x="4279669" y="1777958"/>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
        <p:nvSpPr>
          <p:cNvPr id="72" name="right-thin-arrowheads_32738">
            <a:extLst>
              <a:ext uri="{FF2B5EF4-FFF2-40B4-BE49-F238E27FC236}">
                <a16:creationId xmlns:a16="http://schemas.microsoft.com/office/drawing/2014/main" id="{2F939740-DB01-4357-AC21-C87870F84275}"/>
              </a:ext>
            </a:extLst>
          </p:cNvPr>
          <p:cNvSpPr>
            <a:spLocks noChangeAspect="1"/>
          </p:cNvSpPr>
          <p:nvPr/>
        </p:nvSpPr>
        <p:spPr bwMode="auto">
          <a:xfrm>
            <a:off x="7249223" y="1777958"/>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
        <p:nvSpPr>
          <p:cNvPr id="73" name="right-thin-arrowheads_32738">
            <a:extLst>
              <a:ext uri="{FF2B5EF4-FFF2-40B4-BE49-F238E27FC236}">
                <a16:creationId xmlns:a16="http://schemas.microsoft.com/office/drawing/2014/main" id="{7A11C120-82FC-440B-9130-E824D3A62D46}"/>
              </a:ext>
            </a:extLst>
          </p:cNvPr>
          <p:cNvSpPr>
            <a:spLocks noChangeAspect="1"/>
          </p:cNvSpPr>
          <p:nvPr/>
        </p:nvSpPr>
        <p:spPr bwMode="auto">
          <a:xfrm flipH="1">
            <a:off x="8646485" y="4144844"/>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
        <p:nvSpPr>
          <p:cNvPr id="74" name="right-thin-arrowheads_32738">
            <a:extLst>
              <a:ext uri="{FF2B5EF4-FFF2-40B4-BE49-F238E27FC236}">
                <a16:creationId xmlns:a16="http://schemas.microsoft.com/office/drawing/2014/main" id="{6576A735-3079-42D6-81C3-9944B1D91685}"/>
              </a:ext>
            </a:extLst>
          </p:cNvPr>
          <p:cNvSpPr>
            <a:spLocks noChangeAspect="1"/>
          </p:cNvSpPr>
          <p:nvPr/>
        </p:nvSpPr>
        <p:spPr bwMode="auto">
          <a:xfrm flipH="1">
            <a:off x="5815151" y="4144844"/>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
        <p:nvSpPr>
          <p:cNvPr id="75" name="right-thin-arrowheads_32738">
            <a:extLst>
              <a:ext uri="{FF2B5EF4-FFF2-40B4-BE49-F238E27FC236}">
                <a16:creationId xmlns:a16="http://schemas.microsoft.com/office/drawing/2014/main" id="{B0AEE533-0E35-4E96-8B2E-C7B3EED94423}"/>
              </a:ext>
            </a:extLst>
          </p:cNvPr>
          <p:cNvSpPr>
            <a:spLocks noChangeAspect="1"/>
          </p:cNvSpPr>
          <p:nvPr/>
        </p:nvSpPr>
        <p:spPr bwMode="auto">
          <a:xfrm flipH="1">
            <a:off x="2806988" y="4144844"/>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
        <p:nvSpPr>
          <p:cNvPr id="76" name="right-thin-arrowheads_32738">
            <a:extLst>
              <a:ext uri="{FF2B5EF4-FFF2-40B4-BE49-F238E27FC236}">
                <a16:creationId xmlns:a16="http://schemas.microsoft.com/office/drawing/2014/main" id="{3D05AA97-4C82-437E-B3B9-2A445D5E3280}"/>
              </a:ext>
            </a:extLst>
          </p:cNvPr>
          <p:cNvSpPr>
            <a:spLocks noChangeAspect="1"/>
          </p:cNvSpPr>
          <p:nvPr/>
        </p:nvSpPr>
        <p:spPr bwMode="auto">
          <a:xfrm rot="16200000" flipH="1">
            <a:off x="10764726" y="2876069"/>
            <a:ext cx="108050" cy="108000"/>
          </a:xfrm>
          <a:custGeom>
            <a:avLst/>
            <a:gdLst>
              <a:gd name="T0" fmla="*/ 5083 w 6101"/>
              <a:gd name="T1" fmla="*/ 3053 h 6107"/>
              <a:gd name="T2" fmla="*/ 2791 w 6101"/>
              <a:gd name="T3" fmla="*/ 761 h 6107"/>
              <a:gd name="T4" fmla="*/ 2791 w 6101"/>
              <a:gd name="T5" fmla="*/ 164 h 6107"/>
              <a:gd name="T6" fmla="*/ 3387 w 6101"/>
              <a:gd name="T7" fmla="*/ 164 h 6107"/>
              <a:gd name="T8" fmla="*/ 5978 w 6101"/>
              <a:gd name="T9" fmla="*/ 2755 h 6107"/>
              <a:gd name="T10" fmla="*/ 6101 w 6101"/>
              <a:gd name="T11" fmla="*/ 3053 h 6107"/>
              <a:gd name="T12" fmla="*/ 5978 w 6101"/>
              <a:gd name="T13" fmla="*/ 3351 h 6107"/>
              <a:gd name="T14" fmla="*/ 3387 w 6101"/>
              <a:gd name="T15" fmla="*/ 5942 h 6107"/>
              <a:gd name="T16" fmla="*/ 2791 w 6101"/>
              <a:gd name="T17" fmla="*/ 5942 h 6107"/>
              <a:gd name="T18" fmla="*/ 2791 w 6101"/>
              <a:gd name="T19" fmla="*/ 5345 h 6107"/>
              <a:gd name="T20" fmla="*/ 5083 w 6101"/>
              <a:gd name="T21" fmla="*/ 3053 h 6107"/>
              <a:gd name="T22" fmla="*/ 165 w 6101"/>
              <a:gd name="T23" fmla="*/ 5345 h 6107"/>
              <a:gd name="T24" fmla="*/ 165 w 6101"/>
              <a:gd name="T25" fmla="*/ 5942 h 6107"/>
              <a:gd name="T26" fmla="*/ 761 w 6101"/>
              <a:gd name="T27" fmla="*/ 5942 h 6107"/>
              <a:gd name="T28" fmla="*/ 3352 w 6101"/>
              <a:gd name="T29" fmla="*/ 3351 h 6107"/>
              <a:gd name="T30" fmla="*/ 3475 w 6101"/>
              <a:gd name="T31" fmla="*/ 3053 h 6107"/>
              <a:gd name="T32" fmla="*/ 3352 w 6101"/>
              <a:gd name="T33" fmla="*/ 2755 h 6107"/>
              <a:gd name="T34" fmla="*/ 761 w 6101"/>
              <a:gd name="T35" fmla="*/ 164 h 6107"/>
              <a:gd name="T36" fmla="*/ 165 w 6101"/>
              <a:gd name="T37" fmla="*/ 164 h 6107"/>
              <a:gd name="T38" fmla="*/ 165 w 6101"/>
              <a:gd name="T39" fmla="*/ 761 h 6107"/>
              <a:gd name="T40" fmla="*/ 2457 w 6101"/>
              <a:gd name="T41" fmla="*/ 3053 h 6107"/>
              <a:gd name="T42" fmla="*/ 165 w 6101"/>
              <a:gd name="T43" fmla="*/ 5345 h 6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6101" h="6107">
                <a:moveTo>
                  <a:pt x="5083" y="3053"/>
                </a:moveTo>
                <a:lnTo>
                  <a:pt x="2791" y="761"/>
                </a:lnTo>
                <a:cubicBezTo>
                  <a:pt x="2626" y="596"/>
                  <a:pt x="2626" y="329"/>
                  <a:pt x="2791" y="164"/>
                </a:cubicBezTo>
                <a:cubicBezTo>
                  <a:pt x="2955" y="0"/>
                  <a:pt x="3222" y="0"/>
                  <a:pt x="3387" y="164"/>
                </a:cubicBezTo>
                <a:lnTo>
                  <a:pt x="5978" y="2755"/>
                </a:lnTo>
                <a:cubicBezTo>
                  <a:pt x="6060" y="2837"/>
                  <a:pt x="6101" y="2945"/>
                  <a:pt x="6101" y="3053"/>
                </a:cubicBezTo>
                <a:cubicBezTo>
                  <a:pt x="6101" y="3161"/>
                  <a:pt x="6060" y="3269"/>
                  <a:pt x="5978" y="3351"/>
                </a:cubicBezTo>
                <a:lnTo>
                  <a:pt x="3387" y="5942"/>
                </a:lnTo>
                <a:cubicBezTo>
                  <a:pt x="3222" y="6107"/>
                  <a:pt x="2955" y="6107"/>
                  <a:pt x="2791" y="5942"/>
                </a:cubicBezTo>
                <a:cubicBezTo>
                  <a:pt x="2626" y="5777"/>
                  <a:pt x="2626" y="5510"/>
                  <a:pt x="2791" y="5345"/>
                </a:cubicBezTo>
                <a:lnTo>
                  <a:pt x="5083" y="3053"/>
                </a:lnTo>
                <a:close/>
                <a:moveTo>
                  <a:pt x="165" y="5345"/>
                </a:moveTo>
                <a:cubicBezTo>
                  <a:pt x="0" y="5510"/>
                  <a:pt x="0" y="5777"/>
                  <a:pt x="165" y="5942"/>
                </a:cubicBezTo>
                <a:cubicBezTo>
                  <a:pt x="329" y="6107"/>
                  <a:pt x="596" y="6107"/>
                  <a:pt x="761" y="5942"/>
                </a:cubicBezTo>
                <a:lnTo>
                  <a:pt x="3352" y="3351"/>
                </a:lnTo>
                <a:cubicBezTo>
                  <a:pt x="3434" y="3269"/>
                  <a:pt x="3475" y="3161"/>
                  <a:pt x="3475" y="3053"/>
                </a:cubicBezTo>
                <a:cubicBezTo>
                  <a:pt x="3475" y="2945"/>
                  <a:pt x="3434" y="2837"/>
                  <a:pt x="3352" y="2755"/>
                </a:cubicBezTo>
                <a:lnTo>
                  <a:pt x="761" y="164"/>
                </a:lnTo>
                <a:cubicBezTo>
                  <a:pt x="596" y="0"/>
                  <a:pt x="329" y="0"/>
                  <a:pt x="165" y="164"/>
                </a:cubicBezTo>
                <a:cubicBezTo>
                  <a:pt x="0" y="329"/>
                  <a:pt x="0" y="596"/>
                  <a:pt x="165" y="761"/>
                </a:cubicBezTo>
                <a:lnTo>
                  <a:pt x="2457" y="3053"/>
                </a:lnTo>
                <a:lnTo>
                  <a:pt x="165" y="5345"/>
                </a:lnTo>
                <a:close/>
              </a:path>
            </a:pathLst>
          </a:custGeom>
          <a:solidFill>
            <a:sysClr val="window" lastClr="FFFFFF">
              <a:lumMod val="50000"/>
            </a:sysClr>
          </a:solidFill>
          <a:ln>
            <a:noFill/>
          </a:ln>
        </p:spPr>
        <p:txBody>
          <a:bodyPr/>
          <a:lstStyle/>
          <a:p>
            <a:endParaRPr lang="zh-CN" altLang="en-US"/>
          </a:p>
        </p:txBody>
      </p:sp>
    </p:spTree>
    <p:extLst>
      <p:ext uri="{BB962C8B-B14F-4D97-AF65-F5344CB8AC3E}">
        <p14:creationId xmlns:p14="http://schemas.microsoft.com/office/powerpoint/2010/main" val="1635252613"/>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6" name="图片占位符 54">
            <a:extLst>
              <a:ext uri="{FF2B5EF4-FFF2-40B4-BE49-F238E27FC236}">
                <a16:creationId xmlns:a16="http://schemas.microsoft.com/office/drawing/2014/main" id="{28F43030-7D5C-4CD8-B443-80935B6A14CA}"/>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479376" y="1014176"/>
            <a:ext cx="5544260" cy="1623600"/>
          </a:xfrm>
          <a:prstGeom prst="rect">
            <a:avLst/>
          </a:prstGeom>
        </p:spPr>
      </p:pic>
      <p:pic>
        <p:nvPicPr>
          <p:cNvPr id="17" name="图片占位符 56">
            <a:extLst>
              <a:ext uri="{FF2B5EF4-FFF2-40B4-BE49-F238E27FC236}">
                <a16:creationId xmlns:a16="http://schemas.microsoft.com/office/drawing/2014/main" id="{148239EB-0B01-4A00-BC0F-CEE2E1CF0978}"/>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6196038" y="1025282"/>
            <a:ext cx="5516583" cy="1596252"/>
          </a:xfrm>
          <a:prstGeom prst="rect">
            <a:avLst/>
          </a:prstGeom>
        </p:spPr>
      </p:pic>
      <p:grpSp>
        <p:nvGrpSpPr>
          <p:cNvPr id="18" name="íSľiḍê">
            <a:extLst>
              <a:ext uri="{FF2B5EF4-FFF2-40B4-BE49-F238E27FC236}">
                <a16:creationId xmlns:a16="http://schemas.microsoft.com/office/drawing/2014/main" id="{DBE94575-19E9-489D-B8CB-70B75CB9FA37}"/>
              </a:ext>
            </a:extLst>
          </p:cNvPr>
          <p:cNvGrpSpPr/>
          <p:nvPr/>
        </p:nvGrpSpPr>
        <p:grpSpPr>
          <a:xfrm>
            <a:off x="2920151" y="2210406"/>
            <a:ext cx="835622" cy="835622"/>
            <a:chOff x="790456" y="5247104"/>
            <a:chExt cx="415102" cy="415102"/>
          </a:xfrm>
          <a:solidFill>
            <a:srgbClr val="004593"/>
          </a:solidFill>
        </p:grpSpPr>
        <p:sp>
          <p:nvSpPr>
            <p:cNvPr id="19" name="íşḻîdè">
              <a:extLst>
                <a:ext uri="{FF2B5EF4-FFF2-40B4-BE49-F238E27FC236}">
                  <a16:creationId xmlns:a16="http://schemas.microsoft.com/office/drawing/2014/main" id="{03D59DFC-3FF2-4370-B747-B5196FDF3F9A}"/>
                </a:ext>
              </a:extLst>
            </p:cNvPr>
            <p:cNvSpPr/>
            <p:nvPr/>
          </p:nvSpPr>
          <p:spPr>
            <a:xfrm>
              <a:off x="790456" y="5247104"/>
              <a:ext cx="415102" cy="415102"/>
            </a:xfrm>
            <a:prstGeom prst="ellipse">
              <a:avLst/>
            </a:prstGeom>
            <a:solidFill>
              <a:srgbClr val="0C49B7"/>
            </a:solidFill>
            <a:ln w="57150" cap="flat" cmpd="sng" algn="ctr">
              <a:solidFill>
                <a:sysClr val="window" lastClr="FFFFFF"/>
              </a:solidFill>
              <a:prstDash val="solid"/>
              <a:miter lim="800000"/>
            </a:ln>
            <a:effectLst/>
          </p:spPr>
          <p:txBody>
            <a:bodyPr lIns="0" tIns="0" rIns="0" bIns="0" anchor="ctr"/>
            <a:lstStyle/>
            <a:p>
              <a:pPr algn="ctr">
                <a:defRPr/>
              </a:pPr>
              <a:endParaRPr kern="0" dirty="0">
                <a:solidFill>
                  <a:prstClr val="white"/>
                </a:solidFill>
                <a:latin typeface="Arial"/>
                <a:ea typeface="微软雅黑 Light"/>
              </a:endParaRPr>
            </a:p>
          </p:txBody>
        </p:sp>
        <p:sp>
          <p:nvSpPr>
            <p:cNvPr id="20" name="ïşḻiḓe">
              <a:extLst>
                <a:ext uri="{FF2B5EF4-FFF2-40B4-BE49-F238E27FC236}">
                  <a16:creationId xmlns:a16="http://schemas.microsoft.com/office/drawing/2014/main" id="{6AB26C8F-E82D-496E-AE7E-BE7FE784419E}"/>
                </a:ext>
              </a:extLst>
            </p:cNvPr>
            <p:cNvSpPr/>
            <p:nvPr/>
          </p:nvSpPr>
          <p:spPr>
            <a:xfrm>
              <a:off x="911682" y="5372326"/>
              <a:ext cx="172652" cy="164657"/>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ysClr val="window" lastClr="FFFFFF"/>
            </a:solidFill>
            <a:ln>
              <a:noFill/>
            </a:ln>
            <a:effectLst/>
          </p:spPr>
          <p:txBody>
            <a:bodyPr lIns="0" tIns="0" rIns="0" bIns="0" anchor="ctr"/>
            <a:lstStyle/>
            <a:p>
              <a:pPr algn="ctr">
                <a:defRPr/>
              </a:pPr>
              <a:endParaRPr kern="0" dirty="0">
                <a:solidFill>
                  <a:prstClr val="black"/>
                </a:solidFill>
                <a:latin typeface="Arial"/>
                <a:ea typeface="微软雅黑 Light"/>
              </a:endParaRPr>
            </a:p>
          </p:txBody>
        </p:sp>
      </p:grpSp>
      <p:sp>
        <p:nvSpPr>
          <p:cNvPr id="21" name="ïṡḷiḓe">
            <a:extLst>
              <a:ext uri="{FF2B5EF4-FFF2-40B4-BE49-F238E27FC236}">
                <a16:creationId xmlns:a16="http://schemas.microsoft.com/office/drawing/2014/main" id="{F443E8F6-4089-4183-AD1B-EB648E0EA44A}"/>
              </a:ext>
            </a:extLst>
          </p:cNvPr>
          <p:cNvSpPr txBox="1"/>
          <p:nvPr/>
        </p:nvSpPr>
        <p:spPr>
          <a:xfrm>
            <a:off x="658797" y="3724532"/>
            <a:ext cx="5336075" cy="1138669"/>
          </a:xfrm>
          <a:prstGeom prst="rect">
            <a:avLst/>
          </a:prstGeom>
          <a:noFill/>
        </p:spPr>
        <p:txBody>
          <a:bodyPr wrap="square" lIns="90000" tIns="46800" rIns="90000" bIns="46800" rtlCol="0">
            <a:normAutofit/>
          </a:bodyPr>
          <a:lstStyle/>
          <a:p>
            <a:pPr algn="ctr">
              <a:lnSpc>
                <a:spcPct val="150000"/>
              </a:lnSpc>
              <a:defRPr/>
            </a:pPr>
            <a:r>
              <a:rPr lang="zh-CN" altLang="en-US" sz="1000" dirty="0">
                <a:solidFill>
                  <a:prstClr val="black"/>
                </a:solidFill>
                <a:latin typeface="Arial"/>
                <a:ea typeface="微软雅黑 Light"/>
              </a:rPr>
              <a:t>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在这里输入相关说明在这里输入相关说明在这里输入相关说明</a:t>
            </a:r>
            <a:endParaRPr lang="en-US" altLang="zh-CN" sz="1000" dirty="0">
              <a:solidFill>
                <a:prstClr val="black"/>
              </a:solidFill>
              <a:latin typeface="Arial"/>
              <a:ea typeface="微软雅黑 Light"/>
            </a:endParaRPr>
          </a:p>
          <a:p>
            <a:pPr algn="ctr">
              <a:lnSpc>
                <a:spcPct val="150000"/>
              </a:lnSpc>
              <a:defRPr/>
            </a:pPr>
            <a:endParaRPr lang="en-US" altLang="zh-CN" sz="1000" dirty="0">
              <a:solidFill>
                <a:prstClr val="black"/>
              </a:solidFill>
              <a:latin typeface="Arial"/>
              <a:ea typeface="微软雅黑 Light"/>
            </a:endParaRPr>
          </a:p>
          <a:p>
            <a:pPr algn="ctr">
              <a:lnSpc>
                <a:spcPct val="150000"/>
              </a:lnSpc>
              <a:defRPr/>
            </a:pPr>
            <a:endParaRPr lang="en-US" altLang="zh-CN" sz="1000" dirty="0">
              <a:solidFill>
                <a:prstClr val="black"/>
              </a:solidFill>
              <a:latin typeface="Arial"/>
              <a:ea typeface="微软雅黑 Light"/>
            </a:endParaRPr>
          </a:p>
          <a:p>
            <a:pPr algn="ctr">
              <a:lnSpc>
                <a:spcPct val="150000"/>
              </a:lnSpc>
              <a:defRPr/>
            </a:pPr>
            <a:endParaRPr lang="en-US" altLang="zh-CN" sz="1000" dirty="0">
              <a:solidFill>
                <a:prstClr val="black"/>
              </a:solidFill>
              <a:latin typeface="Arial"/>
              <a:ea typeface="微软雅黑 Light"/>
            </a:endParaRPr>
          </a:p>
        </p:txBody>
      </p:sp>
      <p:sp>
        <p:nvSpPr>
          <p:cNvPr id="22" name="îṩlïde">
            <a:extLst>
              <a:ext uri="{FF2B5EF4-FFF2-40B4-BE49-F238E27FC236}">
                <a16:creationId xmlns:a16="http://schemas.microsoft.com/office/drawing/2014/main" id="{057FD5C1-3CDC-4105-B7A1-0EE467A2576E}"/>
              </a:ext>
            </a:extLst>
          </p:cNvPr>
          <p:cNvSpPr txBox="1"/>
          <p:nvPr/>
        </p:nvSpPr>
        <p:spPr>
          <a:xfrm>
            <a:off x="658801" y="3252712"/>
            <a:ext cx="5336066" cy="471820"/>
          </a:xfrm>
          <a:prstGeom prst="rect">
            <a:avLst/>
          </a:prstGeom>
          <a:noFill/>
        </p:spPr>
        <p:txBody>
          <a:bodyPr wrap="square" rtlCol="0" anchor="ctr">
            <a:normAutofit/>
          </a:bodyPr>
          <a:lstStyle/>
          <a:p>
            <a:pPr algn="ctr">
              <a:defRPr/>
            </a:pPr>
            <a:r>
              <a:rPr lang="zh-CN" altLang="en-US" b="1" dirty="0">
                <a:solidFill>
                  <a:prstClr val="black"/>
                </a:solidFill>
                <a:latin typeface="微软雅黑"/>
                <a:ea typeface="微软雅黑"/>
              </a:rPr>
              <a:t>输入主题</a:t>
            </a:r>
            <a:r>
              <a:rPr lang="en-US" altLang="zh-CN" b="1" dirty="0">
                <a:solidFill>
                  <a:prstClr val="black"/>
                </a:solidFill>
                <a:latin typeface="微软雅黑"/>
                <a:ea typeface="微软雅黑"/>
              </a:rPr>
              <a:t>1</a:t>
            </a:r>
          </a:p>
        </p:txBody>
      </p:sp>
      <p:grpSp>
        <p:nvGrpSpPr>
          <p:cNvPr id="23" name="iš1îďè">
            <a:extLst>
              <a:ext uri="{FF2B5EF4-FFF2-40B4-BE49-F238E27FC236}">
                <a16:creationId xmlns:a16="http://schemas.microsoft.com/office/drawing/2014/main" id="{F38188C3-BC8F-47FA-95E4-C08E248F32EF}"/>
              </a:ext>
            </a:extLst>
          </p:cNvPr>
          <p:cNvGrpSpPr/>
          <p:nvPr/>
        </p:nvGrpSpPr>
        <p:grpSpPr>
          <a:xfrm>
            <a:off x="8446264" y="2210406"/>
            <a:ext cx="835622" cy="835622"/>
            <a:chOff x="790456" y="5247104"/>
            <a:chExt cx="415102" cy="415102"/>
          </a:xfrm>
          <a:solidFill>
            <a:srgbClr val="004593"/>
          </a:solidFill>
        </p:grpSpPr>
        <p:sp>
          <p:nvSpPr>
            <p:cNvPr id="24" name="îs1ïḍe">
              <a:extLst>
                <a:ext uri="{FF2B5EF4-FFF2-40B4-BE49-F238E27FC236}">
                  <a16:creationId xmlns:a16="http://schemas.microsoft.com/office/drawing/2014/main" id="{F8B6BD53-BBB0-4922-8B65-5C5AC9E747AE}"/>
                </a:ext>
              </a:extLst>
            </p:cNvPr>
            <p:cNvSpPr/>
            <p:nvPr/>
          </p:nvSpPr>
          <p:spPr>
            <a:xfrm>
              <a:off x="790456" y="5247104"/>
              <a:ext cx="415102" cy="415102"/>
            </a:xfrm>
            <a:prstGeom prst="ellipse">
              <a:avLst/>
            </a:prstGeom>
            <a:solidFill>
              <a:srgbClr val="A5A5A5"/>
            </a:solidFill>
            <a:ln w="57150" cap="flat" cmpd="sng" algn="ctr">
              <a:solidFill>
                <a:sysClr val="window" lastClr="FFFFFF"/>
              </a:solidFill>
              <a:prstDash val="solid"/>
              <a:miter lim="800000"/>
            </a:ln>
            <a:effectLst/>
          </p:spPr>
          <p:txBody>
            <a:bodyPr lIns="0" tIns="0" rIns="0" bIns="0" anchor="ctr"/>
            <a:lstStyle/>
            <a:p>
              <a:pPr algn="ctr">
                <a:defRPr/>
              </a:pPr>
              <a:endParaRPr kern="0" dirty="0">
                <a:solidFill>
                  <a:prstClr val="white"/>
                </a:solidFill>
                <a:latin typeface="Arial"/>
                <a:ea typeface="微软雅黑 Light"/>
              </a:endParaRPr>
            </a:p>
          </p:txBody>
        </p:sp>
        <p:sp>
          <p:nvSpPr>
            <p:cNvPr id="25" name="iṣ1ïḍe">
              <a:extLst>
                <a:ext uri="{FF2B5EF4-FFF2-40B4-BE49-F238E27FC236}">
                  <a16:creationId xmlns:a16="http://schemas.microsoft.com/office/drawing/2014/main" id="{52035B60-74BC-42CA-8F2E-6A68ACBA3D80}"/>
                </a:ext>
              </a:extLst>
            </p:cNvPr>
            <p:cNvSpPr/>
            <p:nvPr/>
          </p:nvSpPr>
          <p:spPr>
            <a:xfrm>
              <a:off x="911682" y="5372326"/>
              <a:ext cx="172652" cy="164657"/>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ysClr val="window" lastClr="FFFFFF"/>
            </a:solidFill>
            <a:ln>
              <a:noFill/>
            </a:ln>
            <a:effectLst/>
          </p:spPr>
          <p:txBody>
            <a:bodyPr lIns="0" tIns="0" rIns="0" bIns="0" anchor="ctr"/>
            <a:lstStyle/>
            <a:p>
              <a:pPr algn="ctr">
                <a:defRPr/>
              </a:pPr>
              <a:endParaRPr kern="0" dirty="0">
                <a:solidFill>
                  <a:prstClr val="black"/>
                </a:solidFill>
                <a:latin typeface="Arial"/>
                <a:ea typeface="微软雅黑 Light"/>
              </a:endParaRPr>
            </a:p>
          </p:txBody>
        </p:sp>
      </p:grpSp>
      <p:sp>
        <p:nvSpPr>
          <p:cNvPr id="26" name="is1iḍê">
            <a:extLst>
              <a:ext uri="{FF2B5EF4-FFF2-40B4-BE49-F238E27FC236}">
                <a16:creationId xmlns:a16="http://schemas.microsoft.com/office/drawing/2014/main" id="{04ACC0D8-C50B-42DE-ACC8-EF0A81B31CEB}"/>
              </a:ext>
            </a:extLst>
          </p:cNvPr>
          <p:cNvSpPr txBox="1"/>
          <p:nvPr/>
        </p:nvSpPr>
        <p:spPr>
          <a:xfrm>
            <a:off x="6196038" y="3724532"/>
            <a:ext cx="5336075" cy="1138669"/>
          </a:xfrm>
          <a:prstGeom prst="rect">
            <a:avLst/>
          </a:prstGeom>
          <a:noFill/>
        </p:spPr>
        <p:txBody>
          <a:bodyPr wrap="square" lIns="90000" tIns="46800" rIns="90000" bIns="46800" rtlCol="0">
            <a:normAutofit/>
          </a:bodyPr>
          <a:lstStyle/>
          <a:p>
            <a:pPr algn="ctr">
              <a:lnSpc>
                <a:spcPct val="150000"/>
              </a:lnSpc>
              <a:defRPr/>
            </a:pPr>
            <a:r>
              <a:rPr lang="zh-CN" altLang="en-US" sz="1000" dirty="0">
                <a:solidFill>
                  <a:prstClr val="black"/>
                </a:solidFill>
                <a:latin typeface="Arial"/>
                <a:ea typeface="微软雅黑 Light"/>
              </a:rPr>
              <a:t>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a:t>
            </a:r>
            <a:endParaRPr lang="en-US" altLang="zh-CN" sz="1000" dirty="0">
              <a:solidFill>
                <a:prstClr val="black"/>
              </a:solidFill>
              <a:latin typeface="Arial"/>
              <a:ea typeface="微软雅黑 Light"/>
            </a:endParaRPr>
          </a:p>
          <a:p>
            <a:pPr algn="ctr">
              <a:lnSpc>
                <a:spcPct val="150000"/>
              </a:lnSpc>
              <a:defRPr/>
            </a:pPr>
            <a:r>
              <a:rPr lang="zh-CN" altLang="en-US" sz="1000" dirty="0">
                <a:solidFill>
                  <a:prstClr val="black"/>
                </a:solidFill>
                <a:latin typeface="Arial"/>
                <a:ea typeface="微软雅黑 Light"/>
              </a:rPr>
              <a:t>在这里输入相关说明在这里输入相关说明在这里输入相关说明</a:t>
            </a:r>
            <a:endParaRPr lang="en-US" altLang="zh-CN" sz="1000" dirty="0">
              <a:solidFill>
                <a:prstClr val="black"/>
              </a:solidFill>
              <a:latin typeface="Arial"/>
              <a:ea typeface="微软雅黑 Light"/>
            </a:endParaRPr>
          </a:p>
        </p:txBody>
      </p:sp>
      <p:sp>
        <p:nvSpPr>
          <p:cNvPr id="27" name="ïšlïḑè">
            <a:extLst>
              <a:ext uri="{FF2B5EF4-FFF2-40B4-BE49-F238E27FC236}">
                <a16:creationId xmlns:a16="http://schemas.microsoft.com/office/drawing/2014/main" id="{95AF7172-2699-4622-8A20-DA669D6A267F}"/>
              </a:ext>
            </a:extLst>
          </p:cNvPr>
          <p:cNvSpPr txBox="1"/>
          <p:nvPr/>
        </p:nvSpPr>
        <p:spPr>
          <a:xfrm>
            <a:off x="6196042" y="3252712"/>
            <a:ext cx="5336066" cy="471820"/>
          </a:xfrm>
          <a:prstGeom prst="rect">
            <a:avLst/>
          </a:prstGeom>
          <a:noFill/>
        </p:spPr>
        <p:txBody>
          <a:bodyPr wrap="square" rtlCol="0" anchor="ctr">
            <a:normAutofit/>
          </a:bodyPr>
          <a:lstStyle/>
          <a:p>
            <a:pPr algn="ctr">
              <a:defRPr/>
            </a:pPr>
            <a:r>
              <a:rPr lang="zh-CN" altLang="en-US" b="1" dirty="0">
                <a:solidFill>
                  <a:prstClr val="black"/>
                </a:solidFill>
                <a:latin typeface="微软雅黑"/>
                <a:ea typeface="微软雅黑"/>
              </a:rPr>
              <a:t>输入主题</a:t>
            </a:r>
            <a:r>
              <a:rPr lang="en-US" altLang="zh-CN" b="1" dirty="0">
                <a:solidFill>
                  <a:prstClr val="black"/>
                </a:solidFill>
                <a:latin typeface="微软雅黑"/>
                <a:ea typeface="微软雅黑"/>
              </a:rPr>
              <a:t>2</a:t>
            </a:r>
          </a:p>
        </p:txBody>
      </p:sp>
      <p:cxnSp>
        <p:nvCxnSpPr>
          <p:cNvPr id="28" name="直接连接符 27">
            <a:extLst>
              <a:ext uri="{FF2B5EF4-FFF2-40B4-BE49-F238E27FC236}">
                <a16:creationId xmlns:a16="http://schemas.microsoft.com/office/drawing/2014/main" id="{CA16E962-46CC-47EB-8478-8070159B39AB}"/>
              </a:ext>
            </a:extLst>
          </p:cNvPr>
          <p:cNvCxnSpPr>
            <a:cxnSpLocks/>
          </p:cNvCxnSpPr>
          <p:nvPr/>
        </p:nvCxnSpPr>
        <p:spPr>
          <a:xfrm>
            <a:off x="6096000" y="1028152"/>
            <a:ext cx="0" cy="5019674"/>
          </a:xfrm>
          <a:prstGeom prst="line">
            <a:avLst/>
          </a:prstGeom>
          <a:noFill/>
          <a:ln w="3175" cap="rnd" cmpd="sng" algn="ctr">
            <a:solidFill>
              <a:sysClr val="window" lastClr="FFFFFF">
                <a:lumMod val="75000"/>
              </a:sysClr>
            </a:solidFill>
            <a:prstDash val="solid"/>
            <a:round/>
            <a:headEnd type="none"/>
            <a:tailEnd type="none" w="med" len="med"/>
          </a:ln>
          <a:effectLst/>
        </p:spPr>
      </p:cxnSp>
      <p:sp>
        <p:nvSpPr>
          <p:cNvPr id="29" name="ïṩḻïdè">
            <a:extLst>
              <a:ext uri="{FF2B5EF4-FFF2-40B4-BE49-F238E27FC236}">
                <a16:creationId xmlns:a16="http://schemas.microsoft.com/office/drawing/2014/main" id="{F97861CC-5162-4298-A1DB-9849495C53EA}"/>
              </a:ext>
            </a:extLst>
          </p:cNvPr>
          <p:cNvSpPr/>
          <p:nvPr/>
        </p:nvSpPr>
        <p:spPr bwMode="auto">
          <a:xfrm>
            <a:off x="5826000" y="3620358"/>
            <a:ext cx="539990" cy="539990"/>
          </a:xfrm>
          <a:prstGeom prst="ellipse">
            <a:avLst/>
          </a:prstGeom>
          <a:solidFill>
            <a:srgbClr val="FFC000"/>
          </a:solidFill>
          <a:ln w="38100" cap="flat" cmpd="sng" algn="ctr">
            <a:noFill/>
            <a:prstDash val="solid"/>
            <a:miter lim="800000"/>
          </a:ln>
          <a:effectLst/>
        </p:spPr>
        <p:txBody>
          <a:bodyPr wrap="none" rtlCol="0" anchor="ctr"/>
          <a:lstStyle/>
          <a:p>
            <a:pPr algn="ctr">
              <a:defRPr/>
            </a:pPr>
            <a:r>
              <a:rPr lang="en-US" altLang="zh-CN" b="1" kern="0" dirty="0">
                <a:solidFill>
                  <a:prstClr val="white"/>
                </a:solidFill>
                <a:latin typeface="Arial"/>
                <a:ea typeface="微软雅黑 Light"/>
              </a:rPr>
              <a:t>VS</a:t>
            </a:r>
            <a:endParaRPr lang="zh-CN" altLang="en-US" b="1" kern="0" dirty="0">
              <a:solidFill>
                <a:prstClr val="white"/>
              </a:solidFill>
              <a:latin typeface="Arial"/>
              <a:ea typeface="微软雅黑 Light"/>
            </a:endParaRPr>
          </a:p>
        </p:txBody>
      </p:sp>
      <p:grpSp>
        <p:nvGrpSpPr>
          <p:cNvPr id="30" name="îşļïdé">
            <a:extLst>
              <a:ext uri="{FF2B5EF4-FFF2-40B4-BE49-F238E27FC236}">
                <a16:creationId xmlns:a16="http://schemas.microsoft.com/office/drawing/2014/main" id="{55E49032-32A0-4ACD-B689-7123738E808E}"/>
              </a:ext>
            </a:extLst>
          </p:cNvPr>
          <p:cNvGrpSpPr/>
          <p:nvPr/>
        </p:nvGrpSpPr>
        <p:grpSpPr>
          <a:xfrm>
            <a:off x="685694" y="5188733"/>
            <a:ext cx="5352125" cy="859093"/>
            <a:chOff x="685694" y="5284532"/>
            <a:chExt cx="5352125" cy="859093"/>
          </a:xfrm>
        </p:grpSpPr>
        <p:grpSp>
          <p:nvGrpSpPr>
            <p:cNvPr id="31" name="ïśḷîḍé">
              <a:extLst>
                <a:ext uri="{FF2B5EF4-FFF2-40B4-BE49-F238E27FC236}">
                  <a16:creationId xmlns:a16="http://schemas.microsoft.com/office/drawing/2014/main" id="{EB9F8854-4F39-4000-AE52-4BECCFE06149}"/>
                </a:ext>
              </a:extLst>
            </p:cNvPr>
            <p:cNvGrpSpPr/>
            <p:nvPr/>
          </p:nvGrpSpPr>
          <p:grpSpPr>
            <a:xfrm>
              <a:off x="685694" y="5379782"/>
              <a:ext cx="1090306" cy="699429"/>
              <a:chOff x="685694" y="5379782"/>
              <a:chExt cx="1090306" cy="699429"/>
            </a:xfrm>
          </p:grpSpPr>
          <p:sp>
            <p:nvSpPr>
              <p:cNvPr id="48" name="íṣľïḍé">
                <a:extLst>
                  <a:ext uri="{FF2B5EF4-FFF2-40B4-BE49-F238E27FC236}">
                    <a16:creationId xmlns:a16="http://schemas.microsoft.com/office/drawing/2014/main" id="{B9CB16CA-A319-46A5-9C6C-F2FAB85EEA70}"/>
                  </a:ext>
                </a:extLst>
              </p:cNvPr>
              <p:cNvSpPr txBox="1"/>
              <p:nvPr/>
            </p:nvSpPr>
            <p:spPr bwMode="auto">
              <a:xfrm>
                <a:off x="685694"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1</a:t>
                </a:r>
              </a:p>
            </p:txBody>
          </p:sp>
          <p:sp>
            <p:nvSpPr>
              <p:cNvPr id="49" name="iSḻîde">
                <a:extLst>
                  <a:ext uri="{FF2B5EF4-FFF2-40B4-BE49-F238E27FC236}">
                    <a16:creationId xmlns:a16="http://schemas.microsoft.com/office/drawing/2014/main" id="{85178BBD-C58F-4FAC-B9E2-D5E2D0F47F29}"/>
                  </a:ext>
                </a:extLst>
              </p:cNvPr>
              <p:cNvSpPr/>
              <p:nvPr/>
            </p:nvSpPr>
            <p:spPr>
              <a:xfrm>
                <a:off x="1006296" y="5379782"/>
                <a:ext cx="449102" cy="272872"/>
              </a:xfrm>
              <a:prstGeom prst="rect">
                <a:avLst/>
              </a:prstGeom>
            </p:spPr>
            <p:txBody>
              <a:bodyPr wrap="none">
                <a:prstTxWarp prst="textPlain">
                  <a:avLst/>
                </a:prstTxWarp>
                <a:spAutoFit/>
              </a:bodyPr>
              <a:lstStyle/>
              <a:p>
                <a:pPr algn="ctr">
                  <a:defRPr/>
                </a:pPr>
                <a:r>
                  <a:rPr lang="en-US" altLang="zh-CN" b="1" kern="0" dirty="0">
                    <a:solidFill>
                      <a:srgbClr val="0C49B7"/>
                    </a:solidFill>
                    <a:latin typeface="Arial"/>
                    <a:ea typeface="微软雅黑 Light"/>
                  </a:rPr>
                  <a:t>XX%</a:t>
                </a:r>
              </a:p>
            </p:txBody>
          </p:sp>
        </p:grpSp>
        <p:grpSp>
          <p:nvGrpSpPr>
            <p:cNvPr id="32" name="iSliḓé">
              <a:extLst>
                <a:ext uri="{FF2B5EF4-FFF2-40B4-BE49-F238E27FC236}">
                  <a16:creationId xmlns:a16="http://schemas.microsoft.com/office/drawing/2014/main" id="{1070285E-375B-432F-953F-64C6D3FF3018}"/>
                </a:ext>
              </a:extLst>
            </p:cNvPr>
            <p:cNvGrpSpPr/>
            <p:nvPr/>
          </p:nvGrpSpPr>
          <p:grpSpPr>
            <a:xfrm>
              <a:off x="2106300" y="5379782"/>
              <a:ext cx="1090306" cy="699429"/>
              <a:chOff x="2059737" y="5379782"/>
              <a:chExt cx="1090306" cy="699429"/>
            </a:xfrm>
          </p:grpSpPr>
          <p:sp>
            <p:nvSpPr>
              <p:cNvPr id="46" name="ïṥ1iďê">
                <a:extLst>
                  <a:ext uri="{FF2B5EF4-FFF2-40B4-BE49-F238E27FC236}">
                    <a16:creationId xmlns:a16="http://schemas.microsoft.com/office/drawing/2014/main" id="{EBFDEAB0-1912-462B-BA23-EF4551E883D8}"/>
                  </a:ext>
                </a:extLst>
              </p:cNvPr>
              <p:cNvSpPr/>
              <p:nvPr/>
            </p:nvSpPr>
            <p:spPr>
              <a:xfrm>
                <a:off x="2380339" y="5379782"/>
                <a:ext cx="449102" cy="272872"/>
              </a:xfrm>
              <a:prstGeom prst="rect">
                <a:avLst/>
              </a:prstGeom>
            </p:spPr>
            <p:txBody>
              <a:bodyPr wrap="none">
                <a:prstTxWarp prst="textPlain">
                  <a:avLst/>
                </a:prstTxWarp>
                <a:spAutoFit/>
              </a:bodyPr>
              <a:lstStyle/>
              <a:p>
                <a:pPr algn="ctr">
                  <a:defRPr/>
                </a:pPr>
                <a:r>
                  <a:rPr lang="en-US" altLang="zh-CN" b="1" kern="0" dirty="0">
                    <a:solidFill>
                      <a:srgbClr val="0C49B7"/>
                    </a:solidFill>
                    <a:latin typeface="Arial"/>
                    <a:ea typeface="微软雅黑 Light"/>
                  </a:rPr>
                  <a:t>XX%</a:t>
                </a:r>
              </a:p>
            </p:txBody>
          </p:sp>
          <p:sp>
            <p:nvSpPr>
              <p:cNvPr id="47" name="ïṡľíḍé">
                <a:extLst>
                  <a:ext uri="{FF2B5EF4-FFF2-40B4-BE49-F238E27FC236}">
                    <a16:creationId xmlns:a16="http://schemas.microsoft.com/office/drawing/2014/main" id="{78154DF7-6834-4FD0-BA0E-2F289C2684EE}"/>
                  </a:ext>
                </a:extLst>
              </p:cNvPr>
              <p:cNvSpPr txBox="1"/>
              <p:nvPr/>
            </p:nvSpPr>
            <p:spPr bwMode="auto">
              <a:xfrm>
                <a:off x="2059737"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2</a:t>
                </a:r>
              </a:p>
            </p:txBody>
          </p:sp>
        </p:grpSp>
        <p:grpSp>
          <p:nvGrpSpPr>
            <p:cNvPr id="33" name="i$ḷîḑè">
              <a:extLst>
                <a:ext uri="{FF2B5EF4-FFF2-40B4-BE49-F238E27FC236}">
                  <a16:creationId xmlns:a16="http://schemas.microsoft.com/office/drawing/2014/main" id="{1EB89D41-7D2E-44BC-A80C-A029C1887ABC}"/>
                </a:ext>
              </a:extLst>
            </p:cNvPr>
            <p:cNvGrpSpPr/>
            <p:nvPr/>
          </p:nvGrpSpPr>
          <p:grpSpPr>
            <a:xfrm>
              <a:off x="3526906" y="5379782"/>
              <a:ext cx="1090306" cy="699429"/>
              <a:chOff x="3503625" y="5379782"/>
              <a:chExt cx="1090306" cy="699429"/>
            </a:xfrm>
          </p:grpSpPr>
          <p:sp>
            <p:nvSpPr>
              <p:cNvPr id="44" name="îṧļïďe">
                <a:extLst>
                  <a:ext uri="{FF2B5EF4-FFF2-40B4-BE49-F238E27FC236}">
                    <a16:creationId xmlns:a16="http://schemas.microsoft.com/office/drawing/2014/main" id="{BB8E2042-E6CD-4BEB-AFCE-DE0F49DCE59A}"/>
                  </a:ext>
                </a:extLst>
              </p:cNvPr>
              <p:cNvSpPr/>
              <p:nvPr/>
            </p:nvSpPr>
            <p:spPr>
              <a:xfrm>
                <a:off x="3824227" y="5379782"/>
                <a:ext cx="449102" cy="272872"/>
              </a:xfrm>
              <a:prstGeom prst="rect">
                <a:avLst/>
              </a:prstGeom>
            </p:spPr>
            <p:txBody>
              <a:bodyPr wrap="none">
                <a:prstTxWarp prst="textPlain">
                  <a:avLst/>
                </a:prstTxWarp>
                <a:spAutoFit/>
              </a:bodyPr>
              <a:lstStyle/>
              <a:p>
                <a:pPr algn="ctr">
                  <a:defRPr/>
                </a:pPr>
                <a:r>
                  <a:rPr lang="en-US" altLang="zh-CN" b="1" kern="0" dirty="0">
                    <a:solidFill>
                      <a:srgbClr val="0C49B7"/>
                    </a:solidFill>
                    <a:latin typeface="Arial"/>
                    <a:ea typeface="微软雅黑 Light"/>
                  </a:rPr>
                  <a:t>XX%</a:t>
                </a:r>
              </a:p>
            </p:txBody>
          </p:sp>
          <p:sp>
            <p:nvSpPr>
              <p:cNvPr id="45" name="iṡľïḑê">
                <a:extLst>
                  <a:ext uri="{FF2B5EF4-FFF2-40B4-BE49-F238E27FC236}">
                    <a16:creationId xmlns:a16="http://schemas.microsoft.com/office/drawing/2014/main" id="{976478E8-60CA-491F-AEAC-A48F16475E4B}"/>
                  </a:ext>
                </a:extLst>
              </p:cNvPr>
              <p:cNvSpPr txBox="1"/>
              <p:nvPr/>
            </p:nvSpPr>
            <p:spPr bwMode="auto">
              <a:xfrm>
                <a:off x="3503625"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3</a:t>
                </a:r>
              </a:p>
            </p:txBody>
          </p:sp>
        </p:grpSp>
        <p:grpSp>
          <p:nvGrpSpPr>
            <p:cNvPr id="34" name="ïṣliḑé">
              <a:extLst>
                <a:ext uri="{FF2B5EF4-FFF2-40B4-BE49-F238E27FC236}">
                  <a16:creationId xmlns:a16="http://schemas.microsoft.com/office/drawing/2014/main" id="{89861DD4-1AE0-4A2F-934C-05E9AFF4F85A}"/>
                </a:ext>
              </a:extLst>
            </p:cNvPr>
            <p:cNvGrpSpPr/>
            <p:nvPr/>
          </p:nvGrpSpPr>
          <p:grpSpPr>
            <a:xfrm>
              <a:off x="4947513" y="5379782"/>
              <a:ext cx="1090306" cy="699429"/>
              <a:chOff x="4947513" y="5379782"/>
              <a:chExt cx="1090306" cy="699429"/>
            </a:xfrm>
          </p:grpSpPr>
          <p:sp>
            <p:nvSpPr>
              <p:cNvPr id="38" name="îSļîdè">
                <a:extLst>
                  <a:ext uri="{FF2B5EF4-FFF2-40B4-BE49-F238E27FC236}">
                    <a16:creationId xmlns:a16="http://schemas.microsoft.com/office/drawing/2014/main" id="{91B813B4-DDE0-428F-887D-A631EADC9AA8}"/>
                  </a:ext>
                </a:extLst>
              </p:cNvPr>
              <p:cNvSpPr/>
              <p:nvPr/>
            </p:nvSpPr>
            <p:spPr>
              <a:xfrm>
                <a:off x="5268115" y="5379782"/>
                <a:ext cx="449102" cy="272872"/>
              </a:xfrm>
              <a:prstGeom prst="rect">
                <a:avLst/>
              </a:prstGeom>
            </p:spPr>
            <p:txBody>
              <a:bodyPr wrap="none">
                <a:prstTxWarp prst="textPlain">
                  <a:avLst/>
                </a:prstTxWarp>
                <a:spAutoFit/>
              </a:bodyPr>
              <a:lstStyle/>
              <a:p>
                <a:pPr algn="ctr">
                  <a:defRPr/>
                </a:pPr>
                <a:r>
                  <a:rPr lang="en-US" altLang="zh-CN" b="1" kern="0" dirty="0">
                    <a:solidFill>
                      <a:srgbClr val="0C49B7"/>
                    </a:solidFill>
                    <a:latin typeface="Arial"/>
                    <a:ea typeface="微软雅黑 Light"/>
                  </a:rPr>
                  <a:t>XX%</a:t>
                </a:r>
              </a:p>
            </p:txBody>
          </p:sp>
          <p:sp>
            <p:nvSpPr>
              <p:cNvPr id="43" name="ïSḻiďê">
                <a:extLst>
                  <a:ext uri="{FF2B5EF4-FFF2-40B4-BE49-F238E27FC236}">
                    <a16:creationId xmlns:a16="http://schemas.microsoft.com/office/drawing/2014/main" id="{BB9BC5D9-6005-4705-9217-07568E835E00}"/>
                  </a:ext>
                </a:extLst>
              </p:cNvPr>
              <p:cNvSpPr txBox="1"/>
              <p:nvPr/>
            </p:nvSpPr>
            <p:spPr bwMode="auto">
              <a:xfrm>
                <a:off x="4947513"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4</a:t>
                </a:r>
              </a:p>
            </p:txBody>
          </p:sp>
        </p:grpSp>
        <p:cxnSp>
          <p:nvCxnSpPr>
            <p:cNvPr id="35" name="直接连接符 34">
              <a:extLst>
                <a:ext uri="{FF2B5EF4-FFF2-40B4-BE49-F238E27FC236}">
                  <a16:creationId xmlns:a16="http://schemas.microsoft.com/office/drawing/2014/main" id="{1911214A-F140-4D97-A631-8FA6BE8BC49D}"/>
                </a:ext>
              </a:extLst>
            </p:cNvPr>
            <p:cNvCxnSpPr/>
            <p:nvPr/>
          </p:nvCxnSpPr>
          <p:spPr>
            <a:xfrm>
              <a:off x="1945985" y="5313107"/>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36" name="直接连接符 35">
              <a:extLst>
                <a:ext uri="{FF2B5EF4-FFF2-40B4-BE49-F238E27FC236}">
                  <a16:creationId xmlns:a16="http://schemas.microsoft.com/office/drawing/2014/main" id="{236C783B-8177-4778-AE73-87697CD7EB86}"/>
                </a:ext>
              </a:extLst>
            </p:cNvPr>
            <p:cNvCxnSpPr/>
            <p:nvPr/>
          </p:nvCxnSpPr>
          <p:spPr>
            <a:xfrm>
              <a:off x="3422360" y="5284532"/>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37" name="直接连接符 36">
              <a:extLst>
                <a:ext uri="{FF2B5EF4-FFF2-40B4-BE49-F238E27FC236}">
                  <a16:creationId xmlns:a16="http://schemas.microsoft.com/office/drawing/2014/main" id="{FD27B76A-372E-4EC0-ABBF-130EC6C1907A}"/>
                </a:ext>
              </a:extLst>
            </p:cNvPr>
            <p:cNvCxnSpPr/>
            <p:nvPr/>
          </p:nvCxnSpPr>
          <p:spPr>
            <a:xfrm>
              <a:off x="4791000" y="5313107"/>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grpSp>
      <p:grpSp>
        <p:nvGrpSpPr>
          <p:cNvPr id="50" name="íṧ1iḋê">
            <a:extLst>
              <a:ext uri="{FF2B5EF4-FFF2-40B4-BE49-F238E27FC236}">
                <a16:creationId xmlns:a16="http://schemas.microsoft.com/office/drawing/2014/main" id="{9AAA6414-0251-4ABF-8A53-E200DA11996B}"/>
              </a:ext>
            </a:extLst>
          </p:cNvPr>
          <p:cNvGrpSpPr/>
          <p:nvPr/>
        </p:nvGrpSpPr>
        <p:grpSpPr>
          <a:xfrm>
            <a:off x="6168363" y="5188733"/>
            <a:ext cx="5352125" cy="859093"/>
            <a:chOff x="685694" y="5284532"/>
            <a:chExt cx="5352125" cy="859093"/>
          </a:xfrm>
        </p:grpSpPr>
        <p:grpSp>
          <p:nvGrpSpPr>
            <p:cNvPr id="51" name="išḷidè">
              <a:extLst>
                <a:ext uri="{FF2B5EF4-FFF2-40B4-BE49-F238E27FC236}">
                  <a16:creationId xmlns:a16="http://schemas.microsoft.com/office/drawing/2014/main" id="{FF6C3F9E-962E-47B3-8639-6D8F5B78E2BE}"/>
                </a:ext>
              </a:extLst>
            </p:cNvPr>
            <p:cNvGrpSpPr/>
            <p:nvPr/>
          </p:nvGrpSpPr>
          <p:grpSpPr>
            <a:xfrm>
              <a:off x="685694" y="5379782"/>
              <a:ext cx="1090306" cy="699429"/>
              <a:chOff x="685694" y="5379782"/>
              <a:chExt cx="1090306" cy="699429"/>
            </a:xfrm>
          </p:grpSpPr>
          <p:sp>
            <p:nvSpPr>
              <p:cNvPr id="64" name="iṣļiḓê">
                <a:extLst>
                  <a:ext uri="{FF2B5EF4-FFF2-40B4-BE49-F238E27FC236}">
                    <a16:creationId xmlns:a16="http://schemas.microsoft.com/office/drawing/2014/main" id="{1D1EB5E2-B37C-4470-B72D-643B5E52139E}"/>
                  </a:ext>
                </a:extLst>
              </p:cNvPr>
              <p:cNvSpPr txBox="1"/>
              <p:nvPr/>
            </p:nvSpPr>
            <p:spPr bwMode="auto">
              <a:xfrm>
                <a:off x="685694"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1</a:t>
                </a:r>
              </a:p>
            </p:txBody>
          </p:sp>
          <p:sp>
            <p:nvSpPr>
              <p:cNvPr id="65" name="ïS1ïḋé">
                <a:extLst>
                  <a:ext uri="{FF2B5EF4-FFF2-40B4-BE49-F238E27FC236}">
                    <a16:creationId xmlns:a16="http://schemas.microsoft.com/office/drawing/2014/main" id="{D271AB97-8BDE-4C1A-BFCA-B1F21C1D15F5}"/>
                  </a:ext>
                </a:extLst>
              </p:cNvPr>
              <p:cNvSpPr/>
              <p:nvPr/>
            </p:nvSpPr>
            <p:spPr>
              <a:xfrm>
                <a:off x="1006296" y="5379782"/>
                <a:ext cx="449102" cy="272872"/>
              </a:xfrm>
              <a:prstGeom prst="rect">
                <a:avLst/>
              </a:prstGeom>
            </p:spPr>
            <p:txBody>
              <a:bodyPr wrap="none">
                <a:prstTxWarp prst="textPlain">
                  <a:avLst/>
                </a:prstTxWarp>
                <a:spAutoFit/>
              </a:bodyPr>
              <a:lstStyle/>
              <a:p>
                <a:pPr algn="ctr">
                  <a:defRPr/>
                </a:pPr>
                <a:r>
                  <a:rPr lang="en-US" altLang="zh-CN" b="1" kern="0" dirty="0">
                    <a:solidFill>
                      <a:prstClr val="white">
                        <a:lumMod val="50000"/>
                      </a:prstClr>
                    </a:solidFill>
                    <a:latin typeface="Arial"/>
                    <a:ea typeface="微软雅黑 Light"/>
                  </a:rPr>
                  <a:t>XX%</a:t>
                </a:r>
              </a:p>
            </p:txBody>
          </p:sp>
        </p:grpSp>
        <p:grpSp>
          <p:nvGrpSpPr>
            <p:cNvPr id="52" name="ïṣļïdè">
              <a:extLst>
                <a:ext uri="{FF2B5EF4-FFF2-40B4-BE49-F238E27FC236}">
                  <a16:creationId xmlns:a16="http://schemas.microsoft.com/office/drawing/2014/main" id="{CA89A04B-0141-4FC4-8958-4FDF91C64530}"/>
                </a:ext>
              </a:extLst>
            </p:cNvPr>
            <p:cNvGrpSpPr/>
            <p:nvPr/>
          </p:nvGrpSpPr>
          <p:grpSpPr>
            <a:xfrm>
              <a:off x="2106300" y="5379782"/>
              <a:ext cx="1090306" cy="699429"/>
              <a:chOff x="2059737" y="5379782"/>
              <a:chExt cx="1090306" cy="699429"/>
            </a:xfrm>
          </p:grpSpPr>
          <p:sp>
            <p:nvSpPr>
              <p:cNvPr id="62" name="ïṡ1ïḑé">
                <a:extLst>
                  <a:ext uri="{FF2B5EF4-FFF2-40B4-BE49-F238E27FC236}">
                    <a16:creationId xmlns:a16="http://schemas.microsoft.com/office/drawing/2014/main" id="{38E4B529-A96A-4D88-870E-F477DDF50AD5}"/>
                  </a:ext>
                </a:extLst>
              </p:cNvPr>
              <p:cNvSpPr/>
              <p:nvPr/>
            </p:nvSpPr>
            <p:spPr>
              <a:xfrm>
                <a:off x="2380339" y="5379782"/>
                <a:ext cx="449102" cy="272872"/>
              </a:xfrm>
              <a:prstGeom prst="rect">
                <a:avLst/>
              </a:prstGeom>
            </p:spPr>
            <p:txBody>
              <a:bodyPr wrap="none">
                <a:prstTxWarp prst="textPlain">
                  <a:avLst/>
                </a:prstTxWarp>
                <a:spAutoFit/>
              </a:bodyPr>
              <a:lstStyle/>
              <a:p>
                <a:pPr algn="ctr">
                  <a:defRPr/>
                </a:pPr>
                <a:r>
                  <a:rPr lang="en-US" altLang="zh-CN" b="1" kern="0" dirty="0">
                    <a:solidFill>
                      <a:prstClr val="white">
                        <a:lumMod val="50000"/>
                      </a:prstClr>
                    </a:solidFill>
                    <a:latin typeface="Arial"/>
                    <a:ea typeface="微软雅黑 Light"/>
                  </a:rPr>
                  <a:t>XX%</a:t>
                </a:r>
              </a:p>
            </p:txBody>
          </p:sp>
          <p:sp>
            <p:nvSpPr>
              <p:cNvPr id="63" name="îsḻíḑê">
                <a:extLst>
                  <a:ext uri="{FF2B5EF4-FFF2-40B4-BE49-F238E27FC236}">
                    <a16:creationId xmlns:a16="http://schemas.microsoft.com/office/drawing/2014/main" id="{C0B79747-CF12-4979-874A-78D1A07857CE}"/>
                  </a:ext>
                </a:extLst>
              </p:cNvPr>
              <p:cNvSpPr txBox="1"/>
              <p:nvPr/>
            </p:nvSpPr>
            <p:spPr bwMode="auto">
              <a:xfrm>
                <a:off x="2059737"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2</a:t>
                </a:r>
              </a:p>
            </p:txBody>
          </p:sp>
        </p:grpSp>
        <p:grpSp>
          <p:nvGrpSpPr>
            <p:cNvPr id="53" name="îṧ1íḓé">
              <a:extLst>
                <a:ext uri="{FF2B5EF4-FFF2-40B4-BE49-F238E27FC236}">
                  <a16:creationId xmlns:a16="http://schemas.microsoft.com/office/drawing/2014/main" id="{155309EC-E227-4E72-B9B7-B3CC21C723CD}"/>
                </a:ext>
              </a:extLst>
            </p:cNvPr>
            <p:cNvGrpSpPr/>
            <p:nvPr/>
          </p:nvGrpSpPr>
          <p:grpSpPr>
            <a:xfrm>
              <a:off x="3526906" y="5379782"/>
              <a:ext cx="1090306" cy="699429"/>
              <a:chOff x="3503625" y="5379782"/>
              <a:chExt cx="1090306" cy="699429"/>
            </a:xfrm>
          </p:grpSpPr>
          <p:sp>
            <p:nvSpPr>
              <p:cNvPr id="60" name="iṡlïḍè">
                <a:extLst>
                  <a:ext uri="{FF2B5EF4-FFF2-40B4-BE49-F238E27FC236}">
                    <a16:creationId xmlns:a16="http://schemas.microsoft.com/office/drawing/2014/main" id="{0917AB5F-8A5D-4006-AE1F-6810376E52C8}"/>
                  </a:ext>
                </a:extLst>
              </p:cNvPr>
              <p:cNvSpPr/>
              <p:nvPr/>
            </p:nvSpPr>
            <p:spPr>
              <a:xfrm>
                <a:off x="3824227" y="5379782"/>
                <a:ext cx="449102" cy="272872"/>
              </a:xfrm>
              <a:prstGeom prst="rect">
                <a:avLst/>
              </a:prstGeom>
            </p:spPr>
            <p:txBody>
              <a:bodyPr wrap="none">
                <a:prstTxWarp prst="textPlain">
                  <a:avLst/>
                </a:prstTxWarp>
                <a:spAutoFit/>
              </a:bodyPr>
              <a:lstStyle/>
              <a:p>
                <a:pPr algn="ctr">
                  <a:defRPr/>
                </a:pPr>
                <a:r>
                  <a:rPr lang="en-US" altLang="zh-CN" b="1" kern="0" dirty="0">
                    <a:solidFill>
                      <a:prstClr val="white">
                        <a:lumMod val="50000"/>
                      </a:prstClr>
                    </a:solidFill>
                    <a:latin typeface="Arial"/>
                    <a:ea typeface="微软雅黑 Light"/>
                  </a:rPr>
                  <a:t>XX%</a:t>
                </a:r>
              </a:p>
            </p:txBody>
          </p:sp>
          <p:sp>
            <p:nvSpPr>
              <p:cNvPr id="61" name="ïṥḻîḑè">
                <a:extLst>
                  <a:ext uri="{FF2B5EF4-FFF2-40B4-BE49-F238E27FC236}">
                    <a16:creationId xmlns:a16="http://schemas.microsoft.com/office/drawing/2014/main" id="{59635132-2399-4E31-99BE-F0516588E33E}"/>
                  </a:ext>
                </a:extLst>
              </p:cNvPr>
              <p:cNvSpPr txBox="1"/>
              <p:nvPr/>
            </p:nvSpPr>
            <p:spPr bwMode="auto">
              <a:xfrm>
                <a:off x="3503625"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3</a:t>
                </a:r>
              </a:p>
            </p:txBody>
          </p:sp>
        </p:grpSp>
        <p:grpSp>
          <p:nvGrpSpPr>
            <p:cNvPr id="54" name="îşľiḓè">
              <a:extLst>
                <a:ext uri="{FF2B5EF4-FFF2-40B4-BE49-F238E27FC236}">
                  <a16:creationId xmlns:a16="http://schemas.microsoft.com/office/drawing/2014/main" id="{019B04E6-4853-419F-A7CF-ABCCC67D90DF}"/>
                </a:ext>
              </a:extLst>
            </p:cNvPr>
            <p:cNvGrpSpPr/>
            <p:nvPr/>
          </p:nvGrpSpPr>
          <p:grpSpPr>
            <a:xfrm>
              <a:off x="4947513" y="5379782"/>
              <a:ext cx="1090306" cy="699429"/>
              <a:chOff x="4947513" y="5379782"/>
              <a:chExt cx="1090306" cy="699429"/>
            </a:xfrm>
          </p:grpSpPr>
          <p:sp>
            <p:nvSpPr>
              <p:cNvPr id="58" name="îşļîďé">
                <a:extLst>
                  <a:ext uri="{FF2B5EF4-FFF2-40B4-BE49-F238E27FC236}">
                    <a16:creationId xmlns:a16="http://schemas.microsoft.com/office/drawing/2014/main" id="{766CFC68-7DB2-430A-824C-FC6B16624D1F}"/>
                  </a:ext>
                </a:extLst>
              </p:cNvPr>
              <p:cNvSpPr/>
              <p:nvPr/>
            </p:nvSpPr>
            <p:spPr>
              <a:xfrm>
                <a:off x="5268115" y="5379782"/>
                <a:ext cx="449102" cy="272872"/>
              </a:xfrm>
              <a:prstGeom prst="rect">
                <a:avLst/>
              </a:prstGeom>
            </p:spPr>
            <p:txBody>
              <a:bodyPr wrap="none">
                <a:prstTxWarp prst="textPlain">
                  <a:avLst/>
                </a:prstTxWarp>
                <a:spAutoFit/>
              </a:bodyPr>
              <a:lstStyle/>
              <a:p>
                <a:pPr algn="ctr">
                  <a:defRPr/>
                </a:pPr>
                <a:r>
                  <a:rPr lang="en-US" altLang="zh-CN" b="1" kern="0" dirty="0">
                    <a:solidFill>
                      <a:prstClr val="white">
                        <a:lumMod val="50000"/>
                      </a:prstClr>
                    </a:solidFill>
                    <a:latin typeface="Arial"/>
                    <a:ea typeface="微软雅黑 Light"/>
                  </a:rPr>
                  <a:t>XX%</a:t>
                </a:r>
              </a:p>
            </p:txBody>
          </p:sp>
          <p:sp>
            <p:nvSpPr>
              <p:cNvPr id="59" name="îšḷïḑê">
                <a:extLst>
                  <a:ext uri="{FF2B5EF4-FFF2-40B4-BE49-F238E27FC236}">
                    <a16:creationId xmlns:a16="http://schemas.microsoft.com/office/drawing/2014/main" id="{4881F5EC-C918-4578-BC6B-F82E7E951CDB}"/>
                  </a:ext>
                </a:extLst>
              </p:cNvPr>
              <p:cNvSpPr txBox="1"/>
              <p:nvPr/>
            </p:nvSpPr>
            <p:spPr bwMode="auto">
              <a:xfrm>
                <a:off x="4947513" y="5659977"/>
                <a:ext cx="1090306" cy="419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normAutofit/>
              </a:bodyPr>
              <a:lstStyle>
                <a:defPPr>
                  <a:defRPr lang="zh-CN"/>
                </a:defPPr>
                <a:lvl1pPr>
                  <a:lnSpc>
                    <a:spcPct val="100000"/>
                  </a:lnSpc>
                  <a:spcBef>
                    <a:spcPct val="0"/>
                  </a:spcBef>
                  <a:buFontTx/>
                  <a:buNone/>
                  <a:defRPr b="1">
                    <a:solidFill>
                      <a:schemeClr val="accent2"/>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a:pPr>
                <a:r>
                  <a:rPr lang="zh-CN" altLang="en-US" sz="1400" kern="0" dirty="0">
                    <a:solidFill>
                      <a:prstClr val="black"/>
                    </a:solidFill>
                    <a:latin typeface="微软雅黑"/>
                    <a:ea typeface="微软雅黑"/>
                  </a:rPr>
                  <a:t>输入标题</a:t>
                </a:r>
                <a:r>
                  <a:rPr lang="en-US" altLang="zh-CN" sz="1400" kern="0" dirty="0">
                    <a:solidFill>
                      <a:prstClr val="black"/>
                    </a:solidFill>
                    <a:latin typeface="微软雅黑"/>
                    <a:ea typeface="微软雅黑"/>
                  </a:rPr>
                  <a:t>4</a:t>
                </a:r>
              </a:p>
            </p:txBody>
          </p:sp>
        </p:grpSp>
        <p:cxnSp>
          <p:nvCxnSpPr>
            <p:cNvPr id="55" name="直接连接符 54">
              <a:extLst>
                <a:ext uri="{FF2B5EF4-FFF2-40B4-BE49-F238E27FC236}">
                  <a16:creationId xmlns:a16="http://schemas.microsoft.com/office/drawing/2014/main" id="{9054E34F-8DD0-4C16-B345-B1E71C7C0A66}"/>
                </a:ext>
              </a:extLst>
            </p:cNvPr>
            <p:cNvCxnSpPr/>
            <p:nvPr/>
          </p:nvCxnSpPr>
          <p:spPr>
            <a:xfrm>
              <a:off x="1945985" y="5313107"/>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56" name="直接连接符 55">
              <a:extLst>
                <a:ext uri="{FF2B5EF4-FFF2-40B4-BE49-F238E27FC236}">
                  <a16:creationId xmlns:a16="http://schemas.microsoft.com/office/drawing/2014/main" id="{CFE74FD3-ACB0-4C6C-A602-211C09324AC1}"/>
                </a:ext>
              </a:extLst>
            </p:cNvPr>
            <p:cNvCxnSpPr/>
            <p:nvPr/>
          </p:nvCxnSpPr>
          <p:spPr>
            <a:xfrm>
              <a:off x="3422360" y="5284532"/>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57" name="直接连接符 56">
              <a:extLst>
                <a:ext uri="{FF2B5EF4-FFF2-40B4-BE49-F238E27FC236}">
                  <a16:creationId xmlns:a16="http://schemas.microsoft.com/office/drawing/2014/main" id="{44EFA4EE-6775-4FF8-BB31-C74EA65871E5}"/>
                </a:ext>
              </a:extLst>
            </p:cNvPr>
            <p:cNvCxnSpPr/>
            <p:nvPr/>
          </p:nvCxnSpPr>
          <p:spPr>
            <a:xfrm>
              <a:off x="4791000" y="5313107"/>
              <a:ext cx="0" cy="830518"/>
            </a:xfrm>
            <a:prstGeom prst="line">
              <a:avLst/>
            </a:prstGeom>
            <a:noFill/>
            <a:ln w="3175" cap="rnd" cmpd="sng" algn="ctr">
              <a:solidFill>
                <a:sysClr val="window" lastClr="FFFFFF">
                  <a:lumMod val="75000"/>
                </a:sysClr>
              </a:solidFill>
              <a:prstDash val="solid"/>
              <a:round/>
              <a:headEnd type="none"/>
              <a:tailEnd type="none" w="med" len="med"/>
            </a:ln>
            <a:effectLst/>
          </p:spPr>
        </p:cxnSp>
      </p:grpSp>
    </p:spTree>
    <p:extLst>
      <p:ext uri="{BB962C8B-B14F-4D97-AF65-F5344CB8AC3E}">
        <p14:creationId xmlns:p14="http://schemas.microsoft.com/office/powerpoint/2010/main" val="388185082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0AC69A9E-43BF-4C01-B20F-E6263A637BE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549694" y="2040931"/>
            <a:ext cx="4874641" cy="4874641"/>
          </a:xfrm>
          <a:prstGeom prst="rect">
            <a:avLst/>
          </a:prstGeom>
        </p:spPr>
      </p:pic>
      <p:pic>
        <p:nvPicPr>
          <p:cNvPr id="51" name="图片占位符 10">
            <a:extLst>
              <a:ext uri="{FF2B5EF4-FFF2-40B4-BE49-F238E27FC236}">
                <a16:creationId xmlns:a16="http://schemas.microsoft.com/office/drawing/2014/main" id="{4A45EEC4-57B3-48D1-9228-0686F8DEE05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0" y="0"/>
            <a:ext cx="12191997" cy="3068960"/>
          </a:xfrm>
          <a:prstGeom prst="rect">
            <a:avLst/>
          </a:prstGeom>
        </p:spPr>
      </p:pic>
      <p:sp>
        <p:nvSpPr>
          <p:cNvPr id="52" name="矩形 51">
            <a:extLst>
              <a:ext uri="{FF2B5EF4-FFF2-40B4-BE49-F238E27FC236}">
                <a16:creationId xmlns:a16="http://schemas.microsoft.com/office/drawing/2014/main" id="{76405797-37B5-4B4F-821C-7687F80FDFC8}"/>
              </a:ext>
            </a:extLst>
          </p:cNvPr>
          <p:cNvSpPr/>
          <p:nvPr/>
        </p:nvSpPr>
        <p:spPr>
          <a:xfrm>
            <a:off x="0" y="0"/>
            <a:ext cx="12191997" cy="3068960"/>
          </a:xfrm>
          <a:prstGeom prst="rect">
            <a:avLst/>
          </a:prstGeom>
          <a:solidFill>
            <a:srgbClr val="0C49B7">
              <a:alpha val="83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Microsoft YaHei"/>
              <a:cs typeface="+mn-ea"/>
              <a:sym typeface="+mn-lt"/>
            </a:endParaRPr>
          </a:p>
        </p:txBody>
      </p:sp>
      <p:sp>
        <p:nvSpPr>
          <p:cNvPr id="53" name="文本占位符 8">
            <a:extLst>
              <a:ext uri="{FF2B5EF4-FFF2-40B4-BE49-F238E27FC236}">
                <a16:creationId xmlns:a16="http://schemas.microsoft.com/office/drawing/2014/main" id="{0EB26F33-B629-4284-8E8E-692509EC5E59}"/>
              </a:ext>
            </a:extLst>
          </p:cNvPr>
          <p:cNvSpPr txBox="1">
            <a:spLocks/>
          </p:cNvSpPr>
          <p:nvPr/>
        </p:nvSpPr>
        <p:spPr>
          <a:xfrm>
            <a:off x="4815507" y="1844824"/>
            <a:ext cx="2560983" cy="2530053"/>
          </a:xfrm>
          <a:custGeom>
            <a:avLst/>
            <a:gdLst>
              <a:gd name="connsiteX0" fmla="*/ 2057400 w 4114800"/>
              <a:gd name="connsiteY0" fmla="*/ 0 h 4065104"/>
              <a:gd name="connsiteX1" fmla="*/ 4114800 w 4114800"/>
              <a:gd name="connsiteY1" fmla="*/ 2032552 h 4065104"/>
              <a:gd name="connsiteX2" fmla="*/ 2057400 w 4114800"/>
              <a:gd name="connsiteY2" fmla="*/ 4065104 h 4065104"/>
              <a:gd name="connsiteX3" fmla="*/ 0 w 4114800"/>
              <a:gd name="connsiteY3" fmla="*/ 2032552 h 4065104"/>
            </a:gdLst>
            <a:ahLst/>
            <a:cxnLst>
              <a:cxn ang="0">
                <a:pos x="connsiteX0" y="connsiteY0"/>
              </a:cxn>
              <a:cxn ang="0">
                <a:pos x="connsiteX1" y="connsiteY1"/>
              </a:cxn>
              <a:cxn ang="0">
                <a:pos x="connsiteX2" y="connsiteY2"/>
              </a:cxn>
              <a:cxn ang="0">
                <a:pos x="connsiteX3" y="connsiteY3"/>
              </a:cxn>
            </a:cxnLst>
            <a:rect l="l" t="t" r="r" b="b"/>
            <a:pathLst>
              <a:path w="4114800" h="4065104">
                <a:moveTo>
                  <a:pt x="2057400" y="0"/>
                </a:moveTo>
                <a:lnTo>
                  <a:pt x="4114800" y="2032552"/>
                </a:lnTo>
                <a:lnTo>
                  <a:pt x="2057400" y="4065104"/>
                </a:lnTo>
                <a:lnTo>
                  <a:pt x="0" y="2032552"/>
                </a:lnTo>
                <a:close/>
              </a:path>
            </a:pathLst>
          </a:custGeom>
          <a:solidFill>
            <a:srgbClr val="0C49B7"/>
          </a:solidFill>
          <a:ln w="193675">
            <a:solidFill>
              <a:srgbClr val="FFFFFF"/>
            </a:solidFill>
          </a:ln>
        </p:spPr>
        <p:txBody>
          <a:bodyPr wrap="square" anchor="ctr">
            <a:noAutofit/>
          </a:bodyPr>
          <a:lstStyle>
            <a:lvl1pPr marL="0" indent="0" algn="ctr" defTabSz="914400" rtl="0" eaLnBrk="1" latinLnBrk="0" hangingPunct="1">
              <a:lnSpc>
                <a:spcPct val="90000"/>
              </a:lnSpc>
              <a:spcBef>
                <a:spcPts val="1000"/>
              </a:spcBef>
              <a:buFont typeface="Arial" panose="020B0604020202020204" pitchFamily="34" charset="0"/>
              <a:buNone/>
              <a:defRPr sz="9600" kern="1200">
                <a:solidFill>
                  <a:schemeClr val="bg1"/>
                </a:solidFill>
                <a:effectLst>
                  <a:innerShdw dist="63500" dir="16200000">
                    <a:schemeClr val="accent3"/>
                  </a:innerShdw>
                </a:effectLst>
                <a:latin typeface="Impact" panose="020B080603090205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zh-CN" altLang="en-US" sz="9600" b="0" i="0" u="none" strike="noStrike" kern="1200" cap="none" spc="0" normalizeH="0" baseline="0" noProof="0" dirty="0">
              <a:ln>
                <a:noFill/>
              </a:ln>
              <a:solidFill>
                <a:srgbClr val="FFFFFF"/>
              </a:solidFill>
              <a:effectLst>
                <a:innerShdw dist="63500" dir="16200000">
                  <a:srgbClr val="3889F5"/>
                </a:innerShdw>
              </a:effectLst>
              <a:uLnTx/>
              <a:uFillTx/>
              <a:latin typeface="Arial" panose="020F0502020204030204"/>
              <a:ea typeface="Microsoft YaHei"/>
              <a:cs typeface="+mn-ea"/>
              <a:sym typeface="+mn-lt"/>
            </a:endParaRPr>
          </a:p>
        </p:txBody>
      </p:sp>
      <p:pic>
        <p:nvPicPr>
          <p:cNvPr id="54" name="图片 53">
            <a:extLst>
              <a:ext uri="{FF2B5EF4-FFF2-40B4-BE49-F238E27FC236}">
                <a16:creationId xmlns:a16="http://schemas.microsoft.com/office/drawing/2014/main" id="{2DF1559D-8548-4E0E-BF5B-8BFFA2E26E0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21755" y="6406826"/>
            <a:ext cx="2095523" cy="334822"/>
          </a:xfrm>
          <a:prstGeom prst="rect">
            <a:avLst/>
          </a:prstGeom>
        </p:spPr>
      </p:pic>
      <p:sp>
        <p:nvSpPr>
          <p:cNvPr id="55" name="标题 4">
            <a:extLst>
              <a:ext uri="{FF2B5EF4-FFF2-40B4-BE49-F238E27FC236}">
                <a16:creationId xmlns:a16="http://schemas.microsoft.com/office/drawing/2014/main" id="{E7D8CBE5-FE9F-418C-936F-F0EA8209FD6F}"/>
              </a:ext>
            </a:extLst>
          </p:cNvPr>
          <p:cNvSpPr txBox="1">
            <a:spLocks/>
          </p:cNvSpPr>
          <p:nvPr/>
        </p:nvSpPr>
        <p:spPr>
          <a:xfrm>
            <a:off x="3431702" y="4358360"/>
            <a:ext cx="5328592"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5400" b="1"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请输入你的标题</a:t>
            </a:r>
          </a:p>
        </p:txBody>
      </p:sp>
      <p:cxnSp>
        <p:nvCxnSpPr>
          <p:cNvPr id="56" name="直接连接符 55">
            <a:extLst>
              <a:ext uri="{FF2B5EF4-FFF2-40B4-BE49-F238E27FC236}">
                <a16:creationId xmlns:a16="http://schemas.microsoft.com/office/drawing/2014/main" id="{F28A7BC2-F7B5-4629-BACA-BDE4C609FC28}"/>
              </a:ext>
            </a:extLst>
          </p:cNvPr>
          <p:cNvCxnSpPr>
            <a:cxnSpLocks/>
          </p:cNvCxnSpPr>
          <p:nvPr/>
        </p:nvCxnSpPr>
        <p:spPr>
          <a:xfrm>
            <a:off x="3575720" y="5244190"/>
            <a:ext cx="4752528" cy="0"/>
          </a:xfrm>
          <a:prstGeom prst="line">
            <a:avLst/>
          </a:prstGeom>
          <a:noFill/>
          <a:ln w="28575" cap="flat" cmpd="sng" algn="ctr">
            <a:solidFill>
              <a:srgbClr val="0C49B7"/>
            </a:solidFill>
            <a:prstDash val="solid"/>
            <a:headEnd type="oval" w="med" len="med"/>
            <a:tailEnd type="oval" w="med" len="med"/>
          </a:ln>
          <a:effectLst/>
        </p:spPr>
      </p:cxnSp>
      <p:sp>
        <p:nvSpPr>
          <p:cNvPr id="57" name="标题 4">
            <a:extLst>
              <a:ext uri="{FF2B5EF4-FFF2-40B4-BE49-F238E27FC236}">
                <a16:creationId xmlns:a16="http://schemas.microsoft.com/office/drawing/2014/main" id="{16A62788-7EE0-4EFE-A01A-54EA835D6B42}"/>
              </a:ext>
            </a:extLst>
          </p:cNvPr>
          <p:cNvSpPr txBox="1">
            <a:spLocks/>
          </p:cNvSpPr>
          <p:nvPr/>
        </p:nvSpPr>
        <p:spPr>
          <a:xfrm>
            <a:off x="2207565" y="5490719"/>
            <a:ext cx="7776866" cy="746593"/>
          </a:xfrm>
          <a:prstGeom prst="rect">
            <a:avLst/>
          </a:prstGeom>
        </p:spPr>
        <p:txBody>
          <a:bodyPr vert="horz" lIns="68562" tIns="34281" rIns="68562" bIns="34281"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125000"/>
              </a:lnSpc>
              <a:spcBef>
                <a:spcPct val="0"/>
              </a:spcBef>
              <a:spcAft>
                <a:spcPts val="0"/>
              </a:spcAft>
              <a:buClrTx/>
              <a:buSzTx/>
              <a:buFontTx/>
              <a:buNone/>
              <a:tabLst/>
              <a:defRPr/>
            </a:pPr>
            <a:r>
              <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rPr>
              <a:t>请输入你的副标题或标题说明以简洁为主说明本章的内容关键要点请输入你的副标题或标题说明以简洁为主说明本章的内容关键要点</a:t>
            </a:r>
          </a:p>
          <a:p>
            <a:pPr marL="0" marR="0" lvl="0" indent="0" algn="l" defTabSz="914400" rtl="0" eaLnBrk="1" fontAlgn="auto" latinLnBrk="0" hangingPunct="1">
              <a:lnSpc>
                <a:spcPct val="125000"/>
              </a:lnSpc>
              <a:spcBef>
                <a:spcPct val="0"/>
              </a:spcBef>
              <a:spcAft>
                <a:spcPts val="0"/>
              </a:spcAft>
              <a:buClrTx/>
              <a:buSzTx/>
              <a:buFontTx/>
              <a:buNone/>
              <a:tabLst/>
              <a:defRPr/>
            </a:pPr>
            <a:endParaRPr kumimoji="0" lang="zh-CN" altLang="en-US" sz="2000" b="0" i="0" u="none" strike="noStrike" kern="1200" cap="none" spc="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j-cs"/>
            </a:endParaRPr>
          </a:p>
        </p:txBody>
      </p:sp>
      <p:sp>
        <p:nvSpPr>
          <p:cNvPr id="58" name="文本框 57">
            <a:extLst>
              <a:ext uri="{FF2B5EF4-FFF2-40B4-BE49-F238E27FC236}">
                <a16:creationId xmlns:a16="http://schemas.microsoft.com/office/drawing/2014/main" id="{9E9D9706-9A52-46A2-9E3E-E8E1E0004EF3}"/>
              </a:ext>
            </a:extLst>
          </p:cNvPr>
          <p:cNvSpPr txBox="1"/>
          <p:nvPr/>
        </p:nvSpPr>
        <p:spPr>
          <a:xfrm>
            <a:off x="10704512" y="6406826"/>
            <a:ext cx="109998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0C49B7">
                    <a:alpha val="70000"/>
                  </a:srgbClr>
                </a:solidFill>
                <a:effectLst/>
                <a:uLnTx/>
                <a:uFillTx/>
                <a:latin typeface="Calibri"/>
                <a:ea typeface="宋体" panose="02010600030101010101" pitchFamily="2" charset="-122"/>
                <a:cs typeface="+mn-cs"/>
              </a:rPr>
              <a:t>JUNE 12</a:t>
            </a:r>
            <a:r>
              <a:rPr kumimoji="0" lang="en-US" altLang="zh-CN"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rPr>
              <a:t>th</a:t>
            </a:r>
            <a:endParaRPr kumimoji="0" lang="zh-CN" altLang="en-US" sz="1800" b="1" i="0" u="none" strike="noStrike" kern="1200" cap="none" spc="0" normalizeH="0" baseline="30000" noProof="0" dirty="0">
              <a:ln>
                <a:noFill/>
              </a:ln>
              <a:solidFill>
                <a:srgbClr val="0C49B7">
                  <a:alpha val="70000"/>
                </a:srgbClr>
              </a:solidFill>
              <a:effectLst/>
              <a:uLnTx/>
              <a:uFillTx/>
              <a:latin typeface="Calibri"/>
              <a:ea typeface="宋体" panose="02010600030101010101" pitchFamily="2" charset="-122"/>
              <a:cs typeface="+mn-cs"/>
            </a:endParaRPr>
          </a:p>
        </p:txBody>
      </p:sp>
      <p:sp>
        <p:nvSpPr>
          <p:cNvPr id="59" name="文本框 58">
            <a:extLst>
              <a:ext uri="{FF2B5EF4-FFF2-40B4-BE49-F238E27FC236}">
                <a16:creationId xmlns:a16="http://schemas.microsoft.com/office/drawing/2014/main" id="{2636ED38-FA38-4595-BA88-F62DA9746ACA}"/>
              </a:ext>
            </a:extLst>
          </p:cNvPr>
          <p:cNvSpPr txBox="1"/>
          <p:nvPr/>
        </p:nvSpPr>
        <p:spPr>
          <a:xfrm>
            <a:off x="5250253" y="2386575"/>
            <a:ext cx="1691489" cy="144655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rPr>
              <a:t>04</a:t>
            </a:r>
            <a:endParaRPr kumimoji="0" lang="zh-CN" altLang="en-US" sz="8800" b="1" i="0" u="none" strike="noStrike" kern="1200" cap="none" spc="0" normalizeH="0" baseline="0" noProof="0" dirty="0">
              <a:ln>
                <a:noFill/>
              </a:ln>
              <a:solidFill>
                <a:prstClr val="white"/>
              </a:solidFill>
              <a:effectLst/>
              <a:uLnTx/>
              <a:uFillTx/>
              <a:latin typeface="Arial Black" panose="020B0A04020102020204" pitchFamily="34" charset="0"/>
              <a:ea typeface="宋体" panose="02010600030101010101" pitchFamily="2" charset="-122"/>
              <a:cs typeface="+mn-cs"/>
            </a:endParaRPr>
          </a:p>
        </p:txBody>
      </p:sp>
    </p:spTree>
    <p:extLst>
      <p:ext uri="{BB962C8B-B14F-4D97-AF65-F5344CB8AC3E}">
        <p14:creationId xmlns:p14="http://schemas.microsoft.com/office/powerpoint/2010/main" val="5518105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6" name="图片占位符 6">
            <a:extLst>
              <a:ext uri="{FF2B5EF4-FFF2-40B4-BE49-F238E27FC236}">
                <a16:creationId xmlns:a16="http://schemas.microsoft.com/office/drawing/2014/main" id="{ED6275D1-4B9B-43B0-965F-114BB57849E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56977" y="2792679"/>
            <a:ext cx="1296899" cy="1442725"/>
          </a:xfrm>
          <a:prstGeom prst="rect">
            <a:avLst/>
          </a:prstGeom>
        </p:spPr>
      </p:pic>
      <p:sp>
        <p:nvSpPr>
          <p:cNvPr id="17" name="文本占位符 7">
            <a:extLst>
              <a:ext uri="{FF2B5EF4-FFF2-40B4-BE49-F238E27FC236}">
                <a16:creationId xmlns:a16="http://schemas.microsoft.com/office/drawing/2014/main" id="{3DC33712-44A1-4ED1-B993-07FBA663E523}"/>
              </a:ext>
            </a:extLst>
          </p:cNvPr>
          <p:cNvSpPr txBox="1">
            <a:spLocks/>
          </p:cNvSpPr>
          <p:nvPr/>
        </p:nvSpPr>
        <p:spPr>
          <a:xfrm>
            <a:off x="5241208" y="4367423"/>
            <a:ext cx="1737440" cy="421486"/>
          </a:xfrm>
          <a:prstGeom prst="rect">
            <a:avLst/>
          </a:prstGeom>
        </p:spPr>
        <p:txBody>
          <a:bodyPr/>
          <a:lstStyle>
            <a:lvl1pPr marL="0" indent="0" algn="ctr" defTabSz="914400" rtl="0" eaLnBrk="1" latinLnBrk="0" hangingPunct="1">
              <a:lnSpc>
                <a:spcPct val="90000"/>
              </a:lnSpc>
              <a:spcBef>
                <a:spcPts val="1000"/>
              </a:spcBef>
              <a:buFontTx/>
              <a:buNone/>
              <a:defRPr sz="2000" b="1"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solidFill>
                  <a:srgbClr val="0C49B7"/>
                </a:solidFill>
                <a:latin typeface="微软雅黑" panose="020B0503020204020204" pitchFamily="34" charset="-122"/>
                <a:ea typeface="微软雅黑" panose="020B0503020204020204" pitchFamily="34" charset="-122"/>
              </a:rPr>
              <a:t>你的标题</a:t>
            </a:r>
          </a:p>
        </p:txBody>
      </p:sp>
      <p:sp>
        <p:nvSpPr>
          <p:cNvPr id="18" name="iṡḻidè">
            <a:extLst>
              <a:ext uri="{FF2B5EF4-FFF2-40B4-BE49-F238E27FC236}">
                <a16:creationId xmlns:a16="http://schemas.microsoft.com/office/drawing/2014/main" id="{85AA1D85-C53C-4E22-91A3-B21B183C2A46}"/>
              </a:ext>
            </a:extLst>
          </p:cNvPr>
          <p:cNvSpPr/>
          <p:nvPr/>
        </p:nvSpPr>
        <p:spPr bwMode="auto">
          <a:xfrm flipV="1">
            <a:off x="680646" y="1127528"/>
            <a:ext cx="3931051" cy="5016085"/>
          </a:xfrm>
          <a:custGeom>
            <a:avLst/>
            <a:gdLst>
              <a:gd name="T0" fmla="*/ 2147483646 w 1285"/>
              <a:gd name="T1" fmla="*/ 0 h 592"/>
              <a:gd name="T2" fmla="*/ 2147483646 w 1285"/>
              <a:gd name="T3" fmla="*/ 2147483646 h 592"/>
              <a:gd name="T4" fmla="*/ 0 w 1285"/>
              <a:gd name="T5" fmla="*/ 2147483646 h 592"/>
              <a:gd name="T6" fmla="*/ 0 60000 65536"/>
              <a:gd name="T7" fmla="*/ 0 60000 65536"/>
              <a:gd name="T8" fmla="*/ 0 60000 65536"/>
            </a:gdLst>
            <a:ahLst/>
            <a:cxnLst>
              <a:cxn ang="T6">
                <a:pos x="T0" y="T1"/>
              </a:cxn>
              <a:cxn ang="T7">
                <a:pos x="T2" y="T3"/>
              </a:cxn>
              <a:cxn ang="T8">
                <a:pos x="T4" y="T5"/>
              </a:cxn>
            </a:cxnLst>
            <a:rect l="0" t="0" r="r" b="b"/>
            <a:pathLst>
              <a:path w="1285" h="592">
                <a:moveTo>
                  <a:pt x="1285" y="0"/>
                </a:moveTo>
                <a:lnTo>
                  <a:pt x="1285" y="592"/>
                </a:lnTo>
                <a:lnTo>
                  <a:pt x="0" y="592"/>
                </a:lnTo>
              </a:path>
            </a:pathLst>
          </a:custGeom>
          <a:noFill/>
          <a:ln w="22225" cap="flat" cmpd="sng">
            <a:solidFill>
              <a:srgbClr val="0C49B7"/>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a:bodyPr>
          <a:lstStyle/>
          <a:p>
            <a:pPr>
              <a:defRPr/>
            </a:pPr>
            <a:endParaRPr lang="zh-CN" altLang="en-US" kern="0">
              <a:solidFill>
                <a:prstClr val="black"/>
              </a:solidFill>
              <a:latin typeface="Arial"/>
              <a:ea typeface="微软雅黑 Light"/>
            </a:endParaRPr>
          </a:p>
        </p:txBody>
      </p:sp>
      <p:sp>
        <p:nvSpPr>
          <p:cNvPr id="19" name="išḷîdé">
            <a:extLst>
              <a:ext uri="{FF2B5EF4-FFF2-40B4-BE49-F238E27FC236}">
                <a16:creationId xmlns:a16="http://schemas.microsoft.com/office/drawing/2014/main" id="{C4EF851C-77DB-43C9-B5F0-479590D24E1B}"/>
              </a:ext>
            </a:extLst>
          </p:cNvPr>
          <p:cNvSpPr/>
          <p:nvPr/>
        </p:nvSpPr>
        <p:spPr bwMode="auto">
          <a:xfrm flipH="1" flipV="1">
            <a:off x="7608159" y="1127528"/>
            <a:ext cx="3931051" cy="5016085"/>
          </a:xfrm>
          <a:custGeom>
            <a:avLst/>
            <a:gdLst>
              <a:gd name="T0" fmla="*/ 2147483646 w 1285"/>
              <a:gd name="T1" fmla="*/ 0 h 592"/>
              <a:gd name="T2" fmla="*/ 2147483646 w 1285"/>
              <a:gd name="T3" fmla="*/ 2147483646 h 592"/>
              <a:gd name="T4" fmla="*/ 0 w 1285"/>
              <a:gd name="T5" fmla="*/ 2147483646 h 592"/>
              <a:gd name="T6" fmla="*/ 0 60000 65536"/>
              <a:gd name="T7" fmla="*/ 0 60000 65536"/>
              <a:gd name="T8" fmla="*/ 0 60000 65536"/>
            </a:gdLst>
            <a:ahLst/>
            <a:cxnLst>
              <a:cxn ang="T6">
                <a:pos x="T0" y="T1"/>
              </a:cxn>
              <a:cxn ang="T7">
                <a:pos x="T2" y="T3"/>
              </a:cxn>
              <a:cxn ang="T8">
                <a:pos x="T4" y="T5"/>
              </a:cxn>
            </a:cxnLst>
            <a:rect l="0" t="0" r="r" b="b"/>
            <a:pathLst>
              <a:path w="1285" h="592">
                <a:moveTo>
                  <a:pt x="1285" y="0"/>
                </a:moveTo>
                <a:lnTo>
                  <a:pt x="1285" y="592"/>
                </a:lnTo>
                <a:lnTo>
                  <a:pt x="0" y="592"/>
                </a:lnTo>
              </a:path>
            </a:pathLst>
          </a:custGeom>
          <a:noFill/>
          <a:ln w="22225" cap="flat" cmpd="sng">
            <a:solidFill>
              <a:srgbClr val="0C49B7"/>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a:bodyPr>
          <a:lstStyle/>
          <a:p>
            <a:pPr>
              <a:defRPr/>
            </a:pPr>
            <a:endParaRPr lang="zh-CN" altLang="en-US" kern="0">
              <a:solidFill>
                <a:prstClr val="black"/>
              </a:solidFill>
              <a:latin typeface="Arial"/>
              <a:ea typeface="微软雅黑 Light"/>
            </a:endParaRPr>
          </a:p>
        </p:txBody>
      </p:sp>
      <p:sp>
        <p:nvSpPr>
          <p:cNvPr id="20" name="ïṩlîḑê">
            <a:extLst>
              <a:ext uri="{FF2B5EF4-FFF2-40B4-BE49-F238E27FC236}">
                <a16:creationId xmlns:a16="http://schemas.microsoft.com/office/drawing/2014/main" id="{1C248420-3246-4B20-8F2C-D2B3C12E9637}"/>
              </a:ext>
            </a:extLst>
          </p:cNvPr>
          <p:cNvSpPr/>
          <p:nvPr/>
        </p:nvSpPr>
        <p:spPr bwMode="auto">
          <a:xfrm>
            <a:off x="4635783" y="3353198"/>
            <a:ext cx="703350" cy="0"/>
          </a:xfrm>
          <a:prstGeom prst="line">
            <a:avLst/>
          </a:prstGeom>
          <a:noFill/>
          <a:ln w="25400">
            <a:solidFill>
              <a:srgbClr val="0C49B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fontScale="25000" lnSpcReduction="20000"/>
          </a:bodyPr>
          <a:lstStyle/>
          <a:p>
            <a:pPr>
              <a:defRPr/>
            </a:pPr>
            <a:endParaRPr lang="zh-CN" altLang="en-US" kern="0">
              <a:solidFill>
                <a:prstClr val="black"/>
              </a:solidFill>
              <a:latin typeface="Arial"/>
              <a:ea typeface="微软雅黑 Light"/>
            </a:endParaRPr>
          </a:p>
        </p:txBody>
      </p:sp>
      <p:sp>
        <p:nvSpPr>
          <p:cNvPr id="21" name="íṡlîďè">
            <a:extLst>
              <a:ext uri="{FF2B5EF4-FFF2-40B4-BE49-F238E27FC236}">
                <a16:creationId xmlns:a16="http://schemas.microsoft.com/office/drawing/2014/main" id="{F961F3A1-03D8-40F7-B8EB-290204CA748B}"/>
              </a:ext>
            </a:extLst>
          </p:cNvPr>
          <p:cNvSpPr/>
          <p:nvPr/>
        </p:nvSpPr>
        <p:spPr bwMode="auto">
          <a:xfrm flipH="1">
            <a:off x="6885540" y="3353198"/>
            <a:ext cx="698531" cy="0"/>
          </a:xfrm>
          <a:prstGeom prst="line">
            <a:avLst/>
          </a:prstGeom>
          <a:noFill/>
          <a:ln w="25400">
            <a:solidFill>
              <a:srgbClr val="0C49B7"/>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0" tIns="0" rIns="0" bIns="0" anchor="ctr">
            <a:normAutofit fontScale="25000" lnSpcReduction="20000"/>
          </a:bodyPr>
          <a:lstStyle/>
          <a:p>
            <a:pPr>
              <a:defRPr/>
            </a:pPr>
            <a:endParaRPr lang="zh-CN" altLang="en-US" kern="0">
              <a:solidFill>
                <a:prstClr val="black"/>
              </a:solidFill>
              <a:latin typeface="Arial"/>
              <a:ea typeface="微软雅黑 Light"/>
            </a:endParaRPr>
          </a:p>
        </p:txBody>
      </p:sp>
      <p:sp>
        <p:nvSpPr>
          <p:cNvPr id="22" name="iSlîḋè">
            <a:extLst>
              <a:ext uri="{FF2B5EF4-FFF2-40B4-BE49-F238E27FC236}">
                <a16:creationId xmlns:a16="http://schemas.microsoft.com/office/drawing/2014/main" id="{D45185B8-95DA-4561-AD99-33776465C264}"/>
              </a:ext>
            </a:extLst>
          </p:cNvPr>
          <p:cNvSpPr txBox="1"/>
          <p:nvPr/>
        </p:nvSpPr>
        <p:spPr>
          <a:xfrm>
            <a:off x="7896000" y="1137753"/>
            <a:ext cx="3615354" cy="499702"/>
          </a:xfrm>
          <a:prstGeom prst="rect">
            <a:avLst/>
          </a:prstGeom>
          <a:noFill/>
        </p:spPr>
        <p:txBody>
          <a:bodyPr wrap="none" lIns="90000" tIns="46800" rIns="90000" bIns="46800" rtlCol="0" anchor="ctr" anchorCtr="0">
            <a:normAutofit/>
          </a:bodyPr>
          <a:lstStyle/>
          <a:p>
            <a:pP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1</a:t>
            </a:r>
          </a:p>
        </p:txBody>
      </p:sp>
      <p:sp>
        <p:nvSpPr>
          <p:cNvPr id="23" name="íšḷïďé">
            <a:extLst>
              <a:ext uri="{FF2B5EF4-FFF2-40B4-BE49-F238E27FC236}">
                <a16:creationId xmlns:a16="http://schemas.microsoft.com/office/drawing/2014/main" id="{9C04F6B7-3DD4-4223-9959-99F0C34DBA2C}"/>
              </a:ext>
            </a:extLst>
          </p:cNvPr>
          <p:cNvSpPr txBox="1"/>
          <p:nvPr/>
        </p:nvSpPr>
        <p:spPr>
          <a:xfrm>
            <a:off x="7896000" y="1637457"/>
            <a:ext cx="3615353" cy="661627"/>
          </a:xfrm>
          <a:prstGeom prst="rect">
            <a:avLst/>
          </a:prstGeom>
          <a:noFill/>
        </p:spPr>
        <p:txBody>
          <a:bodyPr wrap="square" lIns="90000" tIns="46800" rIns="90000" bIns="46800" rtlCol="0">
            <a:normAutofit fontScale="92500" lnSpcReduction="20000"/>
          </a:bodyPr>
          <a:lstStyle/>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nSpc>
                <a:spcPct val="150000"/>
              </a:lnSpc>
              <a:defRPr/>
            </a:pPr>
            <a:endParaRPr lang="en-US" altLang="zh-CN" sz="1000" dirty="0">
              <a:solidFill>
                <a:prstClr val="black"/>
              </a:solidFill>
              <a:latin typeface="Arial"/>
              <a:ea typeface="微软雅黑 Light"/>
            </a:endParaRPr>
          </a:p>
        </p:txBody>
      </p:sp>
      <p:sp>
        <p:nvSpPr>
          <p:cNvPr id="24" name="ïṣ1íďe">
            <a:extLst>
              <a:ext uri="{FF2B5EF4-FFF2-40B4-BE49-F238E27FC236}">
                <a16:creationId xmlns:a16="http://schemas.microsoft.com/office/drawing/2014/main" id="{F5E7BF88-34D3-44CF-84F8-B838E240A629}"/>
              </a:ext>
            </a:extLst>
          </p:cNvPr>
          <p:cNvSpPr txBox="1"/>
          <p:nvPr/>
        </p:nvSpPr>
        <p:spPr>
          <a:xfrm>
            <a:off x="7896000" y="2450038"/>
            <a:ext cx="3615354" cy="499702"/>
          </a:xfrm>
          <a:prstGeom prst="rect">
            <a:avLst/>
          </a:prstGeom>
          <a:noFill/>
        </p:spPr>
        <p:txBody>
          <a:bodyPr wrap="none" lIns="90000" tIns="46800" rIns="90000" bIns="46800" rtlCol="0" anchor="ctr" anchorCtr="0">
            <a:normAutofit/>
          </a:bodyPr>
          <a:lstStyle/>
          <a:p>
            <a:pP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2</a:t>
            </a:r>
          </a:p>
        </p:txBody>
      </p:sp>
      <p:sp>
        <p:nvSpPr>
          <p:cNvPr id="25" name="íŝľïḑe">
            <a:extLst>
              <a:ext uri="{FF2B5EF4-FFF2-40B4-BE49-F238E27FC236}">
                <a16:creationId xmlns:a16="http://schemas.microsoft.com/office/drawing/2014/main" id="{6AF7962A-7B09-4414-ADAF-ADD8249B34BF}"/>
              </a:ext>
            </a:extLst>
          </p:cNvPr>
          <p:cNvSpPr txBox="1"/>
          <p:nvPr/>
        </p:nvSpPr>
        <p:spPr>
          <a:xfrm>
            <a:off x="7896000" y="2949742"/>
            <a:ext cx="3615353" cy="661627"/>
          </a:xfrm>
          <a:prstGeom prst="rect">
            <a:avLst/>
          </a:prstGeom>
          <a:noFill/>
        </p:spPr>
        <p:txBody>
          <a:bodyPr wrap="square" lIns="90000" tIns="46800" rIns="90000" bIns="46800" rtlCol="0">
            <a:normAutofit fontScale="92500" lnSpcReduction="20000"/>
          </a:bodyPr>
          <a:lstStyle/>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nSpc>
                <a:spcPct val="150000"/>
              </a:lnSpc>
              <a:defRPr/>
            </a:pPr>
            <a:endParaRPr lang="en-US" altLang="zh-CN" sz="1000" dirty="0">
              <a:solidFill>
                <a:prstClr val="black"/>
              </a:solidFill>
              <a:latin typeface="Arial"/>
              <a:ea typeface="微软雅黑 Light"/>
            </a:endParaRPr>
          </a:p>
        </p:txBody>
      </p:sp>
      <p:sp>
        <p:nvSpPr>
          <p:cNvPr id="26" name="ïŝľíďè">
            <a:extLst>
              <a:ext uri="{FF2B5EF4-FFF2-40B4-BE49-F238E27FC236}">
                <a16:creationId xmlns:a16="http://schemas.microsoft.com/office/drawing/2014/main" id="{1834B4CD-FF60-4422-9596-AA39346B8D55}"/>
              </a:ext>
            </a:extLst>
          </p:cNvPr>
          <p:cNvSpPr txBox="1"/>
          <p:nvPr/>
        </p:nvSpPr>
        <p:spPr>
          <a:xfrm>
            <a:off x="7896000" y="3762323"/>
            <a:ext cx="3615354" cy="499702"/>
          </a:xfrm>
          <a:prstGeom prst="rect">
            <a:avLst/>
          </a:prstGeom>
          <a:noFill/>
        </p:spPr>
        <p:txBody>
          <a:bodyPr wrap="none" lIns="90000" tIns="46800" rIns="90000" bIns="46800" rtlCol="0" anchor="ctr" anchorCtr="0">
            <a:normAutofit/>
          </a:bodyPr>
          <a:lstStyle/>
          <a:p>
            <a:pP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3</a:t>
            </a:r>
          </a:p>
        </p:txBody>
      </p:sp>
      <p:sp>
        <p:nvSpPr>
          <p:cNvPr id="27" name="iṧlîḍe">
            <a:extLst>
              <a:ext uri="{FF2B5EF4-FFF2-40B4-BE49-F238E27FC236}">
                <a16:creationId xmlns:a16="http://schemas.microsoft.com/office/drawing/2014/main" id="{C3E347C5-834E-4F64-8534-D62A00AD7F43}"/>
              </a:ext>
            </a:extLst>
          </p:cNvPr>
          <p:cNvSpPr txBox="1"/>
          <p:nvPr/>
        </p:nvSpPr>
        <p:spPr>
          <a:xfrm>
            <a:off x="7896000" y="4262027"/>
            <a:ext cx="3615353" cy="661627"/>
          </a:xfrm>
          <a:prstGeom prst="rect">
            <a:avLst/>
          </a:prstGeom>
          <a:noFill/>
        </p:spPr>
        <p:txBody>
          <a:bodyPr wrap="square" lIns="90000" tIns="46800" rIns="90000" bIns="46800" rtlCol="0">
            <a:normAutofit fontScale="92500" lnSpcReduction="20000"/>
          </a:bodyPr>
          <a:lstStyle/>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nSpc>
                <a:spcPct val="150000"/>
              </a:lnSpc>
              <a:defRPr/>
            </a:pPr>
            <a:endParaRPr lang="en-US" altLang="zh-CN" sz="1000" dirty="0">
              <a:solidFill>
                <a:prstClr val="black"/>
              </a:solidFill>
              <a:latin typeface="Arial"/>
              <a:ea typeface="微软雅黑 Light"/>
            </a:endParaRPr>
          </a:p>
        </p:txBody>
      </p:sp>
      <p:sp>
        <p:nvSpPr>
          <p:cNvPr id="28" name="íṩlïdé">
            <a:extLst>
              <a:ext uri="{FF2B5EF4-FFF2-40B4-BE49-F238E27FC236}">
                <a16:creationId xmlns:a16="http://schemas.microsoft.com/office/drawing/2014/main" id="{2B509867-CE85-41B4-936A-67AEC4834E0B}"/>
              </a:ext>
            </a:extLst>
          </p:cNvPr>
          <p:cNvSpPr txBox="1"/>
          <p:nvPr/>
        </p:nvSpPr>
        <p:spPr>
          <a:xfrm>
            <a:off x="7896000" y="5074609"/>
            <a:ext cx="3615354" cy="499702"/>
          </a:xfrm>
          <a:prstGeom prst="rect">
            <a:avLst/>
          </a:prstGeom>
          <a:noFill/>
        </p:spPr>
        <p:txBody>
          <a:bodyPr wrap="none" lIns="90000" tIns="46800" rIns="90000" bIns="46800" rtlCol="0" anchor="ctr" anchorCtr="0">
            <a:normAutofit/>
          </a:bodyPr>
          <a:lstStyle/>
          <a:p>
            <a:pP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4</a:t>
            </a:r>
          </a:p>
        </p:txBody>
      </p:sp>
      <p:sp>
        <p:nvSpPr>
          <p:cNvPr id="29" name="iṣľîḑè">
            <a:extLst>
              <a:ext uri="{FF2B5EF4-FFF2-40B4-BE49-F238E27FC236}">
                <a16:creationId xmlns:a16="http://schemas.microsoft.com/office/drawing/2014/main" id="{D3C71939-A117-424B-B57C-A01D20AEC2CC}"/>
              </a:ext>
            </a:extLst>
          </p:cNvPr>
          <p:cNvSpPr txBox="1"/>
          <p:nvPr/>
        </p:nvSpPr>
        <p:spPr>
          <a:xfrm>
            <a:off x="7896000" y="5574313"/>
            <a:ext cx="3615353" cy="661627"/>
          </a:xfrm>
          <a:prstGeom prst="rect">
            <a:avLst/>
          </a:prstGeom>
          <a:noFill/>
        </p:spPr>
        <p:txBody>
          <a:bodyPr wrap="square" lIns="90000" tIns="46800" rIns="90000" bIns="46800" rtlCol="0">
            <a:normAutofit fontScale="92500" lnSpcReduction="20000"/>
          </a:bodyPr>
          <a:lstStyle/>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B</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nSpc>
                <a:spcPct val="150000"/>
              </a:lnSpc>
              <a:defRPr/>
            </a:pPr>
            <a:endParaRPr lang="en-US" altLang="zh-CN" sz="1000" dirty="0">
              <a:solidFill>
                <a:prstClr val="black"/>
              </a:solidFill>
              <a:latin typeface="Arial"/>
              <a:ea typeface="微软雅黑 Light"/>
            </a:endParaRPr>
          </a:p>
        </p:txBody>
      </p:sp>
      <p:grpSp>
        <p:nvGrpSpPr>
          <p:cNvPr id="30" name="íśľidê">
            <a:extLst>
              <a:ext uri="{FF2B5EF4-FFF2-40B4-BE49-F238E27FC236}">
                <a16:creationId xmlns:a16="http://schemas.microsoft.com/office/drawing/2014/main" id="{AA462450-8BDB-49DD-BE56-7A519620FFD5}"/>
              </a:ext>
            </a:extLst>
          </p:cNvPr>
          <p:cNvGrpSpPr/>
          <p:nvPr/>
        </p:nvGrpSpPr>
        <p:grpSpPr>
          <a:xfrm>
            <a:off x="8032361" y="2363709"/>
            <a:ext cx="3492889" cy="2631232"/>
            <a:chOff x="8032360" y="2363709"/>
            <a:chExt cx="3555547" cy="2631232"/>
          </a:xfrm>
        </p:grpSpPr>
        <p:cxnSp>
          <p:nvCxnSpPr>
            <p:cNvPr id="31" name="直接连接符 30">
              <a:extLst>
                <a:ext uri="{FF2B5EF4-FFF2-40B4-BE49-F238E27FC236}">
                  <a16:creationId xmlns:a16="http://schemas.microsoft.com/office/drawing/2014/main" id="{019B63D2-DC61-4CB1-B8E8-8C7F7B8DE58C}"/>
                </a:ext>
              </a:extLst>
            </p:cNvPr>
            <p:cNvCxnSpPr>
              <a:cxnSpLocks/>
            </p:cNvCxnSpPr>
            <p:nvPr/>
          </p:nvCxnSpPr>
          <p:spPr>
            <a:xfrm>
              <a:off x="8032360" y="2363709"/>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32" name="直接连接符 31">
              <a:extLst>
                <a:ext uri="{FF2B5EF4-FFF2-40B4-BE49-F238E27FC236}">
                  <a16:creationId xmlns:a16="http://schemas.microsoft.com/office/drawing/2014/main" id="{06366975-DE11-4E4A-A814-77C5F8BFC949}"/>
                </a:ext>
              </a:extLst>
            </p:cNvPr>
            <p:cNvCxnSpPr>
              <a:cxnSpLocks/>
            </p:cNvCxnSpPr>
            <p:nvPr/>
          </p:nvCxnSpPr>
          <p:spPr>
            <a:xfrm>
              <a:off x="8032360" y="3679325"/>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33" name="直接连接符 32">
              <a:extLst>
                <a:ext uri="{FF2B5EF4-FFF2-40B4-BE49-F238E27FC236}">
                  <a16:creationId xmlns:a16="http://schemas.microsoft.com/office/drawing/2014/main" id="{B1B797E5-9C60-49D5-A3A7-911A11D127F2}"/>
                </a:ext>
              </a:extLst>
            </p:cNvPr>
            <p:cNvCxnSpPr>
              <a:cxnSpLocks/>
            </p:cNvCxnSpPr>
            <p:nvPr/>
          </p:nvCxnSpPr>
          <p:spPr>
            <a:xfrm>
              <a:off x="8032360" y="4994941"/>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grpSp>
      <p:sp>
        <p:nvSpPr>
          <p:cNvPr id="34" name="íšḻiḓê">
            <a:extLst>
              <a:ext uri="{FF2B5EF4-FFF2-40B4-BE49-F238E27FC236}">
                <a16:creationId xmlns:a16="http://schemas.microsoft.com/office/drawing/2014/main" id="{BA044371-8C75-41B0-9FB5-18C585821816}"/>
              </a:ext>
            </a:extLst>
          </p:cNvPr>
          <p:cNvSpPr txBox="1"/>
          <p:nvPr/>
        </p:nvSpPr>
        <p:spPr>
          <a:xfrm>
            <a:off x="665389" y="1137753"/>
            <a:ext cx="3615354" cy="499702"/>
          </a:xfrm>
          <a:prstGeom prst="rect">
            <a:avLst/>
          </a:prstGeom>
          <a:noFill/>
        </p:spPr>
        <p:txBody>
          <a:bodyPr wrap="none" lIns="90000" tIns="46800" rIns="90000" bIns="46800" rtlCol="0" anchor="ctr" anchorCtr="0">
            <a:normAutofit/>
          </a:bodyPr>
          <a:lstStyle/>
          <a:p>
            <a:pPr algn="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1</a:t>
            </a:r>
          </a:p>
        </p:txBody>
      </p:sp>
      <p:sp>
        <p:nvSpPr>
          <p:cNvPr id="35" name="îṡľíḓé">
            <a:extLst>
              <a:ext uri="{FF2B5EF4-FFF2-40B4-BE49-F238E27FC236}">
                <a16:creationId xmlns:a16="http://schemas.microsoft.com/office/drawing/2014/main" id="{DA6DB5CC-5C36-40DC-B70D-C5ADB8ED33C4}"/>
              </a:ext>
            </a:extLst>
          </p:cNvPr>
          <p:cNvSpPr txBox="1"/>
          <p:nvPr/>
        </p:nvSpPr>
        <p:spPr>
          <a:xfrm>
            <a:off x="665389" y="1637457"/>
            <a:ext cx="3615353" cy="661627"/>
          </a:xfrm>
          <a:prstGeom prst="rect">
            <a:avLst/>
          </a:prstGeom>
          <a:noFill/>
        </p:spPr>
        <p:txBody>
          <a:bodyPr wrap="square" lIns="90000" tIns="46800" rIns="90000" bIns="46800" rtlCol="0">
            <a:normAutofit fontScale="85000" lnSpcReduction="20000"/>
          </a:bodyPr>
          <a:lstStyle/>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gn="r">
              <a:lnSpc>
                <a:spcPct val="150000"/>
              </a:lnSpc>
              <a:defRPr/>
            </a:pPr>
            <a:endParaRPr lang="en-US" altLang="zh-CN" sz="1000" dirty="0">
              <a:solidFill>
                <a:prstClr val="black"/>
              </a:solidFill>
              <a:latin typeface="Arial"/>
              <a:ea typeface="微软雅黑 Light"/>
            </a:endParaRPr>
          </a:p>
        </p:txBody>
      </p:sp>
      <p:sp>
        <p:nvSpPr>
          <p:cNvPr id="36" name="işḻîḓe">
            <a:extLst>
              <a:ext uri="{FF2B5EF4-FFF2-40B4-BE49-F238E27FC236}">
                <a16:creationId xmlns:a16="http://schemas.microsoft.com/office/drawing/2014/main" id="{60A55953-E6AB-48A9-8B9A-A05E444CA7F7}"/>
              </a:ext>
            </a:extLst>
          </p:cNvPr>
          <p:cNvSpPr txBox="1"/>
          <p:nvPr/>
        </p:nvSpPr>
        <p:spPr>
          <a:xfrm>
            <a:off x="665389" y="2450038"/>
            <a:ext cx="3615354" cy="499702"/>
          </a:xfrm>
          <a:prstGeom prst="rect">
            <a:avLst/>
          </a:prstGeom>
          <a:noFill/>
        </p:spPr>
        <p:txBody>
          <a:bodyPr wrap="none" lIns="90000" tIns="46800" rIns="90000" bIns="46800" rtlCol="0" anchor="ctr" anchorCtr="0">
            <a:normAutofit/>
          </a:bodyPr>
          <a:lstStyle/>
          <a:p>
            <a:pPr algn="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2</a:t>
            </a:r>
          </a:p>
        </p:txBody>
      </p:sp>
      <p:sp>
        <p:nvSpPr>
          <p:cNvPr id="37" name="iś1iďè">
            <a:extLst>
              <a:ext uri="{FF2B5EF4-FFF2-40B4-BE49-F238E27FC236}">
                <a16:creationId xmlns:a16="http://schemas.microsoft.com/office/drawing/2014/main" id="{89758489-08A1-4D12-972F-BFBC2DD01C2F}"/>
              </a:ext>
            </a:extLst>
          </p:cNvPr>
          <p:cNvSpPr txBox="1"/>
          <p:nvPr/>
        </p:nvSpPr>
        <p:spPr>
          <a:xfrm>
            <a:off x="665389" y="2949742"/>
            <a:ext cx="3615353" cy="661627"/>
          </a:xfrm>
          <a:prstGeom prst="rect">
            <a:avLst/>
          </a:prstGeom>
          <a:noFill/>
        </p:spPr>
        <p:txBody>
          <a:bodyPr wrap="square" lIns="90000" tIns="46800" rIns="90000" bIns="46800" rtlCol="0">
            <a:normAutofit fontScale="92500" lnSpcReduction="20000"/>
          </a:bodyPr>
          <a:lstStyle/>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gn="r">
              <a:lnSpc>
                <a:spcPct val="150000"/>
              </a:lnSpc>
              <a:defRPr/>
            </a:pPr>
            <a:endParaRPr lang="en-US" altLang="zh-CN" sz="1000" dirty="0">
              <a:solidFill>
                <a:prstClr val="black"/>
              </a:solidFill>
              <a:latin typeface="Arial"/>
              <a:ea typeface="微软雅黑 Light"/>
            </a:endParaRPr>
          </a:p>
        </p:txBody>
      </p:sp>
      <p:sp>
        <p:nvSpPr>
          <p:cNvPr id="38" name="ïṣļïḑe">
            <a:extLst>
              <a:ext uri="{FF2B5EF4-FFF2-40B4-BE49-F238E27FC236}">
                <a16:creationId xmlns:a16="http://schemas.microsoft.com/office/drawing/2014/main" id="{558636FF-9D60-44A0-8B82-E6799A6B802F}"/>
              </a:ext>
            </a:extLst>
          </p:cNvPr>
          <p:cNvSpPr txBox="1"/>
          <p:nvPr/>
        </p:nvSpPr>
        <p:spPr>
          <a:xfrm>
            <a:off x="665389" y="3762323"/>
            <a:ext cx="3615354" cy="499702"/>
          </a:xfrm>
          <a:prstGeom prst="rect">
            <a:avLst/>
          </a:prstGeom>
          <a:noFill/>
        </p:spPr>
        <p:txBody>
          <a:bodyPr wrap="none" lIns="90000" tIns="46800" rIns="90000" bIns="46800" rtlCol="0" anchor="ctr" anchorCtr="0">
            <a:normAutofit/>
          </a:bodyPr>
          <a:lstStyle/>
          <a:p>
            <a:pPr algn="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3</a:t>
            </a:r>
          </a:p>
        </p:txBody>
      </p:sp>
      <p:sp>
        <p:nvSpPr>
          <p:cNvPr id="43" name="îs1ide">
            <a:extLst>
              <a:ext uri="{FF2B5EF4-FFF2-40B4-BE49-F238E27FC236}">
                <a16:creationId xmlns:a16="http://schemas.microsoft.com/office/drawing/2014/main" id="{8C6C1721-8D00-4744-A14D-0DE16EC0C0DD}"/>
              </a:ext>
            </a:extLst>
          </p:cNvPr>
          <p:cNvSpPr txBox="1"/>
          <p:nvPr/>
        </p:nvSpPr>
        <p:spPr>
          <a:xfrm>
            <a:off x="665389" y="4262027"/>
            <a:ext cx="3615353" cy="661627"/>
          </a:xfrm>
          <a:prstGeom prst="rect">
            <a:avLst/>
          </a:prstGeom>
          <a:noFill/>
        </p:spPr>
        <p:txBody>
          <a:bodyPr wrap="square" lIns="90000" tIns="46800" rIns="90000" bIns="46800" rtlCol="0">
            <a:normAutofit fontScale="92500" lnSpcReduction="20000"/>
          </a:bodyPr>
          <a:lstStyle/>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gn="r">
              <a:lnSpc>
                <a:spcPct val="150000"/>
              </a:lnSpc>
              <a:defRPr/>
            </a:pPr>
            <a:endParaRPr lang="en-US" altLang="zh-CN" sz="1000" dirty="0">
              <a:solidFill>
                <a:prstClr val="black"/>
              </a:solidFill>
              <a:latin typeface="Arial"/>
              <a:ea typeface="微软雅黑 Light"/>
            </a:endParaRPr>
          </a:p>
        </p:txBody>
      </p:sp>
      <p:sp>
        <p:nvSpPr>
          <p:cNvPr id="44" name="íSḻíďe">
            <a:extLst>
              <a:ext uri="{FF2B5EF4-FFF2-40B4-BE49-F238E27FC236}">
                <a16:creationId xmlns:a16="http://schemas.microsoft.com/office/drawing/2014/main" id="{7A5FC1B3-DB11-440E-98EB-2DCB76D712B4}"/>
              </a:ext>
            </a:extLst>
          </p:cNvPr>
          <p:cNvSpPr txBox="1"/>
          <p:nvPr/>
        </p:nvSpPr>
        <p:spPr>
          <a:xfrm>
            <a:off x="665389" y="5074609"/>
            <a:ext cx="3615354" cy="499702"/>
          </a:xfrm>
          <a:prstGeom prst="rect">
            <a:avLst/>
          </a:prstGeom>
          <a:noFill/>
        </p:spPr>
        <p:txBody>
          <a:bodyPr wrap="none" lIns="90000" tIns="46800" rIns="90000" bIns="46800" rtlCol="0" anchor="ctr" anchorCtr="0">
            <a:normAutofit/>
          </a:bodyPr>
          <a:lstStyle/>
          <a:p>
            <a:pPr algn="r">
              <a:defRPr/>
            </a:pPr>
            <a:r>
              <a:rPr lang="zh-CN" altLang="en-US" b="1" dirty="0">
                <a:solidFill>
                  <a:prstClr val="black"/>
                </a:solidFill>
                <a:latin typeface="微软雅黑"/>
                <a:ea typeface="微软雅黑"/>
              </a:rPr>
              <a:t>在这里输入问题</a:t>
            </a:r>
            <a:r>
              <a:rPr lang="en-US" altLang="zh-CN" b="1" dirty="0">
                <a:solidFill>
                  <a:prstClr val="black"/>
                </a:solidFill>
                <a:latin typeface="微软雅黑"/>
                <a:ea typeface="微软雅黑"/>
              </a:rPr>
              <a:t>4</a:t>
            </a:r>
          </a:p>
        </p:txBody>
      </p:sp>
      <p:sp>
        <p:nvSpPr>
          <p:cNvPr id="45" name="îSḷîḓe">
            <a:extLst>
              <a:ext uri="{FF2B5EF4-FFF2-40B4-BE49-F238E27FC236}">
                <a16:creationId xmlns:a16="http://schemas.microsoft.com/office/drawing/2014/main" id="{0E723E08-8C7F-4443-A5C3-746CAD54207E}"/>
              </a:ext>
            </a:extLst>
          </p:cNvPr>
          <p:cNvSpPr txBox="1"/>
          <p:nvPr/>
        </p:nvSpPr>
        <p:spPr>
          <a:xfrm>
            <a:off x="665389" y="5574313"/>
            <a:ext cx="3615353" cy="661627"/>
          </a:xfrm>
          <a:prstGeom prst="rect">
            <a:avLst/>
          </a:prstGeom>
          <a:noFill/>
        </p:spPr>
        <p:txBody>
          <a:bodyPr wrap="square" lIns="90000" tIns="46800" rIns="90000" bIns="46800" rtlCol="0">
            <a:normAutofit fontScale="92500" lnSpcReduction="20000"/>
          </a:bodyPr>
          <a:lstStyle/>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marL="171450" indent="-171450" algn="r">
              <a:lnSpc>
                <a:spcPct val="150000"/>
              </a:lnSpc>
              <a:buFont typeface="Arial" panose="020B0604020202020204" pitchFamily="34" charset="0"/>
              <a:buChar char="•"/>
              <a:defRPr/>
            </a:pPr>
            <a:r>
              <a:rPr lang="zh-CN" altLang="en-US" sz="1000" dirty="0">
                <a:solidFill>
                  <a:prstClr val="black"/>
                </a:solidFill>
                <a:latin typeface="Arial"/>
                <a:ea typeface="微软雅黑 Light"/>
              </a:rPr>
              <a:t>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方的答案在这里输入</a:t>
            </a:r>
            <a:r>
              <a:rPr lang="en-US" altLang="zh-CN" sz="1000" dirty="0">
                <a:solidFill>
                  <a:prstClr val="black"/>
                </a:solidFill>
                <a:latin typeface="Arial"/>
                <a:ea typeface="微软雅黑 Light"/>
              </a:rPr>
              <a:t>A</a:t>
            </a:r>
            <a:r>
              <a:rPr lang="zh-CN" altLang="en-US" sz="1000" dirty="0">
                <a:solidFill>
                  <a:prstClr val="black"/>
                </a:solidFill>
                <a:latin typeface="Arial"/>
                <a:ea typeface="微软雅黑 Light"/>
              </a:rPr>
              <a:t>方的答案</a:t>
            </a:r>
            <a:endParaRPr lang="en-US" altLang="zh-CN" sz="1000" dirty="0">
              <a:solidFill>
                <a:prstClr val="black"/>
              </a:solidFill>
              <a:latin typeface="Arial"/>
              <a:ea typeface="微软雅黑 Light"/>
            </a:endParaRPr>
          </a:p>
          <a:p>
            <a:pPr algn="r">
              <a:lnSpc>
                <a:spcPct val="150000"/>
              </a:lnSpc>
              <a:defRPr/>
            </a:pPr>
            <a:endParaRPr lang="en-US" altLang="zh-CN" sz="1000" dirty="0">
              <a:solidFill>
                <a:prstClr val="black"/>
              </a:solidFill>
              <a:latin typeface="Arial"/>
              <a:ea typeface="微软雅黑 Light"/>
            </a:endParaRPr>
          </a:p>
        </p:txBody>
      </p:sp>
      <p:grpSp>
        <p:nvGrpSpPr>
          <p:cNvPr id="46" name="íšľídé">
            <a:extLst>
              <a:ext uri="{FF2B5EF4-FFF2-40B4-BE49-F238E27FC236}">
                <a16:creationId xmlns:a16="http://schemas.microsoft.com/office/drawing/2014/main" id="{9A66CB8E-1D24-4297-90F2-DE4E11DD1E06}"/>
              </a:ext>
            </a:extLst>
          </p:cNvPr>
          <p:cNvGrpSpPr/>
          <p:nvPr/>
        </p:nvGrpSpPr>
        <p:grpSpPr>
          <a:xfrm>
            <a:off x="687450" y="2363709"/>
            <a:ext cx="3492889" cy="2631232"/>
            <a:chOff x="8032360" y="2363709"/>
            <a:chExt cx="3555547" cy="2631232"/>
          </a:xfrm>
        </p:grpSpPr>
        <p:cxnSp>
          <p:nvCxnSpPr>
            <p:cNvPr id="47" name="直接连接符 46">
              <a:extLst>
                <a:ext uri="{FF2B5EF4-FFF2-40B4-BE49-F238E27FC236}">
                  <a16:creationId xmlns:a16="http://schemas.microsoft.com/office/drawing/2014/main" id="{8F2556D3-C823-40C8-866B-A428B4EFACAE}"/>
                </a:ext>
              </a:extLst>
            </p:cNvPr>
            <p:cNvCxnSpPr>
              <a:cxnSpLocks/>
            </p:cNvCxnSpPr>
            <p:nvPr/>
          </p:nvCxnSpPr>
          <p:spPr>
            <a:xfrm>
              <a:off x="8032360" y="2363709"/>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48" name="直接连接符 47">
              <a:extLst>
                <a:ext uri="{FF2B5EF4-FFF2-40B4-BE49-F238E27FC236}">
                  <a16:creationId xmlns:a16="http://schemas.microsoft.com/office/drawing/2014/main" id="{4ED83A1B-E1EF-4C2B-82BB-F1D7E1C922E3}"/>
                </a:ext>
              </a:extLst>
            </p:cNvPr>
            <p:cNvCxnSpPr>
              <a:cxnSpLocks/>
            </p:cNvCxnSpPr>
            <p:nvPr/>
          </p:nvCxnSpPr>
          <p:spPr>
            <a:xfrm>
              <a:off x="8032360" y="3679325"/>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cxnSp>
          <p:nvCxnSpPr>
            <p:cNvPr id="49" name="直接连接符 48">
              <a:extLst>
                <a:ext uri="{FF2B5EF4-FFF2-40B4-BE49-F238E27FC236}">
                  <a16:creationId xmlns:a16="http://schemas.microsoft.com/office/drawing/2014/main" id="{9C6548BD-DEE2-4D2F-A98A-A09209EEF665}"/>
                </a:ext>
              </a:extLst>
            </p:cNvPr>
            <p:cNvCxnSpPr>
              <a:cxnSpLocks/>
            </p:cNvCxnSpPr>
            <p:nvPr/>
          </p:nvCxnSpPr>
          <p:spPr>
            <a:xfrm>
              <a:off x="8032360" y="4994941"/>
              <a:ext cx="3555547" cy="0"/>
            </a:xfrm>
            <a:prstGeom prst="line">
              <a:avLst/>
            </a:prstGeom>
            <a:noFill/>
            <a:ln w="3175" cap="rnd" cmpd="sng" algn="ctr">
              <a:solidFill>
                <a:sysClr val="window" lastClr="FFFFFF">
                  <a:lumMod val="75000"/>
                </a:sysClr>
              </a:solidFill>
              <a:prstDash val="solid"/>
              <a:round/>
              <a:headEnd type="none"/>
              <a:tailEnd type="none" w="med" len="med"/>
            </a:ln>
            <a:effectLst/>
          </p:spPr>
        </p:cxnSp>
      </p:grpSp>
      <p:sp>
        <p:nvSpPr>
          <p:cNvPr id="50" name="îṣḻíḍè">
            <a:extLst>
              <a:ext uri="{FF2B5EF4-FFF2-40B4-BE49-F238E27FC236}">
                <a16:creationId xmlns:a16="http://schemas.microsoft.com/office/drawing/2014/main" id="{6991ED0C-5A72-411C-8641-5103E142B253}"/>
              </a:ext>
            </a:extLst>
          </p:cNvPr>
          <p:cNvSpPr/>
          <p:nvPr/>
        </p:nvSpPr>
        <p:spPr>
          <a:xfrm>
            <a:off x="4398162" y="1471152"/>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Q1</a:t>
            </a:r>
            <a:endParaRPr sz="1600" b="1" dirty="0">
              <a:solidFill>
                <a:prstClr val="white"/>
              </a:solidFill>
              <a:latin typeface="Arial"/>
              <a:ea typeface="微软雅黑 Light"/>
            </a:endParaRPr>
          </a:p>
        </p:txBody>
      </p:sp>
      <p:sp>
        <p:nvSpPr>
          <p:cNvPr id="51" name="iṡḻíḋe">
            <a:extLst>
              <a:ext uri="{FF2B5EF4-FFF2-40B4-BE49-F238E27FC236}">
                <a16:creationId xmlns:a16="http://schemas.microsoft.com/office/drawing/2014/main" id="{544CC53F-30A1-49F5-93DD-40C90FD6F5E7}"/>
              </a:ext>
            </a:extLst>
          </p:cNvPr>
          <p:cNvSpPr/>
          <p:nvPr/>
        </p:nvSpPr>
        <p:spPr>
          <a:xfrm>
            <a:off x="7385371" y="1471152"/>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Q1</a:t>
            </a:r>
            <a:endParaRPr sz="1600" b="1" dirty="0">
              <a:solidFill>
                <a:prstClr val="white"/>
              </a:solidFill>
              <a:latin typeface="Arial"/>
              <a:ea typeface="微软雅黑 Light"/>
            </a:endParaRPr>
          </a:p>
        </p:txBody>
      </p:sp>
      <p:sp>
        <p:nvSpPr>
          <p:cNvPr id="52" name="íşḷíḓé">
            <a:extLst>
              <a:ext uri="{FF2B5EF4-FFF2-40B4-BE49-F238E27FC236}">
                <a16:creationId xmlns:a16="http://schemas.microsoft.com/office/drawing/2014/main" id="{CC44799E-13B1-4E8E-8DC9-4323E891379F}"/>
              </a:ext>
            </a:extLst>
          </p:cNvPr>
          <p:cNvSpPr/>
          <p:nvPr/>
        </p:nvSpPr>
        <p:spPr>
          <a:xfrm>
            <a:off x="4398162" y="2767134"/>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Q2</a:t>
            </a:r>
            <a:endParaRPr sz="1600" b="1" dirty="0">
              <a:solidFill>
                <a:prstClr val="white"/>
              </a:solidFill>
              <a:latin typeface="Arial"/>
              <a:ea typeface="微软雅黑 Light"/>
            </a:endParaRPr>
          </a:p>
        </p:txBody>
      </p:sp>
      <p:sp>
        <p:nvSpPr>
          <p:cNvPr id="53" name="îšḻïdé">
            <a:extLst>
              <a:ext uri="{FF2B5EF4-FFF2-40B4-BE49-F238E27FC236}">
                <a16:creationId xmlns:a16="http://schemas.microsoft.com/office/drawing/2014/main" id="{F8AAB064-1112-461E-9A25-62428ADEA16C}"/>
              </a:ext>
            </a:extLst>
          </p:cNvPr>
          <p:cNvSpPr/>
          <p:nvPr/>
        </p:nvSpPr>
        <p:spPr>
          <a:xfrm>
            <a:off x="7385371" y="2767134"/>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Q2</a:t>
            </a:r>
            <a:endParaRPr sz="1600" b="1" dirty="0">
              <a:solidFill>
                <a:prstClr val="white"/>
              </a:solidFill>
              <a:latin typeface="Arial"/>
              <a:ea typeface="微软雅黑 Light"/>
            </a:endParaRPr>
          </a:p>
        </p:txBody>
      </p:sp>
      <p:sp>
        <p:nvSpPr>
          <p:cNvPr id="54" name="iṧliḍê">
            <a:extLst>
              <a:ext uri="{FF2B5EF4-FFF2-40B4-BE49-F238E27FC236}">
                <a16:creationId xmlns:a16="http://schemas.microsoft.com/office/drawing/2014/main" id="{7319A94C-D1F2-44FC-A4AD-323F6F7B238C}"/>
              </a:ext>
            </a:extLst>
          </p:cNvPr>
          <p:cNvSpPr/>
          <p:nvPr/>
        </p:nvSpPr>
        <p:spPr>
          <a:xfrm>
            <a:off x="4398162" y="4063116"/>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Q3</a:t>
            </a:r>
            <a:endParaRPr sz="1600" b="1" dirty="0">
              <a:solidFill>
                <a:prstClr val="white"/>
              </a:solidFill>
              <a:latin typeface="Arial"/>
              <a:ea typeface="微软雅黑 Light"/>
            </a:endParaRPr>
          </a:p>
        </p:txBody>
      </p:sp>
      <p:sp>
        <p:nvSpPr>
          <p:cNvPr id="55" name="îśḷíde">
            <a:extLst>
              <a:ext uri="{FF2B5EF4-FFF2-40B4-BE49-F238E27FC236}">
                <a16:creationId xmlns:a16="http://schemas.microsoft.com/office/drawing/2014/main" id="{21086AF8-0AE1-4B7D-B421-0E5BC08A5A5F}"/>
              </a:ext>
            </a:extLst>
          </p:cNvPr>
          <p:cNvSpPr/>
          <p:nvPr/>
        </p:nvSpPr>
        <p:spPr>
          <a:xfrm>
            <a:off x="7385371" y="4063116"/>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Q3</a:t>
            </a:r>
            <a:endParaRPr sz="1600" b="1" dirty="0">
              <a:solidFill>
                <a:prstClr val="white"/>
              </a:solidFill>
              <a:latin typeface="Arial"/>
              <a:ea typeface="微软雅黑 Light"/>
            </a:endParaRPr>
          </a:p>
        </p:txBody>
      </p:sp>
      <p:sp>
        <p:nvSpPr>
          <p:cNvPr id="56" name="iśḷîdé">
            <a:extLst>
              <a:ext uri="{FF2B5EF4-FFF2-40B4-BE49-F238E27FC236}">
                <a16:creationId xmlns:a16="http://schemas.microsoft.com/office/drawing/2014/main" id="{EADCAB93-4E6D-4E6C-9AAA-DF5EE9D002EB}"/>
              </a:ext>
            </a:extLst>
          </p:cNvPr>
          <p:cNvSpPr/>
          <p:nvPr/>
        </p:nvSpPr>
        <p:spPr>
          <a:xfrm>
            <a:off x="4398162" y="5359098"/>
            <a:ext cx="421488" cy="421486"/>
          </a:xfrm>
          <a:prstGeom prst="roundRect">
            <a:avLst>
              <a:gd name="adj" fmla="val 50000"/>
            </a:avLst>
          </a:prstGeom>
          <a:solidFill>
            <a:srgbClr val="0C49B7"/>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Q4</a:t>
            </a:r>
            <a:endParaRPr sz="1600" b="1" dirty="0">
              <a:solidFill>
                <a:prstClr val="white"/>
              </a:solidFill>
              <a:latin typeface="Arial"/>
              <a:ea typeface="微软雅黑 Light"/>
            </a:endParaRPr>
          </a:p>
        </p:txBody>
      </p:sp>
      <p:sp>
        <p:nvSpPr>
          <p:cNvPr id="57" name="išḷïde">
            <a:extLst>
              <a:ext uri="{FF2B5EF4-FFF2-40B4-BE49-F238E27FC236}">
                <a16:creationId xmlns:a16="http://schemas.microsoft.com/office/drawing/2014/main" id="{F86E36D9-0E7C-4ED2-A025-7E3F9DADDC1B}"/>
              </a:ext>
            </a:extLst>
          </p:cNvPr>
          <p:cNvSpPr/>
          <p:nvPr/>
        </p:nvSpPr>
        <p:spPr>
          <a:xfrm>
            <a:off x="7385371" y="5359098"/>
            <a:ext cx="421488" cy="421486"/>
          </a:xfrm>
          <a:prstGeom prst="roundRect">
            <a:avLst>
              <a:gd name="adj" fmla="val 50000"/>
            </a:avLst>
          </a:prstGeom>
          <a:solidFill>
            <a:srgbClr val="004593"/>
          </a:solidFill>
          <a:ln w="57150" cap="flat">
            <a:solidFill>
              <a:sysClr val="window" lastClr="FFFFFF"/>
            </a:solidFill>
            <a:miter lim="400000"/>
          </a:ln>
          <a:effectLst/>
        </p:spPr>
        <p:txBody>
          <a:bodyPr wrap="none" lIns="0" tIns="0" rIns="0" bIns="0" numCol="1" anchor="ctr">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lgn="ctr">
              <a:defRPr sz="3200"/>
            </a:pPr>
            <a:r>
              <a:rPr lang="en-US" altLang="zh-CN" sz="1600" b="1" dirty="0">
                <a:solidFill>
                  <a:prstClr val="white"/>
                </a:solidFill>
                <a:latin typeface="Arial"/>
                <a:ea typeface="微软雅黑 Light"/>
              </a:rPr>
              <a:t>Q4</a:t>
            </a:r>
            <a:endParaRPr sz="1600" b="1" dirty="0">
              <a:solidFill>
                <a:prstClr val="white"/>
              </a:solidFill>
              <a:latin typeface="Arial"/>
              <a:ea typeface="微软雅黑 Light"/>
            </a:endParaRPr>
          </a:p>
        </p:txBody>
      </p:sp>
    </p:spTree>
    <p:extLst>
      <p:ext uri="{BB962C8B-B14F-4D97-AF65-F5344CB8AC3E}">
        <p14:creationId xmlns:p14="http://schemas.microsoft.com/office/powerpoint/2010/main" val="2627347612"/>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6" name="图片占位符 17">
            <a:extLst>
              <a:ext uri="{FF2B5EF4-FFF2-40B4-BE49-F238E27FC236}">
                <a16:creationId xmlns:a16="http://schemas.microsoft.com/office/drawing/2014/main" id="{DF8BE018-A272-4337-A571-42F96A01C7F1}"/>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802740" y="2281239"/>
            <a:ext cx="1539619" cy="2671915"/>
          </a:xfrm>
          <a:prstGeom prst="rect">
            <a:avLst/>
          </a:prstGeom>
        </p:spPr>
      </p:pic>
      <p:pic>
        <p:nvPicPr>
          <p:cNvPr id="17" name="图片占位符 17">
            <a:extLst>
              <a:ext uri="{FF2B5EF4-FFF2-40B4-BE49-F238E27FC236}">
                <a16:creationId xmlns:a16="http://schemas.microsoft.com/office/drawing/2014/main" id="{4F976131-85C4-444B-A675-488D6D558794}"/>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72766" y="2281239"/>
            <a:ext cx="1388408" cy="2671915"/>
          </a:xfrm>
          <a:prstGeom prst="rect">
            <a:avLst/>
          </a:prstGeom>
        </p:spPr>
      </p:pic>
      <p:sp>
        <p:nvSpPr>
          <p:cNvPr id="18" name="îšlîḍe">
            <a:extLst>
              <a:ext uri="{FF2B5EF4-FFF2-40B4-BE49-F238E27FC236}">
                <a16:creationId xmlns:a16="http://schemas.microsoft.com/office/drawing/2014/main" id="{3EB98638-03DE-4BC8-B6C3-D4C4BB34287B}"/>
              </a:ext>
            </a:extLst>
          </p:cNvPr>
          <p:cNvSpPr/>
          <p:nvPr/>
        </p:nvSpPr>
        <p:spPr>
          <a:xfrm>
            <a:off x="5729553" y="3324073"/>
            <a:ext cx="732893" cy="628955"/>
          </a:xfrm>
          <a:prstGeom prst="rect">
            <a:avLst/>
          </a:prstGeom>
        </p:spPr>
        <p:txBody>
          <a:bodyPr wrap="square" lIns="91440" tIns="45720" rIns="91440" bIns="45720">
            <a:normAutofit/>
          </a:bodyPr>
          <a:lstStyle/>
          <a:p>
            <a:pPr algn="ctr">
              <a:lnSpc>
                <a:spcPct val="120000"/>
              </a:lnSpc>
              <a:spcBef>
                <a:spcPct val="0"/>
              </a:spcBef>
              <a:defRPr/>
            </a:pPr>
            <a:r>
              <a:rPr lang="en-US" altLang="zh-CN" sz="3200" b="1" i="1" dirty="0">
                <a:solidFill>
                  <a:srgbClr val="FFC000"/>
                </a:solidFill>
                <a:latin typeface="Arial"/>
                <a:ea typeface="微软雅黑 Light"/>
              </a:rPr>
              <a:t>VS</a:t>
            </a:r>
          </a:p>
        </p:txBody>
      </p:sp>
      <p:sp>
        <p:nvSpPr>
          <p:cNvPr id="19" name="ïşľïḍé">
            <a:extLst>
              <a:ext uri="{FF2B5EF4-FFF2-40B4-BE49-F238E27FC236}">
                <a16:creationId xmlns:a16="http://schemas.microsoft.com/office/drawing/2014/main" id="{98177501-4588-4880-91B9-E0E6725F9DB1}"/>
              </a:ext>
            </a:extLst>
          </p:cNvPr>
          <p:cNvSpPr/>
          <p:nvPr/>
        </p:nvSpPr>
        <p:spPr>
          <a:xfrm>
            <a:off x="1619450" y="1784550"/>
            <a:ext cx="3708000" cy="3708000"/>
          </a:xfrm>
          <a:custGeom>
            <a:avLst/>
            <a:gdLst/>
            <a:ahLst/>
            <a:cxnLst>
              <a:cxn ang="0">
                <a:pos x="wd2" y="hd2"/>
              </a:cxn>
              <a:cxn ang="5400000">
                <a:pos x="wd2" y="hd2"/>
              </a:cxn>
              <a:cxn ang="10800000">
                <a:pos x="wd2" y="hd2"/>
              </a:cxn>
              <a:cxn ang="16200000">
                <a:pos x="wd2" y="hd2"/>
              </a:cxn>
            </a:cxnLst>
            <a:rect l="0" t="0" r="r" b="b"/>
            <a:pathLst>
              <a:path w="21600" h="21600" extrusionOk="0">
                <a:moveTo>
                  <a:pt x="0" y="2912"/>
                </a:moveTo>
                <a:lnTo>
                  <a:pt x="0" y="0"/>
                </a:lnTo>
                <a:lnTo>
                  <a:pt x="21600" y="0"/>
                </a:lnTo>
                <a:lnTo>
                  <a:pt x="21600" y="21600"/>
                </a:lnTo>
                <a:lnTo>
                  <a:pt x="0" y="21600"/>
                </a:lnTo>
                <a:lnTo>
                  <a:pt x="0" y="18688"/>
                </a:lnTo>
              </a:path>
            </a:pathLst>
          </a:custGeom>
          <a:noFill/>
          <a:ln w="22225" cap="flat">
            <a:solidFill>
              <a:sysClr val="window" lastClr="FFFFFF">
                <a:lumMod val="75000"/>
              </a:sysClr>
            </a:solidFill>
            <a:prstDash val="solid"/>
            <a:miter lim="400000"/>
          </a:ln>
          <a:effectLst>
            <a:outerShdw blurRad="127000" dist="25400" dir="2700000" algn="tl" rotWithShape="0">
              <a:prstClr val="black">
                <a:alpha val="35000"/>
              </a:prstClr>
            </a:outerShdw>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defTabSz="1460500">
              <a:lnSpc>
                <a:spcPct val="100000"/>
              </a:lnSpc>
              <a:spcBef>
                <a:spcPts val="0"/>
              </a:spcBef>
              <a:defRPr sz="10400">
                <a:solidFill>
                  <a:srgbClr val="000000"/>
                </a:solidFill>
              </a:defRPr>
            </a:pPr>
            <a:endParaRPr sz="1400" kern="0" dirty="0">
              <a:solidFill>
                <a:srgbClr val="000000"/>
              </a:solidFill>
              <a:latin typeface="Arial"/>
              <a:ea typeface="微软雅黑 Light"/>
            </a:endParaRPr>
          </a:p>
        </p:txBody>
      </p:sp>
      <p:sp>
        <p:nvSpPr>
          <p:cNvPr id="20" name="íś1ïḑe">
            <a:extLst>
              <a:ext uri="{FF2B5EF4-FFF2-40B4-BE49-F238E27FC236}">
                <a16:creationId xmlns:a16="http://schemas.microsoft.com/office/drawing/2014/main" id="{768B3C8E-1EF0-46C9-920A-E7532893B741}"/>
              </a:ext>
            </a:extLst>
          </p:cNvPr>
          <p:cNvSpPr txBox="1"/>
          <p:nvPr/>
        </p:nvSpPr>
        <p:spPr bwMode="auto">
          <a:xfrm flipH="1">
            <a:off x="2519447" y="1813125"/>
            <a:ext cx="2807999" cy="468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20000"/>
              </a:lnSpc>
              <a:spcBef>
                <a:spcPct val="0"/>
              </a:spcBef>
              <a:defRPr/>
            </a:pPr>
            <a:r>
              <a:rPr lang="zh-CN" altLang="en-US" sz="2000" b="1" dirty="0">
                <a:solidFill>
                  <a:prstClr val="black"/>
                </a:solidFill>
                <a:latin typeface="微软雅黑"/>
                <a:ea typeface="微软雅黑"/>
              </a:rPr>
              <a:t>输入主题</a:t>
            </a:r>
            <a:endParaRPr lang="en-US" altLang="zh-CN" sz="2000" b="1" dirty="0">
              <a:solidFill>
                <a:prstClr val="black"/>
              </a:solidFill>
              <a:latin typeface="微软雅黑"/>
              <a:ea typeface="微软雅黑"/>
            </a:endParaRPr>
          </a:p>
        </p:txBody>
      </p:sp>
      <p:sp>
        <p:nvSpPr>
          <p:cNvPr id="21" name="íšlïḑê">
            <a:extLst>
              <a:ext uri="{FF2B5EF4-FFF2-40B4-BE49-F238E27FC236}">
                <a16:creationId xmlns:a16="http://schemas.microsoft.com/office/drawing/2014/main" id="{D8F3AB70-3A05-4E68-AC1D-42DEDDAF1034}"/>
              </a:ext>
            </a:extLst>
          </p:cNvPr>
          <p:cNvSpPr/>
          <p:nvPr/>
        </p:nvSpPr>
        <p:spPr bwMode="auto">
          <a:xfrm flipH="1">
            <a:off x="2519449" y="2460498"/>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2" name="ïsľîḍe">
            <a:extLst>
              <a:ext uri="{FF2B5EF4-FFF2-40B4-BE49-F238E27FC236}">
                <a16:creationId xmlns:a16="http://schemas.microsoft.com/office/drawing/2014/main" id="{3E99AC93-7C6B-4DCD-8AB9-44A032E932A0}"/>
              </a:ext>
            </a:extLst>
          </p:cNvPr>
          <p:cNvSpPr/>
          <p:nvPr/>
        </p:nvSpPr>
        <p:spPr bwMode="auto">
          <a:xfrm flipH="1">
            <a:off x="2519449" y="3054991"/>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3" name="î$1ïḍe">
            <a:extLst>
              <a:ext uri="{FF2B5EF4-FFF2-40B4-BE49-F238E27FC236}">
                <a16:creationId xmlns:a16="http://schemas.microsoft.com/office/drawing/2014/main" id="{7FA96C6D-E36D-43F1-996D-1D31FD7F213F}"/>
              </a:ext>
            </a:extLst>
          </p:cNvPr>
          <p:cNvSpPr/>
          <p:nvPr/>
        </p:nvSpPr>
        <p:spPr bwMode="auto">
          <a:xfrm flipH="1">
            <a:off x="2519449" y="3649484"/>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4" name="iśḷïḍé">
            <a:extLst>
              <a:ext uri="{FF2B5EF4-FFF2-40B4-BE49-F238E27FC236}">
                <a16:creationId xmlns:a16="http://schemas.microsoft.com/office/drawing/2014/main" id="{62889EE9-4271-4FE6-ADEC-43D96AB8EFA4}"/>
              </a:ext>
            </a:extLst>
          </p:cNvPr>
          <p:cNvSpPr/>
          <p:nvPr/>
        </p:nvSpPr>
        <p:spPr bwMode="auto">
          <a:xfrm flipH="1">
            <a:off x="2519449" y="4243977"/>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5" name="ïšlide">
            <a:extLst>
              <a:ext uri="{FF2B5EF4-FFF2-40B4-BE49-F238E27FC236}">
                <a16:creationId xmlns:a16="http://schemas.microsoft.com/office/drawing/2014/main" id="{E8FB0AA4-4256-4F9E-8E99-359F207BEFA2}"/>
              </a:ext>
            </a:extLst>
          </p:cNvPr>
          <p:cNvSpPr/>
          <p:nvPr/>
        </p:nvSpPr>
        <p:spPr bwMode="auto">
          <a:xfrm flipH="1">
            <a:off x="2519449" y="4838470"/>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6" name="iŝliḋé">
            <a:extLst>
              <a:ext uri="{FF2B5EF4-FFF2-40B4-BE49-F238E27FC236}">
                <a16:creationId xmlns:a16="http://schemas.microsoft.com/office/drawing/2014/main" id="{D0FDCCF1-576D-4679-A2AF-DD11E66172A9}"/>
              </a:ext>
            </a:extLst>
          </p:cNvPr>
          <p:cNvSpPr/>
          <p:nvPr/>
        </p:nvSpPr>
        <p:spPr>
          <a:xfrm flipH="1">
            <a:off x="6864550" y="1784550"/>
            <a:ext cx="3708000" cy="3708000"/>
          </a:xfrm>
          <a:custGeom>
            <a:avLst/>
            <a:gdLst/>
            <a:ahLst/>
            <a:cxnLst>
              <a:cxn ang="0">
                <a:pos x="wd2" y="hd2"/>
              </a:cxn>
              <a:cxn ang="5400000">
                <a:pos x="wd2" y="hd2"/>
              </a:cxn>
              <a:cxn ang="10800000">
                <a:pos x="wd2" y="hd2"/>
              </a:cxn>
              <a:cxn ang="16200000">
                <a:pos x="wd2" y="hd2"/>
              </a:cxn>
            </a:cxnLst>
            <a:rect l="0" t="0" r="r" b="b"/>
            <a:pathLst>
              <a:path w="21600" h="21600" extrusionOk="0">
                <a:moveTo>
                  <a:pt x="0" y="2912"/>
                </a:moveTo>
                <a:lnTo>
                  <a:pt x="0" y="0"/>
                </a:lnTo>
                <a:lnTo>
                  <a:pt x="21600" y="0"/>
                </a:lnTo>
                <a:lnTo>
                  <a:pt x="21600" y="21600"/>
                </a:lnTo>
                <a:lnTo>
                  <a:pt x="0" y="21600"/>
                </a:lnTo>
                <a:lnTo>
                  <a:pt x="0" y="18688"/>
                </a:lnTo>
              </a:path>
            </a:pathLst>
          </a:custGeom>
          <a:noFill/>
          <a:ln w="22225" cap="flat">
            <a:solidFill>
              <a:sysClr val="window" lastClr="FFFFFF">
                <a:lumMod val="75000"/>
              </a:sysClr>
            </a:solidFill>
            <a:prstDash val="solid"/>
            <a:miter lim="400000"/>
          </a:ln>
          <a:effectLst>
            <a:outerShdw blurRad="127000" dist="38100" dir="2700000" algn="tl" rotWithShape="0">
              <a:prstClr val="black">
                <a:alpha val="35000"/>
              </a:prstClr>
            </a:outerShdw>
          </a:effectLst>
        </p:spPr>
        <p:txBody>
          <a:bodyPr wrap="square" lIns="91440" tIns="45720" rIns="91440" bIns="45720" numCol="1" anchor="ctr">
            <a:norm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1pPr>
            <a:lvl2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2pPr>
            <a:lvl3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3pPr>
            <a:lvl4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4pPr>
            <a:lvl5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5pPr>
            <a:lvl6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6pPr>
            <a:lvl7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7pPr>
            <a:lvl8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8pPr>
            <a:lvl9pPr marL="0" marR="0" indent="0" algn="ctr" defTabSz="457200" rtl="0" fontAlgn="auto" latinLnBrk="0" hangingPunct="0">
              <a:lnSpc>
                <a:spcPct val="80000"/>
              </a:lnSpc>
              <a:spcBef>
                <a:spcPts val="5500"/>
              </a:spcBef>
              <a:spcAft>
                <a:spcPts val="0"/>
              </a:spcAft>
              <a:buClrTx/>
              <a:buSzTx/>
              <a:buFontTx/>
              <a:buNone/>
              <a:tabLst/>
              <a:defRPr kumimoji="0" sz="5000" b="0" i="0" u="none" strike="noStrike" cap="none" spc="0" normalizeH="0" baseline="0">
                <a:ln>
                  <a:noFill/>
                </a:ln>
                <a:solidFill>
                  <a:srgbClr val="333333"/>
                </a:solidFill>
                <a:effectLst/>
                <a:uFillTx/>
              </a:defRPr>
            </a:lvl9pPr>
          </a:lstStyle>
          <a:p>
            <a:pPr defTabSz="1460500">
              <a:lnSpc>
                <a:spcPct val="100000"/>
              </a:lnSpc>
              <a:spcBef>
                <a:spcPts val="0"/>
              </a:spcBef>
              <a:defRPr sz="10400">
                <a:solidFill>
                  <a:srgbClr val="000000"/>
                </a:solidFill>
              </a:defRPr>
            </a:pPr>
            <a:endParaRPr sz="1400" kern="0" dirty="0">
              <a:solidFill>
                <a:srgbClr val="000000"/>
              </a:solidFill>
              <a:latin typeface="Arial"/>
              <a:ea typeface="微软雅黑 Light"/>
            </a:endParaRPr>
          </a:p>
        </p:txBody>
      </p:sp>
      <p:sp>
        <p:nvSpPr>
          <p:cNvPr id="27" name="iSlîďè">
            <a:extLst>
              <a:ext uri="{FF2B5EF4-FFF2-40B4-BE49-F238E27FC236}">
                <a16:creationId xmlns:a16="http://schemas.microsoft.com/office/drawing/2014/main" id="{4FCDAFE0-411D-4843-8E91-D2C8CE2568D6}"/>
              </a:ext>
            </a:extLst>
          </p:cNvPr>
          <p:cNvSpPr txBox="1"/>
          <p:nvPr/>
        </p:nvSpPr>
        <p:spPr bwMode="auto">
          <a:xfrm>
            <a:off x="6864554" y="1813125"/>
            <a:ext cx="2807999" cy="468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20000"/>
              </a:lnSpc>
              <a:spcBef>
                <a:spcPct val="0"/>
              </a:spcBef>
              <a:defRPr/>
            </a:pPr>
            <a:r>
              <a:rPr lang="zh-CN" altLang="en-US" sz="2000" b="1" dirty="0">
                <a:solidFill>
                  <a:prstClr val="black"/>
                </a:solidFill>
                <a:latin typeface="微软雅黑"/>
                <a:ea typeface="微软雅黑"/>
              </a:rPr>
              <a:t>输入主题</a:t>
            </a:r>
            <a:endParaRPr lang="en-US" altLang="zh-CN" sz="2000" b="1" dirty="0">
              <a:solidFill>
                <a:prstClr val="black"/>
              </a:solidFill>
              <a:latin typeface="微软雅黑"/>
              <a:ea typeface="微软雅黑"/>
            </a:endParaRPr>
          </a:p>
        </p:txBody>
      </p:sp>
      <p:sp>
        <p:nvSpPr>
          <p:cNvPr id="28" name="ïśḻïďè">
            <a:extLst>
              <a:ext uri="{FF2B5EF4-FFF2-40B4-BE49-F238E27FC236}">
                <a16:creationId xmlns:a16="http://schemas.microsoft.com/office/drawing/2014/main" id="{7876BDEF-4E46-4EFA-9C11-5F31AF71ABF8}"/>
              </a:ext>
            </a:extLst>
          </p:cNvPr>
          <p:cNvSpPr/>
          <p:nvPr/>
        </p:nvSpPr>
        <p:spPr bwMode="auto">
          <a:xfrm>
            <a:off x="6864552" y="2460498"/>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29" name="îṥļîdé">
            <a:extLst>
              <a:ext uri="{FF2B5EF4-FFF2-40B4-BE49-F238E27FC236}">
                <a16:creationId xmlns:a16="http://schemas.microsoft.com/office/drawing/2014/main" id="{37DCD0DD-26E2-4224-BDFB-A55BD1AF97F5}"/>
              </a:ext>
            </a:extLst>
          </p:cNvPr>
          <p:cNvSpPr/>
          <p:nvPr/>
        </p:nvSpPr>
        <p:spPr bwMode="auto">
          <a:xfrm>
            <a:off x="6864552" y="3054991"/>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30" name="îŝ1iḍé">
            <a:extLst>
              <a:ext uri="{FF2B5EF4-FFF2-40B4-BE49-F238E27FC236}">
                <a16:creationId xmlns:a16="http://schemas.microsoft.com/office/drawing/2014/main" id="{B5DC3E98-5903-4BC4-9E65-75E7732180A1}"/>
              </a:ext>
            </a:extLst>
          </p:cNvPr>
          <p:cNvSpPr/>
          <p:nvPr/>
        </p:nvSpPr>
        <p:spPr bwMode="auto">
          <a:xfrm>
            <a:off x="6864552" y="3649484"/>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31" name="îṥ1ídè">
            <a:extLst>
              <a:ext uri="{FF2B5EF4-FFF2-40B4-BE49-F238E27FC236}">
                <a16:creationId xmlns:a16="http://schemas.microsoft.com/office/drawing/2014/main" id="{C58408B5-F96C-4961-B3A0-597368776524}"/>
              </a:ext>
            </a:extLst>
          </p:cNvPr>
          <p:cNvSpPr/>
          <p:nvPr/>
        </p:nvSpPr>
        <p:spPr bwMode="auto">
          <a:xfrm>
            <a:off x="6864552" y="4243977"/>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a:p>
            <a:pPr marL="171450" indent="-171450" algn="r">
              <a:lnSpc>
                <a:spcPct val="120000"/>
              </a:lnSpc>
              <a:buFont typeface="Arial" panose="020B0604020202020204" pitchFamily="34" charset="0"/>
              <a:buChar char="•"/>
              <a:defRPr/>
            </a:pPr>
            <a:endParaRPr lang="en-US" altLang="zh-CN" sz="1100" dirty="0">
              <a:solidFill>
                <a:prstClr val="black"/>
              </a:solidFill>
              <a:latin typeface="Arial"/>
              <a:ea typeface="微软雅黑 Light"/>
            </a:endParaRPr>
          </a:p>
        </p:txBody>
      </p:sp>
      <p:sp>
        <p:nvSpPr>
          <p:cNvPr id="32" name="ïṥlíḑè">
            <a:extLst>
              <a:ext uri="{FF2B5EF4-FFF2-40B4-BE49-F238E27FC236}">
                <a16:creationId xmlns:a16="http://schemas.microsoft.com/office/drawing/2014/main" id="{498DE3B1-F4B1-4500-809D-42344E55C9BC}"/>
              </a:ext>
            </a:extLst>
          </p:cNvPr>
          <p:cNvSpPr/>
          <p:nvPr/>
        </p:nvSpPr>
        <p:spPr bwMode="auto">
          <a:xfrm>
            <a:off x="6864552" y="4838470"/>
            <a:ext cx="2807999"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20000"/>
              </a:lnSpc>
              <a:buFont typeface="Arial" panose="020B0604020202020204" pitchFamily="34" charset="0"/>
              <a:buChar char="•"/>
              <a:defRPr/>
            </a:pPr>
            <a:r>
              <a:rPr lang="zh-CN" altLang="en-US" sz="1100" dirty="0">
                <a:solidFill>
                  <a:prstClr val="black"/>
                </a:solidFill>
                <a:latin typeface="Arial"/>
                <a:ea typeface="微软雅黑 Light"/>
              </a:rPr>
              <a:t>在这里输入主要内容在这里输入主要内容在这里输入主要内容</a:t>
            </a:r>
            <a:endParaRPr lang="en-US" altLang="zh-CN" sz="1100" dirty="0">
              <a:solidFill>
                <a:prstClr val="black"/>
              </a:solidFill>
              <a:latin typeface="Arial"/>
              <a:ea typeface="微软雅黑 Light"/>
            </a:endParaRPr>
          </a:p>
        </p:txBody>
      </p:sp>
    </p:spTree>
    <p:extLst>
      <p:ext uri="{BB962C8B-B14F-4D97-AF65-F5344CB8AC3E}">
        <p14:creationId xmlns:p14="http://schemas.microsoft.com/office/powerpoint/2010/main" val="2671870198"/>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îŝľiḍê">
            <a:extLst>
              <a:ext uri="{FF2B5EF4-FFF2-40B4-BE49-F238E27FC236}">
                <a16:creationId xmlns:a16="http://schemas.microsoft.com/office/drawing/2014/main" id="{E33A3B1F-9ED1-483B-A30A-D29E9776F498}"/>
              </a:ext>
            </a:extLst>
          </p:cNvPr>
          <p:cNvSpPr/>
          <p:nvPr/>
        </p:nvSpPr>
        <p:spPr>
          <a:xfrm>
            <a:off x="-30784" y="5132118"/>
            <a:ext cx="12192000" cy="949479"/>
          </a:xfrm>
          <a:prstGeom prst="trapezoid">
            <a:avLst>
              <a:gd name="adj" fmla="val 92298"/>
            </a:avLst>
          </a:prstGeom>
          <a:solidFill>
            <a:sysClr val="window" lastClr="FFFFFF">
              <a:lumMod val="95000"/>
            </a:sysClr>
          </a:solidFill>
          <a:ln w="12700" cap="flat" cmpd="sng" algn="ctr">
            <a:noFill/>
            <a:prstDash val="solid"/>
            <a:miter lim="800000"/>
          </a:ln>
          <a:effectLst/>
        </p:spPr>
        <p:txBody>
          <a:bodyPr anchor="b"/>
          <a:lstStyle/>
          <a:p>
            <a:pPr algn="ctr" defTabSz="913765">
              <a:lnSpc>
                <a:spcPct val="150000"/>
              </a:lnSpc>
              <a:buSzPct val="25000"/>
              <a:defRPr/>
            </a:pPr>
            <a:r>
              <a:rPr lang="zh-CN" altLang="en-US" sz="1400" kern="0" dirty="0">
                <a:solidFill>
                  <a:prstClr val="black"/>
                </a:solidFill>
                <a:latin typeface="Arial"/>
                <a:ea typeface="微软雅黑 Light"/>
              </a:rPr>
              <a:t>在这里输入相关标语在这里输入相关标语在这里输入相关标语在这里输入相关标语在这里输入相关标语在这里输入相关标语</a:t>
            </a:r>
            <a:endParaRPr lang="de-DE" altLang="zh-CN" sz="1400" kern="0" dirty="0">
              <a:solidFill>
                <a:prstClr val="black"/>
              </a:solidFill>
              <a:latin typeface="Arial"/>
              <a:ea typeface="微软雅黑 Light"/>
            </a:endParaRPr>
          </a:p>
          <a:p>
            <a:pPr algn="ctr" defTabSz="913765">
              <a:lnSpc>
                <a:spcPct val="150000"/>
              </a:lnSpc>
              <a:buSzPct val="25000"/>
              <a:defRPr/>
            </a:pPr>
            <a:r>
              <a:rPr lang="zh-CN" altLang="en-US" sz="1400" kern="0" dirty="0">
                <a:solidFill>
                  <a:prstClr val="black"/>
                </a:solidFill>
                <a:latin typeface="Arial"/>
                <a:ea typeface="微软雅黑 Light"/>
              </a:rPr>
              <a:t>在这里输入相关标语在这里输入相关标语在这里输入相关标语在这里输入相关标语在这里输入相关标语在这里输入相关标语</a:t>
            </a:r>
            <a:endParaRPr lang="en-US" altLang="zh-CN" sz="1400" kern="0" dirty="0">
              <a:solidFill>
                <a:prstClr val="black"/>
              </a:solidFill>
              <a:latin typeface="Arial"/>
              <a:ea typeface="微软雅黑 Light"/>
            </a:endParaRPr>
          </a:p>
          <a:p>
            <a:pPr algn="ctr" defTabSz="913765">
              <a:lnSpc>
                <a:spcPct val="150000"/>
              </a:lnSpc>
              <a:buSzPct val="25000"/>
              <a:defRPr/>
            </a:pPr>
            <a:r>
              <a:rPr lang="zh-CN" altLang="en-US" sz="1400" kern="0" dirty="0">
                <a:solidFill>
                  <a:prstClr val="black"/>
                </a:solidFill>
                <a:latin typeface="Arial"/>
                <a:ea typeface="微软雅黑 Light"/>
              </a:rPr>
              <a:t>在这里输入相关标语在这里输入相关标语在这里输入相关标语在这里输入相关标语在这里输入相关标语在这里输入相关标语</a:t>
            </a:r>
            <a:endParaRPr lang="de-DE" altLang="zh-CN" sz="1400" kern="0" dirty="0">
              <a:solidFill>
                <a:prstClr val="black"/>
              </a:solidFill>
              <a:latin typeface="Arial"/>
              <a:ea typeface="微软雅黑 Light"/>
            </a:endParaRPr>
          </a:p>
        </p:txBody>
      </p:sp>
      <p:grpSp>
        <p:nvGrpSpPr>
          <p:cNvPr id="17" name="ï$ľîḑè">
            <a:extLst>
              <a:ext uri="{FF2B5EF4-FFF2-40B4-BE49-F238E27FC236}">
                <a16:creationId xmlns:a16="http://schemas.microsoft.com/office/drawing/2014/main" id="{FEBBC242-C0B6-4F14-B663-61D3BC73FC9C}"/>
              </a:ext>
            </a:extLst>
          </p:cNvPr>
          <p:cNvGrpSpPr/>
          <p:nvPr/>
        </p:nvGrpSpPr>
        <p:grpSpPr>
          <a:xfrm>
            <a:off x="1342326" y="1539000"/>
            <a:ext cx="9123270" cy="3161994"/>
            <a:chOff x="1342326" y="1917130"/>
            <a:chExt cx="9123270" cy="3161994"/>
          </a:xfrm>
        </p:grpSpPr>
        <p:grpSp>
          <p:nvGrpSpPr>
            <p:cNvPr id="18" name="isḻíḍé">
              <a:extLst>
                <a:ext uri="{FF2B5EF4-FFF2-40B4-BE49-F238E27FC236}">
                  <a16:creationId xmlns:a16="http://schemas.microsoft.com/office/drawing/2014/main" id="{AA4AEA44-7C5E-4757-8C0A-7BA745C53013}"/>
                </a:ext>
              </a:extLst>
            </p:cNvPr>
            <p:cNvGrpSpPr/>
            <p:nvPr/>
          </p:nvGrpSpPr>
          <p:grpSpPr>
            <a:xfrm>
              <a:off x="1342326" y="1917130"/>
              <a:ext cx="2868155" cy="3161994"/>
              <a:chOff x="1342326" y="1917130"/>
              <a:chExt cx="2868155" cy="3161994"/>
            </a:xfrm>
          </p:grpSpPr>
          <p:sp>
            <p:nvSpPr>
              <p:cNvPr id="43" name="işlïḋê">
                <a:extLst>
                  <a:ext uri="{FF2B5EF4-FFF2-40B4-BE49-F238E27FC236}">
                    <a16:creationId xmlns:a16="http://schemas.microsoft.com/office/drawing/2014/main" id="{B5A60511-1DE7-46CA-B83A-A2106679DF5D}"/>
                  </a:ext>
                </a:extLst>
              </p:cNvPr>
              <p:cNvSpPr/>
              <p:nvPr/>
            </p:nvSpPr>
            <p:spPr>
              <a:xfrm>
                <a:off x="1356784" y="1917130"/>
                <a:ext cx="2853695" cy="3161994"/>
              </a:xfrm>
              <a:prstGeom prst="snip1Rect">
                <a:avLst>
                  <a:gd name="adj" fmla="val 40731"/>
                </a:avLst>
              </a:prstGeom>
              <a:solidFill>
                <a:sysClr val="window" lastClr="FFFFFF"/>
              </a:solidFill>
              <a:ln w="3175" cap="flat" cmpd="sng" algn="ctr">
                <a:solidFill>
                  <a:srgbClr val="004593"/>
                </a:solid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44" name="ïşḻîḓe">
                <a:extLst>
                  <a:ext uri="{FF2B5EF4-FFF2-40B4-BE49-F238E27FC236}">
                    <a16:creationId xmlns:a16="http://schemas.microsoft.com/office/drawing/2014/main" id="{8945A46E-BEE8-49B6-9911-40869EBBB345}"/>
                  </a:ext>
                </a:extLst>
              </p:cNvPr>
              <p:cNvSpPr/>
              <p:nvPr/>
            </p:nvSpPr>
            <p:spPr>
              <a:xfrm>
                <a:off x="1356785" y="4955943"/>
                <a:ext cx="2853695" cy="123181"/>
              </a:xfrm>
              <a:prstGeom prst="rect">
                <a:avLst/>
              </a:prstGeom>
              <a:solidFill>
                <a:srgbClr val="0C49B7"/>
              </a:solidFill>
              <a:ln w="3175">
                <a:noFill/>
                <a:prstDash val="solid"/>
                <a:round/>
                <a:headEnd/>
                <a:tailEnd/>
              </a:ln>
              <a:effectLst/>
            </p:spPr>
            <p:txBody>
              <a:bodyPr anchor="ctr"/>
              <a:lstStyle/>
              <a:p>
                <a:pPr algn="ctr">
                  <a:defRPr/>
                </a:pPr>
                <a:endParaRPr kern="0" dirty="0">
                  <a:solidFill>
                    <a:prstClr val="black"/>
                  </a:solidFill>
                  <a:latin typeface="Arial"/>
                  <a:ea typeface="微软雅黑 Light"/>
                </a:endParaRPr>
              </a:p>
            </p:txBody>
          </p:sp>
          <p:sp>
            <p:nvSpPr>
              <p:cNvPr id="45" name="íş1ïḋê">
                <a:extLst>
                  <a:ext uri="{FF2B5EF4-FFF2-40B4-BE49-F238E27FC236}">
                    <a16:creationId xmlns:a16="http://schemas.microsoft.com/office/drawing/2014/main" id="{ACFB20CE-8C9C-4028-9AAA-4C93E3B05ADB}"/>
                  </a:ext>
                </a:extLst>
              </p:cNvPr>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C49B7"/>
              </a:solidFill>
              <a:ln w="3175">
                <a:noFill/>
                <a:prstDash val="solid"/>
                <a:round/>
                <a:headEnd/>
                <a:tailEnd/>
              </a:ln>
              <a:effectLst/>
            </p:spPr>
            <p:txBody>
              <a:bodyPr vert="horz" wrap="square" lIns="121920" tIns="60960" rIns="121920" bIns="60960" anchor="t" anchorCtr="0" compatLnSpc="1">
                <a:prstTxWarp prst="textNoShape">
                  <a:avLst/>
                </a:prstTxWarp>
                <a:normAutofit/>
              </a:bodyPr>
              <a:lstStyle/>
              <a:p>
                <a:pPr algn="r">
                  <a:defRPr/>
                </a:pPr>
                <a:r>
                  <a:rPr lang="zh-CN" altLang="en-US" sz="1400" b="1" kern="0" dirty="0">
                    <a:solidFill>
                      <a:prstClr val="white"/>
                    </a:solidFill>
                    <a:latin typeface="Arial"/>
                    <a:ea typeface="微软雅黑 Light"/>
                  </a:rPr>
                  <a:t>属性</a:t>
                </a:r>
                <a:endParaRPr lang="en-US" altLang="ko-KR" sz="1400" b="1" kern="0" dirty="0">
                  <a:solidFill>
                    <a:prstClr val="white"/>
                  </a:solidFill>
                  <a:latin typeface="Arial"/>
                  <a:ea typeface="微软雅黑 Light"/>
                </a:endParaRPr>
              </a:p>
            </p:txBody>
          </p:sp>
          <p:sp>
            <p:nvSpPr>
              <p:cNvPr id="46" name="îṡḷíďê">
                <a:extLst>
                  <a:ext uri="{FF2B5EF4-FFF2-40B4-BE49-F238E27FC236}">
                    <a16:creationId xmlns:a16="http://schemas.microsoft.com/office/drawing/2014/main" id="{0F5F46C5-79C9-410E-AEE4-C6BB67C83B20}"/>
                  </a:ext>
                </a:extLst>
              </p:cNvPr>
              <p:cNvSpPr txBox="1"/>
              <p:nvPr/>
            </p:nvSpPr>
            <p:spPr>
              <a:xfrm>
                <a:off x="1357283" y="1930354"/>
                <a:ext cx="1588717" cy="588331"/>
              </a:xfrm>
              <a:prstGeom prst="rect">
                <a:avLst/>
              </a:prstGeom>
              <a:noFill/>
            </p:spPr>
            <p:txBody>
              <a:bodyPr wrap="none" lIns="90000" tIns="46800" rIns="90000" bIns="46800" rtlCol="0" anchor="ctr" anchorCtr="0">
                <a:normAutofit/>
              </a:bodyPr>
              <a:lstStyle/>
              <a:p>
                <a:pPr>
                  <a:defRPr/>
                </a:pPr>
                <a:r>
                  <a:rPr lang="zh-CN" altLang="en-US" b="1" kern="0" dirty="0">
                    <a:solidFill>
                      <a:prstClr val="black"/>
                    </a:solidFill>
                    <a:latin typeface="微软雅黑"/>
                    <a:ea typeface="微软雅黑"/>
                  </a:rPr>
                  <a:t>输入标题</a:t>
                </a:r>
                <a:endParaRPr lang="en-US" altLang="zh-CN" b="1" kern="0" dirty="0">
                  <a:solidFill>
                    <a:prstClr val="black"/>
                  </a:solidFill>
                  <a:latin typeface="微软雅黑"/>
                  <a:ea typeface="微软雅黑"/>
                </a:endParaRPr>
              </a:p>
            </p:txBody>
          </p:sp>
          <p:sp>
            <p:nvSpPr>
              <p:cNvPr id="47" name="iślíde">
                <a:extLst>
                  <a:ext uri="{FF2B5EF4-FFF2-40B4-BE49-F238E27FC236}">
                    <a16:creationId xmlns:a16="http://schemas.microsoft.com/office/drawing/2014/main" id="{C98E5717-7D06-4F7C-B6EF-07AAF21AFAB1}"/>
                  </a:ext>
                </a:extLst>
              </p:cNvPr>
              <p:cNvSpPr txBox="1"/>
              <p:nvPr/>
            </p:nvSpPr>
            <p:spPr>
              <a:xfrm>
                <a:off x="1357282" y="2518686"/>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cxnSp>
            <p:nvCxnSpPr>
              <p:cNvPr id="48" name="直接连接符 47">
                <a:extLst>
                  <a:ext uri="{FF2B5EF4-FFF2-40B4-BE49-F238E27FC236}">
                    <a16:creationId xmlns:a16="http://schemas.microsoft.com/office/drawing/2014/main" id="{65664DC0-6B16-49AF-8F13-CA98E51CB0D6}"/>
                  </a:ext>
                </a:extLst>
              </p:cNvPr>
              <p:cNvCxnSpPr>
                <a:cxnSpLocks/>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49" name="直接连接符 48">
                <a:extLst>
                  <a:ext uri="{FF2B5EF4-FFF2-40B4-BE49-F238E27FC236}">
                    <a16:creationId xmlns:a16="http://schemas.microsoft.com/office/drawing/2014/main" id="{2B1F412B-9683-4ACC-98CA-498CF3DE1C1B}"/>
                  </a:ext>
                </a:extLst>
              </p:cNvPr>
              <p:cNvCxnSpPr>
                <a:cxnSpLocks/>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50" name="iślíde">
                <a:extLst>
                  <a:ext uri="{FF2B5EF4-FFF2-40B4-BE49-F238E27FC236}">
                    <a16:creationId xmlns:a16="http://schemas.microsoft.com/office/drawing/2014/main" id="{7946A82C-6987-41A7-B87A-E44F18F45F45}"/>
                  </a:ext>
                </a:extLst>
              </p:cNvPr>
              <p:cNvSpPr txBox="1"/>
              <p:nvPr/>
            </p:nvSpPr>
            <p:spPr>
              <a:xfrm>
                <a:off x="1356782" y="3282748"/>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sp>
            <p:nvSpPr>
              <p:cNvPr id="51" name="iślíde">
                <a:extLst>
                  <a:ext uri="{FF2B5EF4-FFF2-40B4-BE49-F238E27FC236}">
                    <a16:creationId xmlns:a16="http://schemas.microsoft.com/office/drawing/2014/main" id="{43D5D19C-95D8-4F86-820C-5E282660E8F4}"/>
                  </a:ext>
                </a:extLst>
              </p:cNvPr>
              <p:cNvSpPr txBox="1"/>
              <p:nvPr/>
            </p:nvSpPr>
            <p:spPr>
              <a:xfrm>
                <a:off x="1342326" y="4047394"/>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grpSp>
        <p:grpSp>
          <p:nvGrpSpPr>
            <p:cNvPr id="19" name="íṣļîďê">
              <a:extLst>
                <a:ext uri="{FF2B5EF4-FFF2-40B4-BE49-F238E27FC236}">
                  <a16:creationId xmlns:a16="http://schemas.microsoft.com/office/drawing/2014/main" id="{6CF090E2-0033-4CC5-83AA-45BBD4D929ED}"/>
                </a:ext>
              </a:extLst>
            </p:cNvPr>
            <p:cNvGrpSpPr/>
            <p:nvPr/>
          </p:nvGrpSpPr>
          <p:grpSpPr>
            <a:xfrm>
              <a:off x="4458815" y="1917130"/>
              <a:ext cx="2888065" cy="3161994"/>
              <a:chOff x="1339599" y="1917130"/>
              <a:chExt cx="2888065" cy="3161994"/>
            </a:xfrm>
          </p:grpSpPr>
          <p:sp>
            <p:nvSpPr>
              <p:cNvPr id="30" name="íšlïdê">
                <a:extLst>
                  <a:ext uri="{FF2B5EF4-FFF2-40B4-BE49-F238E27FC236}">
                    <a16:creationId xmlns:a16="http://schemas.microsoft.com/office/drawing/2014/main" id="{B85AA21D-B0D1-43F7-99D2-0134B57067B9}"/>
                  </a:ext>
                </a:extLst>
              </p:cNvPr>
              <p:cNvSpPr/>
              <p:nvPr/>
            </p:nvSpPr>
            <p:spPr>
              <a:xfrm>
                <a:off x="1356784" y="1917130"/>
                <a:ext cx="2853695" cy="3161994"/>
              </a:xfrm>
              <a:prstGeom prst="snip1Rect">
                <a:avLst>
                  <a:gd name="adj" fmla="val 40731"/>
                </a:avLst>
              </a:prstGeom>
              <a:solidFill>
                <a:sysClr val="window" lastClr="FFFFFF"/>
              </a:solidFill>
              <a:ln w="3175" cap="flat" cmpd="sng" algn="ctr">
                <a:solidFill>
                  <a:srgbClr val="004593"/>
                </a:solid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1" name="îṡľide">
                <a:extLst>
                  <a:ext uri="{FF2B5EF4-FFF2-40B4-BE49-F238E27FC236}">
                    <a16:creationId xmlns:a16="http://schemas.microsoft.com/office/drawing/2014/main" id="{D18BBD1E-3921-4C02-AC3F-97C4474C9DE8}"/>
                  </a:ext>
                </a:extLst>
              </p:cNvPr>
              <p:cNvSpPr/>
              <p:nvPr/>
            </p:nvSpPr>
            <p:spPr>
              <a:xfrm>
                <a:off x="1356785" y="4955943"/>
                <a:ext cx="2853695" cy="123181"/>
              </a:xfrm>
              <a:prstGeom prst="rect">
                <a:avLst/>
              </a:prstGeom>
              <a:solidFill>
                <a:srgbClr val="0C49B7"/>
              </a:solidFill>
              <a:ln w="3175">
                <a:noFill/>
                <a:prstDash val="solid"/>
                <a:round/>
                <a:headEnd/>
                <a:tailEnd/>
              </a:ln>
              <a:effectLst/>
            </p:spPr>
            <p:txBody>
              <a:bodyPr anchor="ctr"/>
              <a:lstStyle/>
              <a:p>
                <a:pPr algn="ctr">
                  <a:defRPr/>
                </a:pPr>
                <a:endParaRPr kern="0" dirty="0">
                  <a:solidFill>
                    <a:prstClr val="black"/>
                  </a:solidFill>
                  <a:latin typeface="Arial"/>
                  <a:ea typeface="微软雅黑 Light"/>
                </a:endParaRPr>
              </a:p>
            </p:txBody>
          </p:sp>
          <p:sp>
            <p:nvSpPr>
              <p:cNvPr id="32" name="iś1íde">
                <a:extLst>
                  <a:ext uri="{FF2B5EF4-FFF2-40B4-BE49-F238E27FC236}">
                    <a16:creationId xmlns:a16="http://schemas.microsoft.com/office/drawing/2014/main" id="{2E19BE59-8F32-4ED4-A2DD-F9F87D425B3D}"/>
                  </a:ext>
                </a:extLst>
              </p:cNvPr>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C49B7"/>
              </a:solidFill>
              <a:ln w="3175">
                <a:noFill/>
                <a:prstDash val="solid"/>
                <a:round/>
                <a:headEnd/>
                <a:tailEnd/>
              </a:ln>
              <a:effectLst/>
            </p:spPr>
            <p:txBody>
              <a:bodyPr vert="horz" wrap="square" lIns="121920" tIns="60960" rIns="121920" bIns="60960" anchor="t" anchorCtr="0" compatLnSpc="1">
                <a:prstTxWarp prst="textNoShape">
                  <a:avLst/>
                </a:prstTxWarp>
                <a:normAutofit/>
              </a:bodyPr>
              <a:lstStyle/>
              <a:p>
                <a:pPr algn="r">
                  <a:defRPr/>
                </a:pPr>
                <a:r>
                  <a:rPr lang="zh-CN" altLang="en-US" sz="1400" b="1" kern="0" dirty="0">
                    <a:solidFill>
                      <a:prstClr val="white"/>
                    </a:solidFill>
                    <a:latin typeface="Arial"/>
                    <a:ea typeface="微软雅黑 Light"/>
                  </a:rPr>
                  <a:t>属性</a:t>
                </a:r>
                <a:endParaRPr lang="en-US" altLang="ko-KR" sz="1400" b="1" kern="0" dirty="0">
                  <a:solidFill>
                    <a:prstClr val="white"/>
                  </a:solidFill>
                  <a:latin typeface="Arial"/>
                  <a:ea typeface="微软雅黑 Light"/>
                </a:endParaRPr>
              </a:p>
            </p:txBody>
          </p:sp>
          <p:sp>
            <p:nvSpPr>
              <p:cNvPr id="33" name="ïṧľîḑê">
                <a:extLst>
                  <a:ext uri="{FF2B5EF4-FFF2-40B4-BE49-F238E27FC236}">
                    <a16:creationId xmlns:a16="http://schemas.microsoft.com/office/drawing/2014/main" id="{50A40DC3-C98C-41AE-8569-5BB9892231FA}"/>
                  </a:ext>
                </a:extLst>
              </p:cNvPr>
              <p:cNvSpPr txBox="1"/>
              <p:nvPr/>
            </p:nvSpPr>
            <p:spPr>
              <a:xfrm>
                <a:off x="1357283" y="1930354"/>
                <a:ext cx="1588717" cy="588331"/>
              </a:xfrm>
              <a:prstGeom prst="rect">
                <a:avLst/>
              </a:prstGeom>
              <a:noFill/>
            </p:spPr>
            <p:txBody>
              <a:bodyPr wrap="none" lIns="90000" tIns="46800" rIns="90000" bIns="46800" rtlCol="0" anchor="ctr" anchorCtr="0">
                <a:normAutofit/>
              </a:bodyPr>
              <a:lstStyle/>
              <a:p>
                <a:pPr>
                  <a:defRPr/>
                </a:pPr>
                <a:r>
                  <a:rPr lang="zh-CN" altLang="en-US" b="1" kern="0" dirty="0">
                    <a:solidFill>
                      <a:prstClr val="black"/>
                    </a:solidFill>
                    <a:latin typeface="微软雅黑"/>
                    <a:ea typeface="微软雅黑"/>
                  </a:rPr>
                  <a:t>输入标题</a:t>
                </a:r>
                <a:endParaRPr lang="en-US" altLang="zh-CN" b="1" kern="0" dirty="0">
                  <a:solidFill>
                    <a:prstClr val="black"/>
                  </a:solidFill>
                  <a:latin typeface="微软雅黑"/>
                  <a:ea typeface="微软雅黑"/>
                </a:endParaRPr>
              </a:p>
            </p:txBody>
          </p:sp>
          <p:sp>
            <p:nvSpPr>
              <p:cNvPr id="34" name="iṣ1íďê">
                <a:extLst>
                  <a:ext uri="{FF2B5EF4-FFF2-40B4-BE49-F238E27FC236}">
                    <a16:creationId xmlns:a16="http://schemas.microsoft.com/office/drawing/2014/main" id="{1D803AAC-70E3-40E6-AB8C-46DC3C313E0D}"/>
                  </a:ext>
                </a:extLst>
              </p:cNvPr>
              <p:cNvSpPr txBox="1"/>
              <p:nvPr/>
            </p:nvSpPr>
            <p:spPr>
              <a:xfrm>
                <a:off x="1357282" y="2518686"/>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cxnSp>
            <p:nvCxnSpPr>
              <p:cNvPr id="35" name="直接连接符 34">
                <a:extLst>
                  <a:ext uri="{FF2B5EF4-FFF2-40B4-BE49-F238E27FC236}">
                    <a16:creationId xmlns:a16="http://schemas.microsoft.com/office/drawing/2014/main" id="{20D1A22F-305F-45AD-A93C-4793328BA911}"/>
                  </a:ext>
                </a:extLst>
              </p:cNvPr>
              <p:cNvCxnSpPr>
                <a:cxnSpLocks/>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36" name="直接连接符 35">
                <a:extLst>
                  <a:ext uri="{FF2B5EF4-FFF2-40B4-BE49-F238E27FC236}">
                    <a16:creationId xmlns:a16="http://schemas.microsoft.com/office/drawing/2014/main" id="{6A89A19E-5743-4195-B014-670A10B7F5BF}"/>
                  </a:ext>
                </a:extLst>
              </p:cNvPr>
              <p:cNvCxnSpPr>
                <a:cxnSpLocks/>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37" name="iṣ1íďê">
                <a:extLst>
                  <a:ext uri="{FF2B5EF4-FFF2-40B4-BE49-F238E27FC236}">
                    <a16:creationId xmlns:a16="http://schemas.microsoft.com/office/drawing/2014/main" id="{9C6F50AC-E5FE-4D94-B391-8DCE9062B626}"/>
                  </a:ext>
                </a:extLst>
              </p:cNvPr>
              <p:cNvSpPr txBox="1"/>
              <p:nvPr/>
            </p:nvSpPr>
            <p:spPr>
              <a:xfrm>
                <a:off x="1339599" y="3282748"/>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sp>
            <p:nvSpPr>
              <p:cNvPr id="38" name="iṣ1íďê">
                <a:extLst>
                  <a:ext uri="{FF2B5EF4-FFF2-40B4-BE49-F238E27FC236}">
                    <a16:creationId xmlns:a16="http://schemas.microsoft.com/office/drawing/2014/main" id="{78588121-A76E-4094-8C62-A2EC9E44E194}"/>
                  </a:ext>
                </a:extLst>
              </p:cNvPr>
              <p:cNvSpPr txBox="1"/>
              <p:nvPr/>
            </p:nvSpPr>
            <p:spPr>
              <a:xfrm>
                <a:off x="1374467" y="4047394"/>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grpSp>
        <p:grpSp>
          <p:nvGrpSpPr>
            <p:cNvPr id="20" name="îśľîḑe">
              <a:extLst>
                <a:ext uri="{FF2B5EF4-FFF2-40B4-BE49-F238E27FC236}">
                  <a16:creationId xmlns:a16="http://schemas.microsoft.com/office/drawing/2014/main" id="{928AC82D-CA36-48C4-9AE6-C7F48AF8F207}"/>
                </a:ext>
              </a:extLst>
            </p:cNvPr>
            <p:cNvGrpSpPr/>
            <p:nvPr/>
          </p:nvGrpSpPr>
          <p:grpSpPr>
            <a:xfrm>
              <a:off x="7595216" y="1917130"/>
              <a:ext cx="2870380" cy="3161994"/>
              <a:chOff x="1356784" y="1917130"/>
              <a:chExt cx="2870380" cy="3161994"/>
            </a:xfrm>
          </p:grpSpPr>
          <p:sp>
            <p:nvSpPr>
              <p:cNvPr id="21" name="îṥḻïḍê">
                <a:extLst>
                  <a:ext uri="{FF2B5EF4-FFF2-40B4-BE49-F238E27FC236}">
                    <a16:creationId xmlns:a16="http://schemas.microsoft.com/office/drawing/2014/main" id="{2AC7941A-D6E5-462C-8DB0-28E817A974A2}"/>
                  </a:ext>
                </a:extLst>
              </p:cNvPr>
              <p:cNvSpPr/>
              <p:nvPr/>
            </p:nvSpPr>
            <p:spPr>
              <a:xfrm>
                <a:off x="1356784" y="1917130"/>
                <a:ext cx="2853695" cy="3161994"/>
              </a:xfrm>
              <a:prstGeom prst="snip1Rect">
                <a:avLst>
                  <a:gd name="adj" fmla="val 40731"/>
                </a:avLst>
              </a:prstGeom>
              <a:solidFill>
                <a:sysClr val="window" lastClr="FFFFFF"/>
              </a:solidFill>
              <a:ln w="3175" cap="flat" cmpd="sng" algn="ctr">
                <a:solidFill>
                  <a:srgbClr val="004593"/>
                </a:solid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2" name="ïṥḻiḋê">
                <a:extLst>
                  <a:ext uri="{FF2B5EF4-FFF2-40B4-BE49-F238E27FC236}">
                    <a16:creationId xmlns:a16="http://schemas.microsoft.com/office/drawing/2014/main" id="{9C0FD4D1-928D-4A00-826F-0CDE49592811}"/>
                  </a:ext>
                </a:extLst>
              </p:cNvPr>
              <p:cNvSpPr/>
              <p:nvPr/>
            </p:nvSpPr>
            <p:spPr>
              <a:xfrm>
                <a:off x="1356785" y="4955943"/>
                <a:ext cx="2853695" cy="123181"/>
              </a:xfrm>
              <a:prstGeom prst="rect">
                <a:avLst/>
              </a:prstGeom>
              <a:solidFill>
                <a:srgbClr val="0C49B7"/>
              </a:solidFill>
              <a:ln w="3175">
                <a:noFill/>
                <a:prstDash val="solid"/>
                <a:round/>
                <a:headEnd/>
                <a:tailEnd/>
              </a:ln>
              <a:effectLst/>
            </p:spPr>
            <p:txBody>
              <a:bodyPr anchor="ctr"/>
              <a:lstStyle/>
              <a:p>
                <a:pPr algn="ctr">
                  <a:defRPr/>
                </a:pPr>
                <a:endParaRPr kern="0" dirty="0">
                  <a:solidFill>
                    <a:prstClr val="black"/>
                  </a:solidFill>
                  <a:latin typeface="Arial"/>
                  <a:ea typeface="微软雅黑 Light"/>
                </a:endParaRPr>
              </a:p>
            </p:txBody>
          </p:sp>
          <p:sp>
            <p:nvSpPr>
              <p:cNvPr id="23" name="îṣľîḋé">
                <a:extLst>
                  <a:ext uri="{FF2B5EF4-FFF2-40B4-BE49-F238E27FC236}">
                    <a16:creationId xmlns:a16="http://schemas.microsoft.com/office/drawing/2014/main" id="{328FF9D9-4829-4144-8C28-9A4DE922BB4D}"/>
                  </a:ext>
                </a:extLst>
              </p:cNvPr>
              <p:cNvSpPr/>
              <p:nvPr/>
            </p:nvSpPr>
            <p:spPr bwMode="auto">
              <a:xfrm>
                <a:off x="3261001" y="1917131"/>
                <a:ext cx="949480" cy="949480"/>
              </a:xfrm>
              <a:custGeom>
                <a:avLst/>
                <a:gdLst>
                  <a:gd name="T0" fmla="*/ 608 w 608"/>
                  <a:gd name="T1" fmla="*/ 0 h 608"/>
                  <a:gd name="T2" fmla="*/ 0 w 608"/>
                  <a:gd name="T3" fmla="*/ 0 h 608"/>
                  <a:gd name="T4" fmla="*/ 608 w 608"/>
                  <a:gd name="T5" fmla="*/ 608 h 608"/>
                  <a:gd name="T6" fmla="*/ 608 w 608"/>
                  <a:gd name="T7" fmla="*/ 0 h 608"/>
                </a:gdLst>
                <a:ahLst/>
                <a:cxnLst>
                  <a:cxn ang="0">
                    <a:pos x="T0" y="T1"/>
                  </a:cxn>
                  <a:cxn ang="0">
                    <a:pos x="T2" y="T3"/>
                  </a:cxn>
                  <a:cxn ang="0">
                    <a:pos x="T4" y="T5"/>
                  </a:cxn>
                  <a:cxn ang="0">
                    <a:pos x="T6" y="T7"/>
                  </a:cxn>
                </a:cxnLst>
                <a:rect l="0" t="0" r="r" b="b"/>
                <a:pathLst>
                  <a:path w="608" h="608">
                    <a:moveTo>
                      <a:pt x="608" y="0"/>
                    </a:moveTo>
                    <a:lnTo>
                      <a:pt x="0" y="0"/>
                    </a:lnTo>
                    <a:lnTo>
                      <a:pt x="608" y="608"/>
                    </a:lnTo>
                    <a:lnTo>
                      <a:pt x="608" y="0"/>
                    </a:lnTo>
                    <a:close/>
                  </a:path>
                </a:pathLst>
              </a:custGeom>
              <a:solidFill>
                <a:srgbClr val="0C49B7"/>
              </a:solidFill>
              <a:ln w="3175">
                <a:noFill/>
                <a:prstDash val="solid"/>
                <a:round/>
                <a:headEnd/>
                <a:tailEnd/>
              </a:ln>
              <a:effectLst/>
            </p:spPr>
            <p:txBody>
              <a:bodyPr vert="horz" wrap="square" lIns="121920" tIns="60960" rIns="121920" bIns="60960" anchor="t" anchorCtr="0" compatLnSpc="1">
                <a:prstTxWarp prst="textNoShape">
                  <a:avLst/>
                </a:prstTxWarp>
                <a:normAutofit/>
              </a:bodyPr>
              <a:lstStyle/>
              <a:p>
                <a:pPr algn="r">
                  <a:defRPr/>
                </a:pPr>
                <a:r>
                  <a:rPr lang="zh-CN" altLang="en-US" sz="1400" b="1" kern="0" dirty="0">
                    <a:solidFill>
                      <a:prstClr val="white"/>
                    </a:solidFill>
                    <a:latin typeface="Arial"/>
                    <a:ea typeface="微软雅黑 Light"/>
                  </a:rPr>
                  <a:t>属性</a:t>
                </a:r>
                <a:endParaRPr lang="en-US" altLang="ko-KR" sz="1400" b="1" kern="0" dirty="0">
                  <a:solidFill>
                    <a:prstClr val="white"/>
                  </a:solidFill>
                  <a:latin typeface="Arial"/>
                  <a:ea typeface="微软雅黑 Light"/>
                </a:endParaRPr>
              </a:p>
            </p:txBody>
          </p:sp>
          <p:sp>
            <p:nvSpPr>
              <p:cNvPr id="24" name="ïṧliḑè">
                <a:extLst>
                  <a:ext uri="{FF2B5EF4-FFF2-40B4-BE49-F238E27FC236}">
                    <a16:creationId xmlns:a16="http://schemas.microsoft.com/office/drawing/2014/main" id="{A5589771-A521-48D7-881D-73CA64ED2D7E}"/>
                  </a:ext>
                </a:extLst>
              </p:cNvPr>
              <p:cNvSpPr txBox="1"/>
              <p:nvPr/>
            </p:nvSpPr>
            <p:spPr>
              <a:xfrm>
                <a:off x="1357283" y="1930354"/>
                <a:ext cx="1588717" cy="588331"/>
              </a:xfrm>
              <a:prstGeom prst="rect">
                <a:avLst/>
              </a:prstGeom>
              <a:noFill/>
            </p:spPr>
            <p:txBody>
              <a:bodyPr wrap="none" lIns="90000" tIns="46800" rIns="90000" bIns="46800" rtlCol="0" anchor="ctr" anchorCtr="0">
                <a:normAutofit/>
              </a:bodyPr>
              <a:lstStyle/>
              <a:p>
                <a:pPr>
                  <a:defRPr/>
                </a:pPr>
                <a:r>
                  <a:rPr lang="zh-CN" altLang="en-US" b="1" kern="0" dirty="0">
                    <a:solidFill>
                      <a:prstClr val="black"/>
                    </a:solidFill>
                    <a:latin typeface="微软雅黑"/>
                    <a:ea typeface="微软雅黑"/>
                  </a:rPr>
                  <a:t>输入标题</a:t>
                </a:r>
                <a:endParaRPr lang="en-US" altLang="zh-CN" b="1" kern="0" dirty="0">
                  <a:solidFill>
                    <a:prstClr val="black"/>
                  </a:solidFill>
                  <a:latin typeface="微软雅黑"/>
                  <a:ea typeface="微软雅黑"/>
                </a:endParaRPr>
              </a:p>
            </p:txBody>
          </p:sp>
          <p:sp>
            <p:nvSpPr>
              <p:cNvPr id="25" name="îŝliďè">
                <a:extLst>
                  <a:ext uri="{FF2B5EF4-FFF2-40B4-BE49-F238E27FC236}">
                    <a16:creationId xmlns:a16="http://schemas.microsoft.com/office/drawing/2014/main" id="{43901615-94BC-4257-8F08-A3718F6C3F60}"/>
                  </a:ext>
                </a:extLst>
              </p:cNvPr>
              <p:cNvSpPr txBox="1"/>
              <p:nvPr/>
            </p:nvSpPr>
            <p:spPr>
              <a:xfrm>
                <a:off x="1357282" y="2518686"/>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cxnSp>
            <p:nvCxnSpPr>
              <p:cNvPr id="26" name="直接连接符 25">
                <a:extLst>
                  <a:ext uri="{FF2B5EF4-FFF2-40B4-BE49-F238E27FC236}">
                    <a16:creationId xmlns:a16="http://schemas.microsoft.com/office/drawing/2014/main" id="{CB97015A-A4EB-4247-91ED-853512BA2013}"/>
                  </a:ext>
                </a:extLst>
              </p:cNvPr>
              <p:cNvCxnSpPr>
                <a:cxnSpLocks/>
              </p:cNvCxnSpPr>
              <p:nvPr/>
            </p:nvCxnSpPr>
            <p:spPr>
              <a:xfrm>
                <a:off x="1461000" y="3159000"/>
                <a:ext cx="2520000" cy="0"/>
              </a:xfrm>
              <a:prstGeom prst="line">
                <a:avLst/>
              </a:prstGeom>
              <a:noFill/>
              <a:ln w="3175" cap="rnd" cmpd="sng" algn="ctr">
                <a:solidFill>
                  <a:sysClr val="window" lastClr="FFFFFF">
                    <a:lumMod val="85000"/>
                  </a:sysClr>
                </a:solidFill>
                <a:prstDash val="solid"/>
                <a:round/>
                <a:headEnd type="none"/>
                <a:tailEnd type="none" w="med" len="med"/>
              </a:ln>
              <a:effectLst/>
            </p:spPr>
          </p:cxnSp>
          <p:cxnSp>
            <p:nvCxnSpPr>
              <p:cNvPr id="27" name="直接连接符 26">
                <a:extLst>
                  <a:ext uri="{FF2B5EF4-FFF2-40B4-BE49-F238E27FC236}">
                    <a16:creationId xmlns:a16="http://schemas.microsoft.com/office/drawing/2014/main" id="{F223562A-0849-4651-BA28-06E9BC820270}"/>
                  </a:ext>
                </a:extLst>
              </p:cNvPr>
              <p:cNvCxnSpPr>
                <a:cxnSpLocks/>
              </p:cNvCxnSpPr>
              <p:nvPr/>
            </p:nvCxnSpPr>
            <p:spPr>
              <a:xfrm>
                <a:off x="1461000" y="3959100"/>
                <a:ext cx="2655000" cy="0"/>
              </a:xfrm>
              <a:prstGeom prst="line">
                <a:avLst/>
              </a:prstGeom>
              <a:noFill/>
              <a:ln w="3175" cap="rnd" cmpd="sng" algn="ctr">
                <a:solidFill>
                  <a:sysClr val="window" lastClr="FFFFFF">
                    <a:lumMod val="85000"/>
                  </a:sysClr>
                </a:solidFill>
                <a:prstDash val="solid"/>
                <a:round/>
                <a:headEnd type="none"/>
                <a:tailEnd type="none" w="med" len="med"/>
              </a:ln>
              <a:effectLst/>
            </p:spPr>
          </p:cxnSp>
          <p:sp>
            <p:nvSpPr>
              <p:cNvPr id="28" name="îŝliďè">
                <a:extLst>
                  <a:ext uri="{FF2B5EF4-FFF2-40B4-BE49-F238E27FC236}">
                    <a16:creationId xmlns:a16="http://schemas.microsoft.com/office/drawing/2014/main" id="{C4F7FFCF-78C5-411A-87C4-CC33CFDBE5A2}"/>
                  </a:ext>
                </a:extLst>
              </p:cNvPr>
              <p:cNvSpPr txBox="1"/>
              <p:nvPr/>
            </p:nvSpPr>
            <p:spPr>
              <a:xfrm>
                <a:off x="1373967" y="3282748"/>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sp>
            <p:nvSpPr>
              <p:cNvPr id="29" name="îŝliďè">
                <a:extLst>
                  <a:ext uri="{FF2B5EF4-FFF2-40B4-BE49-F238E27FC236}">
                    <a16:creationId xmlns:a16="http://schemas.microsoft.com/office/drawing/2014/main" id="{67D08C7E-3785-42C8-9B31-6B34088F1A10}"/>
                  </a:ext>
                </a:extLst>
              </p:cNvPr>
              <p:cNvSpPr txBox="1"/>
              <p:nvPr/>
            </p:nvSpPr>
            <p:spPr>
              <a:xfrm>
                <a:off x="1373967" y="4047394"/>
                <a:ext cx="2853197" cy="640314"/>
              </a:xfrm>
              <a:prstGeom prst="rect">
                <a:avLst/>
              </a:prstGeom>
              <a:noFill/>
            </p:spPr>
            <p:txBody>
              <a:bodyPr wrap="square" lIns="90000" tIns="46800" rIns="90000" bIns="46800" rtlCol="0">
                <a:normAutofit/>
              </a:bodyPr>
              <a:lstStyle/>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a:p>
                <a:pPr marL="171450" indent="-171450">
                  <a:lnSpc>
                    <a:spcPct val="150000"/>
                  </a:lnSpc>
                  <a:buFont typeface="Arial" panose="020B0604020202020204" pitchFamily="34" charset="0"/>
                  <a:buChar char="•"/>
                  <a:tabLst>
                    <a:tab pos="228594" algn="l"/>
                  </a:tabLst>
                  <a:defRPr/>
                </a:pPr>
                <a:r>
                  <a:rPr lang="zh-CN" altLang="en-US" sz="1100" kern="0" dirty="0">
                    <a:solidFill>
                      <a:prstClr val="black"/>
                    </a:solidFill>
                    <a:latin typeface="Arial"/>
                    <a:ea typeface="微软雅黑 Light"/>
                  </a:rPr>
                  <a:t>在这里输入补充说明</a:t>
                </a:r>
                <a:endParaRPr lang="en-US" altLang="zh-CN" sz="1100" kern="0" dirty="0">
                  <a:solidFill>
                    <a:prstClr val="black"/>
                  </a:solidFill>
                  <a:latin typeface="Arial"/>
                  <a:ea typeface="微软雅黑 Light"/>
                </a:endParaRPr>
              </a:p>
            </p:txBody>
          </p:sp>
        </p:grpSp>
      </p:grpSp>
    </p:spTree>
    <p:extLst>
      <p:ext uri="{BB962C8B-B14F-4D97-AF65-F5344CB8AC3E}">
        <p14:creationId xmlns:p14="http://schemas.microsoft.com/office/powerpoint/2010/main" val="1352188586"/>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îŝ1ïḋè">
            <a:extLst>
              <a:ext uri="{FF2B5EF4-FFF2-40B4-BE49-F238E27FC236}">
                <a16:creationId xmlns:a16="http://schemas.microsoft.com/office/drawing/2014/main" id="{B421049D-24B0-4D1D-BB75-004C1BFE6F43}"/>
              </a:ext>
            </a:extLst>
          </p:cNvPr>
          <p:cNvGrpSpPr>
            <a:grpSpLocks noChangeAspect="1"/>
          </p:cNvGrpSpPr>
          <p:nvPr/>
        </p:nvGrpSpPr>
        <p:grpSpPr>
          <a:xfrm>
            <a:off x="1059321" y="2363895"/>
            <a:ext cx="3475538" cy="3379697"/>
            <a:chOff x="673100" y="2165446"/>
            <a:chExt cx="3956030" cy="3846937"/>
          </a:xfrm>
        </p:grpSpPr>
        <p:sp>
          <p:nvSpPr>
            <p:cNvPr id="17" name="iṥľïďè">
              <a:extLst>
                <a:ext uri="{FF2B5EF4-FFF2-40B4-BE49-F238E27FC236}">
                  <a16:creationId xmlns:a16="http://schemas.microsoft.com/office/drawing/2014/main" id="{4F1B1004-C882-4DFD-BAD9-2FDBB5FDCF40}"/>
                </a:ext>
              </a:extLst>
            </p:cNvPr>
            <p:cNvSpPr>
              <a:spLocks noChangeAspect="1"/>
            </p:cNvSpPr>
            <p:nvPr/>
          </p:nvSpPr>
          <p:spPr bwMode="auto">
            <a:xfrm>
              <a:off x="673100" y="2267362"/>
              <a:ext cx="3935932" cy="3745021"/>
            </a:xfrm>
            <a:custGeom>
              <a:avLst/>
              <a:gdLst>
                <a:gd name="T0" fmla="*/ 1032 w 1546"/>
                <a:gd name="T1" fmla="*/ 379 h 1473"/>
                <a:gd name="T2" fmla="*/ 526 w 1546"/>
                <a:gd name="T3" fmla="*/ 0 h 1473"/>
                <a:gd name="T4" fmla="*/ 0 w 1546"/>
                <a:gd name="T5" fmla="*/ 526 h 1473"/>
                <a:gd name="T6" fmla="*/ 465 w 1546"/>
                <a:gd name="T7" fmla="*/ 1050 h 1473"/>
                <a:gd name="T8" fmla="*/ 998 w 1546"/>
                <a:gd name="T9" fmla="*/ 1473 h 1473"/>
                <a:gd name="T10" fmla="*/ 1546 w 1546"/>
                <a:gd name="T11" fmla="*/ 926 h 1473"/>
                <a:gd name="T12" fmla="*/ 1032 w 1546"/>
                <a:gd name="T13" fmla="*/ 379 h 1473"/>
              </a:gdLst>
              <a:ahLst/>
              <a:cxnLst>
                <a:cxn ang="0">
                  <a:pos x="T0" y="T1"/>
                </a:cxn>
                <a:cxn ang="0">
                  <a:pos x="T2" y="T3"/>
                </a:cxn>
                <a:cxn ang="0">
                  <a:pos x="T4" y="T5"/>
                </a:cxn>
                <a:cxn ang="0">
                  <a:pos x="T6" y="T7"/>
                </a:cxn>
                <a:cxn ang="0">
                  <a:pos x="T8" y="T9"/>
                </a:cxn>
                <a:cxn ang="0">
                  <a:pos x="T10" y="T11"/>
                </a:cxn>
                <a:cxn ang="0">
                  <a:pos x="T12" y="T13"/>
                </a:cxn>
              </a:cxnLst>
              <a:rect l="0" t="0" r="r" b="b"/>
              <a:pathLst>
                <a:path w="1546" h="1473">
                  <a:moveTo>
                    <a:pt x="1032" y="379"/>
                  </a:moveTo>
                  <a:cubicBezTo>
                    <a:pt x="969" y="160"/>
                    <a:pt x="766" y="0"/>
                    <a:pt x="526" y="0"/>
                  </a:cubicBezTo>
                  <a:cubicBezTo>
                    <a:pt x="235" y="0"/>
                    <a:pt x="0" y="236"/>
                    <a:pt x="0" y="526"/>
                  </a:cubicBezTo>
                  <a:cubicBezTo>
                    <a:pt x="0" y="797"/>
                    <a:pt x="203" y="1019"/>
                    <a:pt x="465" y="1050"/>
                  </a:cubicBezTo>
                  <a:cubicBezTo>
                    <a:pt x="521" y="1292"/>
                    <a:pt x="738" y="1473"/>
                    <a:pt x="998" y="1473"/>
                  </a:cubicBezTo>
                  <a:cubicBezTo>
                    <a:pt x="1300" y="1473"/>
                    <a:pt x="1546" y="1228"/>
                    <a:pt x="1546" y="926"/>
                  </a:cubicBezTo>
                  <a:cubicBezTo>
                    <a:pt x="1546" y="635"/>
                    <a:pt x="1319" y="397"/>
                    <a:pt x="1032" y="379"/>
                  </a:cubicBezTo>
                </a:path>
              </a:pathLst>
            </a:custGeom>
            <a:solidFill>
              <a:srgbClr val="C5D6F8">
                <a:alpha val="20000"/>
              </a:srgbClr>
            </a:solidFill>
            <a:ln>
              <a:noFill/>
            </a:ln>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8" name="îşļiďê">
              <a:extLst>
                <a:ext uri="{FF2B5EF4-FFF2-40B4-BE49-F238E27FC236}">
                  <a16:creationId xmlns:a16="http://schemas.microsoft.com/office/drawing/2014/main" id="{5839436E-21B7-4073-82FE-ADE72B1D97C4}"/>
                </a:ext>
              </a:extLst>
            </p:cNvPr>
            <p:cNvSpPr/>
            <p:nvPr/>
          </p:nvSpPr>
          <p:spPr bwMode="auto">
            <a:xfrm>
              <a:off x="1778376" y="2320472"/>
              <a:ext cx="1482793" cy="1060779"/>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9" name="ïṣlïḑè">
              <a:extLst>
                <a:ext uri="{FF2B5EF4-FFF2-40B4-BE49-F238E27FC236}">
                  <a16:creationId xmlns:a16="http://schemas.microsoft.com/office/drawing/2014/main" id="{62A665E1-B73C-4D9C-BCF0-6BB1FBFA0B10}"/>
                </a:ext>
              </a:extLst>
            </p:cNvPr>
            <p:cNvSpPr/>
            <p:nvPr/>
          </p:nvSpPr>
          <p:spPr bwMode="auto">
            <a:xfrm>
              <a:off x="1729572" y="2273103"/>
              <a:ext cx="1484228" cy="105934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20" name="ïṣ1ïḑê">
              <a:extLst>
                <a:ext uri="{FF2B5EF4-FFF2-40B4-BE49-F238E27FC236}">
                  <a16:creationId xmlns:a16="http://schemas.microsoft.com/office/drawing/2014/main" id="{E6AC15FA-4FDA-494C-A863-C952E3F7E10C}"/>
                </a:ext>
              </a:extLst>
            </p:cNvPr>
            <p:cNvSpPr/>
            <p:nvPr/>
          </p:nvSpPr>
          <p:spPr bwMode="auto">
            <a:xfrm>
              <a:off x="1822875"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1" name="iṡḷíḋè">
              <a:extLst>
                <a:ext uri="{FF2B5EF4-FFF2-40B4-BE49-F238E27FC236}">
                  <a16:creationId xmlns:a16="http://schemas.microsoft.com/office/drawing/2014/main" id="{C18834DD-13D2-4CC2-829C-28CF2921A0C0}"/>
                </a:ext>
              </a:extLst>
            </p:cNvPr>
            <p:cNvSpPr/>
            <p:nvPr/>
          </p:nvSpPr>
          <p:spPr bwMode="auto">
            <a:xfrm>
              <a:off x="2046801" y="246257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2" name="iSľïḋe">
              <a:extLst>
                <a:ext uri="{FF2B5EF4-FFF2-40B4-BE49-F238E27FC236}">
                  <a16:creationId xmlns:a16="http://schemas.microsoft.com/office/drawing/2014/main" id="{8B453F90-AF07-4D0A-8582-5E6E040FA51F}"/>
                </a:ext>
              </a:extLst>
            </p:cNvPr>
            <p:cNvSpPr/>
            <p:nvPr/>
          </p:nvSpPr>
          <p:spPr bwMode="auto">
            <a:xfrm>
              <a:off x="2272162"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3" name="ïṣlíḋé">
              <a:extLst>
                <a:ext uri="{FF2B5EF4-FFF2-40B4-BE49-F238E27FC236}">
                  <a16:creationId xmlns:a16="http://schemas.microsoft.com/office/drawing/2014/main" id="{D69CA58C-3BD6-4A01-ACFE-CC95BE781FF9}"/>
                </a:ext>
              </a:extLst>
            </p:cNvPr>
            <p:cNvSpPr/>
            <p:nvPr/>
          </p:nvSpPr>
          <p:spPr bwMode="auto">
            <a:xfrm>
              <a:off x="2496088"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4" name="íŝ1íḓè">
              <a:extLst>
                <a:ext uri="{FF2B5EF4-FFF2-40B4-BE49-F238E27FC236}">
                  <a16:creationId xmlns:a16="http://schemas.microsoft.com/office/drawing/2014/main" id="{A57D2A12-4051-4CEB-9DA9-0A9417E99B07}"/>
                </a:ext>
              </a:extLst>
            </p:cNvPr>
            <p:cNvSpPr/>
            <p:nvPr/>
          </p:nvSpPr>
          <p:spPr bwMode="auto">
            <a:xfrm>
              <a:off x="2721450" y="246257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5" name="îŝḷíḑè">
              <a:extLst>
                <a:ext uri="{FF2B5EF4-FFF2-40B4-BE49-F238E27FC236}">
                  <a16:creationId xmlns:a16="http://schemas.microsoft.com/office/drawing/2014/main" id="{666E48B8-BE41-4F1F-B539-5680E733F78C}"/>
                </a:ext>
              </a:extLst>
            </p:cNvPr>
            <p:cNvSpPr/>
            <p:nvPr/>
          </p:nvSpPr>
          <p:spPr bwMode="auto">
            <a:xfrm>
              <a:off x="2946812" y="246257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6" name="ï$ḻîďè">
              <a:extLst>
                <a:ext uri="{FF2B5EF4-FFF2-40B4-BE49-F238E27FC236}">
                  <a16:creationId xmlns:a16="http://schemas.microsoft.com/office/drawing/2014/main" id="{6A43172F-5BCA-4274-A660-C5D889008182}"/>
                </a:ext>
              </a:extLst>
            </p:cNvPr>
            <p:cNvSpPr/>
            <p:nvPr/>
          </p:nvSpPr>
          <p:spPr bwMode="auto">
            <a:xfrm>
              <a:off x="1822875"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7" name="í$ḷidê">
              <a:extLst>
                <a:ext uri="{FF2B5EF4-FFF2-40B4-BE49-F238E27FC236}">
                  <a16:creationId xmlns:a16="http://schemas.microsoft.com/office/drawing/2014/main" id="{511F6B0B-4898-431E-8C04-6819A925775E}"/>
                </a:ext>
              </a:extLst>
            </p:cNvPr>
            <p:cNvSpPr/>
            <p:nvPr/>
          </p:nvSpPr>
          <p:spPr bwMode="auto">
            <a:xfrm>
              <a:off x="2046801" y="266640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8" name="íşľidê">
              <a:extLst>
                <a:ext uri="{FF2B5EF4-FFF2-40B4-BE49-F238E27FC236}">
                  <a16:creationId xmlns:a16="http://schemas.microsoft.com/office/drawing/2014/main" id="{4BC5332B-4F92-426C-A2B9-B6CB3D854532}"/>
                </a:ext>
              </a:extLst>
            </p:cNvPr>
            <p:cNvSpPr/>
            <p:nvPr/>
          </p:nvSpPr>
          <p:spPr bwMode="auto">
            <a:xfrm>
              <a:off x="2272162" y="2666409"/>
              <a:ext cx="167945"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29" name="iṥľíḓê">
              <a:extLst>
                <a:ext uri="{FF2B5EF4-FFF2-40B4-BE49-F238E27FC236}">
                  <a16:creationId xmlns:a16="http://schemas.microsoft.com/office/drawing/2014/main" id="{E90F3C37-A5D9-4207-8A5D-F4D962B3ADB2}"/>
                </a:ext>
              </a:extLst>
            </p:cNvPr>
            <p:cNvSpPr/>
            <p:nvPr/>
          </p:nvSpPr>
          <p:spPr bwMode="auto">
            <a:xfrm>
              <a:off x="2496088"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0" name="ïṣḷíḑè">
              <a:extLst>
                <a:ext uri="{FF2B5EF4-FFF2-40B4-BE49-F238E27FC236}">
                  <a16:creationId xmlns:a16="http://schemas.microsoft.com/office/drawing/2014/main" id="{77293C4B-04ED-418D-A2B2-AA6BAA8BAFF3}"/>
                </a:ext>
              </a:extLst>
            </p:cNvPr>
            <p:cNvSpPr/>
            <p:nvPr/>
          </p:nvSpPr>
          <p:spPr bwMode="auto">
            <a:xfrm>
              <a:off x="2721450" y="266640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1" name="îṥļiďê">
              <a:extLst>
                <a:ext uri="{FF2B5EF4-FFF2-40B4-BE49-F238E27FC236}">
                  <a16:creationId xmlns:a16="http://schemas.microsoft.com/office/drawing/2014/main" id="{32521008-1DE6-4BC4-91EE-3009CA8BCFCB}"/>
                </a:ext>
              </a:extLst>
            </p:cNvPr>
            <p:cNvSpPr/>
            <p:nvPr/>
          </p:nvSpPr>
          <p:spPr bwMode="auto">
            <a:xfrm>
              <a:off x="2946812" y="266640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2" name="i$ḷïďe">
              <a:extLst>
                <a:ext uri="{FF2B5EF4-FFF2-40B4-BE49-F238E27FC236}">
                  <a16:creationId xmlns:a16="http://schemas.microsoft.com/office/drawing/2014/main" id="{F8CB03DD-7BD3-46B6-984B-0625381A2B57}"/>
                </a:ext>
              </a:extLst>
            </p:cNvPr>
            <p:cNvSpPr/>
            <p:nvPr/>
          </p:nvSpPr>
          <p:spPr bwMode="auto">
            <a:xfrm>
              <a:off x="1822875"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3" name="ïSļiďê">
              <a:extLst>
                <a:ext uri="{FF2B5EF4-FFF2-40B4-BE49-F238E27FC236}">
                  <a16:creationId xmlns:a16="http://schemas.microsoft.com/office/drawing/2014/main" id="{AFD83298-8730-45D2-8DA4-D486CC5D032C}"/>
                </a:ext>
              </a:extLst>
            </p:cNvPr>
            <p:cNvSpPr/>
            <p:nvPr/>
          </p:nvSpPr>
          <p:spPr bwMode="auto">
            <a:xfrm>
              <a:off x="2046801" y="2870240"/>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4" name="ïṥļïḋê">
              <a:extLst>
                <a:ext uri="{FF2B5EF4-FFF2-40B4-BE49-F238E27FC236}">
                  <a16:creationId xmlns:a16="http://schemas.microsoft.com/office/drawing/2014/main" id="{56418DD5-347C-4A7A-9A62-39C7887BABDF}"/>
                </a:ext>
              </a:extLst>
            </p:cNvPr>
            <p:cNvSpPr/>
            <p:nvPr/>
          </p:nvSpPr>
          <p:spPr bwMode="auto">
            <a:xfrm>
              <a:off x="2272162"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5" name="ïṣľïḓe">
              <a:extLst>
                <a:ext uri="{FF2B5EF4-FFF2-40B4-BE49-F238E27FC236}">
                  <a16:creationId xmlns:a16="http://schemas.microsoft.com/office/drawing/2014/main" id="{0A46C1DA-D200-46BE-BAD0-0B5196628BFF}"/>
                </a:ext>
              </a:extLst>
            </p:cNvPr>
            <p:cNvSpPr/>
            <p:nvPr/>
          </p:nvSpPr>
          <p:spPr bwMode="auto">
            <a:xfrm>
              <a:off x="2496088"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6" name="îşļíḑé">
              <a:extLst>
                <a:ext uri="{FF2B5EF4-FFF2-40B4-BE49-F238E27FC236}">
                  <a16:creationId xmlns:a16="http://schemas.microsoft.com/office/drawing/2014/main" id="{C0C3B0BA-86BB-4274-8D6A-AB5F6C1FCCFC}"/>
                </a:ext>
              </a:extLst>
            </p:cNvPr>
            <p:cNvSpPr/>
            <p:nvPr/>
          </p:nvSpPr>
          <p:spPr bwMode="auto">
            <a:xfrm>
              <a:off x="2721450" y="2870240"/>
              <a:ext cx="169380"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7" name="íṡḻíďê">
              <a:extLst>
                <a:ext uri="{FF2B5EF4-FFF2-40B4-BE49-F238E27FC236}">
                  <a16:creationId xmlns:a16="http://schemas.microsoft.com/office/drawing/2014/main" id="{4A9FC747-E78E-4748-9C96-722FD033ED19}"/>
                </a:ext>
              </a:extLst>
            </p:cNvPr>
            <p:cNvSpPr/>
            <p:nvPr/>
          </p:nvSpPr>
          <p:spPr bwMode="auto">
            <a:xfrm>
              <a:off x="2946812" y="2870240"/>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38" name="iṩļíḍé">
              <a:extLst>
                <a:ext uri="{FF2B5EF4-FFF2-40B4-BE49-F238E27FC236}">
                  <a16:creationId xmlns:a16="http://schemas.microsoft.com/office/drawing/2014/main" id="{7494FB47-12C5-4EDA-98DB-1E139DC9652A}"/>
                </a:ext>
              </a:extLst>
            </p:cNvPr>
            <p:cNvSpPr/>
            <p:nvPr/>
          </p:nvSpPr>
          <p:spPr bwMode="auto">
            <a:xfrm>
              <a:off x="1822875" y="3071199"/>
              <a:ext cx="167945" cy="167945"/>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3" name="íŝḷïḑe">
              <a:extLst>
                <a:ext uri="{FF2B5EF4-FFF2-40B4-BE49-F238E27FC236}">
                  <a16:creationId xmlns:a16="http://schemas.microsoft.com/office/drawing/2014/main" id="{572C96CC-E3D8-4E37-BF7D-D6B5AD6236DD}"/>
                </a:ext>
              </a:extLst>
            </p:cNvPr>
            <p:cNvSpPr/>
            <p:nvPr/>
          </p:nvSpPr>
          <p:spPr bwMode="auto">
            <a:xfrm>
              <a:off x="2046801" y="307119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4" name="ïŝlîdè">
              <a:extLst>
                <a:ext uri="{FF2B5EF4-FFF2-40B4-BE49-F238E27FC236}">
                  <a16:creationId xmlns:a16="http://schemas.microsoft.com/office/drawing/2014/main" id="{2733BCC9-897B-4E27-B95A-0E18EC3D91D5}"/>
                </a:ext>
              </a:extLst>
            </p:cNvPr>
            <p:cNvSpPr/>
            <p:nvPr/>
          </p:nvSpPr>
          <p:spPr bwMode="auto">
            <a:xfrm>
              <a:off x="2272162"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5" name="îśļîdê">
              <a:extLst>
                <a:ext uri="{FF2B5EF4-FFF2-40B4-BE49-F238E27FC236}">
                  <a16:creationId xmlns:a16="http://schemas.microsoft.com/office/drawing/2014/main" id="{1749F9EC-EB50-4EBD-B754-EB5F6E73832E}"/>
                </a:ext>
              </a:extLst>
            </p:cNvPr>
            <p:cNvSpPr/>
            <p:nvPr/>
          </p:nvSpPr>
          <p:spPr bwMode="auto">
            <a:xfrm>
              <a:off x="2496088"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6" name="íṥľiďé">
              <a:extLst>
                <a:ext uri="{FF2B5EF4-FFF2-40B4-BE49-F238E27FC236}">
                  <a16:creationId xmlns:a16="http://schemas.microsoft.com/office/drawing/2014/main" id="{FC471568-EFE2-4A4E-9034-17E11DE40D59}"/>
                </a:ext>
              </a:extLst>
            </p:cNvPr>
            <p:cNvSpPr/>
            <p:nvPr/>
          </p:nvSpPr>
          <p:spPr bwMode="auto">
            <a:xfrm>
              <a:off x="2721450" y="3071199"/>
              <a:ext cx="169380"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7" name="ïṩḷîḓê">
              <a:extLst>
                <a:ext uri="{FF2B5EF4-FFF2-40B4-BE49-F238E27FC236}">
                  <a16:creationId xmlns:a16="http://schemas.microsoft.com/office/drawing/2014/main" id="{E18E05FE-0AE4-4E7D-8B50-73B163D9EC04}"/>
                </a:ext>
              </a:extLst>
            </p:cNvPr>
            <p:cNvSpPr/>
            <p:nvPr/>
          </p:nvSpPr>
          <p:spPr bwMode="auto">
            <a:xfrm>
              <a:off x="2946812" y="3071199"/>
              <a:ext cx="167945" cy="167945"/>
            </a:xfrm>
            <a:prstGeom prst="rect">
              <a:avLst/>
            </a:prstGeom>
            <a:solidFill>
              <a:srgbClr val="EDEE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8" name="íṣlïḓê">
              <a:extLst>
                <a:ext uri="{FF2B5EF4-FFF2-40B4-BE49-F238E27FC236}">
                  <a16:creationId xmlns:a16="http://schemas.microsoft.com/office/drawing/2014/main" id="{2ADB124C-23F4-4407-A0D7-D8DFF9DDF045}"/>
                </a:ext>
              </a:extLst>
            </p:cNvPr>
            <p:cNvSpPr/>
            <p:nvPr/>
          </p:nvSpPr>
          <p:spPr bwMode="auto">
            <a:xfrm>
              <a:off x="1729572" y="2273103"/>
              <a:ext cx="1484228" cy="96174"/>
            </a:xfrm>
            <a:prstGeom prst="rect">
              <a:avLst/>
            </a:prstGeom>
            <a:solidFill>
              <a:srgbClr val="C6483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49" name="îṧľîḑê">
              <a:extLst>
                <a:ext uri="{FF2B5EF4-FFF2-40B4-BE49-F238E27FC236}">
                  <a16:creationId xmlns:a16="http://schemas.microsoft.com/office/drawing/2014/main" id="{249737CC-28EE-4D33-9190-16DAE3F95F9C}"/>
                </a:ext>
              </a:extLst>
            </p:cNvPr>
            <p:cNvSpPr/>
            <p:nvPr/>
          </p:nvSpPr>
          <p:spPr bwMode="auto">
            <a:xfrm>
              <a:off x="3213800" y="2273103"/>
              <a:ext cx="47369" cy="146413"/>
            </a:xfrm>
            <a:custGeom>
              <a:avLst/>
              <a:gdLst>
                <a:gd name="T0" fmla="*/ 0 w 33"/>
                <a:gd name="T1" fmla="*/ 0 h 102"/>
                <a:gd name="T2" fmla="*/ 33 w 33"/>
                <a:gd name="T3" fmla="*/ 33 h 102"/>
                <a:gd name="T4" fmla="*/ 33 w 33"/>
                <a:gd name="T5" fmla="*/ 102 h 102"/>
                <a:gd name="T6" fmla="*/ 0 w 33"/>
                <a:gd name="T7" fmla="*/ 67 h 102"/>
                <a:gd name="T8" fmla="*/ 0 w 33"/>
                <a:gd name="T9" fmla="*/ 0 h 102"/>
              </a:gdLst>
              <a:ahLst/>
              <a:cxnLst>
                <a:cxn ang="0">
                  <a:pos x="T0" y="T1"/>
                </a:cxn>
                <a:cxn ang="0">
                  <a:pos x="T2" y="T3"/>
                </a:cxn>
                <a:cxn ang="0">
                  <a:pos x="T4" y="T5"/>
                </a:cxn>
                <a:cxn ang="0">
                  <a:pos x="T6" y="T7"/>
                </a:cxn>
                <a:cxn ang="0">
                  <a:pos x="T8" y="T9"/>
                </a:cxn>
              </a:cxnLst>
              <a:rect l="0" t="0" r="r" b="b"/>
              <a:pathLst>
                <a:path w="33" h="102">
                  <a:moveTo>
                    <a:pt x="0" y="0"/>
                  </a:moveTo>
                  <a:lnTo>
                    <a:pt x="33" y="33"/>
                  </a:lnTo>
                  <a:lnTo>
                    <a:pt x="33" y="102"/>
                  </a:lnTo>
                  <a:lnTo>
                    <a:pt x="0" y="67"/>
                  </a:lnTo>
                  <a:lnTo>
                    <a:pt x="0" y="0"/>
                  </a:lnTo>
                  <a:close/>
                </a:path>
              </a:pathLst>
            </a:custGeom>
            <a:solidFill>
              <a:srgbClr val="BA3A2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0" name="iŝlîďé">
              <a:extLst>
                <a:ext uri="{FF2B5EF4-FFF2-40B4-BE49-F238E27FC236}">
                  <a16:creationId xmlns:a16="http://schemas.microsoft.com/office/drawing/2014/main" id="{940C25FE-6663-450E-A28A-E11DC0D28C44}"/>
                </a:ext>
              </a:extLst>
            </p:cNvPr>
            <p:cNvSpPr/>
            <p:nvPr/>
          </p:nvSpPr>
          <p:spPr bwMode="auto">
            <a:xfrm>
              <a:off x="1729572" y="3332446"/>
              <a:ext cx="48804" cy="48804"/>
            </a:xfrm>
            <a:custGeom>
              <a:avLst/>
              <a:gdLst>
                <a:gd name="T0" fmla="*/ 0 w 34"/>
                <a:gd name="T1" fmla="*/ 0 h 34"/>
                <a:gd name="T2" fmla="*/ 34 w 34"/>
                <a:gd name="T3" fmla="*/ 34 h 34"/>
                <a:gd name="T4" fmla="*/ 34 w 34"/>
                <a:gd name="T5" fmla="*/ 0 h 34"/>
                <a:gd name="T6" fmla="*/ 0 w 34"/>
                <a:gd name="T7" fmla="*/ 0 h 34"/>
              </a:gdLst>
              <a:ahLst/>
              <a:cxnLst>
                <a:cxn ang="0">
                  <a:pos x="T0" y="T1"/>
                </a:cxn>
                <a:cxn ang="0">
                  <a:pos x="T2" y="T3"/>
                </a:cxn>
                <a:cxn ang="0">
                  <a:pos x="T4" y="T5"/>
                </a:cxn>
                <a:cxn ang="0">
                  <a:pos x="T6" y="T7"/>
                </a:cxn>
              </a:cxnLst>
              <a:rect l="0" t="0" r="r" b="b"/>
              <a:pathLst>
                <a:path w="34" h="34">
                  <a:moveTo>
                    <a:pt x="0" y="0"/>
                  </a:moveTo>
                  <a:lnTo>
                    <a:pt x="34" y="34"/>
                  </a:lnTo>
                  <a:lnTo>
                    <a:pt x="34" y="0"/>
                  </a:lnTo>
                  <a:lnTo>
                    <a:pt x="0" y="0"/>
                  </a:lnTo>
                  <a:close/>
                </a:path>
              </a:pathLst>
            </a:custGeom>
            <a:solidFill>
              <a:srgbClr val="EDEEF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1" name="íṣľîďê">
              <a:extLst>
                <a:ext uri="{FF2B5EF4-FFF2-40B4-BE49-F238E27FC236}">
                  <a16:creationId xmlns:a16="http://schemas.microsoft.com/office/drawing/2014/main" id="{111B7DB1-20B5-46E7-83B2-B90BA6289914}"/>
                </a:ext>
              </a:extLst>
            </p:cNvPr>
            <p:cNvSpPr/>
            <p:nvPr/>
          </p:nvSpPr>
          <p:spPr bwMode="auto">
            <a:xfrm>
              <a:off x="1946322" y="2165446"/>
              <a:ext cx="76078"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2" name="isḷide">
              <a:extLst>
                <a:ext uri="{FF2B5EF4-FFF2-40B4-BE49-F238E27FC236}">
                  <a16:creationId xmlns:a16="http://schemas.microsoft.com/office/drawing/2014/main" id="{BECD8519-9B9C-421B-A70C-731A3FC376AD}"/>
                </a:ext>
              </a:extLst>
            </p:cNvPr>
            <p:cNvSpPr/>
            <p:nvPr/>
          </p:nvSpPr>
          <p:spPr bwMode="auto">
            <a:xfrm>
              <a:off x="2181731" y="2165446"/>
              <a:ext cx="77513"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3" name="ís1îḋè">
              <a:extLst>
                <a:ext uri="{FF2B5EF4-FFF2-40B4-BE49-F238E27FC236}">
                  <a16:creationId xmlns:a16="http://schemas.microsoft.com/office/drawing/2014/main" id="{4613E9B4-392C-479E-8098-3F41804E673E}"/>
                </a:ext>
              </a:extLst>
            </p:cNvPr>
            <p:cNvSpPr/>
            <p:nvPr/>
          </p:nvSpPr>
          <p:spPr bwMode="auto">
            <a:xfrm>
              <a:off x="2407092" y="2165446"/>
              <a:ext cx="76078" cy="170816"/>
            </a:xfrm>
            <a:custGeom>
              <a:avLst/>
              <a:gdLst>
                <a:gd name="T0" fmla="*/ 16 w 30"/>
                <a:gd name="T1" fmla="*/ 67 h 67"/>
                <a:gd name="T2" fmla="*/ 15 w 30"/>
                <a:gd name="T3" fmla="*/ 67 h 67"/>
                <a:gd name="T4" fmla="*/ 0 w 30"/>
                <a:gd name="T5" fmla="*/ 52 h 67"/>
                <a:gd name="T6" fmla="*/ 0 w 30"/>
                <a:gd name="T7" fmla="*/ 14 h 67"/>
                <a:gd name="T8" fmla="*/ 15 w 30"/>
                <a:gd name="T9" fmla="*/ 0 h 67"/>
                <a:gd name="T10" fmla="*/ 16 w 30"/>
                <a:gd name="T11" fmla="*/ 0 h 67"/>
                <a:gd name="T12" fmla="*/ 30 w 30"/>
                <a:gd name="T13" fmla="*/ 14 h 67"/>
                <a:gd name="T14" fmla="*/ 30 w 30"/>
                <a:gd name="T15" fmla="*/ 52 h 67"/>
                <a:gd name="T16" fmla="*/ 16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6" y="67"/>
                  </a:moveTo>
                  <a:cubicBezTo>
                    <a:pt x="15" y="67"/>
                    <a:pt x="15" y="67"/>
                    <a:pt x="15" y="67"/>
                  </a:cubicBezTo>
                  <a:cubicBezTo>
                    <a:pt x="7" y="67"/>
                    <a:pt x="0" y="61"/>
                    <a:pt x="0" y="52"/>
                  </a:cubicBezTo>
                  <a:cubicBezTo>
                    <a:pt x="0" y="14"/>
                    <a:pt x="0" y="14"/>
                    <a:pt x="0" y="14"/>
                  </a:cubicBezTo>
                  <a:cubicBezTo>
                    <a:pt x="0" y="6"/>
                    <a:pt x="7" y="0"/>
                    <a:pt x="15" y="0"/>
                  </a:cubicBezTo>
                  <a:cubicBezTo>
                    <a:pt x="16" y="0"/>
                    <a:pt x="16" y="0"/>
                    <a:pt x="16" y="0"/>
                  </a:cubicBezTo>
                  <a:cubicBezTo>
                    <a:pt x="24" y="0"/>
                    <a:pt x="30" y="6"/>
                    <a:pt x="30" y="14"/>
                  </a:cubicBezTo>
                  <a:cubicBezTo>
                    <a:pt x="30" y="52"/>
                    <a:pt x="30" y="52"/>
                    <a:pt x="30" y="52"/>
                  </a:cubicBezTo>
                  <a:cubicBezTo>
                    <a:pt x="30" y="61"/>
                    <a:pt x="24" y="67"/>
                    <a:pt x="16" y="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4" name="iŝļîďe">
              <a:extLst>
                <a:ext uri="{FF2B5EF4-FFF2-40B4-BE49-F238E27FC236}">
                  <a16:creationId xmlns:a16="http://schemas.microsoft.com/office/drawing/2014/main" id="{970E92A3-E255-471D-A8B3-44160257173C}"/>
                </a:ext>
              </a:extLst>
            </p:cNvPr>
            <p:cNvSpPr/>
            <p:nvPr/>
          </p:nvSpPr>
          <p:spPr bwMode="auto">
            <a:xfrm>
              <a:off x="2658292" y="2165446"/>
              <a:ext cx="76078" cy="170816"/>
            </a:xfrm>
            <a:custGeom>
              <a:avLst/>
              <a:gdLst>
                <a:gd name="T0" fmla="*/ 15 w 30"/>
                <a:gd name="T1" fmla="*/ 67 h 67"/>
                <a:gd name="T2" fmla="*/ 14 w 30"/>
                <a:gd name="T3" fmla="*/ 67 h 67"/>
                <a:gd name="T4" fmla="*/ 0 w 30"/>
                <a:gd name="T5" fmla="*/ 52 h 67"/>
                <a:gd name="T6" fmla="*/ 0 w 30"/>
                <a:gd name="T7" fmla="*/ 14 h 67"/>
                <a:gd name="T8" fmla="*/ 14 w 30"/>
                <a:gd name="T9" fmla="*/ 0 h 67"/>
                <a:gd name="T10" fmla="*/ 15 w 30"/>
                <a:gd name="T11" fmla="*/ 0 h 67"/>
                <a:gd name="T12" fmla="*/ 30 w 30"/>
                <a:gd name="T13" fmla="*/ 14 h 67"/>
                <a:gd name="T14" fmla="*/ 30 w 30"/>
                <a:gd name="T15" fmla="*/ 52 h 67"/>
                <a:gd name="T16" fmla="*/ 15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5" y="67"/>
                  </a:moveTo>
                  <a:cubicBezTo>
                    <a:pt x="14" y="67"/>
                    <a:pt x="14" y="67"/>
                    <a:pt x="14" y="67"/>
                  </a:cubicBezTo>
                  <a:cubicBezTo>
                    <a:pt x="6" y="67"/>
                    <a:pt x="0" y="61"/>
                    <a:pt x="0" y="52"/>
                  </a:cubicBezTo>
                  <a:cubicBezTo>
                    <a:pt x="0" y="14"/>
                    <a:pt x="0" y="14"/>
                    <a:pt x="0" y="14"/>
                  </a:cubicBezTo>
                  <a:cubicBezTo>
                    <a:pt x="0" y="6"/>
                    <a:pt x="6" y="0"/>
                    <a:pt x="14" y="0"/>
                  </a:cubicBezTo>
                  <a:cubicBezTo>
                    <a:pt x="15" y="0"/>
                    <a:pt x="15" y="0"/>
                    <a:pt x="15" y="0"/>
                  </a:cubicBezTo>
                  <a:cubicBezTo>
                    <a:pt x="23" y="0"/>
                    <a:pt x="30" y="6"/>
                    <a:pt x="30" y="14"/>
                  </a:cubicBezTo>
                  <a:cubicBezTo>
                    <a:pt x="30" y="52"/>
                    <a:pt x="30" y="52"/>
                    <a:pt x="30" y="52"/>
                  </a:cubicBezTo>
                  <a:cubicBezTo>
                    <a:pt x="30" y="61"/>
                    <a:pt x="23" y="67"/>
                    <a:pt x="15" y="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5" name="îş1îďe">
              <a:extLst>
                <a:ext uri="{FF2B5EF4-FFF2-40B4-BE49-F238E27FC236}">
                  <a16:creationId xmlns:a16="http://schemas.microsoft.com/office/drawing/2014/main" id="{09E3E63B-CFD6-4D58-BF50-2C5B7BA4764B}"/>
                </a:ext>
              </a:extLst>
            </p:cNvPr>
            <p:cNvSpPr/>
            <p:nvPr/>
          </p:nvSpPr>
          <p:spPr bwMode="auto">
            <a:xfrm>
              <a:off x="2920974" y="2165446"/>
              <a:ext cx="76078" cy="170816"/>
            </a:xfrm>
            <a:custGeom>
              <a:avLst/>
              <a:gdLst>
                <a:gd name="T0" fmla="*/ 15 w 30"/>
                <a:gd name="T1" fmla="*/ 67 h 67"/>
                <a:gd name="T2" fmla="*/ 14 w 30"/>
                <a:gd name="T3" fmla="*/ 67 h 67"/>
                <a:gd name="T4" fmla="*/ 0 w 30"/>
                <a:gd name="T5" fmla="*/ 52 h 67"/>
                <a:gd name="T6" fmla="*/ 0 w 30"/>
                <a:gd name="T7" fmla="*/ 14 h 67"/>
                <a:gd name="T8" fmla="*/ 14 w 30"/>
                <a:gd name="T9" fmla="*/ 0 h 67"/>
                <a:gd name="T10" fmla="*/ 15 w 30"/>
                <a:gd name="T11" fmla="*/ 0 h 67"/>
                <a:gd name="T12" fmla="*/ 30 w 30"/>
                <a:gd name="T13" fmla="*/ 14 h 67"/>
                <a:gd name="T14" fmla="*/ 30 w 30"/>
                <a:gd name="T15" fmla="*/ 52 h 67"/>
                <a:gd name="T16" fmla="*/ 15 w 30"/>
                <a:gd name="T17" fmla="*/ 67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67">
                  <a:moveTo>
                    <a:pt x="15" y="67"/>
                  </a:moveTo>
                  <a:cubicBezTo>
                    <a:pt x="14" y="67"/>
                    <a:pt x="14" y="67"/>
                    <a:pt x="14" y="67"/>
                  </a:cubicBezTo>
                  <a:cubicBezTo>
                    <a:pt x="6" y="67"/>
                    <a:pt x="0" y="61"/>
                    <a:pt x="0" y="52"/>
                  </a:cubicBezTo>
                  <a:cubicBezTo>
                    <a:pt x="0" y="14"/>
                    <a:pt x="0" y="14"/>
                    <a:pt x="0" y="14"/>
                  </a:cubicBezTo>
                  <a:cubicBezTo>
                    <a:pt x="0" y="6"/>
                    <a:pt x="6" y="0"/>
                    <a:pt x="14" y="0"/>
                  </a:cubicBezTo>
                  <a:cubicBezTo>
                    <a:pt x="15" y="0"/>
                    <a:pt x="15" y="0"/>
                    <a:pt x="15" y="0"/>
                  </a:cubicBezTo>
                  <a:cubicBezTo>
                    <a:pt x="23" y="0"/>
                    <a:pt x="30" y="6"/>
                    <a:pt x="30" y="14"/>
                  </a:cubicBezTo>
                  <a:cubicBezTo>
                    <a:pt x="30" y="52"/>
                    <a:pt x="30" y="52"/>
                    <a:pt x="30" y="52"/>
                  </a:cubicBezTo>
                  <a:cubicBezTo>
                    <a:pt x="30" y="61"/>
                    <a:pt x="23" y="67"/>
                    <a:pt x="15" y="6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56" name="í$ļiḋe">
              <a:extLst>
                <a:ext uri="{FF2B5EF4-FFF2-40B4-BE49-F238E27FC236}">
                  <a16:creationId xmlns:a16="http://schemas.microsoft.com/office/drawing/2014/main" id="{FBFAB9B7-F1F1-4DFB-BBD3-731CD345A69F}"/>
                </a:ext>
              </a:extLst>
            </p:cNvPr>
            <p:cNvSpPr/>
            <p:nvPr/>
          </p:nvSpPr>
          <p:spPr bwMode="auto">
            <a:xfrm>
              <a:off x="3396100" y="3296560"/>
              <a:ext cx="1233030" cy="1233030"/>
            </a:xfrm>
            <a:prstGeom prst="ellipse">
              <a:avLst/>
            </a:prstGeom>
            <a:solidFill>
              <a:srgbClr val="E6B54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57" name="íṣḷíḑé">
              <a:extLst>
                <a:ext uri="{FF2B5EF4-FFF2-40B4-BE49-F238E27FC236}">
                  <a16:creationId xmlns:a16="http://schemas.microsoft.com/office/drawing/2014/main" id="{98C904E0-BE7E-4A17-9D15-DA9DE7A951DB}"/>
                </a:ext>
              </a:extLst>
            </p:cNvPr>
            <p:cNvSpPr/>
            <p:nvPr/>
          </p:nvSpPr>
          <p:spPr bwMode="auto">
            <a:xfrm>
              <a:off x="3465000" y="3365460"/>
              <a:ext cx="1098100" cy="109666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58" name="iṩļiḋè">
              <a:extLst>
                <a:ext uri="{FF2B5EF4-FFF2-40B4-BE49-F238E27FC236}">
                  <a16:creationId xmlns:a16="http://schemas.microsoft.com/office/drawing/2014/main" id="{8DD6736B-886F-401C-88A5-3849CCF573F1}"/>
                </a:ext>
              </a:extLst>
            </p:cNvPr>
            <p:cNvSpPr/>
            <p:nvPr/>
          </p:nvSpPr>
          <p:spPr bwMode="auto">
            <a:xfrm>
              <a:off x="3654476" y="3556372"/>
              <a:ext cx="714841" cy="714841"/>
            </a:xfrm>
            <a:prstGeom prst="ellipse">
              <a:avLst/>
            </a:prstGeom>
            <a:solidFill>
              <a:srgbClr val="EDEEF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59" name="ïŝľïḍe">
              <a:extLst>
                <a:ext uri="{FF2B5EF4-FFF2-40B4-BE49-F238E27FC236}">
                  <a16:creationId xmlns:a16="http://schemas.microsoft.com/office/drawing/2014/main" id="{D7B25966-07E8-40CC-8A3D-198C26B369FC}"/>
                </a:ext>
              </a:extLst>
            </p:cNvPr>
            <p:cNvSpPr/>
            <p:nvPr/>
          </p:nvSpPr>
          <p:spPr bwMode="auto">
            <a:xfrm>
              <a:off x="3500885" y="3404217"/>
              <a:ext cx="1020587" cy="1019151"/>
            </a:xfrm>
            <a:custGeom>
              <a:avLst/>
              <a:gdLst>
                <a:gd name="T0" fmla="*/ 397 w 401"/>
                <a:gd name="T1" fmla="*/ 200 h 401"/>
                <a:gd name="T2" fmla="*/ 393 w 401"/>
                <a:gd name="T3" fmla="*/ 200 h 401"/>
                <a:gd name="T4" fmla="*/ 337 w 401"/>
                <a:gd name="T5" fmla="*/ 336 h 401"/>
                <a:gd name="T6" fmla="*/ 201 w 401"/>
                <a:gd name="T7" fmla="*/ 393 h 401"/>
                <a:gd name="T8" fmla="*/ 65 w 401"/>
                <a:gd name="T9" fmla="*/ 336 h 401"/>
                <a:gd name="T10" fmla="*/ 8 w 401"/>
                <a:gd name="T11" fmla="*/ 200 h 401"/>
                <a:gd name="T12" fmla="*/ 65 w 401"/>
                <a:gd name="T13" fmla="*/ 64 h 401"/>
                <a:gd name="T14" fmla="*/ 201 w 401"/>
                <a:gd name="T15" fmla="*/ 8 h 401"/>
                <a:gd name="T16" fmla="*/ 337 w 401"/>
                <a:gd name="T17" fmla="*/ 64 h 401"/>
                <a:gd name="T18" fmla="*/ 393 w 401"/>
                <a:gd name="T19" fmla="*/ 200 h 401"/>
                <a:gd name="T20" fmla="*/ 397 w 401"/>
                <a:gd name="T21" fmla="*/ 200 h 401"/>
                <a:gd name="T22" fmla="*/ 401 w 401"/>
                <a:gd name="T23" fmla="*/ 200 h 401"/>
                <a:gd name="T24" fmla="*/ 201 w 401"/>
                <a:gd name="T25" fmla="*/ 0 h 401"/>
                <a:gd name="T26" fmla="*/ 0 w 401"/>
                <a:gd name="T27" fmla="*/ 200 h 401"/>
                <a:gd name="T28" fmla="*/ 201 w 401"/>
                <a:gd name="T29" fmla="*/ 401 h 401"/>
                <a:gd name="T30" fmla="*/ 401 w 401"/>
                <a:gd name="T31" fmla="*/ 200 h 401"/>
                <a:gd name="T32" fmla="*/ 397 w 401"/>
                <a:gd name="T33" fmla="*/ 20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1" h="401">
                  <a:moveTo>
                    <a:pt x="397" y="200"/>
                  </a:moveTo>
                  <a:cubicBezTo>
                    <a:pt x="393" y="200"/>
                    <a:pt x="393" y="200"/>
                    <a:pt x="393" y="200"/>
                  </a:cubicBezTo>
                  <a:cubicBezTo>
                    <a:pt x="393" y="254"/>
                    <a:pt x="372" y="302"/>
                    <a:pt x="337" y="336"/>
                  </a:cubicBezTo>
                  <a:cubicBezTo>
                    <a:pt x="302" y="371"/>
                    <a:pt x="254" y="393"/>
                    <a:pt x="201" y="393"/>
                  </a:cubicBezTo>
                  <a:cubicBezTo>
                    <a:pt x="148" y="393"/>
                    <a:pt x="100" y="371"/>
                    <a:pt x="65" y="336"/>
                  </a:cubicBezTo>
                  <a:cubicBezTo>
                    <a:pt x="30" y="302"/>
                    <a:pt x="8" y="254"/>
                    <a:pt x="8" y="200"/>
                  </a:cubicBezTo>
                  <a:cubicBezTo>
                    <a:pt x="8" y="147"/>
                    <a:pt x="30" y="99"/>
                    <a:pt x="65" y="64"/>
                  </a:cubicBezTo>
                  <a:cubicBezTo>
                    <a:pt x="100" y="29"/>
                    <a:pt x="148" y="8"/>
                    <a:pt x="201" y="8"/>
                  </a:cubicBezTo>
                  <a:cubicBezTo>
                    <a:pt x="254" y="8"/>
                    <a:pt x="302" y="29"/>
                    <a:pt x="337" y="64"/>
                  </a:cubicBezTo>
                  <a:cubicBezTo>
                    <a:pt x="372" y="99"/>
                    <a:pt x="393" y="147"/>
                    <a:pt x="393" y="200"/>
                  </a:cubicBezTo>
                  <a:cubicBezTo>
                    <a:pt x="397" y="200"/>
                    <a:pt x="397" y="200"/>
                    <a:pt x="397" y="200"/>
                  </a:cubicBezTo>
                  <a:cubicBezTo>
                    <a:pt x="401" y="200"/>
                    <a:pt x="401" y="200"/>
                    <a:pt x="401" y="200"/>
                  </a:cubicBezTo>
                  <a:cubicBezTo>
                    <a:pt x="401" y="90"/>
                    <a:pt x="312" y="0"/>
                    <a:pt x="201" y="0"/>
                  </a:cubicBezTo>
                  <a:cubicBezTo>
                    <a:pt x="90" y="0"/>
                    <a:pt x="0" y="90"/>
                    <a:pt x="0" y="200"/>
                  </a:cubicBezTo>
                  <a:cubicBezTo>
                    <a:pt x="0" y="311"/>
                    <a:pt x="90" y="401"/>
                    <a:pt x="201" y="401"/>
                  </a:cubicBezTo>
                  <a:cubicBezTo>
                    <a:pt x="312" y="401"/>
                    <a:pt x="401" y="311"/>
                    <a:pt x="401" y="200"/>
                  </a:cubicBezTo>
                  <a:lnTo>
                    <a:pt x="397" y="200"/>
                  </a:lnTo>
                  <a:close/>
                </a:path>
              </a:pathLst>
            </a:custGeom>
            <a:solidFill>
              <a:srgbClr val="EDEEF0"/>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60" name="ïšļidê">
              <a:extLst>
                <a:ext uri="{FF2B5EF4-FFF2-40B4-BE49-F238E27FC236}">
                  <a16:creationId xmlns:a16="http://schemas.microsoft.com/office/drawing/2014/main" id="{913D56F1-070B-48B0-8829-707C6AB655E8}"/>
                </a:ext>
              </a:extLst>
            </p:cNvPr>
            <p:cNvSpPr/>
            <p:nvPr/>
          </p:nvSpPr>
          <p:spPr bwMode="auto">
            <a:xfrm>
              <a:off x="3991800" y="3896567"/>
              <a:ext cx="44499" cy="41628"/>
            </a:xfrm>
            <a:prstGeom prst="ellipse">
              <a:avLst/>
            </a:prstGeom>
            <a:solidFill>
              <a:srgbClr val="21191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1" name="ïŝlîḓê">
              <a:extLst>
                <a:ext uri="{FF2B5EF4-FFF2-40B4-BE49-F238E27FC236}">
                  <a16:creationId xmlns:a16="http://schemas.microsoft.com/office/drawing/2014/main" id="{951B9FFF-2908-4E66-AC5A-3753DA1E4881}"/>
                </a:ext>
              </a:extLst>
            </p:cNvPr>
            <p:cNvSpPr/>
            <p:nvPr/>
          </p:nvSpPr>
          <p:spPr bwMode="auto">
            <a:xfrm>
              <a:off x="3991800" y="3484601"/>
              <a:ext cx="44499" cy="427756"/>
            </a:xfrm>
            <a:custGeom>
              <a:avLst/>
              <a:gdLst>
                <a:gd name="T0" fmla="*/ 12 w 17"/>
                <a:gd name="T1" fmla="*/ 168 h 168"/>
                <a:gd name="T2" fmla="*/ 4 w 17"/>
                <a:gd name="T3" fmla="*/ 168 h 168"/>
                <a:gd name="T4" fmla="*/ 0 w 17"/>
                <a:gd name="T5" fmla="*/ 40 h 168"/>
                <a:gd name="T6" fmla="*/ 4 w 17"/>
                <a:gd name="T7" fmla="*/ 4 h 168"/>
                <a:gd name="T8" fmla="*/ 8 w 17"/>
                <a:gd name="T9" fmla="*/ 0 h 168"/>
                <a:gd name="T10" fmla="*/ 12 w 17"/>
                <a:gd name="T11" fmla="*/ 3 h 168"/>
                <a:gd name="T12" fmla="*/ 17 w 17"/>
                <a:gd name="T13" fmla="*/ 37 h 168"/>
                <a:gd name="T14" fmla="*/ 12 w 17"/>
                <a:gd name="T15" fmla="*/ 168 h 16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68">
                  <a:moveTo>
                    <a:pt x="12" y="168"/>
                  </a:moveTo>
                  <a:cubicBezTo>
                    <a:pt x="4" y="168"/>
                    <a:pt x="4" y="168"/>
                    <a:pt x="4" y="168"/>
                  </a:cubicBezTo>
                  <a:cubicBezTo>
                    <a:pt x="0" y="40"/>
                    <a:pt x="0" y="40"/>
                    <a:pt x="0" y="40"/>
                  </a:cubicBezTo>
                  <a:cubicBezTo>
                    <a:pt x="4" y="4"/>
                    <a:pt x="4" y="4"/>
                    <a:pt x="4" y="4"/>
                  </a:cubicBezTo>
                  <a:cubicBezTo>
                    <a:pt x="4" y="1"/>
                    <a:pt x="6" y="0"/>
                    <a:pt x="8" y="0"/>
                  </a:cubicBezTo>
                  <a:cubicBezTo>
                    <a:pt x="10" y="0"/>
                    <a:pt x="12" y="1"/>
                    <a:pt x="12" y="3"/>
                  </a:cubicBezTo>
                  <a:cubicBezTo>
                    <a:pt x="17" y="37"/>
                    <a:pt x="17" y="37"/>
                    <a:pt x="17" y="37"/>
                  </a:cubicBezTo>
                  <a:lnTo>
                    <a:pt x="12" y="168"/>
                  </a:lnTo>
                  <a:close/>
                </a:path>
              </a:pathLst>
            </a:custGeom>
            <a:solidFill>
              <a:srgbClr val="21191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62" name="îsḷïdé">
              <a:extLst>
                <a:ext uri="{FF2B5EF4-FFF2-40B4-BE49-F238E27FC236}">
                  <a16:creationId xmlns:a16="http://schemas.microsoft.com/office/drawing/2014/main" id="{5E1C0AEB-6B94-4DAE-AD88-2839581E76A5}"/>
                </a:ext>
              </a:extLst>
            </p:cNvPr>
            <p:cNvSpPr/>
            <p:nvPr/>
          </p:nvSpPr>
          <p:spPr bwMode="auto">
            <a:xfrm>
              <a:off x="4013332" y="3879342"/>
              <a:ext cx="355985" cy="43063"/>
            </a:xfrm>
            <a:custGeom>
              <a:avLst/>
              <a:gdLst>
                <a:gd name="T0" fmla="*/ 0 w 140"/>
                <a:gd name="T1" fmla="*/ 17 h 17"/>
                <a:gd name="T2" fmla="*/ 0 w 140"/>
                <a:gd name="T3" fmla="*/ 9 h 17"/>
                <a:gd name="T4" fmla="*/ 106 w 140"/>
                <a:gd name="T5" fmla="*/ 0 h 17"/>
                <a:gd name="T6" fmla="*/ 137 w 140"/>
                <a:gd name="T7" fmla="*/ 2 h 17"/>
                <a:gd name="T8" fmla="*/ 140 w 140"/>
                <a:gd name="T9" fmla="*/ 6 h 17"/>
                <a:gd name="T10" fmla="*/ 137 w 140"/>
                <a:gd name="T11" fmla="*/ 10 h 17"/>
                <a:gd name="T12" fmla="*/ 110 w 140"/>
                <a:gd name="T13" fmla="*/ 16 h 17"/>
                <a:gd name="T14" fmla="*/ 0 w 140"/>
                <a:gd name="T15" fmla="*/ 17 h 1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 h="17">
                  <a:moveTo>
                    <a:pt x="0" y="17"/>
                  </a:moveTo>
                  <a:cubicBezTo>
                    <a:pt x="0" y="9"/>
                    <a:pt x="0" y="9"/>
                    <a:pt x="0" y="9"/>
                  </a:cubicBezTo>
                  <a:cubicBezTo>
                    <a:pt x="106" y="0"/>
                    <a:pt x="106" y="0"/>
                    <a:pt x="106" y="0"/>
                  </a:cubicBezTo>
                  <a:cubicBezTo>
                    <a:pt x="137" y="2"/>
                    <a:pt x="137" y="2"/>
                    <a:pt x="137" y="2"/>
                  </a:cubicBezTo>
                  <a:cubicBezTo>
                    <a:pt x="139" y="2"/>
                    <a:pt x="140" y="4"/>
                    <a:pt x="140" y="6"/>
                  </a:cubicBezTo>
                  <a:cubicBezTo>
                    <a:pt x="140" y="8"/>
                    <a:pt x="139" y="10"/>
                    <a:pt x="137" y="10"/>
                  </a:cubicBezTo>
                  <a:cubicBezTo>
                    <a:pt x="110" y="16"/>
                    <a:pt x="110" y="16"/>
                    <a:pt x="110" y="16"/>
                  </a:cubicBezTo>
                  <a:lnTo>
                    <a:pt x="0" y="17"/>
                  </a:lnTo>
                  <a:close/>
                </a:path>
              </a:pathLst>
            </a:custGeom>
            <a:solidFill>
              <a:srgbClr val="211915"/>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3" name="îš1iḋé">
              <a:extLst>
                <a:ext uri="{FF2B5EF4-FFF2-40B4-BE49-F238E27FC236}">
                  <a16:creationId xmlns:a16="http://schemas.microsoft.com/office/drawing/2014/main" id="{3D781010-70F5-4408-A70F-DAF307B55877}"/>
                </a:ext>
              </a:extLst>
            </p:cNvPr>
            <p:cNvSpPr/>
            <p:nvPr/>
          </p:nvSpPr>
          <p:spPr bwMode="auto">
            <a:xfrm>
              <a:off x="4010461" y="3296560"/>
              <a:ext cx="76078" cy="5742"/>
            </a:xfrm>
            <a:custGeom>
              <a:avLst/>
              <a:gdLst>
                <a:gd name="T0" fmla="*/ 23 w 30"/>
                <a:gd name="T1" fmla="*/ 0 h 2"/>
                <a:gd name="T2" fmla="*/ 1 w 30"/>
                <a:gd name="T3" fmla="*/ 0 h 2"/>
                <a:gd name="T4" fmla="*/ 0 w 30"/>
                <a:gd name="T5" fmla="*/ 0 h 2"/>
                <a:gd name="T6" fmla="*/ 1 w 30"/>
                <a:gd name="T7" fmla="*/ 0 h 2"/>
                <a:gd name="T8" fmla="*/ 30 w 30"/>
                <a:gd name="T9" fmla="*/ 2 h 2"/>
                <a:gd name="T10" fmla="*/ 23 w 30"/>
                <a:gd name="T11" fmla="*/ 0 h 2"/>
              </a:gdLst>
              <a:ahLst/>
              <a:cxnLst>
                <a:cxn ang="0">
                  <a:pos x="T0" y="T1"/>
                </a:cxn>
                <a:cxn ang="0">
                  <a:pos x="T2" y="T3"/>
                </a:cxn>
                <a:cxn ang="0">
                  <a:pos x="T4" y="T5"/>
                </a:cxn>
                <a:cxn ang="0">
                  <a:pos x="T6" y="T7"/>
                </a:cxn>
                <a:cxn ang="0">
                  <a:pos x="T8" y="T9"/>
                </a:cxn>
                <a:cxn ang="0">
                  <a:pos x="T10" y="T11"/>
                </a:cxn>
              </a:cxnLst>
              <a:rect l="0" t="0" r="r" b="b"/>
              <a:pathLst>
                <a:path w="30" h="2">
                  <a:moveTo>
                    <a:pt x="23" y="0"/>
                  </a:moveTo>
                  <a:cubicBezTo>
                    <a:pt x="1" y="0"/>
                    <a:pt x="1" y="0"/>
                    <a:pt x="1" y="0"/>
                  </a:cubicBezTo>
                  <a:cubicBezTo>
                    <a:pt x="0" y="0"/>
                    <a:pt x="0" y="0"/>
                    <a:pt x="0" y="0"/>
                  </a:cubicBezTo>
                  <a:cubicBezTo>
                    <a:pt x="1" y="0"/>
                    <a:pt x="1" y="0"/>
                    <a:pt x="1" y="0"/>
                  </a:cubicBezTo>
                  <a:cubicBezTo>
                    <a:pt x="11" y="0"/>
                    <a:pt x="20" y="1"/>
                    <a:pt x="30" y="2"/>
                  </a:cubicBezTo>
                  <a:cubicBezTo>
                    <a:pt x="28" y="1"/>
                    <a:pt x="26" y="0"/>
                    <a:pt x="2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4" name="îśḷîḓe">
              <a:extLst>
                <a:ext uri="{FF2B5EF4-FFF2-40B4-BE49-F238E27FC236}">
                  <a16:creationId xmlns:a16="http://schemas.microsoft.com/office/drawing/2014/main" id="{8F14B31D-EB7B-42FF-9D5C-45968343942E}"/>
                </a:ext>
              </a:extLst>
            </p:cNvPr>
            <p:cNvSpPr/>
            <p:nvPr/>
          </p:nvSpPr>
          <p:spPr bwMode="auto">
            <a:xfrm>
              <a:off x="3980317" y="3296560"/>
              <a:ext cx="122011" cy="68900"/>
            </a:xfrm>
            <a:custGeom>
              <a:avLst/>
              <a:gdLst>
                <a:gd name="T0" fmla="*/ 13 w 48"/>
                <a:gd name="T1" fmla="*/ 0 h 27"/>
                <a:gd name="T2" fmla="*/ 12 w 48"/>
                <a:gd name="T3" fmla="*/ 0 h 27"/>
                <a:gd name="T4" fmla="*/ 0 w 48"/>
                <a:gd name="T5" fmla="*/ 13 h 27"/>
                <a:gd name="T6" fmla="*/ 0 w 48"/>
                <a:gd name="T7" fmla="*/ 14 h 27"/>
                <a:gd name="T8" fmla="*/ 13 w 48"/>
                <a:gd name="T9" fmla="*/ 27 h 27"/>
                <a:gd name="T10" fmla="*/ 35 w 48"/>
                <a:gd name="T11" fmla="*/ 27 h 27"/>
                <a:gd name="T12" fmla="*/ 48 w 48"/>
                <a:gd name="T13" fmla="*/ 14 h 27"/>
                <a:gd name="T14" fmla="*/ 48 w 48"/>
                <a:gd name="T15" fmla="*/ 13 h 27"/>
                <a:gd name="T16" fmla="*/ 42 w 48"/>
                <a:gd name="T17" fmla="*/ 2 h 27"/>
                <a:gd name="T18" fmla="*/ 13 w 48"/>
                <a:gd name="T19"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27">
                  <a:moveTo>
                    <a:pt x="13" y="0"/>
                  </a:moveTo>
                  <a:cubicBezTo>
                    <a:pt x="13" y="0"/>
                    <a:pt x="13" y="0"/>
                    <a:pt x="12" y="0"/>
                  </a:cubicBezTo>
                  <a:cubicBezTo>
                    <a:pt x="5" y="0"/>
                    <a:pt x="0" y="6"/>
                    <a:pt x="0" y="13"/>
                  </a:cubicBezTo>
                  <a:cubicBezTo>
                    <a:pt x="0" y="14"/>
                    <a:pt x="0" y="14"/>
                    <a:pt x="0" y="14"/>
                  </a:cubicBezTo>
                  <a:cubicBezTo>
                    <a:pt x="0" y="21"/>
                    <a:pt x="5" y="27"/>
                    <a:pt x="13" y="27"/>
                  </a:cubicBezTo>
                  <a:cubicBezTo>
                    <a:pt x="35" y="27"/>
                    <a:pt x="35" y="27"/>
                    <a:pt x="35" y="27"/>
                  </a:cubicBezTo>
                  <a:cubicBezTo>
                    <a:pt x="42" y="27"/>
                    <a:pt x="48" y="21"/>
                    <a:pt x="48" y="14"/>
                  </a:cubicBezTo>
                  <a:cubicBezTo>
                    <a:pt x="48" y="13"/>
                    <a:pt x="48" y="13"/>
                    <a:pt x="48" y="13"/>
                  </a:cubicBezTo>
                  <a:cubicBezTo>
                    <a:pt x="48" y="8"/>
                    <a:pt x="46" y="4"/>
                    <a:pt x="42" y="2"/>
                  </a:cubicBezTo>
                  <a:cubicBezTo>
                    <a:pt x="32" y="1"/>
                    <a:pt x="23" y="0"/>
                    <a:pt x="13" y="0"/>
                  </a:cubicBezTo>
                </a:path>
              </a:pathLst>
            </a:custGeom>
            <a:solidFill>
              <a:srgbClr val="EECD8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5" name="îṥḷíḋè">
              <a:extLst>
                <a:ext uri="{FF2B5EF4-FFF2-40B4-BE49-F238E27FC236}">
                  <a16:creationId xmlns:a16="http://schemas.microsoft.com/office/drawing/2014/main" id="{0CBE759C-8F6E-4EE5-BF28-B2F19414A8D8}"/>
                </a:ext>
              </a:extLst>
            </p:cNvPr>
            <p:cNvSpPr/>
            <p:nvPr/>
          </p:nvSpPr>
          <p:spPr bwMode="auto">
            <a:xfrm>
              <a:off x="4597549" y="3721446"/>
              <a:ext cx="22967" cy="76078"/>
            </a:xfrm>
            <a:custGeom>
              <a:avLst/>
              <a:gdLst>
                <a:gd name="T0" fmla="*/ 0 w 9"/>
                <a:gd name="T1" fmla="*/ 0 h 30"/>
                <a:gd name="T2" fmla="*/ 8 w 9"/>
                <a:gd name="T3" fmla="*/ 30 h 30"/>
                <a:gd name="T4" fmla="*/ 8 w 9"/>
                <a:gd name="T5" fmla="*/ 24 h 30"/>
                <a:gd name="T6" fmla="*/ 1 w 9"/>
                <a:gd name="T7" fmla="*/ 2 h 30"/>
                <a:gd name="T8" fmla="*/ 0 w 9"/>
                <a:gd name="T9" fmla="*/ 0 h 30"/>
              </a:gdLst>
              <a:ahLst/>
              <a:cxnLst>
                <a:cxn ang="0">
                  <a:pos x="T0" y="T1"/>
                </a:cxn>
                <a:cxn ang="0">
                  <a:pos x="T2" y="T3"/>
                </a:cxn>
                <a:cxn ang="0">
                  <a:pos x="T4" y="T5"/>
                </a:cxn>
                <a:cxn ang="0">
                  <a:pos x="T6" y="T7"/>
                </a:cxn>
                <a:cxn ang="0">
                  <a:pos x="T8" y="T9"/>
                </a:cxn>
              </a:cxnLst>
              <a:rect l="0" t="0" r="r" b="b"/>
              <a:pathLst>
                <a:path w="9" h="30">
                  <a:moveTo>
                    <a:pt x="0" y="0"/>
                  </a:moveTo>
                  <a:cubicBezTo>
                    <a:pt x="4" y="10"/>
                    <a:pt x="6" y="20"/>
                    <a:pt x="8" y="30"/>
                  </a:cubicBezTo>
                  <a:cubicBezTo>
                    <a:pt x="9" y="28"/>
                    <a:pt x="9" y="26"/>
                    <a:pt x="8" y="24"/>
                  </a:cubicBezTo>
                  <a:cubicBezTo>
                    <a:pt x="1" y="2"/>
                    <a:pt x="1" y="2"/>
                    <a:pt x="1" y="2"/>
                  </a:cubicBezTo>
                  <a:cubicBezTo>
                    <a:pt x="1" y="1"/>
                    <a:pt x="1" y="1"/>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6" name="ísļïḍê">
              <a:extLst>
                <a:ext uri="{FF2B5EF4-FFF2-40B4-BE49-F238E27FC236}">
                  <a16:creationId xmlns:a16="http://schemas.microsoft.com/office/drawing/2014/main" id="{8678F7F2-BA3F-4D3F-904A-8D93A7044D06}"/>
                </a:ext>
              </a:extLst>
            </p:cNvPr>
            <p:cNvSpPr/>
            <p:nvPr/>
          </p:nvSpPr>
          <p:spPr bwMode="auto">
            <a:xfrm>
              <a:off x="4531520" y="3704221"/>
              <a:ext cx="87561" cy="122011"/>
            </a:xfrm>
            <a:custGeom>
              <a:avLst/>
              <a:gdLst>
                <a:gd name="T0" fmla="*/ 15 w 34"/>
                <a:gd name="T1" fmla="*/ 0 h 48"/>
                <a:gd name="T2" fmla="*/ 11 w 34"/>
                <a:gd name="T3" fmla="*/ 1 h 48"/>
                <a:gd name="T4" fmla="*/ 10 w 34"/>
                <a:gd name="T5" fmla="*/ 1 h 48"/>
                <a:gd name="T6" fmla="*/ 2 w 34"/>
                <a:gd name="T7" fmla="*/ 17 h 48"/>
                <a:gd name="T8" fmla="*/ 8 w 34"/>
                <a:gd name="T9" fmla="*/ 39 h 48"/>
                <a:gd name="T10" fmla="*/ 21 w 34"/>
                <a:gd name="T11" fmla="*/ 48 h 48"/>
                <a:gd name="T12" fmla="*/ 24 w 34"/>
                <a:gd name="T13" fmla="*/ 48 h 48"/>
                <a:gd name="T14" fmla="*/ 25 w 34"/>
                <a:gd name="T15" fmla="*/ 47 h 48"/>
                <a:gd name="T16" fmla="*/ 34 w 34"/>
                <a:gd name="T17" fmla="*/ 37 h 48"/>
                <a:gd name="T18" fmla="*/ 26 w 34"/>
                <a:gd name="T19" fmla="*/ 7 h 48"/>
                <a:gd name="T20" fmla="*/ 15 w 34"/>
                <a:gd name="T21"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4" h="48">
                  <a:moveTo>
                    <a:pt x="15" y="0"/>
                  </a:moveTo>
                  <a:cubicBezTo>
                    <a:pt x="14" y="0"/>
                    <a:pt x="13" y="0"/>
                    <a:pt x="11" y="1"/>
                  </a:cubicBezTo>
                  <a:cubicBezTo>
                    <a:pt x="10" y="1"/>
                    <a:pt x="10" y="1"/>
                    <a:pt x="10" y="1"/>
                  </a:cubicBezTo>
                  <a:cubicBezTo>
                    <a:pt x="4" y="3"/>
                    <a:pt x="0" y="10"/>
                    <a:pt x="2" y="17"/>
                  </a:cubicBezTo>
                  <a:cubicBezTo>
                    <a:pt x="8" y="39"/>
                    <a:pt x="8" y="39"/>
                    <a:pt x="8" y="39"/>
                  </a:cubicBezTo>
                  <a:cubicBezTo>
                    <a:pt x="10" y="44"/>
                    <a:pt x="15" y="48"/>
                    <a:pt x="21" y="48"/>
                  </a:cubicBezTo>
                  <a:cubicBezTo>
                    <a:pt x="22" y="48"/>
                    <a:pt x="23" y="48"/>
                    <a:pt x="24" y="48"/>
                  </a:cubicBezTo>
                  <a:cubicBezTo>
                    <a:pt x="25" y="47"/>
                    <a:pt x="25" y="47"/>
                    <a:pt x="25" y="47"/>
                  </a:cubicBezTo>
                  <a:cubicBezTo>
                    <a:pt x="30" y="46"/>
                    <a:pt x="33" y="42"/>
                    <a:pt x="34" y="37"/>
                  </a:cubicBezTo>
                  <a:cubicBezTo>
                    <a:pt x="32" y="27"/>
                    <a:pt x="30" y="17"/>
                    <a:pt x="26" y="7"/>
                  </a:cubicBezTo>
                  <a:cubicBezTo>
                    <a:pt x="24" y="3"/>
                    <a:pt x="20" y="0"/>
                    <a:pt x="15" y="0"/>
                  </a:cubicBezTo>
                </a:path>
              </a:pathLst>
            </a:custGeom>
            <a:solidFill>
              <a:srgbClr val="EECD8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7" name="íṣḷîḑe">
              <a:extLst>
                <a:ext uri="{FF2B5EF4-FFF2-40B4-BE49-F238E27FC236}">
                  <a16:creationId xmlns:a16="http://schemas.microsoft.com/office/drawing/2014/main" id="{006708DE-40CC-41F5-B110-FB67AF3ED797}"/>
                </a:ext>
              </a:extLst>
            </p:cNvPr>
            <p:cNvSpPr/>
            <p:nvPr/>
          </p:nvSpPr>
          <p:spPr bwMode="auto">
            <a:xfrm>
              <a:off x="4306158" y="4410449"/>
              <a:ext cx="70336" cy="43063"/>
            </a:xfrm>
            <a:custGeom>
              <a:avLst/>
              <a:gdLst>
                <a:gd name="T0" fmla="*/ 28 w 28"/>
                <a:gd name="T1" fmla="*/ 0 h 17"/>
                <a:gd name="T2" fmla="*/ 0 w 28"/>
                <a:gd name="T3" fmla="*/ 17 h 17"/>
                <a:gd name="T4" fmla="*/ 6 w 28"/>
                <a:gd name="T5" fmla="*/ 15 h 17"/>
                <a:gd name="T6" fmla="*/ 25 w 28"/>
                <a:gd name="T7" fmla="*/ 3 h 17"/>
                <a:gd name="T8" fmla="*/ 28 w 28"/>
                <a:gd name="T9" fmla="*/ 0 h 17"/>
              </a:gdLst>
              <a:ahLst/>
              <a:cxnLst>
                <a:cxn ang="0">
                  <a:pos x="T0" y="T1"/>
                </a:cxn>
                <a:cxn ang="0">
                  <a:pos x="T2" y="T3"/>
                </a:cxn>
                <a:cxn ang="0">
                  <a:pos x="T4" y="T5"/>
                </a:cxn>
                <a:cxn ang="0">
                  <a:pos x="T6" y="T7"/>
                </a:cxn>
                <a:cxn ang="0">
                  <a:pos x="T8" y="T9"/>
                </a:cxn>
              </a:cxnLst>
              <a:rect l="0" t="0" r="r" b="b"/>
              <a:pathLst>
                <a:path w="28" h="17">
                  <a:moveTo>
                    <a:pt x="28" y="0"/>
                  </a:moveTo>
                  <a:cubicBezTo>
                    <a:pt x="19" y="6"/>
                    <a:pt x="10" y="12"/>
                    <a:pt x="0" y="17"/>
                  </a:cubicBezTo>
                  <a:cubicBezTo>
                    <a:pt x="2" y="17"/>
                    <a:pt x="4" y="17"/>
                    <a:pt x="6" y="15"/>
                  </a:cubicBezTo>
                  <a:cubicBezTo>
                    <a:pt x="25" y="3"/>
                    <a:pt x="25" y="3"/>
                    <a:pt x="25" y="3"/>
                  </a:cubicBezTo>
                  <a:cubicBezTo>
                    <a:pt x="26" y="2"/>
                    <a:pt x="27" y="1"/>
                    <a:pt x="28"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8" name="îšļïdé">
              <a:extLst>
                <a:ext uri="{FF2B5EF4-FFF2-40B4-BE49-F238E27FC236}">
                  <a16:creationId xmlns:a16="http://schemas.microsoft.com/office/drawing/2014/main" id="{3F757936-139D-417D-BC92-8718055B685F}"/>
                </a:ext>
              </a:extLst>
            </p:cNvPr>
            <p:cNvSpPr/>
            <p:nvPr/>
          </p:nvSpPr>
          <p:spPr bwMode="auto">
            <a:xfrm>
              <a:off x="4264531" y="4357339"/>
              <a:ext cx="122011" cy="99045"/>
            </a:xfrm>
            <a:custGeom>
              <a:avLst/>
              <a:gdLst>
                <a:gd name="T0" fmla="*/ 33 w 48"/>
                <a:gd name="T1" fmla="*/ 0 h 39"/>
                <a:gd name="T2" fmla="*/ 26 w 48"/>
                <a:gd name="T3" fmla="*/ 2 h 39"/>
                <a:gd name="T4" fmla="*/ 7 w 48"/>
                <a:gd name="T5" fmla="*/ 14 h 39"/>
                <a:gd name="T6" fmla="*/ 3 w 48"/>
                <a:gd name="T7" fmla="*/ 32 h 39"/>
                <a:gd name="T8" fmla="*/ 4 w 48"/>
                <a:gd name="T9" fmla="*/ 33 h 39"/>
                <a:gd name="T10" fmla="*/ 15 w 48"/>
                <a:gd name="T11" fmla="*/ 39 h 39"/>
                <a:gd name="T12" fmla="*/ 16 w 48"/>
                <a:gd name="T13" fmla="*/ 38 h 39"/>
                <a:gd name="T14" fmla="*/ 44 w 48"/>
                <a:gd name="T15" fmla="*/ 21 h 39"/>
                <a:gd name="T16" fmla="*/ 45 w 48"/>
                <a:gd name="T17" fmla="*/ 6 h 39"/>
                <a:gd name="T18" fmla="*/ 44 w 48"/>
                <a:gd name="T19" fmla="*/ 5 h 39"/>
                <a:gd name="T20" fmla="*/ 33 w 48"/>
                <a:gd name="T21" fmla="*/ 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39">
                  <a:moveTo>
                    <a:pt x="33" y="0"/>
                  </a:moveTo>
                  <a:cubicBezTo>
                    <a:pt x="31" y="0"/>
                    <a:pt x="28" y="0"/>
                    <a:pt x="26" y="2"/>
                  </a:cubicBezTo>
                  <a:cubicBezTo>
                    <a:pt x="7" y="14"/>
                    <a:pt x="7" y="14"/>
                    <a:pt x="7" y="14"/>
                  </a:cubicBezTo>
                  <a:cubicBezTo>
                    <a:pt x="1" y="18"/>
                    <a:pt x="0" y="26"/>
                    <a:pt x="3" y="32"/>
                  </a:cubicBezTo>
                  <a:cubicBezTo>
                    <a:pt x="4" y="33"/>
                    <a:pt x="4" y="33"/>
                    <a:pt x="4" y="33"/>
                  </a:cubicBezTo>
                  <a:cubicBezTo>
                    <a:pt x="6" y="36"/>
                    <a:pt x="11" y="39"/>
                    <a:pt x="15" y="39"/>
                  </a:cubicBezTo>
                  <a:cubicBezTo>
                    <a:pt x="15" y="39"/>
                    <a:pt x="16" y="39"/>
                    <a:pt x="16" y="38"/>
                  </a:cubicBezTo>
                  <a:cubicBezTo>
                    <a:pt x="26" y="33"/>
                    <a:pt x="35" y="27"/>
                    <a:pt x="44" y="21"/>
                  </a:cubicBezTo>
                  <a:cubicBezTo>
                    <a:pt x="47" y="17"/>
                    <a:pt x="48" y="11"/>
                    <a:pt x="45" y="6"/>
                  </a:cubicBezTo>
                  <a:cubicBezTo>
                    <a:pt x="44" y="5"/>
                    <a:pt x="44" y="5"/>
                    <a:pt x="44" y="5"/>
                  </a:cubicBezTo>
                  <a:cubicBezTo>
                    <a:pt x="42" y="2"/>
                    <a:pt x="38" y="0"/>
                    <a:pt x="33" y="0"/>
                  </a:cubicBezTo>
                </a:path>
              </a:pathLst>
            </a:custGeom>
            <a:solidFill>
              <a:srgbClr val="EECD8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69" name="işļiḑê">
              <a:extLst>
                <a:ext uri="{FF2B5EF4-FFF2-40B4-BE49-F238E27FC236}">
                  <a16:creationId xmlns:a16="http://schemas.microsoft.com/office/drawing/2014/main" id="{C66F6427-A209-4A6D-92A0-F25E21EB0E1E}"/>
                </a:ext>
              </a:extLst>
            </p:cNvPr>
            <p:cNvSpPr/>
            <p:nvPr/>
          </p:nvSpPr>
          <p:spPr bwMode="auto">
            <a:xfrm>
              <a:off x="3569786" y="4341549"/>
              <a:ext cx="7178" cy="8613"/>
            </a:xfrm>
            <a:custGeom>
              <a:avLst/>
              <a:gdLst>
                <a:gd name="T0" fmla="*/ 0 w 3"/>
                <a:gd name="T1" fmla="*/ 0 h 3"/>
                <a:gd name="T2" fmla="*/ 2 w 3"/>
                <a:gd name="T3" fmla="*/ 2 h 3"/>
                <a:gd name="T4" fmla="*/ 3 w 3"/>
                <a:gd name="T5" fmla="*/ 3 h 3"/>
                <a:gd name="T6" fmla="*/ 0 w 3"/>
                <a:gd name="T7" fmla="*/ 0 h 3"/>
              </a:gdLst>
              <a:ahLst/>
              <a:cxnLst>
                <a:cxn ang="0">
                  <a:pos x="T0" y="T1"/>
                </a:cxn>
                <a:cxn ang="0">
                  <a:pos x="T2" y="T3"/>
                </a:cxn>
                <a:cxn ang="0">
                  <a:pos x="T4" y="T5"/>
                </a:cxn>
                <a:cxn ang="0">
                  <a:pos x="T6" y="T7"/>
                </a:cxn>
              </a:cxnLst>
              <a:rect l="0" t="0" r="r" b="b"/>
              <a:pathLst>
                <a:path w="3" h="3">
                  <a:moveTo>
                    <a:pt x="0" y="0"/>
                  </a:moveTo>
                  <a:cubicBezTo>
                    <a:pt x="1" y="1"/>
                    <a:pt x="2" y="2"/>
                    <a:pt x="2" y="2"/>
                  </a:cubicBezTo>
                  <a:cubicBezTo>
                    <a:pt x="3" y="3"/>
                    <a:pt x="3" y="3"/>
                    <a:pt x="3" y="3"/>
                  </a:cubicBezTo>
                  <a:cubicBezTo>
                    <a:pt x="2" y="2"/>
                    <a:pt x="1" y="1"/>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70" name="isḻïďè">
              <a:extLst>
                <a:ext uri="{FF2B5EF4-FFF2-40B4-BE49-F238E27FC236}">
                  <a16:creationId xmlns:a16="http://schemas.microsoft.com/office/drawing/2014/main" id="{F59E6D2F-484A-4F7F-98E5-A76CF8D03D37}"/>
                </a:ext>
              </a:extLst>
            </p:cNvPr>
            <p:cNvSpPr/>
            <p:nvPr/>
          </p:nvSpPr>
          <p:spPr bwMode="auto">
            <a:xfrm>
              <a:off x="3562609" y="4288439"/>
              <a:ext cx="113399" cy="104786"/>
            </a:xfrm>
            <a:custGeom>
              <a:avLst/>
              <a:gdLst>
                <a:gd name="T0" fmla="*/ 14 w 45"/>
                <a:gd name="T1" fmla="*/ 0 h 41"/>
                <a:gd name="T2" fmla="*/ 4 w 45"/>
                <a:gd name="T3" fmla="*/ 4 h 41"/>
                <a:gd name="T4" fmla="*/ 4 w 45"/>
                <a:gd name="T5" fmla="*/ 5 h 41"/>
                <a:gd name="T6" fmla="*/ 3 w 45"/>
                <a:gd name="T7" fmla="*/ 21 h 41"/>
                <a:gd name="T8" fmla="*/ 6 w 45"/>
                <a:gd name="T9" fmla="*/ 24 h 41"/>
                <a:gd name="T10" fmla="*/ 23 w 45"/>
                <a:gd name="T11" fmla="*/ 38 h 41"/>
                <a:gd name="T12" fmla="*/ 31 w 45"/>
                <a:gd name="T13" fmla="*/ 41 h 41"/>
                <a:gd name="T14" fmla="*/ 41 w 45"/>
                <a:gd name="T15" fmla="*/ 37 h 41"/>
                <a:gd name="T16" fmla="*/ 42 w 45"/>
                <a:gd name="T17" fmla="*/ 36 h 41"/>
                <a:gd name="T18" fmla="*/ 43 w 45"/>
                <a:gd name="T19" fmla="*/ 21 h 41"/>
                <a:gd name="T20" fmla="*/ 24 w 45"/>
                <a:gd name="T21" fmla="*/ 4 h 41"/>
                <a:gd name="T22" fmla="*/ 23 w 45"/>
                <a:gd name="T23" fmla="*/ 3 h 41"/>
                <a:gd name="T24" fmla="*/ 14 w 45"/>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 h="41">
                  <a:moveTo>
                    <a:pt x="14" y="0"/>
                  </a:moveTo>
                  <a:cubicBezTo>
                    <a:pt x="11" y="0"/>
                    <a:pt x="7" y="1"/>
                    <a:pt x="4" y="4"/>
                  </a:cubicBezTo>
                  <a:cubicBezTo>
                    <a:pt x="4" y="5"/>
                    <a:pt x="4" y="5"/>
                    <a:pt x="4" y="5"/>
                  </a:cubicBezTo>
                  <a:cubicBezTo>
                    <a:pt x="0" y="10"/>
                    <a:pt x="0" y="16"/>
                    <a:pt x="3" y="21"/>
                  </a:cubicBezTo>
                  <a:cubicBezTo>
                    <a:pt x="4" y="22"/>
                    <a:pt x="5" y="23"/>
                    <a:pt x="6" y="24"/>
                  </a:cubicBezTo>
                  <a:cubicBezTo>
                    <a:pt x="23" y="38"/>
                    <a:pt x="23" y="38"/>
                    <a:pt x="23" y="38"/>
                  </a:cubicBezTo>
                  <a:cubicBezTo>
                    <a:pt x="25" y="40"/>
                    <a:pt x="28" y="41"/>
                    <a:pt x="31" y="41"/>
                  </a:cubicBezTo>
                  <a:cubicBezTo>
                    <a:pt x="35" y="41"/>
                    <a:pt x="38" y="40"/>
                    <a:pt x="41" y="37"/>
                  </a:cubicBezTo>
                  <a:cubicBezTo>
                    <a:pt x="42" y="36"/>
                    <a:pt x="42" y="36"/>
                    <a:pt x="42" y="36"/>
                  </a:cubicBezTo>
                  <a:cubicBezTo>
                    <a:pt x="45" y="32"/>
                    <a:pt x="45" y="26"/>
                    <a:pt x="43" y="21"/>
                  </a:cubicBezTo>
                  <a:cubicBezTo>
                    <a:pt x="36" y="16"/>
                    <a:pt x="30" y="10"/>
                    <a:pt x="24" y="4"/>
                  </a:cubicBezTo>
                  <a:cubicBezTo>
                    <a:pt x="23" y="3"/>
                    <a:pt x="23" y="3"/>
                    <a:pt x="23" y="3"/>
                  </a:cubicBezTo>
                  <a:cubicBezTo>
                    <a:pt x="20" y="1"/>
                    <a:pt x="17" y="0"/>
                    <a:pt x="14" y="0"/>
                  </a:cubicBezTo>
                </a:path>
              </a:pathLst>
            </a:custGeom>
            <a:solidFill>
              <a:srgbClr val="EECD86"/>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71" name="íśḻíḑê">
              <a:extLst>
                <a:ext uri="{FF2B5EF4-FFF2-40B4-BE49-F238E27FC236}">
                  <a16:creationId xmlns:a16="http://schemas.microsoft.com/office/drawing/2014/main" id="{DB1AAD11-68B6-453B-A6A7-754B7E44671D}"/>
                </a:ext>
              </a:extLst>
            </p:cNvPr>
            <p:cNvSpPr/>
            <p:nvPr/>
          </p:nvSpPr>
          <p:spPr bwMode="auto">
            <a:xfrm>
              <a:off x="3622897" y="4298486"/>
              <a:ext cx="48804" cy="43063"/>
            </a:xfrm>
            <a:custGeom>
              <a:avLst/>
              <a:gdLst>
                <a:gd name="T0" fmla="*/ 0 w 19"/>
                <a:gd name="T1" fmla="*/ 0 h 17"/>
                <a:gd name="T2" fmla="*/ 19 w 19"/>
                <a:gd name="T3" fmla="*/ 17 h 17"/>
                <a:gd name="T4" fmla="*/ 16 w 19"/>
                <a:gd name="T5" fmla="*/ 14 h 17"/>
                <a:gd name="T6" fmla="*/ 0 w 19"/>
                <a:gd name="T7" fmla="*/ 0 h 17"/>
              </a:gdLst>
              <a:ahLst/>
              <a:cxnLst>
                <a:cxn ang="0">
                  <a:pos x="T0" y="T1"/>
                </a:cxn>
                <a:cxn ang="0">
                  <a:pos x="T2" y="T3"/>
                </a:cxn>
                <a:cxn ang="0">
                  <a:pos x="T4" y="T5"/>
                </a:cxn>
                <a:cxn ang="0">
                  <a:pos x="T6" y="T7"/>
                </a:cxn>
              </a:cxnLst>
              <a:rect l="0" t="0" r="r" b="b"/>
              <a:pathLst>
                <a:path w="19" h="17">
                  <a:moveTo>
                    <a:pt x="0" y="0"/>
                  </a:moveTo>
                  <a:cubicBezTo>
                    <a:pt x="6" y="6"/>
                    <a:pt x="12" y="12"/>
                    <a:pt x="19" y="17"/>
                  </a:cubicBezTo>
                  <a:cubicBezTo>
                    <a:pt x="18" y="16"/>
                    <a:pt x="17" y="15"/>
                    <a:pt x="16" y="14"/>
                  </a:cubicBezTo>
                  <a:cubicBezTo>
                    <a:pt x="0" y="0"/>
                    <a:pt x="0" y="0"/>
                    <a:pt x="0"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72" name="išľiḓé">
              <a:extLst>
                <a:ext uri="{FF2B5EF4-FFF2-40B4-BE49-F238E27FC236}">
                  <a16:creationId xmlns:a16="http://schemas.microsoft.com/office/drawing/2014/main" id="{F214AEC6-24B4-4785-9F7C-9CB9C26226C8}"/>
                </a:ext>
              </a:extLst>
            </p:cNvPr>
            <p:cNvSpPr/>
            <p:nvPr/>
          </p:nvSpPr>
          <p:spPr bwMode="auto">
            <a:xfrm>
              <a:off x="1976465" y="3770250"/>
              <a:ext cx="142107" cy="310052"/>
            </a:xfrm>
            <a:custGeom>
              <a:avLst/>
              <a:gdLst>
                <a:gd name="T0" fmla="*/ 56 w 56"/>
                <a:gd name="T1" fmla="*/ 21 h 122"/>
                <a:gd name="T2" fmla="*/ 24 w 56"/>
                <a:gd name="T3" fmla="*/ 10 h 122"/>
                <a:gd name="T4" fmla="*/ 24 w 56"/>
                <a:gd name="T5" fmla="*/ 93 h 122"/>
                <a:gd name="T6" fmla="*/ 48 w 56"/>
                <a:gd name="T7" fmla="*/ 113 h 122"/>
                <a:gd name="T8" fmla="*/ 56 w 56"/>
                <a:gd name="T9" fmla="*/ 21 h 122"/>
              </a:gdLst>
              <a:ahLst/>
              <a:cxnLst>
                <a:cxn ang="0">
                  <a:pos x="T0" y="T1"/>
                </a:cxn>
                <a:cxn ang="0">
                  <a:pos x="T2" y="T3"/>
                </a:cxn>
                <a:cxn ang="0">
                  <a:pos x="T4" y="T5"/>
                </a:cxn>
                <a:cxn ang="0">
                  <a:pos x="T6" y="T7"/>
                </a:cxn>
                <a:cxn ang="0">
                  <a:pos x="T8" y="T9"/>
                </a:cxn>
              </a:cxnLst>
              <a:rect l="0" t="0" r="r" b="b"/>
              <a:pathLst>
                <a:path w="56" h="122">
                  <a:moveTo>
                    <a:pt x="56" y="21"/>
                  </a:moveTo>
                  <a:cubicBezTo>
                    <a:pt x="56" y="21"/>
                    <a:pt x="48" y="0"/>
                    <a:pt x="24" y="10"/>
                  </a:cubicBezTo>
                  <a:cubicBezTo>
                    <a:pt x="0" y="19"/>
                    <a:pt x="29" y="64"/>
                    <a:pt x="24" y="93"/>
                  </a:cubicBezTo>
                  <a:cubicBezTo>
                    <a:pt x="18" y="122"/>
                    <a:pt x="48" y="113"/>
                    <a:pt x="48" y="113"/>
                  </a:cubicBezTo>
                  <a:lnTo>
                    <a:pt x="56" y="21"/>
                  </a:lnTo>
                  <a:close/>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7500" lnSpcReduction="20000"/>
            </a:bodyPr>
            <a:lstStyle/>
            <a:p>
              <a:pPr algn="ctr">
                <a:defRPr/>
              </a:pPr>
              <a:endParaRPr dirty="0">
                <a:solidFill>
                  <a:prstClr val="black"/>
                </a:solidFill>
                <a:latin typeface="Arial"/>
                <a:ea typeface="微软雅黑 Light"/>
              </a:endParaRPr>
            </a:p>
          </p:txBody>
        </p:sp>
        <p:sp>
          <p:nvSpPr>
            <p:cNvPr id="73" name="ïšḷîdê">
              <a:extLst>
                <a:ext uri="{FF2B5EF4-FFF2-40B4-BE49-F238E27FC236}">
                  <a16:creationId xmlns:a16="http://schemas.microsoft.com/office/drawing/2014/main" id="{3628BC16-B202-4258-BD35-1C546DB856A0}"/>
                </a:ext>
              </a:extLst>
            </p:cNvPr>
            <p:cNvSpPr/>
            <p:nvPr/>
          </p:nvSpPr>
          <p:spPr bwMode="auto">
            <a:xfrm>
              <a:off x="2088428" y="3216176"/>
              <a:ext cx="915800" cy="914366"/>
            </a:xfrm>
            <a:prstGeom prst="ellipse">
              <a:avLst/>
            </a:prstGeom>
            <a:solidFill>
              <a:srgbClr val="C6483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74" name="îṧľidè">
              <a:extLst>
                <a:ext uri="{FF2B5EF4-FFF2-40B4-BE49-F238E27FC236}">
                  <a16:creationId xmlns:a16="http://schemas.microsoft.com/office/drawing/2014/main" id="{698D9FA2-0EFD-4ACF-AC7C-B77B463DD73A}"/>
                </a:ext>
              </a:extLst>
            </p:cNvPr>
            <p:cNvSpPr/>
            <p:nvPr/>
          </p:nvSpPr>
          <p:spPr bwMode="auto">
            <a:xfrm>
              <a:off x="2664033" y="3645369"/>
              <a:ext cx="856949" cy="856949"/>
            </a:xfrm>
            <a:prstGeom prst="ellipse">
              <a:avLst/>
            </a:prstGeom>
            <a:solidFill>
              <a:srgbClr val="C6483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75" name="ïśļîḓè">
              <a:extLst>
                <a:ext uri="{FF2B5EF4-FFF2-40B4-BE49-F238E27FC236}">
                  <a16:creationId xmlns:a16="http://schemas.microsoft.com/office/drawing/2014/main" id="{9914D943-6487-46B4-BCDC-0CA6A5A8EB24}"/>
                </a:ext>
              </a:extLst>
            </p:cNvPr>
            <p:cNvSpPr/>
            <p:nvPr/>
          </p:nvSpPr>
          <p:spPr bwMode="auto">
            <a:xfrm>
              <a:off x="3394664" y="4017143"/>
              <a:ext cx="406225" cy="406225"/>
            </a:xfrm>
            <a:prstGeom prst="ellipse">
              <a:avLst/>
            </a:prstGeom>
            <a:solidFill>
              <a:srgbClr val="C64832"/>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0000" lnSpcReduction="20000"/>
            </a:bodyPr>
            <a:lstStyle/>
            <a:p>
              <a:pPr algn="ctr">
                <a:defRPr/>
              </a:pPr>
              <a:endParaRPr dirty="0">
                <a:solidFill>
                  <a:prstClr val="black"/>
                </a:solidFill>
                <a:latin typeface="Arial"/>
                <a:ea typeface="微软雅黑 Light"/>
              </a:endParaRPr>
            </a:p>
          </p:txBody>
        </p:sp>
        <p:sp>
          <p:nvSpPr>
            <p:cNvPr id="76" name="ïṩḷíḍè">
              <a:extLst>
                <a:ext uri="{FF2B5EF4-FFF2-40B4-BE49-F238E27FC236}">
                  <a16:creationId xmlns:a16="http://schemas.microsoft.com/office/drawing/2014/main" id="{C932FD5E-98D6-4242-A458-22BAC28BF093}"/>
                </a:ext>
              </a:extLst>
            </p:cNvPr>
            <p:cNvSpPr/>
            <p:nvPr/>
          </p:nvSpPr>
          <p:spPr bwMode="auto">
            <a:xfrm>
              <a:off x="2058285" y="3246321"/>
              <a:ext cx="829675" cy="612926"/>
            </a:xfrm>
            <a:custGeom>
              <a:avLst/>
              <a:gdLst>
                <a:gd name="T0" fmla="*/ 303 w 326"/>
                <a:gd name="T1" fmla="*/ 192 h 241"/>
                <a:gd name="T2" fmla="*/ 324 w 326"/>
                <a:gd name="T3" fmla="*/ 181 h 241"/>
                <a:gd name="T4" fmla="*/ 158 w 326"/>
                <a:gd name="T5" fmla="*/ 5 h 241"/>
                <a:gd name="T6" fmla="*/ 0 w 326"/>
                <a:gd name="T7" fmla="*/ 214 h 241"/>
                <a:gd name="T8" fmla="*/ 7 w 326"/>
                <a:gd name="T9" fmla="*/ 227 h 241"/>
                <a:gd name="T10" fmla="*/ 20 w 326"/>
                <a:gd name="T11" fmla="*/ 234 h 241"/>
                <a:gd name="T12" fmla="*/ 35 w 326"/>
                <a:gd name="T13" fmla="*/ 230 h 241"/>
                <a:gd name="T14" fmla="*/ 38 w 326"/>
                <a:gd name="T15" fmla="*/ 226 h 241"/>
                <a:gd name="T16" fmla="*/ 54 w 326"/>
                <a:gd name="T17" fmla="*/ 224 h 241"/>
                <a:gd name="T18" fmla="*/ 70 w 326"/>
                <a:gd name="T19" fmla="*/ 236 h 241"/>
                <a:gd name="T20" fmla="*/ 89 w 326"/>
                <a:gd name="T21" fmla="*/ 229 h 241"/>
                <a:gd name="T22" fmla="*/ 90 w 326"/>
                <a:gd name="T23" fmla="*/ 225 h 241"/>
                <a:gd name="T24" fmla="*/ 109 w 326"/>
                <a:gd name="T25" fmla="*/ 217 h 241"/>
                <a:gd name="T26" fmla="*/ 120 w 326"/>
                <a:gd name="T27" fmla="*/ 226 h 241"/>
                <a:gd name="T28" fmla="*/ 137 w 326"/>
                <a:gd name="T29" fmla="*/ 223 h 241"/>
                <a:gd name="T30" fmla="*/ 144 w 326"/>
                <a:gd name="T31" fmla="*/ 214 h 241"/>
                <a:gd name="T32" fmla="*/ 163 w 326"/>
                <a:gd name="T33" fmla="*/ 213 h 241"/>
                <a:gd name="T34" fmla="*/ 171 w 326"/>
                <a:gd name="T35" fmla="*/ 223 h 241"/>
                <a:gd name="T36" fmla="*/ 191 w 326"/>
                <a:gd name="T37" fmla="*/ 221 h 241"/>
                <a:gd name="T38" fmla="*/ 196 w 326"/>
                <a:gd name="T39" fmla="*/ 210 h 241"/>
                <a:gd name="T40" fmla="*/ 215 w 326"/>
                <a:gd name="T41" fmla="*/ 206 h 241"/>
                <a:gd name="T42" fmla="*/ 217 w 326"/>
                <a:gd name="T43" fmla="*/ 208 h 241"/>
                <a:gd name="T44" fmla="*/ 236 w 326"/>
                <a:gd name="T45" fmla="*/ 205 h 241"/>
                <a:gd name="T46" fmla="*/ 239 w 326"/>
                <a:gd name="T47" fmla="*/ 199 h 241"/>
                <a:gd name="T48" fmla="*/ 259 w 326"/>
                <a:gd name="T49" fmla="*/ 198 h 241"/>
                <a:gd name="T50" fmla="*/ 259 w 326"/>
                <a:gd name="T51" fmla="*/ 199 h 241"/>
                <a:gd name="T52" fmla="*/ 280 w 326"/>
                <a:gd name="T53" fmla="*/ 195 h 241"/>
                <a:gd name="T54" fmla="*/ 301 w 326"/>
                <a:gd name="T55" fmla="*/ 190 h 241"/>
                <a:gd name="T56" fmla="*/ 303 w 326"/>
                <a:gd name="T57" fmla="*/ 192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26" h="241">
                  <a:moveTo>
                    <a:pt x="303" y="192"/>
                  </a:moveTo>
                  <a:cubicBezTo>
                    <a:pt x="311" y="202"/>
                    <a:pt x="326" y="194"/>
                    <a:pt x="324" y="181"/>
                  </a:cubicBezTo>
                  <a:cubicBezTo>
                    <a:pt x="310" y="78"/>
                    <a:pt x="245" y="0"/>
                    <a:pt x="158" y="5"/>
                  </a:cubicBezTo>
                  <a:cubicBezTo>
                    <a:pt x="70" y="9"/>
                    <a:pt x="3" y="96"/>
                    <a:pt x="0" y="214"/>
                  </a:cubicBezTo>
                  <a:cubicBezTo>
                    <a:pt x="0" y="220"/>
                    <a:pt x="3" y="225"/>
                    <a:pt x="7" y="227"/>
                  </a:cubicBezTo>
                  <a:cubicBezTo>
                    <a:pt x="20" y="234"/>
                    <a:pt x="20" y="234"/>
                    <a:pt x="20" y="234"/>
                  </a:cubicBezTo>
                  <a:cubicBezTo>
                    <a:pt x="25" y="236"/>
                    <a:pt x="31" y="235"/>
                    <a:pt x="35" y="230"/>
                  </a:cubicBezTo>
                  <a:cubicBezTo>
                    <a:pt x="38" y="226"/>
                    <a:pt x="38" y="226"/>
                    <a:pt x="38" y="226"/>
                  </a:cubicBezTo>
                  <a:cubicBezTo>
                    <a:pt x="42" y="220"/>
                    <a:pt x="49" y="219"/>
                    <a:pt x="54" y="224"/>
                  </a:cubicBezTo>
                  <a:cubicBezTo>
                    <a:pt x="70" y="236"/>
                    <a:pt x="70" y="236"/>
                    <a:pt x="70" y="236"/>
                  </a:cubicBezTo>
                  <a:cubicBezTo>
                    <a:pt x="77" y="241"/>
                    <a:pt x="86" y="238"/>
                    <a:pt x="89" y="229"/>
                  </a:cubicBezTo>
                  <a:cubicBezTo>
                    <a:pt x="90" y="225"/>
                    <a:pt x="90" y="225"/>
                    <a:pt x="90" y="225"/>
                  </a:cubicBezTo>
                  <a:cubicBezTo>
                    <a:pt x="92" y="216"/>
                    <a:pt x="102" y="213"/>
                    <a:pt x="109" y="217"/>
                  </a:cubicBezTo>
                  <a:cubicBezTo>
                    <a:pt x="120" y="226"/>
                    <a:pt x="120" y="226"/>
                    <a:pt x="120" y="226"/>
                  </a:cubicBezTo>
                  <a:cubicBezTo>
                    <a:pt x="126" y="230"/>
                    <a:pt x="133" y="228"/>
                    <a:pt x="137" y="223"/>
                  </a:cubicBezTo>
                  <a:cubicBezTo>
                    <a:pt x="144" y="214"/>
                    <a:pt x="144" y="214"/>
                    <a:pt x="144" y="214"/>
                  </a:cubicBezTo>
                  <a:cubicBezTo>
                    <a:pt x="149" y="207"/>
                    <a:pt x="157" y="207"/>
                    <a:pt x="163" y="213"/>
                  </a:cubicBezTo>
                  <a:cubicBezTo>
                    <a:pt x="171" y="223"/>
                    <a:pt x="171" y="223"/>
                    <a:pt x="171" y="223"/>
                  </a:cubicBezTo>
                  <a:cubicBezTo>
                    <a:pt x="177" y="230"/>
                    <a:pt x="187" y="229"/>
                    <a:pt x="191" y="221"/>
                  </a:cubicBezTo>
                  <a:cubicBezTo>
                    <a:pt x="196" y="210"/>
                    <a:pt x="196" y="210"/>
                    <a:pt x="196" y="210"/>
                  </a:cubicBezTo>
                  <a:cubicBezTo>
                    <a:pt x="200" y="203"/>
                    <a:pt x="209" y="201"/>
                    <a:pt x="215" y="206"/>
                  </a:cubicBezTo>
                  <a:cubicBezTo>
                    <a:pt x="217" y="208"/>
                    <a:pt x="217" y="208"/>
                    <a:pt x="217" y="208"/>
                  </a:cubicBezTo>
                  <a:cubicBezTo>
                    <a:pt x="223" y="213"/>
                    <a:pt x="232" y="212"/>
                    <a:pt x="236" y="205"/>
                  </a:cubicBezTo>
                  <a:cubicBezTo>
                    <a:pt x="239" y="199"/>
                    <a:pt x="239" y="199"/>
                    <a:pt x="239" y="199"/>
                  </a:cubicBezTo>
                  <a:cubicBezTo>
                    <a:pt x="243" y="192"/>
                    <a:pt x="253" y="191"/>
                    <a:pt x="259" y="198"/>
                  </a:cubicBezTo>
                  <a:cubicBezTo>
                    <a:pt x="259" y="199"/>
                    <a:pt x="259" y="199"/>
                    <a:pt x="259" y="199"/>
                  </a:cubicBezTo>
                  <a:cubicBezTo>
                    <a:pt x="265" y="207"/>
                    <a:pt x="277" y="204"/>
                    <a:pt x="280" y="195"/>
                  </a:cubicBezTo>
                  <a:cubicBezTo>
                    <a:pt x="284" y="185"/>
                    <a:pt x="295" y="183"/>
                    <a:pt x="301" y="190"/>
                  </a:cubicBezTo>
                  <a:lnTo>
                    <a:pt x="303" y="19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77" name="iślîďe">
              <a:extLst>
                <a:ext uri="{FF2B5EF4-FFF2-40B4-BE49-F238E27FC236}">
                  <a16:creationId xmlns:a16="http://schemas.microsoft.com/office/drawing/2014/main" id="{C4FA24FB-D076-4B32-9534-C046E14E3023}"/>
                </a:ext>
              </a:extLst>
            </p:cNvPr>
            <p:cNvSpPr/>
            <p:nvPr/>
          </p:nvSpPr>
          <p:spPr bwMode="auto">
            <a:xfrm>
              <a:off x="2049672" y="3394169"/>
              <a:ext cx="914366" cy="1085181"/>
            </a:xfrm>
            <a:custGeom>
              <a:avLst/>
              <a:gdLst>
                <a:gd name="T0" fmla="*/ 344 w 359"/>
                <a:gd name="T1" fmla="*/ 190 h 427"/>
                <a:gd name="T2" fmla="*/ 209 w 359"/>
                <a:gd name="T3" fmla="*/ 415 h 427"/>
                <a:gd name="T4" fmla="*/ 16 w 359"/>
                <a:gd name="T5" fmla="*/ 237 h 427"/>
                <a:gd name="T6" fmla="*/ 151 w 359"/>
                <a:gd name="T7" fmla="*/ 13 h 427"/>
                <a:gd name="T8" fmla="*/ 344 w 359"/>
                <a:gd name="T9" fmla="*/ 190 h 427"/>
              </a:gdLst>
              <a:ahLst/>
              <a:cxnLst>
                <a:cxn ang="0">
                  <a:pos x="T0" y="T1"/>
                </a:cxn>
                <a:cxn ang="0">
                  <a:pos x="T2" y="T3"/>
                </a:cxn>
                <a:cxn ang="0">
                  <a:pos x="T4" y="T5"/>
                </a:cxn>
                <a:cxn ang="0">
                  <a:pos x="T6" y="T7"/>
                </a:cxn>
                <a:cxn ang="0">
                  <a:pos x="T8" y="T9"/>
                </a:cxn>
              </a:cxnLst>
              <a:rect l="0" t="0" r="r" b="b"/>
              <a:pathLst>
                <a:path w="359" h="427">
                  <a:moveTo>
                    <a:pt x="344" y="190"/>
                  </a:moveTo>
                  <a:cubicBezTo>
                    <a:pt x="359" y="301"/>
                    <a:pt x="299" y="402"/>
                    <a:pt x="209" y="415"/>
                  </a:cubicBezTo>
                  <a:cubicBezTo>
                    <a:pt x="118" y="427"/>
                    <a:pt x="32" y="348"/>
                    <a:pt x="16" y="237"/>
                  </a:cubicBezTo>
                  <a:cubicBezTo>
                    <a:pt x="0" y="126"/>
                    <a:pt x="61" y="26"/>
                    <a:pt x="151" y="13"/>
                  </a:cubicBezTo>
                  <a:cubicBezTo>
                    <a:pt x="242" y="0"/>
                    <a:pt x="328" y="80"/>
                    <a:pt x="344" y="190"/>
                  </a:cubicBezTo>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78" name="işlïḋé">
              <a:extLst>
                <a:ext uri="{FF2B5EF4-FFF2-40B4-BE49-F238E27FC236}">
                  <a16:creationId xmlns:a16="http://schemas.microsoft.com/office/drawing/2014/main" id="{87645A40-CDF9-4966-97F8-810D17B7D4F9}"/>
                </a:ext>
              </a:extLst>
            </p:cNvPr>
            <p:cNvSpPr/>
            <p:nvPr/>
          </p:nvSpPr>
          <p:spPr bwMode="auto">
            <a:xfrm>
              <a:off x="2049672" y="3322398"/>
              <a:ext cx="852642" cy="592831"/>
            </a:xfrm>
            <a:custGeom>
              <a:avLst/>
              <a:gdLst>
                <a:gd name="T0" fmla="*/ 311 w 335"/>
                <a:gd name="T1" fmla="*/ 185 h 233"/>
                <a:gd name="T2" fmla="*/ 333 w 335"/>
                <a:gd name="T3" fmla="*/ 175 h 233"/>
                <a:gd name="T4" fmla="*/ 162 w 335"/>
                <a:gd name="T5" fmla="*/ 4 h 233"/>
                <a:gd name="T6" fmla="*/ 0 w 335"/>
                <a:gd name="T7" fmla="*/ 207 h 233"/>
                <a:gd name="T8" fmla="*/ 7 w 335"/>
                <a:gd name="T9" fmla="*/ 219 h 233"/>
                <a:gd name="T10" fmla="*/ 20 w 335"/>
                <a:gd name="T11" fmla="*/ 226 h 233"/>
                <a:gd name="T12" fmla="*/ 35 w 335"/>
                <a:gd name="T13" fmla="*/ 222 h 233"/>
                <a:gd name="T14" fmla="*/ 38 w 335"/>
                <a:gd name="T15" fmla="*/ 218 h 233"/>
                <a:gd name="T16" fmla="*/ 55 w 335"/>
                <a:gd name="T17" fmla="*/ 216 h 233"/>
                <a:gd name="T18" fmla="*/ 72 w 335"/>
                <a:gd name="T19" fmla="*/ 228 h 233"/>
                <a:gd name="T20" fmla="*/ 91 w 335"/>
                <a:gd name="T21" fmla="*/ 221 h 233"/>
                <a:gd name="T22" fmla="*/ 92 w 335"/>
                <a:gd name="T23" fmla="*/ 217 h 233"/>
                <a:gd name="T24" fmla="*/ 111 w 335"/>
                <a:gd name="T25" fmla="*/ 210 h 233"/>
                <a:gd name="T26" fmla="*/ 124 w 335"/>
                <a:gd name="T27" fmla="*/ 218 h 233"/>
                <a:gd name="T28" fmla="*/ 140 w 335"/>
                <a:gd name="T29" fmla="*/ 215 h 233"/>
                <a:gd name="T30" fmla="*/ 148 w 335"/>
                <a:gd name="T31" fmla="*/ 206 h 233"/>
                <a:gd name="T32" fmla="*/ 167 w 335"/>
                <a:gd name="T33" fmla="*/ 206 h 233"/>
                <a:gd name="T34" fmla="*/ 176 w 335"/>
                <a:gd name="T35" fmla="*/ 216 h 233"/>
                <a:gd name="T36" fmla="*/ 196 w 335"/>
                <a:gd name="T37" fmla="*/ 213 h 233"/>
                <a:gd name="T38" fmla="*/ 202 w 335"/>
                <a:gd name="T39" fmla="*/ 203 h 233"/>
                <a:gd name="T40" fmla="*/ 221 w 335"/>
                <a:gd name="T41" fmla="*/ 199 h 233"/>
                <a:gd name="T42" fmla="*/ 223 w 335"/>
                <a:gd name="T43" fmla="*/ 201 h 233"/>
                <a:gd name="T44" fmla="*/ 242 w 335"/>
                <a:gd name="T45" fmla="*/ 198 h 233"/>
                <a:gd name="T46" fmla="*/ 246 w 335"/>
                <a:gd name="T47" fmla="*/ 192 h 233"/>
                <a:gd name="T48" fmla="*/ 266 w 335"/>
                <a:gd name="T49" fmla="*/ 191 h 233"/>
                <a:gd name="T50" fmla="*/ 267 w 335"/>
                <a:gd name="T51" fmla="*/ 192 h 233"/>
                <a:gd name="T52" fmla="*/ 288 w 335"/>
                <a:gd name="T53" fmla="*/ 188 h 233"/>
                <a:gd name="T54" fmla="*/ 310 w 335"/>
                <a:gd name="T55" fmla="*/ 183 h 233"/>
                <a:gd name="T56" fmla="*/ 311 w 335"/>
                <a:gd name="T57" fmla="*/ 1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35" h="233">
                  <a:moveTo>
                    <a:pt x="311" y="185"/>
                  </a:moveTo>
                  <a:cubicBezTo>
                    <a:pt x="320" y="195"/>
                    <a:pt x="335" y="187"/>
                    <a:pt x="333" y="175"/>
                  </a:cubicBezTo>
                  <a:cubicBezTo>
                    <a:pt x="318" y="75"/>
                    <a:pt x="252" y="0"/>
                    <a:pt x="162" y="4"/>
                  </a:cubicBezTo>
                  <a:cubicBezTo>
                    <a:pt x="72" y="8"/>
                    <a:pt x="3" y="93"/>
                    <a:pt x="0" y="207"/>
                  </a:cubicBezTo>
                  <a:cubicBezTo>
                    <a:pt x="0" y="212"/>
                    <a:pt x="2" y="217"/>
                    <a:pt x="7" y="219"/>
                  </a:cubicBezTo>
                  <a:cubicBezTo>
                    <a:pt x="20" y="226"/>
                    <a:pt x="20" y="226"/>
                    <a:pt x="20" y="226"/>
                  </a:cubicBezTo>
                  <a:cubicBezTo>
                    <a:pt x="25" y="228"/>
                    <a:pt x="32" y="227"/>
                    <a:pt x="35" y="222"/>
                  </a:cubicBezTo>
                  <a:cubicBezTo>
                    <a:pt x="38" y="218"/>
                    <a:pt x="38" y="218"/>
                    <a:pt x="38" y="218"/>
                  </a:cubicBezTo>
                  <a:cubicBezTo>
                    <a:pt x="43" y="213"/>
                    <a:pt x="50" y="212"/>
                    <a:pt x="55" y="216"/>
                  </a:cubicBezTo>
                  <a:cubicBezTo>
                    <a:pt x="72" y="228"/>
                    <a:pt x="72" y="228"/>
                    <a:pt x="72" y="228"/>
                  </a:cubicBezTo>
                  <a:cubicBezTo>
                    <a:pt x="79" y="233"/>
                    <a:pt x="89" y="229"/>
                    <a:pt x="91" y="221"/>
                  </a:cubicBezTo>
                  <a:cubicBezTo>
                    <a:pt x="92" y="217"/>
                    <a:pt x="92" y="217"/>
                    <a:pt x="92" y="217"/>
                  </a:cubicBezTo>
                  <a:cubicBezTo>
                    <a:pt x="95" y="209"/>
                    <a:pt x="104" y="205"/>
                    <a:pt x="111" y="210"/>
                  </a:cubicBezTo>
                  <a:cubicBezTo>
                    <a:pt x="124" y="218"/>
                    <a:pt x="124" y="218"/>
                    <a:pt x="124" y="218"/>
                  </a:cubicBezTo>
                  <a:cubicBezTo>
                    <a:pt x="129" y="222"/>
                    <a:pt x="136" y="221"/>
                    <a:pt x="140" y="215"/>
                  </a:cubicBezTo>
                  <a:cubicBezTo>
                    <a:pt x="148" y="206"/>
                    <a:pt x="148" y="206"/>
                    <a:pt x="148" y="206"/>
                  </a:cubicBezTo>
                  <a:cubicBezTo>
                    <a:pt x="153" y="200"/>
                    <a:pt x="162" y="200"/>
                    <a:pt x="167" y="206"/>
                  </a:cubicBezTo>
                  <a:cubicBezTo>
                    <a:pt x="176" y="216"/>
                    <a:pt x="176" y="216"/>
                    <a:pt x="176" y="216"/>
                  </a:cubicBezTo>
                  <a:cubicBezTo>
                    <a:pt x="182" y="222"/>
                    <a:pt x="192" y="221"/>
                    <a:pt x="196" y="213"/>
                  </a:cubicBezTo>
                  <a:cubicBezTo>
                    <a:pt x="202" y="203"/>
                    <a:pt x="202" y="203"/>
                    <a:pt x="202" y="203"/>
                  </a:cubicBezTo>
                  <a:cubicBezTo>
                    <a:pt x="206" y="196"/>
                    <a:pt x="215" y="194"/>
                    <a:pt x="221" y="199"/>
                  </a:cubicBezTo>
                  <a:cubicBezTo>
                    <a:pt x="223" y="201"/>
                    <a:pt x="223" y="201"/>
                    <a:pt x="223" y="201"/>
                  </a:cubicBezTo>
                  <a:cubicBezTo>
                    <a:pt x="229" y="206"/>
                    <a:pt x="238" y="205"/>
                    <a:pt x="242" y="198"/>
                  </a:cubicBezTo>
                  <a:cubicBezTo>
                    <a:pt x="246" y="192"/>
                    <a:pt x="246" y="192"/>
                    <a:pt x="246" y="192"/>
                  </a:cubicBezTo>
                  <a:cubicBezTo>
                    <a:pt x="250" y="185"/>
                    <a:pt x="260" y="184"/>
                    <a:pt x="266" y="191"/>
                  </a:cubicBezTo>
                  <a:cubicBezTo>
                    <a:pt x="267" y="192"/>
                    <a:pt x="267" y="192"/>
                    <a:pt x="267" y="192"/>
                  </a:cubicBezTo>
                  <a:cubicBezTo>
                    <a:pt x="273" y="199"/>
                    <a:pt x="285" y="197"/>
                    <a:pt x="288" y="188"/>
                  </a:cubicBezTo>
                  <a:cubicBezTo>
                    <a:pt x="292" y="178"/>
                    <a:pt x="303" y="176"/>
                    <a:pt x="310" y="183"/>
                  </a:cubicBezTo>
                  <a:lnTo>
                    <a:pt x="311" y="185"/>
                  </a:lnTo>
                  <a:close/>
                </a:path>
              </a:pathLst>
            </a:custGeom>
            <a:solidFill>
              <a:srgbClr val="D34E3C"/>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79" name="iṡ1iḋe">
              <a:extLst>
                <a:ext uri="{FF2B5EF4-FFF2-40B4-BE49-F238E27FC236}">
                  <a16:creationId xmlns:a16="http://schemas.microsoft.com/office/drawing/2014/main" id="{D6B28E04-E7FD-45C4-B6F9-A7CFDAC8FB66}"/>
                </a:ext>
              </a:extLst>
            </p:cNvPr>
            <p:cNvSpPr/>
            <p:nvPr/>
          </p:nvSpPr>
          <p:spPr bwMode="auto">
            <a:xfrm>
              <a:off x="2477428" y="4314276"/>
              <a:ext cx="289956" cy="376081"/>
            </a:xfrm>
            <a:custGeom>
              <a:avLst/>
              <a:gdLst>
                <a:gd name="T0" fmla="*/ 0 w 202"/>
                <a:gd name="T1" fmla="*/ 44 h 262"/>
                <a:gd name="T2" fmla="*/ 43 w 202"/>
                <a:gd name="T3" fmla="*/ 262 h 262"/>
                <a:gd name="T4" fmla="*/ 202 w 202"/>
                <a:gd name="T5" fmla="*/ 243 h 262"/>
                <a:gd name="T6" fmla="*/ 139 w 202"/>
                <a:gd name="T7" fmla="*/ 0 h 262"/>
                <a:gd name="T8" fmla="*/ 0 w 202"/>
                <a:gd name="T9" fmla="*/ 44 h 262"/>
              </a:gdLst>
              <a:ahLst/>
              <a:cxnLst>
                <a:cxn ang="0">
                  <a:pos x="T0" y="T1"/>
                </a:cxn>
                <a:cxn ang="0">
                  <a:pos x="T2" y="T3"/>
                </a:cxn>
                <a:cxn ang="0">
                  <a:pos x="T4" y="T5"/>
                </a:cxn>
                <a:cxn ang="0">
                  <a:pos x="T6" y="T7"/>
                </a:cxn>
                <a:cxn ang="0">
                  <a:pos x="T8" y="T9"/>
                </a:cxn>
              </a:cxnLst>
              <a:rect l="0" t="0" r="r" b="b"/>
              <a:pathLst>
                <a:path w="202" h="262">
                  <a:moveTo>
                    <a:pt x="0" y="44"/>
                  </a:moveTo>
                  <a:lnTo>
                    <a:pt x="43" y="262"/>
                  </a:lnTo>
                  <a:lnTo>
                    <a:pt x="202" y="243"/>
                  </a:lnTo>
                  <a:lnTo>
                    <a:pt x="139" y="0"/>
                  </a:lnTo>
                  <a:lnTo>
                    <a:pt x="0" y="44"/>
                  </a:lnTo>
                  <a:close/>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10000"/>
            </a:bodyPr>
            <a:lstStyle/>
            <a:p>
              <a:pPr algn="ctr">
                <a:defRPr/>
              </a:pPr>
              <a:endParaRPr dirty="0">
                <a:solidFill>
                  <a:prstClr val="black"/>
                </a:solidFill>
                <a:latin typeface="Arial"/>
                <a:ea typeface="微软雅黑 Light"/>
              </a:endParaRPr>
            </a:p>
          </p:txBody>
        </p:sp>
        <p:sp>
          <p:nvSpPr>
            <p:cNvPr id="80" name="ïs1îḍè">
              <a:extLst>
                <a:ext uri="{FF2B5EF4-FFF2-40B4-BE49-F238E27FC236}">
                  <a16:creationId xmlns:a16="http://schemas.microsoft.com/office/drawing/2014/main" id="{B228C24D-53A8-4E17-B8DA-D0A54B28C639}"/>
                </a:ext>
              </a:extLst>
            </p:cNvPr>
            <p:cNvSpPr/>
            <p:nvPr/>
          </p:nvSpPr>
          <p:spPr bwMode="auto">
            <a:xfrm>
              <a:off x="2477428" y="4314276"/>
              <a:ext cx="289956" cy="376081"/>
            </a:xfrm>
            <a:custGeom>
              <a:avLst/>
              <a:gdLst>
                <a:gd name="T0" fmla="*/ 0 w 202"/>
                <a:gd name="T1" fmla="*/ 44 h 262"/>
                <a:gd name="T2" fmla="*/ 43 w 202"/>
                <a:gd name="T3" fmla="*/ 262 h 262"/>
                <a:gd name="T4" fmla="*/ 202 w 202"/>
                <a:gd name="T5" fmla="*/ 243 h 262"/>
                <a:gd name="T6" fmla="*/ 139 w 202"/>
                <a:gd name="T7" fmla="*/ 0 h 262"/>
                <a:gd name="T8" fmla="*/ 0 w 202"/>
                <a:gd name="T9" fmla="*/ 44 h 262"/>
              </a:gdLst>
              <a:ahLst/>
              <a:cxnLst>
                <a:cxn ang="0">
                  <a:pos x="T0" y="T1"/>
                </a:cxn>
                <a:cxn ang="0">
                  <a:pos x="T2" y="T3"/>
                </a:cxn>
                <a:cxn ang="0">
                  <a:pos x="T4" y="T5"/>
                </a:cxn>
                <a:cxn ang="0">
                  <a:pos x="T6" y="T7"/>
                </a:cxn>
                <a:cxn ang="0">
                  <a:pos x="T8" y="T9"/>
                </a:cxn>
              </a:cxnLst>
              <a:rect l="0" t="0" r="r" b="b"/>
              <a:pathLst>
                <a:path w="202" h="262">
                  <a:moveTo>
                    <a:pt x="0" y="44"/>
                  </a:moveTo>
                  <a:lnTo>
                    <a:pt x="43" y="262"/>
                  </a:lnTo>
                  <a:lnTo>
                    <a:pt x="202" y="243"/>
                  </a:lnTo>
                  <a:lnTo>
                    <a:pt x="139" y="0"/>
                  </a:lnTo>
                  <a:lnTo>
                    <a:pt x="0" y="4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10000"/>
            </a:bodyPr>
            <a:lstStyle/>
            <a:p>
              <a:pPr algn="ctr">
                <a:defRPr/>
              </a:pPr>
              <a:endParaRPr dirty="0">
                <a:solidFill>
                  <a:prstClr val="black"/>
                </a:solidFill>
                <a:latin typeface="Arial"/>
                <a:ea typeface="微软雅黑 Light"/>
              </a:endParaRPr>
            </a:p>
          </p:txBody>
        </p:sp>
        <p:sp>
          <p:nvSpPr>
            <p:cNvPr id="81" name="íś1iḋe">
              <a:extLst>
                <a:ext uri="{FF2B5EF4-FFF2-40B4-BE49-F238E27FC236}">
                  <a16:creationId xmlns:a16="http://schemas.microsoft.com/office/drawing/2014/main" id="{751E721F-91A4-41E6-AB66-1F8D70F5BA44}"/>
                </a:ext>
              </a:extLst>
            </p:cNvPr>
            <p:cNvSpPr/>
            <p:nvPr/>
          </p:nvSpPr>
          <p:spPr bwMode="auto">
            <a:xfrm>
              <a:off x="2444413" y="3839150"/>
              <a:ext cx="101916" cy="353114"/>
            </a:xfrm>
            <a:custGeom>
              <a:avLst/>
              <a:gdLst>
                <a:gd name="T0" fmla="*/ 20 w 71"/>
                <a:gd name="T1" fmla="*/ 0 h 246"/>
                <a:gd name="T2" fmla="*/ 0 w 71"/>
                <a:gd name="T3" fmla="*/ 246 h 246"/>
                <a:gd name="T4" fmla="*/ 71 w 71"/>
                <a:gd name="T5" fmla="*/ 207 h 246"/>
                <a:gd name="T6" fmla="*/ 20 w 71"/>
                <a:gd name="T7" fmla="*/ 0 h 246"/>
              </a:gdLst>
              <a:ahLst/>
              <a:cxnLst>
                <a:cxn ang="0">
                  <a:pos x="T0" y="T1"/>
                </a:cxn>
                <a:cxn ang="0">
                  <a:pos x="T2" y="T3"/>
                </a:cxn>
                <a:cxn ang="0">
                  <a:pos x="T4" y="T5"/>
                </a:cxn>
                <a:cxn ang="0">
                  <a:pos x="T6" y="T7"/>
                </a:cxn>
              </a:cxnLst>
              <a:rect l="0" t="0" r="r" b="b"/>
              <a:pathLst>
                <a:path w="71" h="246">
                  <a:moveTo>
                    <a:pt x="20" y="0"/>
                  </a:moveTo>
                  <a:lnTo>
                    <a:pt x="0" y="246"/>
                  </a:lnTo>
                  <a:lnTo>
                    <a:pt x="71" y="207"/>
                  </a:lnTo>
                  <a:lnTo>
                    <a:pt x="20" y="0"/>
                  </a:lnTo>
                  <a:close/>
                </a:path>
              </a:pathLst>
            </a:custGeom>
            <a:solidFill>
              <a:srgbClr val="E84C4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20000"/>
            </a:bodyPr>
            <a:lstStyle/>
            <a:p>
              <a:pPr algn="ctr">
                <a:defRPr/>
              </a:pPr>
              <a:endParaRPr dirty="0">
                <a:solidFill>
                  <a:prstClr val="black"/>
                </a:solidFill>
                <a:latin typeface="Arial"/>
                <a:ea typeface="微软雅黑 Light"/>
              </a:endParaRPr>
            </a:p>
          </p:txBody>
        </p:sp>
        <p:sp>
          <p:nvSpPr>
            <p:cNvPr id="82" name="ïṩľíḓê">
              <a:extLst>
                <a:ext uri="{FF2B5EF4-FFF2-40B4-BE49-F238E27FC236}">
                  <a16:creationId xmlns:a16="http://schemas.microsoft.com/office/drawing/2014/main" id="{65F28B3D-1058-46B7-8EE3-4D25ED8F93AB}"/>
                </a:ext>
              </a:extLst>
            </p:cNvPr>
            <p:cNvSpPr/>
            <p:nvPr/>
          </p:nvSpPr>
          <p:spPr bwMode="auto">
            <a:xfrm>
              <a:off x="2444413" y="3839150"/>
              <a:ext cx="101916" cy="353114"/>
            </a:xfrm>
            <a:custGeom>
              <a:avLst/>
              <a:gdLst>
                <a:gd name="T0" fmla="*/ 20 w 71"/>
                <a:gd name="T1" fmla="*/ 0 h 246"/>
                <a:gd name="T2" fmla="*/ 0 w 71"/>
                <a:gd name="T3" fmla="*/ 246 h 246"/>
                <a:gd name="T4" fmla="*/ 71 w 71"/>
                <a:gd name="T5" fmla="*/ 207 h 246"/>
                <a:gd name="T6" fmla="*/ 20 w 71"/>
                <a:gd name="T7" fmla="*/ 0 h 246"/>
              </a:gdLst>
              <a:ahLst/>
              <a:cxnLst>
                <a:cxn ang="0">
                  <a:pos x="T0" y="T1"/>
                </a:cxn>
                <a:cxn ang="0">
                  <a:pos x="T2" y="T3"/>
                </a:cxn>
                <a:cxn ang="0">
                  <a:pos x="T4" y="T5"/>
                </a:cxn>
                <a:cxn ang="0">
                  <a:pos x="T6" y="T7"/>
                </a:cxn>
              </a:cxnLst>
              <a:rect l="0" t="0" r="r" b="b"/>
              <a:pathLst>
                <a:path w="71" h="246">
                  <a:moveTo>
                    <a:pt x="20" y="0"/>
                  </a:moveTo>
                  <a:lnTo>
                    <a:pt x="0" y="246"/>
                  </a:lnTo>
                  <a:lnTo>
                    <a:pt x="71" y="207"/>
                  </a:lnTo>
                  <a:lnTo>
                    <a:pt x="2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92500" lnSpcReduction="20000"/>
            </a:bodyPr>
            <a:lstStyle/>
            <a:p>
              <a:pPr algn="ctr">
                <a:defRPr/>
              </a:pPr>
              <a:endParaRPr dirty="0">
                <a:solidFill>
                  <a:prstClr val="black"/>
                </a:solidFill>
                <a:latin typeface="Arial"/>
                <a:ea typeface="微软雅黑 Light"/>
              </a:endParaRPr>
            </a:p>
          </p:txBody>
        </p:sp>
        <p:sp>
          <p:nvSpPr>
            <p:cNvPr id="83" name="îsḻiďe">
              <a:extLst>
                <a:ext uri="{FF2B5EF4-FFF2-40B4-BE49-F238E27FC236}">
                  <a16:creationId xmlns:a16="http://schemas.microsoft.com/office/drawing/2014/main" id="{D60CBE0E-EF01-4012-A8D8-25690FD301F1}"/>
                </a:ext>
              </a:extLst>
            </p:cNvPr>
            <p:cNvSpPr/>
            <p:nvPr/>
          </p:nvSpPr>
          <p:spPr bwMode="auto">
            <a:xfrm>
              <a:off x="2312354" y="3918099"/>
              <a:ext cx="50240" cy="73207"/>
            </a:xfrm>
            <a:custGeom>
              <a:avLst/>
              <a:gdLst>
                <a:gd name="T0" fmla="*/ 18 w 20"/>
                <a:gd name="T1" fmla="*/ 13 h 29"/>
                <a:gd name="T2" fmla="*/ 13 w 20"/>
                <a:gd name="T3" fmla="*/ 28 h 29"/>
                <a:gd name="T4" fmla="*/ 2 w 20"/>
                <a:gd name="T5" fmla="*/ 17 h 29"/>
                <a:gd name="T6" fmla="*/ 6 w 20"/>
                <a:gd name="T7" fmla="*/ 1 h 29"/>
                <a:gd name="T8" fmla="*/ 18 w 20"/>
                <a:gd name="T9" fmla="*/ 13 h 29"/>
              </a:gdLst>
              <a:ahLst/>
              <a:cxnLst>
                <a:cxn ang="0">
                  <a:pos x="T0" y="T1"/>
                </a:cxn>
                <a:cxn ang="0">
                  <a:pos x="T2" y="T3"/>
                </a:cxn>
                <a:cxn ang="0">
                  <a:pos x="T4" y="T5"/>
                </a:cxn>
                <a:cxn ang="0">
                  <a:pos x="T6" y="T7"/>
                </a:cxn>
                <a:cxn ang="0">
                  <a:pos x="T8" y="T9"/>
                </a:cxn>
              </a:cxnLst>
              <a:rect l="0" t="0" r="r" b="b"/>
              <a:pathLst>
                <a:path w="20" h="29">
                  <a:moveTo>
                    <a:pt x="18" y="13"/>
                  </a:moveTo>
                  <a:cubicBezTo>
                    <a:pt x="20" y="20"/>
                    <a:pt x="18" y="27"/>
                    <a:pt x="13" y="28"/>
                  </a:cubicBezTo>
                  <a:cubicBezTo>
                    <a:pt x="9" y="29"/>
                    <a:pt x="3" y="24"/>
                    <a:pt x="2" y="17"/>
                  </a:cubicBezTo>
                  <a:cubicBezTo>
                    <a:pt x="0" y="9"/>
                    <a:pt x="2" y="3"/>
                    <a:pt x="6" y="1"/>
                  </a:cubicBezTo>
                  <a:cubicBezTo>
                    <a:pt x="11" y="0"/>
                    <a:pt x="16" y="5"/>
                    <a:pt x="18" y="13"/>
                  </a:cubicBezTo>
                  <a:close/>
                </a:path>
              </a:pathLst>
            </a:custGeom>
            <a:solidFill>
              <a:srgbClr val="594E4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84" name="iSḻïḑè">
              <a:extLst>
                <a:ext uri="{FF2B5EF4-FFF2-40B4-BE49-F238E27FC236}">
                  <a16:creationId xmlns:a16="http://schemas.microsoft.com/office/drawing/2014/main" id="{15E0B048-8544-4E7F-83D9-76BC3FC69424}"/>
                </a:ext>
              </a:extLst>
            </p:cNvPr>
            <p:cNvSpPr/>
            <p:nvPr/>
          </p:nvSpPr>
          <p:spPr bwMode="auto">
            <a:xfrm>
              <a:off x="2598004" y="3895132"/>
              <a:ext cx="50240" cy="76078"/>
            </a:xfrm>
            <a:custGeom>
              <a:avLst/>
              <a:gdLst>
                <a:gd name="T0" fmla="*/ 19 w 20"/>
                <a:gd name="T1" fmla="*/ 13 h 30"/>
                <a:gd name="T2" fmla="*/ 14 w 20"/>
                <a:gd name="T3" fmla="*/ 28 h 30"/>
                <a:gd name="T4" fmla="*/ 2 w 20"/>
                <a:gd name="T5" fmla="*/ 17 h 30"/>
                <a:gd name="T6" fmla="*/ 7 w 20"/>
                <a:gd name="T7" fmla="*/ 1 h 30"/>
                <a:gd name="T8" fmla="*/ 19 w 20"/>
                <a:gd name="T9" fmla="*/ 13 h 30"/>
              </a:gdLst>
              <a:ahLst/>
              <a:cxnLst>
                <a:cxn ang="0">
                  <a:pos x="T0" y="T1"/>
                </a:cxn>
                <a:cxn ang="0">
                  <a:pos x="T2" y="T3"/>
                </a:cxn>
                <a:cxn ang="0">
                  <a:pos x="T4" y="T5"/>
                </a:cxn>
                <a:cxn ang="0">
                  <a:pos x="T6" y="T7"/>
                </a:cxn>
                <a:cxn ang="0">
                  <a:pos x="T8" y="T9"/>
                </a:cxn>
              </a:cxnLst>
              <a:rect l="0" t="0" r="r" b="b"/>
              <a:pathLst>
                <a:path w="20" h="30">
                  <a:moveTo>
                    <a:pt x="19" y="13"/>
                  </a:moveTo>
                  <a:cubicBezTo>
                    <a:pt x="20" y="20"/>
                    <a:pt x="18" y="27"/>
                    <a:pt x="14" y="28"/>
                  </a:cubicBezTo>
                  <a:cubicBezTo>
                    <a:pt x="9" y="30"/>
                    <a:pt x="4" y="24"/>
                    <a:pt x="2" y="17"/>
                  </a:cubicBezTo>
                  <a:cubicBezTo>
                    <a:pt x="0" y="10"/>
                    <a:pt x="2" y="3"/>
                    <a:pt x="7" y="1"/>
                  </a:cubicBezTo>
                  <a:cubicBezTo>
                    <a:pt x="11" y="0"/>
                    <a:pt x="17" y="5"/>
                    <a:pt x="19" y="13"/>
                  </a:cubicBezTo>
                  <a:close/>
                </a:path>
              </a:pathLst>
            </a:custGeom>
            <a:solidFill>
              <a:srgbClr val="594E4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85" name="iš1ïḑè">
              <a:extLst>
                <a:ext uri="{FF2B5EF4-FFF2-40B4-BE49-F238E27FC236}">
                  <a16:creationId xmlns:a16="http://schemas.microsoft.com/office/drawing/2014/main" id="{D448CA51-D246-437E-B431-9C0A1F7D6B13}"/>
                </a:ext>
              </a:extLst>
            </p:cNvPr>
            <p:cNvSpPr/>
            <p:nvPr/>
          </p:nvSpPr>
          <p:spPr bwMode="auto">
            <a:xfrm>
              <a:off x="2062590" y="3744412"/>
              <a:ext cx="368904" cy="437805"/>
            </a:xfrm>
            <a:custGeom>
              <a:avLst/>
              <a:gdLst>
                <a:gd name="T0" fmla="*/ 134 w 145"/>
                <a:gd name="T1" fmla="*/ 76 h 172"/>
                <a:gd name="T2" fmla="*/ 124 w 145"/>
                <a:gd name="T3" fmla="*/ 78 h 172"/>
                <a:gd name="T4" fmla="*/ 125 w 145"/>
                <a:gd name="T5" fmla="*/ 92 h 172"/>
                <a:gd name="T6" fmla="*/ 113 w 145"/>
                <a:gd name="T7" fmla="*/ 132 h 172"/>
                <a:gd name="T8" fmla="*/ 84 w 145"/>
                <a:gd name="T9" fmla="*/ 152 h 172"/>
                <a:gd name="T10" fmla="*/ 77 w 145"/>
                <a:gd name="T11" fmla="*/ 152 h 172"/>
                <a:gd name="T12" fmla="*/ 42 w 145"/>
                <a:gd name="T13" fmla="*/ 137 h 172"/>
                <a:gd name="T14" fmla="*/ 22 w 145"/>
                <a:gd name="T15" fmla="*/ 95 h 172"/>
                <a:gd name="T16" fmla="*/ 20 w 145"/>
                <a:gd name="T17" fmla="*/ 81 h 172"/>
                <a:gd name="T18" fmla="*/ 32 w 145"/>
                <a:gd name="T19" fmla="*/ 41 h 172"/>
                <a:gd name="T20" fmla="*/ 62 w 145"/>
                <a:gd name="T21" fmla="*/ 21 h 172"/>
                <a:gd name="T22" fmla="*/ 69 w 145"/>
                <a:gd name="T23" fmla="*/ 20 h 172"/>
                <a:gd name="T24" fmla="*/ 103 w 145"/>
                <a:gd name="T25" fmla="*/ 36 h 172"/>
                <a:gd name="T26" fmla="*/ 124 w 145"/>
                <a:gd name="T27" fmla="*/ 78 h 172"/>
                <a:gd name="T28" fmla="*/ 134 w 145"/>
                <a:gd name="T29" fmla="*/ 76 h 172"/>
                <a:gd name="T30" fmla="*/ 144 w 145"/>
                <a:gd name="T31" fmla="*/ 74 h 172"/>
                <a:gd name="T32" fmla="*/ 117 w 145"/>
                <a:gd name="T33" fmla="*/ 22 h 172"/>
                <a:gd name="T34" fmla="*/ 69 w 145"/>
                <a:gd name="T35" fmla="*/ 0 h 172"/>
                <a:gd name="T36" fmla="*/ 58 w 145"/>
                <a:gd name="T37" fmla="*/ 1 h 172"/>
                <a:gd name="T38" fmla="*/ 16 w 145"/>
                <a:gd name="T39" fmla="*/ 29 h 172"/>
                <a:gd name="T40" fmla="*/ 0 w 145"/>
                <a:gd name="T41" fmla="*/ 81 h 172"/>
                <a:gd name="T42" fmla="*/ 2 w 145"/>
                <a:gd name="T43" fmla="*/ 98 h 172"/>
                <a:gd name="T44" fmla="*/ 28 w 145"/>
                <a:gd name="T45" fmla="*/ 151 h 172"/>
                <a:gd name="T46" fmla="*/ 77 w 145"/>
                <a:gd name="T47" fmla="*/ 172 h 172"/>
                <a:gd name="T48" fmla="*/ 87 w 145"/>
                <a:gd name="T49" fmla="*/ 171 h 172"/>
                <a:gd name="T50" fmla="*/ 130 w 145"/>
                <a:gd name="T51" fmla="*/ 144 h 172"/>
                <a:gd name="T52" fmla="*/ 145 w 145"/>
                <a:gd name="T53" fmla="*/ 92 h 172"/>
                <a:gd name="T54" fmla="*/ 144 w 145"/>
                <a:gd name="T55" fmla="*/ 74 h 172"/>
                <a:gd name="T56" fmla="*/ 134 w 145"/>
                <a:gd name="T57" fmla="*/ 7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5" h="172">
                  <a:moveTo>
                    <a:pt x="134" y="76"/>
                  </a:moveTo>
                  <a:cubicBezTo>
                    <a:pt x="124" y="78"/>
                    <a:pt x="124" y="78"/>
                    <a:pt x="124" y="78"/>
                  </a:cubicBezTo>
                  <a:cubicBezTo>
                    <a:pt x="125" y="82"/>
                    <a:pt x="125" y="87"/>
                    <a:pt x="125" y="92"/>
                  </a:cubicBezTo>
                  <a:cubicBezTo>
                    <a:pt x="125" y="107"/>
                    <a:pt x="121" y="122"/>
                    <a:pt x="113" y="132"/>
                  </a:cubicBezTo>
                  <a:cubicBezTo>
                    <a:pt x="106" y="143"/>
                    <a:pt x="96" y="150"/>
                    <a:pt x="84" y="152"/>
                  </a:cubicBezTo>
                  <a:cubicBezTo>
                    <a:pt x="82" y="152"/>
                    <a:pt x="79" y="152"/>
                    <a:pt x="77" y="152"/>
                  </a:cubicBezTo>
                  <a:cubicBezTo>
                    <a:pt x="65" y="152"/>
                    <a:pt x="53" y="147"/>
                    <a:pt x="42" y="137"/>
                  </a:cubicBezTo>
                  <a:cubicBezTo>
                    <a:pt x="32" y="127"/>
                    <a:pt x="25" y="112"/>
                    <a:pt x="22" y="95"/>
                  </a:cubicBezTo>
                  <a:cubicBezTo>
                    <a:pt x="21" y="90"/>
                    <a:pt x="20" y="86"/>
                    <a:pt x="20" y="81"/>
                  </a:cubicBezTo>
                  <a:cubicBezTo>
                    <a:pt x="20" y="65"/>
                    <a:pt x="25" y="51"/>
                    <a:pt x="32" y="41"/>
                  </a:cubicBezTo>
                  <a:cubicBezTo>
                    <a:pt x="40" y="30"/>
                    <a:pt x="50" y="23"/>
                    <a:pt x="62" y="21"/>
                  </a:cubicBezTo>
                  <a:cubicBezTo>
                    <a:pt x="64" y="21"/>
                    <a:pt x="66" y="20"/>
                    <a:pt x="69" y="20"/>
                  </a:cubicBezTo>
                  <a:cubicBezTo>
                    <a:pt x="81" y="20"/>
                    <a:pt x="93" y="26"/>
                    <a:pt x="103" y="36"/>
                  </a:cubicBezTo>
                  <a:cubicBezTo>
                    <a:pt x="113" y="46"/>
                    <a:pt x="121" y="61"/>
                    <a:pt x="124" y="78"/>
                  </a:cubicBezTo>
                  <a:cubicBezTo>
                    <a:pt x="134" y="76"/>
                    <a:pt x="134" y="76"/>
                    <a:pt x="134" y="76"/>
                  </a:cubicBezTo>
                  <a:cubicBezTo>
                    <a:pt x="144" y="74"/>
                    <a:pt x="144" y="74"/>
                    <a:pt x="144" y="74"/>
                  </a:cubicBezTo>
                  <a:cubicBezTo>
                    <a:pt x="140" y="53"/>
                    <a:pt x="131" y="35"/>
                    <a:pt x="117" y="22"/>
                  </a:cubicBezTo>
                  <a:cubicBezTo>
                    <a:pt x="104" y="9"/>
                    <a:pt x="87" y="0"/>
                    <a:pt x="69" y="0"/>
                  </a:cubicBezTo>
                  <a:cubicBezTo>
                    <a:pt x="65" y="0"/>
                    <a:pt x="62" y="1"/>
                    <a:pt x="58" y="1"/>
                  </a:cubicBezTo>
                  <a:cubicBezTo>
                    <a:pt x="41" y="4"/>
                    <a:pt x="26" y="15"/>
                    <a:pt x="16" y="29"/>
                  </a:cubicBezTo>
                  <a:cubicBezTo>
                    <a:pt x="6" y="43"/>
                    <a:pt x="0" y="62"/>
                    <a:pt x="0" y="81"/>
                  </a:cubicBezTo>
                  <a:cubicBezTo>
                    <a:pt x="0" y="87"/>
                    <a:pt x="1" y="93"/>
                    <a:pt x="2" y="98"/>
                  </a:cubicBezTo>
                  <a:cubicBezTo>
                    <a:pt x="6" y="119"/>
                    <a:pt x="15" y="138"/>
                    <a:pt x="28" y="151"/>
                  </a:cubicBezTo>
                  <a:cubicBezTo>
                    <a:pt x="42" y="164"/>
                    <a:pt x="59" y="172"/>
                    <a:pt x="77" y="172"/>
                  </a:cubicBezTo>
                  <a:cubicBezTo>
                    <a:pt x="80" y="172"/>
                    <a:pt x="84" y="172"/>
                    <a:pt x="87" y="171"/>
                  </a:cubicBezTo>
                  <a:cubicBezTo>
                    <a:pt x="105" y="168"/>
                    <a:pt x="120" y="158"/>
                    <a:pt x="130" y="144"/>
                  </a:cubicBezTo>
                  <a:cubicBezTo>
                    <a:pt x="140" y="129"/>
                    <a:pt x="145" y="111"/>
                    <a:pt x="145" y="92"/>
                  </a:cubicBezTo>
                  <a:cubicBezTo>
                    <a:pt x="145" y="86"/>
                    <a:pt x="145" y="80"/>
                    <a:pt x="144" y="74"/>
                  </a:cubicBezTo>
                  <a:cubicBezTo>
                    <a:pt x="134" y="76"/>
                    <a:pt x="134" y="76"/>
                    <a:pt x="134" y="76"/>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86" name="iṡḻidé">
              <a:extLst>
                <a:ext uri="{FF2B5EF4-FFF2-40B4-BE49-F238E27FC236}">
                  <a16:creationId xmlns:a16="http://schemas.microsoft.com/office/drawing/2014/main" id="{42A9BE86-62A2-4E19-A7BC-F907CB04DA38}"/>
                </a:ext>
              </a:extLst>
            </p:cNvPr>
            <p:cNvSpPr/>
            <p:nvPr/>
          </p:nvSpPr>
          <p:spPr bwMode="auto">
            <a:xfrm>
              <a:off x="2516184" y="3694173"/>
              <a:ext cx="368904" cy="436369"/>
            </a:xfrm>
            <a:custGeom>
              <a:avLst/>
              <a:gdLst>
                <a:gd name="T0" fmla="*/ 133 w 145"/>
                <a:gd name="T1" fmla="*/ 75 h 172"/>
                <a:gd name="T2" fmla="*/ 124 w 145"/>
                <a:gd name="T3" fmla="*/ 77 h 172"/>
                <a:gd name="T4" fmla="*/ 125 w 145"/>
                <a:gd name="T5" fmla="*/ 91 h 172"/>
                <a:gd name="T6" fmla="*/ 113 w 145"/>
                <a:gd name="T7" fmla="*/ 131 h 172"/>
                <a:gd name="T8" fmla="*/ 84 w 145"/>
                <a:gd name="T9" fmla="*/ 151 h 172"/>
                <a:gd name="T10" fmla="*/ 77 w 145"/>
                <a:gd name="T11" fmla="*/ 152 h 172"/>
                <a:gd name="T12" fmla="*/ 42 w 145"/>
                <a:gd name="T13" fmla="*/ 136 h 172"/>
                <a:gd name="T14" fmla="*/ 21 w 145"/>
                <a:gd name="T15" fmla="*/ 94 h 172"/>
                <a:gd name="T16" fmla="*/ 20 w 145"/>
                <a:gd name="T17" fmla="*/ 80 h 172"/>
                <a:gd name="T18" fmla="*/ 32 w 145"/>
                <a:gd name="T19" fmla="*/ 40 h 172"/>
                <a:gd name="T20" fmla="*/ 61 w 145"/>
                <a:gd name="T21" fmla="*/ 20 h 172"/>
                <a:gd name="T22" fmla="*/ 68 w 145"/>
                <a:gd name="T23" fmla="*/ 20 h 172"/>
                <a:gd name="T24" fmla="*/ 103 w 145"/>
                <a:gd name="T25" fmla="*/ 35 h 172"/>
                <a:gd name="T26" fmla="*/ 124 w 145"/>
                <a:gd name="T27" fmla="*/ 77 h 172"/>
                <a:gd name="T28" fmla="*/ 133 w 145"/>
                <a:gd name="T29" fmla="*/ 75 h 172"/>
                <a:gd name="T30" fmla="*/ 143 w 145"/>
                <a:gd name="T31" fmla="*/ 74 h 172"/>
                <a:gd name="T32" fmla="*/ 117 w 145"/>
                <a:gd name="T33" fmla="*/ 21 h 172"/>
                <a:gd name="T34" fmla="*/ 68 w 145"/>
                <a:gd name="T35" fmla="*/ 0 h 172"/>
                <a:gd name="T36" fmla="*/ 58 w 145"/>
                <a:gd name="T37" fmla="*/ 1 h 172"/>
                <a:gd name="T38" fmla="*/ 16 w 145"/>
                <a:gd name="T39" fmla="*/ 28 h 172"/>
                <a:gd name="T40" fmla="*/ 0 w 145"/>
                <a:gd name="T41" fmla="*/ 80 h 172"/>
                <a:gd name="T42" fmla="*/ 2 w 145"/>
                <a:gd name="T43" fmla="*/ 98 h 172"/>
                <a:gd name="T44" fmla="*/ 28 w 145"/>
                <a:gd name="T45" fmla="*/ 150 h 172"/>
                <a:gd name="T46" fmla="*/ 77 w 145"/>
                <a:gd name="T47" fmla="*/ 172 h 172"/>
                <a:gd name="T48" fmla="*/ 87 w 145"/>
                <a:gd name="T49" fmla="*/ 171 h 172"/>
                <a:gd name="T50" fmla="*/ 129 w 145"/>
                <a:gd name="T51" fmla="*/ 143 h 172"/>
                <a:gd name="T52" fmla="*/ 145 w 145"/>
                <a:gd name="T53" fmla="*/ 91 h 172"/>
                <a:gd name="T54" fmla="*/ 143 w 145"/>
                <a:gd name="T55" fmla="*/ 74 h 172"/>
                <a:gd name="T56" fmla="*/ 133 w 145"/>
                <a:gd name="T57" fmla="*/ 75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45" h="172">
                  <a:moveTo>
                    <a:pt x="133" y="75"/>
                  </a:moveTo>
                  <a:cubicBezTo>
                    <a:pt x="124" y="77"/>
                    <a:pt x="124" y="77"/>
                    <a:pt x="124" y="77"/>
                  </a:cubicBezTo>
                  <a:cubicBezTo>
                    <a:pt x="124" y="82"/>
                    <a:pt x="125" y="86"/>
                    <a:pt x="125" y="91"/>
                  </a:cubicBezTo>
                  <a:cubicBezTo>
                    <a:pt x="125" y="107"/>
                    <a:pt x="120" y="121"/>
                    <a:pt x="113" y="131"/>
                  </a:cubicBezTo>
                  <a:cubicBezTo>
                    <a:pt x="105" y="142"/>
                    <a:pt x="95" y="149"/>
                    <a:pt x="84" y="151"/>
                  </a:cubicBezTo>
                  <a:cubicBezTo>
                    <a:pt x="81" y="151"/>
                    <a:pt x="79" y="152"/>
                    <a:pt x="77" y="152"/>
                  </a:cubicBezTo>
                  <a:cubicBezTo>
                    <a:pt x="65" y="152"/>
                    <a:pt x="52" y="146"/>
                    <a:pt x="42" y="136"/>
                  </a:cubicBezTo>
                  <a:cubicBezTo>
                    <a:pt x="32" y="126"/>
                    <a:pt x="24" y="111"/>
                    <a:pt x="21" y="94"/>
                  </a:cubicBezTo>
                  <a:cubicBezTo>
                    <a:pt x="21" y="90"/>
                    <a:pt x="20" y="85"/>
                    <a:pt x="20" y="80"/>
                  </a:cubicBezTo>
                  <a:cubicBezTo>
                    <a:pt x="20" y="65"/>
                    <a:pt x="25" y="50"/>
                    <a:pt x="32" y="40"/>
                  </a:cubicBezTo>
                  <a:cubicBezTo>
                    <a:pt x="40" y="29"/>
                    <a:pt x="50" y="22"/>
                    <a:pt x="61" y="20"/>
                  </a:cubicBezTo>
                  <a:cubicBezTo>
                    <a:pt x="64" y="20"/>
                    <a:pt x="66" y="20"/>
                    <a:pt x="68" y="20"/>
                  </a:cubicBezTo>
                  <a:cubicBezTo>
                    <a:pt x="80" y="20"/>
                    <a:pt x="93" y="25"/>
                    <a:pt x="103" y="35"/>
                  </a:cubicBezTo>
                  <a:cubicBezTo>
                    <a:pt x="113" y="45"/>
                    <a:pt x="121" y="60"/>
                    <a:pt x="124" y="77"/>
                  </a:cubicBezTo>
                  <a:cubicBezTo>
                    <a:pt x="133" y="75"/>
                    <a:pt x="133" y="75"/>
                    <a:pt x="133" y="75"/>
                  </a:cubicBezTo>
                  <a:cubicBezTo>
                    <a:pt x="143" y="74"/>
                    <a:pt x="143" y="74"/>
                    <a:pt x="143" y="74"/>
                  </a:cubicBezTo>
                  <a:cubicBezTo>
                    <a:pt x="140" y="53"/>
                    <a:pt x="130" y="34"/>
                    <a:pt x="117" y="21"/>
                  </a:cubicBezTo>
                  <a:cubicBezTo>
                    <a:pt x="104" y="8"/>
                    <a:pt x="87" y="0"/>
                    <a:pt x="68" y="0"/>
                  </a:cubicBezTo>
                  <a:cubicBezTo>
                    <a:pt x="65" y="0"/>
                    <a:pt x="61" y="0"/>
                    <a:pt x="58" y="1"/>
                  </a:cubicBezTo>
                  <a:cubicBezTo>
                    <a:pt x="40" y="4"/>
                    <a:pt x="26" y="14"/>
                    <a:pt x="16" y="28"/>
                  </a:cubicBezTo>
                  <a:cubicBezTo>
                    <a:pt x="6" y="43"/>
                    <a:pt x="0" y="61"/>
                    <a:pt x="0" y="80"/>
                  </a:cubicBezTo>
                  <a:cubicBezTo>
                    <a:pt x="0" y="86"/>
                    <a:pt x="1" y="92"/>
                    <a:pt x="2" y="98"/>
                  </a:cubicBezTo>
                  <a:cubicBezTo>
                    <a:pt x="5" y="119"/>
                    <a:pt x="15" y="137"/>
                    <a:pt x="28" y="150"/>
                  </a:cubicBezTo>
                  <a:cubicBezTo>
                    <a:pt x="41" y="163"/>
                    <a:pt x="58" y="172"/>
                    <a:pt x="77" y="172"/>
                  </a:cubicBezTo>
                  <a:cubicBezTo>
                    <a:pt x="80" y="172"/>
                    <a:pt x="84" y="171"/>
                    <a:pt x="87" y="171"/>
                  </a:cubicBezTo>
                  <a:cubicBezTo>
                    <a:pt x="105" y="168"/>
                    <a:pt x="119" y="157"/>
                    <a:pt x="129" y="143"/>
                  </a:cubicBezTo>
                  <a:cubicBezTo>
                    <a:pt x="139" y="129"/>
                    <a:pt x="145" y="110"/>
                    <a:pt x="145" y="91"/>
                  </a:cubicBezTo>
                  <a:cubicBezTo>
                    <a:pt x="145" y="85"/>
                    <a:pt x="144" y="79"/>
                    <a:pt x="143" y="74"/>
                  </a:cubicBezTo>
                  <a:cubicBezTo>
                    <a:pt x="133" y="75"/>
                    <a:pt x="133" y="75"/>
                    <a:pt x="133" y="75"/>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87" name="isḷïdê">
              <a:extLst>
                <a:ext uri="{FF2B5EF4-FFF2-40B4-BE49-F238E27FC236}">
                  <a16:creationId xmlns:a16="http://schemas.microsoft.com/office/drawing/2014/main" id="{31C7E370-C805-4A39-8E46-B5855E65A3BF}"/>
                </a:ext>
              </a:extLst>
            </p:cNvPr>
            <p:cNvSpPr/>
            <p:nvPr/>
          </p:nvSpPr>
          <p:spPr bwMode="auto">
            <a:xfrm>
              <a:off x="2398480" y="3886520"/>
              <a:ext cx="147849" cy="76078"/>
            </a:xfrm>
            <a:custGeom>
              <a:avLst/>
              <a:gdLst>
                <a:gd name="T0" fmla="*/ 7 w 103"/>
                <a:gd name="T1" fmla="*/ 53 h 53"/>
                <a:gd name="T2" fmla="*/ 103 w 103"/>
                <a:gd name="T3" fmla="*/ 36 h 53"/>
                <a:gd name="T4" fmla="*/ 96 w 103"/>
                <a:gd name="T5" fmla="*/ 0 h 53"/>
                <a:gd name="T6" fmla="*/ 0 w 103"/>
                <a:gd name="T7" fmla="*/ 18 h 53"/>
                <a:gd name="T8" fmla="*/ 7 w 103"/>
                <a:gd name="T9" fmla="*/ 53 h 53"/>
              </a:gdLst>
              <a:ahLst/>
              <a:cxnLst>
                <a:cxn ang="0">
                  <a:pos x="T0" y="T1"/>
                </a:cxn>
                <a:cxn ang="0">
                  <a:pos x="T2" y="T3"/>
                </a:cxn>
                <a:cxn ang="0">
                  <a:pos x="T4" y="T5"/>
                </a:cxn>
                <a:cxn ang="0">
                  <a:pos x="T6" y="T7"/>
                </a:cxn>
                <a:cxn ang="0">
                  <a:pos x="T8" y="T9"/>
                </a:cxn>
              </a:cxnLst>
              <a:rect l="0" t="0" r="r" b="b"/>
              <a:pathLst>
                <a:path w="103" h="53">
                  <a:moveTo>
                    <a:pt x="7" y="53"/>
                  </a:moveTo>
                  <a:lnTo>
                    <a:pt x="103" y="36"/>
                  </a:lnTo>
                  <a:lnTo>
                    <a:pt x="96" y="0"/>
                  </a:lnTo>
                  <a:lnTo>
                    <a:pt x="0" y="18"/>
                  </a:lnTo>
                  <a:lnTo>
                    <a:pt x="7" y="5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88" name="iŝḷíḑe">
              <a:extLst>
                <a:ext uri="{FF2B5EF4-FFF2-40B4-BE49-F238E27FC236}">
                  <a16:creationId xmlns:a16="http://schemas.microsoft.com/office/drawing/2014/main" id="{370DFE85-9B72-4E91-AA3C-346EB18965EF}"/>
                </a:ext>
              </a:extLst>
            </p:cNvPr>
            <p:cNvSpPr/>
            <p:nvPr/>
          </p:nvSpPr>
          <p:spPr bwMode="auto">
            <a:xfrm>
              <a:off x="2398480" y="3886520"/>
              <a:ext cx="147849" cy="76078"/>
            </a:xfrm>
            <a:custGeom>
              <a:avLst/>
              <a:gdLst>
                <a:gd name="T0" fmla="*/ 7 w 103"/>
                <a:gd name="T1" fmla="*/ 53 h 53"/>
                <a:gd name="T2" fmla="*/ 103 w 103"/>
                <a:gd name="T3" fmla="*/ 36 h 53"/>
                <a:gd name="T4" fmla="*/ 96 w 103"/>
                <a:gd name="T5" fmla="*/ 0 h 53"/>
                <a:gd name="T6" fmla="*/ 0 w 103"/>
                <a:gd name="T7" fmla="*/ 18 h 53"/>
              </a:gdLst>
              <a:ahLst/>
              <a:cxnLst>
                <a:cxn ang="0">
                  <a:pos x="T0" y="T1"/>
                </a:cxn>
                <a:cxn ang="0">
                  <a:pos x="T2" y="T3"/>
                </a:cxn>
                <a:cxn ang="0">
                  <a:pos x="T4" y="T5"/>
                </a:cxn>
                <a:cxn ang="0">
                  <a:pos x="T6" y="T7"/>
                </a:cxn>
              </a:cxnLst>
              <a:rect l="0" t="0" r="r" b="b"/>
              <a:pathLst>
                <a:path w="103" h="53">
                  <a:moveTo>
                    <a:pt x="7" y="53"/>
                  </a:moveTo>
                  <a:lnTo>
                    <a:pt x="103" y="36"/>
                  </a:lnTo>
                  <a:lnTo>
                    <a:pt x="96" y="0"/>
                  </a:lnTo>
                  <a:lnTo>
                    <a:pt x="0" y="1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89" name="iṣlïḑè">
              <a:extLst>
                <a:ext uri="{FF2B5EF4-FFF2-40B4-BE49-F238E27FC236}">
                  <a16:creationId xmlns:a16="http://schemas.microsoft.com/office/drawing/2014/main" id="{3F963543-8F41-43F8-B153-A9AC84292240}"/>
                </a:ext>
              </a:extLst>
            </p:cNvPr>
            <p:cNvSpPr/>
            <p:nvPr/>
          </p:nvSpPr>
          <p:spPr bwMode="auto">
            <a:xfrm>
              <a:off x="2829107" y="3777428"/>
              <a:ext cx="88996" cy="91867"/>
            </a:xfrm>
            <a:custGeom>
              <a:avLst/>
              <a:gdLst>
                <a:gd name="T0" fmla="*/ 35 w 62"/>
                <a:gd name="T1" fmla="*/ 0 h 64"/>
                <a:gd name="T2" fmla="*/ 0 w 62"/>
                <a:gd name="T3" fmla="*/ 41 h 64"/>
                <a:gd name="T4" fmla="*/ 27 w 62"/>
                <a:gd name="T5" fmla="*/ 64 h 64"/>
                <a:gd name="T6" fmla="*/ 62 w 62"/>
                <a:gd name="T7" fmla="*/ 23 h 64"/>
                <a:gd name="T8" fmla="*/ 35 w 62"/>
                <a:gd name="T9" fmla="*/ 0 h 64"/>
              </a:gdLst>
              <a:ahLst/>
              <a:cxnLst>
                <a:cxn ang="0">
                  <a:pos x="T0" y="T1"/>
                </a:cxn>
                <a:cxn ang="0">
                  <a:pos x="T2" y="T3"/>
                </a:cxn>
                <a:cxn ang="0">
                  <a:pos x="T4" y="T5"/>
                </a:cxn>
                <a:cxn ang="0">
                  <a:pos x="T6" y="T7"/>
                </a:cxn>
                <a:cxn ang="0">
                  <a:pos x="T8" y="T9"/>
                </a:cxn>
              </a:cxnLst>
              <a:rect l="0" t="0" r="r" b="b"/>
              <a:pathLst>
                <a:path w="62" h="64">
                  <a:moveTo>
                    <a:pt x="35" y="0"/>
                  </a:moveTo>
                  <a:lnTo>
                    <a:pt x="0" y="41"/>
                  </a:lnTo>
                  <a:lnTo>
                    <a:pt x="27" y="64"/>
                  </a:lnTo>
                  <a:lnTo>
                    <a:pt x="62" y="23"/>
                  </a:lnTo>
                  <a:lnTo>
                    <a:pt x="35"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90" name="íṣļïḓè">
              <a:extLst>
                <a:ext uri="{FF2B5EF4-FFF2-40B4-BE49-F238E27FC236}">
                  <a16:creationId xmlns:a16="http://schemas.microsoft.com/office/drawing/2014/main" id="{5B2D2CCA-1FA5-4F23-8A62-6816B243D74F}"/>
                </a:ext>
              </a:extLst>
            </p:cNvPr>
            <p:cNvSpPr/>
            <p:nvPr/>
          </p:nvSpPr>
          <p:spPr bwMode="auto">
            <a:xfrm>
              <a:off x="2829107" y="3777428"/>
              <a:ext cx="88996" cy="91867"/>
            </a:xfrm>
            <a:custGeom>
              <a:avLst/>
              <a:gdLst>
                <a:gd name="T0" fmla="*/ 35 w 62"/>
                <a:gd name="T1" fmla="*/ 0 h 64"/>
                <a:gd name="T2" fmla="*/ 0 w 62"/>
                <a:gd name="T3" fmla="*/ 41 h 64"/>
                <a:gd name="T4" fmla="*/ 27 w 62"/>
                <a:gd name="T5" fmla="*/ 64 h 64"/>
                <a:gd name="T6" fmla="*/ 62 w 62"/>
                <a:gd name="T7" fmla="*/ 23 h 64"/>
              </a:gdLst>
              <a:ahLst/>
              <a:cxnLst>
                <a:cxn ang="0">
                  <a:pos x="T0" y="T1"/>
                </a:cxn>
                <a:cxn ang="0">
                  <a:pos x="T2" y="T3"/>
                </a:cxn>
                <a:cxn ang="0">
                  <a:pos x="T4" y="T5"/>
                </a:cxn>
                <a:cxn ang="0">
                  <a:pos x="T6" y="T7"/>
                </a:cxn>
              </a:cxnLst>
              <a:rect l="0" t="0" r="r" b="b"/>
              <a:pathLst>
                <a:path w="62" h="64">
                  <a:moveTo>
                    <a:pt x="35" y="0"/>
                  </a:moveTo>
                  <a:lnTo>
                    <a:pt x="0" y="41"/>
                  </a:lnTo>
                  <a:lnTo>
                    <a:pt x="27" y="64"/>
                  </a:lnTo>
                  <a:lnTo>
                    <a:pt x="62" y="23"/>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91" name="iSḻiḋè">
              <a:extLst>
                <a:ext uri="{FF2B5EF4-FFF2-40B4-BE49-F238E27FC236}">
                  <a16:creationId xmlns:a16="http://schemas.microsoft.com/office/drawing/2014/main" id="{4A6A5967-6635-4CFE-AF02-BCC0DF2B633F}"/>
                </a:ext>
              </a:extLst>
            </p:cNvPr>
            <p:cNvSpPr/>
            <p:nvPr/>
          </p:nvSpPr>
          <p:spPr bwMode="auto">
            <a:xfrm>
              <a:off x="3266912" y="5010456"/>
              <a:ext cx="667473" cy="854078"/>
            </a:xfrm>
            <a:custGeom>
              <a:avLst/>
              <a:gdLst>
                <a:gd name="T0" fmla="*/ 157 w 262"/>
                <a:gd name="T1" fmla="*/ 0 h 336"/>
                <a:gd name="T2" fmla="*/ 246 w 262"/>
                <a:gd name="T3" fmla="*/ 214 h 336"/>
                <a:gd name="T4" fmla="*/ 260 w 262"/>
                <a:gd name="T5" fmla="*/ 279 h 336"/>
                <a:gd name="T6" fmla="*/ 187 w 262"/>
                <a:gd name="T7" fmla="*/ 334 h 336"/>
                <a:gd name="T8" fmla="*/ 0 w 262"/>
                <a:gd name="T9" fmla="*/ 272 h 336"/>
                <a:gd name="T10" fmla="*/ 20 w 262"/>
                <a:gd name="T11" fmla="*/ 209 h 336"/>
                <a:gd name="T12" fmla="*/ 155 w 262"/>
                <a:gd name="T13" fmla="*/ 245 h 336"/>
                <a:gd name="T14" fmla="*/ 91 w 262"/>
                <a:gd name="T15" fmla="*/ 90 h 336"/>
                <a:gd name="T16" fmla="*/ 157 w 262"/>
                <a:gd name="T1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336">
                  <a:moveTo>
                    <a:pt x="157" y="0"/>
                  </a:moveTo>
                  <a:cubicBezTo>
                    <a:pt x="246" y="214"/>
                    <a:pt x="246" y="214"/>
                    <a:pt x="246" y="214"/>
                  </a:cubicBezTo>
                  <a:cubicBezTo>
                    <a:pt x="257" y="234"/>
                    <a:pt x="262" y="257"/>
                    <a:pt x="260" y="279"/>
                  </a:cubicBezTo>
                  <a:cubicBezTo>
                    <a:pt x="257" y="310"/>
                    <a:pt x="247" y="336"/>
                    <a:pt x="187" y="334"/>
                  </a:cubicBezTo>
                  <a:cubicBezTo>
                    <a:pt x="0" y="272"/>
                    <a:pt x="0" y="272"/>
                    <a:pt x="0" y="272"/>
                  </a:cubicBezTo>
                  <a:cubicBezTo>
                    <a:pt x="20" y="209"/>
                    <a:pt x="20" y="209"/>
                    <a:pt x="20" y="209"/>
                  </a:cubicBezTo>
                  <a:cubicBezTo>
                    <a:pt x="155" y="245"/>
                    <a:pt x="155" y="245"/>
                    <a:pt x="155" y="245"/>
                  </a:cubicBezTo>
                  <a:cubicBezTo>
                    <a:pt x="91" y="90"/>
                    <a:pt x="91" y="90"/>
                    <a:pt x="91" y="90"/>
                  </a:cubicBezTo>
                  <a:cubicBezTo>
                    <a:pt x="157" y="0"/>
                    <a:pt x="157" y="0"/>
                    <a:pt x="157" y="0"/>
                  </a:cubicBezTo>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2" name="ïṥḻídé">
              <a:extLst>
                <a:ext uri="{FF2B5EF4-FFF2-40B4-BE49-F238E27FC236}">
                  <a16:creationId xmlns:a16="http://schemas.microsoft.com/office/drawing/2014/main" id="{AB9C27AD-7E79-4F97-95C3-B8DC6B10685A}"/>
                </a:ext>
              </a:extLst>
            </p:cNvPr>
            <p:cNvSpPr/>
            <p:nvPr/>
          </p:nvSpPr>
          <p:spPr bwMode="auto">
            <a:xfrm>
              <a:off x="3480789" y="4885575"/>
              <a:ext cx="407660" cy="628716"/>
            </a:xfrm>
            <a:custGeom>
              <a:avLst/>
              <a:gdLst>
                <a:gd name="T0" fmla="*/ 55 w 284"/>
                <a:gd name="T1" fmla="*/ 438 h 438"/>
                <a:gd name="T2" fmla="*/ 284 w 284"/>
                <a:gd name="T3" fmla="*/ 372 h 438"/>
                <a:gd name="T4" fmla="*/ 113 w 284"/>
                <a:gd name="T5" fmla="*/ 0 h 438"/>
                <a:gd name="T6" fmla="*/ 0 w 284"/>
                <a:gd name="T7" fmla="*/ 344 h 438"/>
                <a:gd name="T8" fmla="*/ 55 w 284"/>
                <a:gd name="T9" fmla="*/ 438 h 438"/>
              </a:gdLst>
              <a:ahLst/>
              <a:cxnLst>
                <a:cxn ang="0">
                  <a:pos x="T0" y="T1"/>
                </a:cxn>
                <a:cxn ang="0">
                  <a:pos x="T2" y="T3"/>
                </a:cxn>
                <a:cxn ang="0">
                  <a:pos x="T4" y="T5"/>
                </a:cxn>
                <a:cxn ang="0">
                  <a:pos x="T6" y="T7"/>
                </a:cxn>
                <a:cxn ang="0">
                  <a:pos x="T8" y="T9"/>
                </a:cxn>
              </a:cxnLst>
              <a:rect l="0" t="0" r="r" b="b"/>
              <a:pathLst>
                <a:path w="284" h="438">
                  <a:moveTo>
                    <a:pt x="55" y="438"/>
                  </a:moveTo>
                  <a:lnTo>
                    <a:pt x="284" y="372"/>
                  </a:lnTo>
                  <a:lnTo>
                    <a:pt x="113" y="0"/>
                  </a:lnTo>
                  <a:lnTo>
                    <a:pt x="0" y="344"/>
                  </a:lnTo>
                  <a:lnTo>
                    <a:pt x="55" y="438"/>
                  </a:lnTo>
                  <a:close/>
                </a:path>
              </a:pathLst>
            </a:custGeom>
            <a:solidFill>
              <a:srgbClr val="5FA19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3" name="íSḻiḑê">
              <a:extLst>
                <a:ext uri="{FF2B5EF4-FFF2-40B4-BE49-F238E27FC236}">
                  <a16:creationId xmlns:a16="http://schemas.microsoft.com/office/drawing/2014/main" id="{8D9F548B-8896-44FC-8480-8D1142B958FD}"/>
                </a:ext>
              </a:extLst>
            </p:cNvPr>
            <p:cNvSpPr/>
            <p:nvPr/>
          </p:nvSpPr>
          <p:spPr bwMode="auto">
            <a:xfrm>
              <a:off x="3480789" y="4885575"/>
              <a:ext cx="407660" cy="628716"/>
            </a:xfrm>
            <a:custGeom>
              <a:avLst/>
              <a:gdLst>
                <a:gd name="T0" fmla="*/ 55 w 284"/>
                <a:gd name="T1" fmla="*/ 438 h 438"/>
                <a:gd name="T2" fmla="*/ 284 w 284"/>
                <a:gd name="T3" fmla="*/ 372 h 438"/>
                <a:gd name="T4" fmla="*/ 113 w 284"/>
                <a:gd name="T5" fmla="*/ 0 h 438"/>
                <a:gd name="T6" fmla="*/ 0 w 284"/>
                <a:gd name="T7" fmla="*/ 344 h 438"/>
                <a:gd name="T8" fmla="*/ 55 w 284"/>
                <a:gd name="T9" fmla="*/ 438 h 438"/>
              </a:gdLst>
              <a:ahLst/>
              <a:cxnLst>
                <a:cxn ang="0">
                  <a:pos x="T0" y="T1"/>
                </a:cxn>
                <a:cxn ang="0">
                  <a:pos x="T2" y="T3"/>
                </a:cxn>
                <a:cxn ang="0">
                  <a:pos x="T4" y="T5"/>
                </a:cxn>
                <a:cxn ang="0">
                  <a:pos x="T6" y="T7"/>
                </a:cxn>
                <a:cxn ang="0">
                  <a:pos x="T8" y="T9"/>
                </a:cxn>
              </a:cxnLst>
              <a:rect l="0" t="0" r="r" b="b"/>
              <a:pathLst>
                <a:path w="284" h="438">
                  <a:moveTo>
                    <a:pt x="55" y="438"/>
                  </a:moveTo>
                  <a:lnTo>
                    <a:pt x="284" y="372"/>
                  </a:lnTo>
                  <a:lnTo>
                    <a:pt x="113" y="0"/>
                  </a:lnTo>
                  <a:lnTo>
                    <a:pt x="0" y="344"/>
                  </a:lnTo>
                  <a:lnTo>
                    <a:pt x="55" y="438"/>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4" name="îšľïḑê">
              <a:extLst>
                <a:ext uri="{FF2B5EF4-FFF2-40B4-BE49-F238E27FC236}">
                  <a16:creationId xmlns:a16="http://schemas.microsoft.com/office/drawing/2014/main" id="{A8E95664-6866-4440-8DD2-37478169F77C}"/>
                </a:ext>
              </a:extLst>
            </p:cNvPr>
            <p:cNvSpPr/>
            <p:nvPr/>
          </p:nvSpPr>
          <p:spPr bwMode="auto">
            <a:xfrm>
              <a:off x="1476937" y="5016198"/>
              <a:ext cx="670343" cy="854078"/>
            </a:xfrm>
            <a:custGeom>
              <a:avLst/>
              <a:gdLst>
                <a:gd name="T0" fmla="*/ 105 w 263"/>
                <a:gd name="T1" fmla="*/ 0 h 336"/>
                <a:gd name="T2" fmla="*/ 16 w 263"/>
                <a:gd name="T3" fmla="*/ 214 h 336"/>
                <a:gd name="T4" fmla="*/ 2 w 263"/>
                <a:gd name="T5" fmla="*/ 279 h 336"/>
                <a:gd name="T6" fmla="*/ 76 w 263"/>
                <a:gd name="T7" fmla="*/ 334 h 336"/>
                <a:gd name="T8" fmla="*/ 263 w 263"/>
                <a:gd name="T9" fmla="*/ 273 h 336"/>
                <a:gd name="T10" fmla="*/ 243 w 263"/>
                <a:gd name="T11" fmla="*/ 209 h 336"/>
                <a:gd name="T12" fmla="*/ 107 w 263"/>
                <a:gd name="T13" fmla="*/ 245 h 336"/>
                <a:gd name="T14" fmla="*/ 172 w 263"/>
                <a:gd name="T15" fmla="*/ 90 h 336"/>
                <a:gd name="T16" fmla="*/ 105 w 263"/>
                <a:gd name="T1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 h="336">
                  <a:moveTo>
                    <a:pt x="105" y="0"/>
                  </a:moveTo>
                  <a:cubicBezTo>
                    <a:pt x="16" y="214"/>
                    <a:pt x="16" y="214"/>
                    <a:pt x="16" y="214"/>
                  </a:cubicBezTo>
                  <a:cubicBezTo>
                    <a:pt x="6" y="234"/>
                    <a:pt x="0" y="257"/>
                    <a:pt x="2" y="279"/>
                  </a:cubicBezTo>
                  <a:cubicBezTo>
                    <a:pt x="5" y="311"/>
                    <a:pt x="15" y="336"/>
                    <a:pt x="76" y="334"/>
                  </a:cubicBezTo>
                  <a:cubicBezTo>
                    <a:pt x="263" y="273"/>
                    <a:pt x="263" y="273"/>
                    <a:pt x="263" y="273"/>
                  </a:cubicBezTo>
                  <a:cubicBezTo>
                    <a:pt x="243" y="209"/>
                    <a:pt x="243" y="209"/>
                    <a:pt x="243" y="209"/>
                  </a:cubicBezTo>
                  <a:cubicBezTo>
                    <a:pt x="107" y="245"/>
                    <a:pt x="107" y="245"/>
                    <a:pt x="107" y="245"/>
                  </a:cubicBezTo>
                  <a:cubicBezTo>
                    <a:pt x="172" y="90"/>
                    <a:pt x="172" y="90"/>
                    <a:pt x="172" y="90"/>
                  </a:cubicBezTo>
                  <a:lnTo>
                    <a:pt x="105" y="0"/>
                  </a:lnTo>
                  <a:close/>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5" name="ï$ḷíḓé">
              <a:extLst>
                <a:ext uri="{FF2B5EF4-FFF2-40B4-BE49-F238E27FC236}">
                  <a16:creationId xmlns:a16="http://schemas.microsoft.com/office/drawing/2014/main" id="{AF315F4F-9A45-446E-8CAD-D0CFE9476867}"/>
                </a:ext>
              </a:extLst>
            </p:cNvPr>
            <p:cNvSpPr/>
            <p:nvPr/>
          </p:nvSpPr>
          <p:spPr bwMode="auto">
            <a:xfrm>
              <a:off x="1525742" y="4891317"/>
              <a:ext cx="404790" cy="627281"/>
            </a:xfrm>
            <a:custGeom>
              <a:avLst/>
              <a:gdLst>
                <a:gd name="T0" fmla="*/ 227 w 282"/>
                <a:gd name="T1" fmla="*/ 437 h 437"/>
                <a:gd name="T2" fmla="*/ 0 w 282"/>
                <a:gd name="T3" fmla="*/ 374 h 437"/>
                <a:gd name="T4" fmla="*/ 170 w 282"/>
                <a:gd name="T5" fmla="*/ 0 h 437"/>
                <a:gd name="T6" fmla="*/ 282 w 282"/>
                <a:gd name="T7" fmla="*/ 344 h 437"/>
                <a:gd name="T8" fmla="*/ 227 w 282"/>
                <a:gd name="T9" fmla="*/ 437 h 437"/>
              </a:gdLst>
              <a:ahLst/>
              <a:cxnLst>
                <a:cxn ang="0">
                  <a:pos x="T0" y="T1"/>
                </a:cxn>
                <a:cxn ang="0">
                  <a:pos x="T2" y="T3"/>
                </a:cxn>
                <a:cxn ang="0">
                  <a:pos x="T4" y="T5"/>
                </a:cxn>
                <a:cxn ang="0">
                  <a:pos x="T6" y="T7"/>
                </a:cxn>
                <a:cxn ang="0">
                  <a:pos x="T8" y="T9"/>
                </a:cxn>
              </a:cxnLst>
              <a:rect l="0" t="0" r="r" b="b"/>
              <a:pathLst>
                <a:path w="282" h="437">
                  <a:moveTo>
                    <a:pt x="227" y="437"/>
                  </a:moveTo>
                  <a:lnTo>
                    <a:pt x="0" y="374"/>
                  </a:lnTo>
                  <a:lnTo>
                    <a:pt x="170" y="0"/>
                  </a:lnTo>
                  <a:lnTo>
                    <a:pt x="282" y="344"/>
                  </a:lnTo>
                  <a:lnTo>
                    <a:pt x="227" y="437"/>
                  </a:lnTo>
                  <a:close/>
                </a:path>
              </a:pathLst>
            </a:custGeom>
            <a:solidFill>
              <a:srgbClr val="5FA19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6" name="ï$ľíďê">
              <a:extLst>
                <a:ext uri="{FF2B5EF4-FFF2-40B4-BE49-F238E27FC236}">
                  <a16:creationId xmlns:a16="http://schemas.microsoft.com/office/drawing/2014/main" id="{6E04E01D-EDC5-4884-A892-A90BE0BB2238}"/>
                </a:ext>
              </a:extLst>
            </p:cNvPr>
            <p:cNvSpPr/>
            <p:nvPr/>
          </p:nvSpPr>
          <p:spPr bwMode="auto">
            <a:xfrm>
              <a:off x="1644882" y="5765489"/>
              <a:ext cx="1996675" cy="94738"/>
            </a:xfrm>
            <a:custGeom>
              <a:avLst/>
              <a:gdLst>
                <a:gd name="T0" fmla="*/ 775 w 784"/>
                <a:gd name="T1" fmla="*/ 37 h 37"/>
                <a:gd name="T2" fmla="*/ 9 w 784"/>
                <a:gd name="T3" fmla="*/ 37 h 37"/>
                <a:gd name="T4" fmla="*/ 0 w 784"/>
                <a:gd name="T5" fmla="*/ 28 h 37"/>
                <a:gd name="T6" fmla="*/ 0 w 784"/>
                <a:gd name="T7" fmla="*/ 9 h 37"/>
                <a:gd name="T8" fmla="*/ 9 w 784"/>
                <a:gd name="T9" fmla="*/ 0 h 37"/>
                <a:gd name="T10" fmla="*/ 775 w 784"/>
                <a:gd name="T11" fmla="*/ 0 h 37"/>
                <a:gd name="T12" fmla="*/ 784 w 784"/>
                <a:gd name="T13" fmla="*/ 9 h 37"/>
                <a:gd name="T14" fmla="*/ 784 w 784"/>
                <a:gd name="T15" fmla="*/ 28 h 37"/>
                <a:gd name="T16" fmla="*/ 775 w 784"/>
                <a:gd name="T17"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84" h="37">
                  <a:moveTo>
                    <a:pt x="775" y="37"/>
                  </a:moveTo>
                  <a:cubicBezTo>
                    <a:pt x="9" y="37"/>
                    <a:pt x="9" y="37"/>
                    <a:pt x="9" y="37"/>
                  </a:cubicBezTo>
                  <a:cubicBezTo>
                    <a:pt x="4" y="37"/>
                    <a:pt x="0" y="33"/>
                    <a:pt x="0" y="28"/>
                  </a:cubicBezTo>
                  <a:cubicBezTo>
                    <a:pt x="0" y="9"/>
                    <a:pt x="0" y="9"/>
                    <a:pt x="0" y="9"/>
                  </a:cubicBezTo>
                  <a:cubicBezTo>
                    <a:pt x="0" y="4"/>
                    <a:pt x="4" y="0"/>
                    <a:pt x="9" y="0"/>
                  </a:cubicBezTo>
                  <a:cubicBezTo>
                    <a:pt x="775" y="0"/>
                    <a:pt x="775" y="0"/>
                    <a:pt x="775" y="0"/>
                  </a:cubicBezTo>
                  <a:cubicBezTo>
                    <a:pt x="780" y="0"/>
                    <a:pt x="784" y="4"/>
                    <a:pt x="784" y="9"/>
                  </a:cubicBezTo>
                  <a:cubicBezTo>
                    <a:pt x="784" y="28"/>
                    <a:pt x="784" y="28"/>
                    <a:pt x="784" y="28"/>
                  </a:cubicBezTo>
                  <a:cubicBezTo>
                    <a:pt x="784" y="33"/>
                    <a:pt x="780" y="37"/>
                    <a:pt x="775" y="37"/>
                  </a:cubicBezTo>
                  <a:close/>
                </a:path>
              </a:pathLst>
            </a:custGeom>
            <a:solidFill>
              <a:srgbClr val="87868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97" name="iSľíḍe">
              <a:extLst>
                <a:ext uri="{FF2B5EF4-FFF2-40B4-BE49-F238E27FC236}">
                  <a16:creationId xmlns:a16="http://schemas.microsoft.com/office/drawing/2014/main" id="{F0FE972B-34C2-412B-98A0-72B56F704509}"/>
                </a:ext>
              </a:extLst>
            </p:cNvPr>
            <p:cNvSpPr/>
            <p:nvPr/>
          </p:nvSpPr>
          <p:spPr bwMode="auto">
            <a:xfrm>
              <a:off x="1620480" y="4446335"/>
              <a:ext cx="2045480" cy="1372265"/>
            </a:xfrm>
            <a:custGeom>
              <a:avLst/>
              <a:gdLst>
                <a:gd name="T0" fmla="*/ 775 w 804"/>
                <a:gd name="T1" fmla="*/ 540 h 540"/>
                <a:gd name="T2" fmla="*/ 29 w 804"/>
                <a:gd name="T3" fmla="*/ 540 h 540"/>
                <a:gd name="T4" fmla="*/ 0 w 804"/>
                <a:gd name="T5" fmla="*/ 511 h 540"/>
                <a:gd name="T6" fmla="*/ 0 w 804"/>
                <a:gd name="T7" fmla="*/ 28 h 540"/>
                <a:gd name="T8" fmla="*/ 29 w 804"/>
                <a:gd name="T9" fmla="*/ 0 h 540"/>
                <a:gd name="T10" fmla="*/ 775 w 804"/>
                <a:gd name="T11" fmla="*/ 0 h 540"/>
                <a:gd name="T12" fmla="*/ 804 w 804"/>
                <a:gd name="T13" fmla="*/ 28 h 540"/>
                <a:gd name="T14" fmla="*/ 804 w 804"/>
                <a:gd name="T15" fmla="*/ 511 h 540"/>
                <a:gd name="T16" fmla="*/ 775 w 804"/>
                <a:gd name="T17" fmla="*/ 540 h 5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04" h="540">
                  <a:moveTo>
                    <a:pt x="775" y="540"/>
                  </a:moveTo>
                  <a:cubicBezTo>
                    <a:pt x="29" y="540"/>
                    <a:pt x="29" y="540"/>
                    <a:pt x="29" y="540"/>
                  </a:cubicBezTo>
                  <a:cubicBezTo>
                    <a:pt x="13" y="540"/>
                    <a:pt x="0" y="527"/>
                    <a:pt x="0" y="511"/>
                  </a:cubicBezTo>
                  <a:cubicBezTo>
                    <a:pt x="0" y="28"/>
                    <a:pt x="0" y="28"/>
                    <a:pt x="0" y="28"/>
                  </a:cubicBezTo>
                  <a:cubicBezTo>
                    <a:pt x="0" y="13"/>
                    <a:pt x="13" y="0"/>
                    <a:pt x="29" y="0"/>
                  </a:cubicBezTo>
                  <a:cubicBezTo>
                    <a:pt x="775" y="0"/>
                    <a:pt x="775" y="0"/>
                    <a:pt x="775" y="0"/>
                  </a:cubicBezTo>
                  <a:cubicBezTo>
                    <a:pt x="791" y="0"/>
                    <a:pt x="804" y="13"/>
                    <a:pt x="804" y="28"/>
                  </a:cubicBezTo>
                  <a:cubicBezTo>
                    <a:pt x="804" y="511"/>
                    <a:pt x="804" y="511"/>
                    <a:pt x="804" y="511"/>
                  </a:cubicBezTo>
                  <a:cubicBezTo>
                    <a:pt x="804" y="527"/>
                    <a:pt x="791" y="540"/>
                    <a:pt x="775" y="540"/>
                  </a:cubicBezTo>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98" name="išľîḍé">
              <a:extLst>
                <a:ext uri="{FF2B5EF4-FFF2-40B4-BE49-F238E27FC236}">
                  <a16:creationId xmlns:a16="http://schemas.microsoft.com/office/drawing/2014/main" id="{03DEA989-DBB4-480C-BFEA-347186C97F35}"/>
                </a:ext>
              </a:extLst>
            </p:cNvPr>
            <p:cNvSpPr/>
            <p:nvPr/>
          </p:nvSpPr>
          <p:spPr bwMode="auto">
            <a:xfrm>
              <a:off x="2510443" y="5000409"/>
              <a:ext cx="265554" cy="26411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99" name="íśḻîḋê">
              <a:extLst>
                <a:ext uri="{FF2B5EF4-FFF2-40B4-BE49-F238E27FC236}">
                  <a16:creationId xmlns:a16="http://schemas.microsoft.com/office/drawing/2014/main" id="{2D1632D2-D58B-41BF-8A0E-CC03993174FD}"/>
                </a:ext>
              </a:extLst>
            </p:cNvPr>
            <p:cNvSpPr/>
            <p:nvPr/>
          </p:nvSpPr>
          <p:spPr bwMode="auto">
            <a:xfrm>
              <a:off x="1749668" y="4446335"/>
              <a:ext cx="717712" cy="0"/>
            </a:xfrm>
            <a:custGeom>
              <a:avLst/>
              <a:gdLst>
                <a:gd name="T0" fmla="*/ 0 w 282"/>
                <a:gd name="T1" fmla="*/ 0 w 282"/>
                <a:gd name="T2" fmla="*/ 282 w 282"/>
                <a:gd name="T3" fmla="*/ 282 w 282"/>
                <a:gd name="T4" fmla="*/ 0 w 282"/>
                <a:gd name="T5" fmla="*/ 0 w 282"/>
              </a:gdLst>
              <a:ahLst/>
              <a:cxnLst>
                <a:cxn ang="0">
                  <a:pos x="T0" y="0"/>
                </a:cxn>
                <a:cxn ang="0">
                  <a:pos x="T1" y="0"/>
                </a:cxn>
                <a:cxn ang="0">
                  <a:pos x="T2" y="0"/>
                </a:cxn>
                <a:cxn ang="0">
                  <a:pos x="T3" y="0"/>
                </a:cxn>
                <a:cxn ang="0">
                  <a:pos x="T4" y="0"/>
                </a:cxn>
                <a:cxn ang="0">
                  <a:pos x="T5" y="0"/>
                </a:cxn>
              </a:cxnLst>
              <a:rect l="0" t="0" r="r" b="b"/>
              <a:pathLst>
                <a:path w="282">
                  <a:moveTo>
                    <a:pt x="0" y="0"/>
                  </a:moveTo>
                  <a:cubicBezTo>
                    <a:pt x="0" y="0"/>
                    <a:pt x="0" y="0"/>
                    <a:pt x="0" y="0"/>
                  </a:cubicBezTo>
                  <a:cubicBezTo>
                    <a:pt x="282" y="0"/>
                    <a:pt x="282" y="0"/>
                    <a:pt x="282" y="0"/>
                  </a:cubicBezTo>
                  <a:cubicBezTo>
                    <a:pt x="282" y="0"/>
                    <a:pt x="282" y="0"/>
                    <a:pt x="282" y="0"/>
                  </a:cubicBezTo>
                  <a:cubicBezTo>
                    <a:pt x="133" y="0"/>
                    <a:pt x="0" y="0"/>
                    <a:pt x="0" y="0"/>
                  </a:cubicBezTo>
                  <a:cubicBezTo>
                    <a:pt x="0" y="0"/>
                    <a:pt x="0" y="0"/>
                    <a:pt x="0" y="0"/>
                  </a:cubicBezTo>
                </a:path>
              </a:pathLst>
            </a:custGeom>
            <a:solidFill>
              <a:srgbClr val="FDFDF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0" name="ïsľïḋe">
              <a:extLst>
                <a:ext uri="{FF2B5EF4-FFF2-40B4-BE49-F238E27FC236}">
                  <a16:creationId xmlns:a16="http://schemas.microsoft.com/office/drawing/2014/main" id="{E2DA675B-1C46-44BE-B0FB-BD1C198C1466}"/>
                </a:ext>
              </a:extLst>
            </p:cNvPr>
            <p:cNvSpPr/>
            <p:nvPr/>
          </p:nvSpPr>
          <p:spPr bwMode="auto">
            <a:xfrm>
              <a:off x="2877911" y="4446335"/>
              <a:ext cx="427756" cy="0"/>
            </a:xfrm>
            <a:custGeom>
              <a:avLst/>
              <a:gdLst>
                <a:gd name="T0" fmla="*/ 168 w 168"/>
                <a:gd name="T1" fmla="*/ 0 w 168"/>
                <a:gd name="T2" fmla="*/ 0 w 168"/>
                <a:gd name="T3" fmla="*/ 168 w 168"/>
                <a:gd name="T4" fmla="*/ 168 w 168"/>
              </a:gdLst>
              <a:ahLst/>
              <a:cxnLst>
                <a:cxn ang="0">
                  <a:pos x="T0" y="0"/>
                </a:cxn>
                <a:cxn ang="0">
                  <a:pos x="T1" y="0"/>
                </a:cxn>
                <a:cxn ang="0">
                  <a:pos x="T2" y="0"/>
                </a:cxn>
                <a:cxn ang="0">
                  <a:pos x="T3" y="0"/>
                </a:cxn>
                <a:cxn ang="0">
                  <a:pos x="T4" y="0"/>
                </a:cxn>
              </a:cxnLst>
              <a:rect l="0" t="0" r="r" b="b"/>
              <a:pathLst>
                <a:path w="168">
                  <a:moveTo>
                    <a:pt x="168" y="0"/>
                  </a:moveTo>
                  <a:cubicBezTo>
                    <a:pt x="123" y="0"/>
                    <a:pt x="64" y="0"/>
                    <a:pt x="0" y="0"/>
                  </a:cubicBezTo>
                  <a:cubicBezTo>
                    <a:pt x="0" y="0"/>
                    <a:pt x="0" y="0"/>
                    <a:pt x="0" y="0"/>
                  </a:cubicBezTo>
                  <a:cubicBezTo>
                    <a:pt x="168" y="0"/>
                    <a:pt x="168" y="0"/>
                    <a:pt x="168" y="0"/>
                  </a:cubicBezTo>
                  <a:cubicBezTo>
                    <a:pt x="168" y="0"/>
                    <a:pt x="168" y="0"/>
                    <a:pt x="168" y="0"/>
                  </a:cubicBezTo>
                </a:path>
              </a:pathLst>
            </a:custGeom>
            <a:solidFill>
              <a:srgbClr val="D27463"/>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1" name="îṩḻíḍê">
              <a:extLst>
                <a:ext uri="{FF2B5EF4-FFF2-40B4-BE49-F238E27FC236}">
                  <a16:creationId xmlns:a16="http://schemas.microsoft.com/office/drawing/2014/main" id="{844ED161-ABBD-4602-9215-F6E95F29774C}"/>
                </a:ext>
              </a:extLst>
            </p:cNvPr>
            <p:cNvSpPr/>
            <p:nvPr/>
          </p:nvSpPr>
          <p:spPr bwMode="auto">
            <a:xfrm>
              <a:off x="2490347" y="4446335"/>
              <a:ext cx="221055" cy="0"/>
            </a:xfrm>
            <a:custGeom>
              <a:avLst/>
              <a:gdLst>
                <a:gd name="T0" fmla="*/ 87 w 87"/>
                <a:gd name="T1" fmla="*/ 0 w 87"/>
                <a:gd name="T2" fmla="*/ 0 w 87"/>
                <a:gd name="T3" fmla="*/ 87 w 87"/>
              </a:gdLst>
              <a:ahLst/>
              <a:cxnLst>
                <a:cxn ang="0">
                  <a:pos x="T0" y="0"/>
                </a:cxn>
                <a:cxn ang="0">
                  <a:pos x="T1" y="0"/>
                </a:cxn>
                <a:cxn ang="0">
                  <a:pos x="T2" y="0"/>
                </a:cxn>
                <a:cxn ang="0">
                  <a:pos x="T3" y="0"/>
                </a:cxn>
              </a:cxnLst>
              <a:rect l="0" t="0" r="r" b="b"/>
              <a:pathLst>
                <a:path w="87">
                  <a:moveTo>
                    <a:pt x="87" y="0"/>
                  </a:moveTo>
                  <a:cubicBezTo>
                    <a:pt x="58" y="0"/>
                    <a:pt x="29" y="0"/>
                    <a:pt x="0" y="0"/>
                  </a:cubicBezTo>
                  <a:cubicBezTo>
                    <a:pt x="0" y="0"/>
                    <a:pt x="0" y="0"/>
                    <a:pt x="0" y="0"/>
                  </a:cubicBezTo>
                  <a:cubicBezTo>
                    <a:pt x="87" y="0"/>
                    <a:pt x="87" y="0"/>
                    <a:pt x="87" y="0"/>
                  </a:cubicBezTo>
                </a:path>
              </a:pathLst>
            </a:custGeom>
            <a:solidFill>
              <a:srgbClr val="FDD1B9"/>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2" name="íS1ïdé">
              <a:extLst>
                <a:ext uri="{FF2B5EF4-FFF2-40B4-BE49-F238E27FC236}">
                  <a16:creationId xmlns:a16="http://schemas.microsoft.com/office/drawing/2014/main" id="{5930CBD0-D8B4-49C5-89DD-94A4BA1C49DB}"/>
                </a:ext>
              </a:extLst>
            </p:cNvPr>
            <p:cNvSpPr/>
            <p:nvPr/>
          </p:nvSpPr>
          <p:spPr bwMode="auto">
            <a:xfrm>
              <a:off x="1657801" y="4446335"/>
              <a:ext cx="2008159" cy="1319155"/>
            </a:xfrm>
            <a:custGeom>
              <a:avLst/>
              <a:gdLst>
                <a:gd name="T0" fmla="*/ 733 w 789"/>
                <a:gd name="T1" fmla="*/ 0 h 519"/>
                <a:gd name="T2" fmla="*/ 647 w 789"/>
                <a:gd name="T3" fmla="*/ 0 h 519"/>
                <a:gd name="T4" fmla="*/ 479 w 789"/>
                <a:gd name="T5" fmla="*/ 0 h 519"/>
                <a:gd name="T6" fmla="*/ 414 w 789"/>
                <a:gd name="T7" fmla="*/ 0 h 519"/>
                <a:gd name="T8" fmla="*/ 327 w 789"/>
                <a:gd name="T9" fmla="*/ 0 h 519"/>
                <a:gd name="T10" fmla="*/ 318 w 789"/>
                <a:gd name="T11" fmla="*/ 0 h 519"/>
                <a:gd name="T12" fmla="*/ 36 w 789"/>
                <a:gd name="T13" fmla="*/ 0 h 519"/>
                <a:gd name="T14" fmla="*/ 10 w 789"/>
                <a:gd name="T15" fmla="*/ 7 h 519"/>
                <a:gd name="T16" fmla="*/ 0 w 789"/>
                <a:gd name="T17" fmla="*/ 15 h 519"/>
                <a:gd name="T18" fmla="*/ 345 w 789"/>
                <a:gd name="T19" fmla="*/ 238 h 519"/>
                <a:gd name="T20" fmla="*/ 387 w 789"/>
                <a:gd name="T21" fmla="*/ 218 h 519"/>
                <a:gd name="T22" fmla="*/ 439 w 789"/>
                <a:gd name="T23" fmla="*/ 270 h 519"/>
                <a:gd name="T24" fmla="*/ 433 w 789"/>
                <a:gd name="T25" fmla="*/ 295 h 519"/>
                <a:gd name="T26" fmla="*/ 779 w 789"/>
                <a:gd name="T27" fmla="*/ 519 h 519"/>
                <a:gd name="T28" fmla="*/ 789 w 789"/>
                <a:gd name="T29" fmla="*/ 494 h 519"/>
                <a:gd name="T30" fmla="*/ 789 w 789"/>
                <a:gd name="T31" fmla="*/ 488 h 519"/>
                <a:gd name="T32" fmla="*/ 789 w 789"/>
                <a:gd name="T33" fmla="*/ 392 h 519"/>
                <a:gd name="T34" fmla="*/ 789 w 789"/>
                <a:gd name="T35" fmla="*/ 49 h 519"/>
                <a:gd name="T36" fmla="*/ 777 w 789"/>
                <a:gd name="T37" fmla="*/ 18 h 519"/>
                <a:gd name="T38" fmla="*/ 745 w 789"/>
                <a:gd name="T39" fmla="*/ 0 h 519"/>
                <a:gd name="T40" fmla="*/ 733 w 789"/>
                <a:gd name="T41" fmla="*/ 0 h 5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89" h="519">
                  <a:moveTo>
                    <a:pt x="733" y="0"/>
                  </a:moveTo>
                  <a:cubicBezTo>
                    <a:pt x="647" y="0"/>
                    <a:pt x="647" y="0"/>
                    <a:pt x="647" y="0"/>
                  </a:cubicBezTo>
                  <a:cubicBezTo>
                    <a:pt x="479" y="0"/>
                    <a:pt x="479" y="0"/>
                    <a:pt x="479" y="0"/>
                  </a:cubicBezTo>
                  <a:cubicBezTo>
                    <a:pt x="414" y="0"/>
                    <a:pt x="414" y="0"/>
                    <a:pt x="414" y="0"/>
                  </a:cubicBezTo>
                  <a:cubicBezTo>
                    <a:pt x="327" y="0"/>
                    <a:pt x="327" y="0"/>
                    <a:pt x="327" y="0"/>
                  </a:cubicBezTo>
                  <a:cubicBezTo>
                    <a:pt x="318" y="0"/>
                    <a:pt x="318" y="0"/>
                    <a:pt x="318" y="0"/>
                  </a:cubicBezTo>
                  <a:cubicBezTo>
                    <a:pt x="36" y="0"/>
                    <a:pt x="36" y="0"/>
                    <a:pt x="36" y="0"/>
                  </a:cubicBezTo>
                  <a:cubicBezTo>
                    <a:pt x="35" y="0"/>
                    <a:pt x="21" y="0"/>
                    <a:pt x="10" y="7"/>
                  </a:cubicBezTo>
                  <a:cubicBezTo>
                    <a:pt x="10" y="7"/>
                    <a:pt x="2" y="12"/>
                    <a:pt x="0" y="15"/>
                  </a:cubicBezTo>
                  <a:cubicBezTo>
                    <a:pt x="345" y="238"/>
                    <a:pt x="345" y="238"/>
                    <a:pt x="345" y="238"/>
                  </a:cubicBezTo>
                  <a:cubicBezTo>
                    <a:pt x="355" y="226"/>
                    <a:pt x="370" y="218"/>
                    <a:pt x="387" y="218"/>
                  </a:cubicBezTo>
                  <a:cubicBezTo>
                    <a:pt x="416" y="218"/>
                    <a:pt x="439" y="241"/>
                    <a:pt x="439" y="270"/>
                  </a:cubicBezTo>
                  <a:cubicBezTo>
                    <a:pt x="439" y="279"/>
                    <a:pt x="437" y="287"/>
                    <a:pt x="433" y="295"/>
                  </a:cubicBezTo>
                  <a:cubicBezTo>
                    <a:pt x="779" y="519"/>
                    <a:pt x="779" y="519"/>
                    <a:pt x="779" y="519"/>
                  </a:cubicBezTo>
                  <a:cubicBezTo>
                    <a:pt x="779" y="519"/>
                    <a:pt x="787" y="509"/>
                    <a:pt x="789" y="494"/>
                  </a:cubicBezTo>
                  <a:cubicBezTo>
                    <a:pt x="789" y="488"/>
                    <a:pt x="789" y="488"/>
                    <a:pt x="789" y="488"/>
                  </a:cubicBezTo>
                  <a:cubicBezTo>
                    <a:pt x="789" y="392"/>
                    <a:pt x="789" y="392"/>
                    <a:pt x="789" y="392"/>
                  </a:cubicBezTo>
                  <a:cubicBezTo>
                    <a:pt x="789" y="49"/>
                    <a:pt x="789" y="49"/>
                    <a:pt x="789" y="49"/>
                  </a:cubicBezTo>
                  <a:cubicBezTo>
                    <a:pt x="789" y="49"/>
                    <a:pt x="789" y="32"/>
                    <a:pt x="777" y="18"/>
                  </a:cubicBezTo>
                  <a:cubicBezTo>
                    <a:pt x="766" y="3"/>
                    <a:pt x="748" y="0"/>
                    <a:pt x="745" y="0"/>
                  </a:cubicBezTo>
                  <a:cubicBezTo>
                    <a:pt x="741" y="0"/>
                    <a:pt x="738" y="0"/>
                    <a:pt x="733" y="0"/>
                  </a:cubicBezTo>
                </a:path>
              </a:pathLst>
            </a:custGeom>
            <a:solidFill>
              <a:srgbClr val="E1E1E1"/>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03" name="ísľíḓé">
              <a:extLst>
                <a:ext uri="{FF2B5EF4-FFF2-40B4-BE49-F238E27FC236}">
                  <a16:creationId xmlns:a16="http://schemas.microsoft.com/office/drawing/2014/main" id="{E485DA0C-21CD-4715-9750-D48DE6059982}"/>
                </a:ext>
              </a:extLst>
            </p:cNvPr>
            <p:cNvSpPr/>
            <p:nvPr/>
          </p:nvSpPr>
          <p:spPr bwMode="auto">
            <a:xfrm>
              <a:off x="2536280" y="5000409"/>
              <a:ext cx="239716" cy="195218"/>
            </a:xfrm>
            <a:custGeom>
              <a:avLst/>
              <a:gdLst>
                <a:gd name="T0" fmla="*/ 42 w 94"/>
                <a:gd name="T1" fmla="*/ 0 h 77"/>
                <a:gd name="T2" fmla="*/ 0 w 94"/>
                <a:gd name="T3" fmla="*/ 20 h 77"/>
                <a:gd name="T4" fmla="*/ 88 w 94"/>
                <a:gd name="T5" fmla="*/ 77 h 77"/>
                <a:gd name="T6" fmla="*/ 94 w 94"/>
                <a:gd name="T7" fmla="*/ 52 h 77"/>
                <a:gd name="T8" fmla="*/ 42 w 94"/>
                <a:gd name="T9" fmla="*/ 0 h 77"/>
              </a:gdLst>
              <a:ahLst/>
              <a:cxnLst>
                <a:cxn ang="0">
                  <a:pos x="T0" y="T1"/>
                </a:cxn>
                <a:cxn ang="0">
                  <a:pos x="T2" y="T3"/>
                </a:cxn>
                <a:cxn ang="0">
                  <a:pos x="T4" y="T5"/>
                </a:cxn>
                <a:cxn ang="0">
                  <a:pos x="T6" y="T7"/>
                </a:cxn>
                <a:cxn ang="0">
                  <a:pos x="T8" y="T9"/>
                </a:cxn>
              </a:cxnLst>
              <a:rect l="0" t="0" r="r" b="b"/>
              <a:pathLst>
                <a:path w="94" h="77">
                  <a:moveTo>
                    <a:pt x="42" y="0"/>
                  </a:moveTo>
                  <a:cubicBezTo>
                    <a:pt x="25" y="0"/>
                    <a:pt x="10" y="8"/>
                    <a:pt x="0" y="20"/>
                  </a:cubicBezTo>
                  <a:cubicBezTo>
                    <a:pt x="88" y="77"/>
                    <a:pt x="88" y="77"/>
                    <a:pt x="88" y="77"/>
                  </a:cubicBezTo>
                  <a:cubicBezTo>
                    <a:pt x="92" y="69"/>
                    <a:pt x="94" y="61"/>
                    <a:pt x="94" y="52"/>
                  </a:cubicBezTo>
                  <a:cubicBezTo>
                    <a:pt x="94" y="23"/>
                    <a:pt x="71" y="0"/>
                    <a:pt x="42" y="0"/>
                  </a:cubicBezTo>
                </a:path>
              </a:pathLst>
            </a:custGeom>
            <a:solidFill>
              <a:srgbClr val="FDFDFD"/>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32500" lnSpcReduction="20000"/>
            </a:bodyPr>
            <a:lstStyle/>
            <a:p>
              <a:pPr algn="ctr">
                <a:defRPr/>
              </a:pPr>
              <a:endParaRPr dirty="0">
                <a:solidFill>
                  <a:prstClr val="black"/>
                </a:solidFill>
                <a:latin typeface="Arial"/>
                <a:ea typeface="微软雅黑 Light"/>
              </a:endParaRPr>
            </a:p>
          </p:txBody>
        </p:sp>
        <p:sp>
          <p:nvSpPr>
            <p:cNvPr id="104" name="íṩḷiďè">
              <a:extLst>
                <a:ext uri="{FF2B5EF4-FFF2-40B4-BE49-F238E27FC236}">
                  <a16:creationId xmlns:a16="http://schemas.microsoft.com/office/drawing/2014/main" id="{697BF8FC-048B-4666-B1DA-CC598C1D7D2D}"/>
                </a:ext>
              </a:extLst>
            </p:cNvPr>
            <p:cNvSpPr/>
            <p:nvPr/>
          </p:nvSpPr>
          <p:spPr bwMode="auto">
            <a:xfrm>
              <a:off x="2546329" y="4192265"/>
              <a:ext cx="122011" cy="122011"/>
            </a:xfrm>
            <a:prstGeom prst="ellipse">
              <a:avLst/>
            </a:prstGeom>
            <a:solidFill>
              <a:srgbClr val="CE3E3E"/>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5" name="î$ḻíḍé">
              <a:extLst>
                <a:ext uri="{FF2B5EF4-FFF2-40B4-BE49-F238E27FC236}">
                  <a16:creationId xmlns:a16="http://schemas.microsoft.com/office/drawing/2014/main" id="{3700316E-16E2-4C9A-8818-2B736EFC3CE9}"/>
                </a:ext>
              </a:extLst>
            </p:cNvPr>
            <p:cNvSpPr/>
            <p:nvPr/>
          </p:nvSpPr>
          <p:spPr bwMode="auto">
            <a:xfrm>
              <a:off x="2217616" y="4097527"/>
              <a:ext cx="21532"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6" name="îsḷíḓê">
              <a:extLst>
                <a:ext uri="{FF2B5EF4-FFF2-40B4-BE49-F238E27FC236}">
                  <a16:creationId xmlns:a16="http://schemas.microsoft.com/office/drawing/2014/main" id="{52DEDA5D-3EAB-4012-A40F-F0D24E036BF9}"/>
                </a:ext>
              </a:extLst>
            </p:cNvPr>
            <p:cNvSpPr/>
            <p:nvPr/>
          </p:nvSpPr>
          <p:spPr bwMode="auto">
            <a:xfrm>
              <a:off x="2239148"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7" name="iṧļîḋè">
              <a:extLst>
                <a:ext uri="{FF2B5EF4-FFF2-40B4-BE49-F238E27FC236}">
                  <a16:creationId xmlns:a16="http://schemas.microsoft.com/office/drawing/2014/main" id="{69B5DA51-B111-4326-B138-A5D9AFC68AEE}"/>
                </a:ext>
              </a:extLst>
            </p:cNvPr>
            <p:cNvSpPr/>
            <p:nvPr/>
          </p:nvSpPr>
          <p:spPr bwMode="auto">
            <a:xfrm>
              <a:off x="2424317" y="4096092"/>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8" name="íṩlíḋe">
              <a:extLst>
                <a:ext uri="{FF2B5EF4-FFF2-40B4-BE49-F238E27FC236}">
                  <a16:creationId xmlns:a16="http://schemas.microsoft.com/office/drawing/2014/main" id="{279634CF-D092-44A8-9165-0F2EB3321826}"/>
                </a:ext>
              </a:extLst>
            </p:cNvPr>
            <p:cNvSpPr/>
            <p:nvPr/>
          </p:nvSpPr>
          <p:spPr bwMode="auto">
            <a:xfrm>
              <a:off x="2361159" y="4156380"/>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09" name="íṣľïḍê">
              <a:extLst>
                <a:ext uri="{FF2B5EF4-FFF2-40B4-BE49-F238E27FC236}">
                  <a16:creationId xmlns:a16="http://schemas.microsoft.com/office/drawing/2014/main" id="{0CD20C93-0C8E-47A6-A8F0-50A7EC4F5809}"/>
                </a:ext>
              </a:extLst>
            </p:cNvPr>
            <p:cNvSpPr/>
            <p:nvPr/>
          </p:nvSpPr>
          <p:spPr bwMode="auto">
            <a:xfrm>
              <a:off x="2635325" y="4007095"/>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0" name="íṩľíďe">
              <a:extLst>
                <a:ext uri="{FF2B5EF4-FFF2-40B4-BE49-F238E27FC236}">
                  <a16:creationId xmlns:a16="http://schemas.microsoft.com/office/drawing/2014/main" id="{5B053230-31BD-4717-A6CF-FE734B63055C}"/>
                </a:ext>
              </a:extLst>
            </p:cNvPr>
            <p:cNvSpPr/>
            <p:nvPr/>
          </p:nvSpPr>
          <p:spPr bwMode="auto">
            <a:xfrm>
              <a:off x="2747288" y="3971209"/>
              <a:ext cx="20096" cy="17225"/>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1" name="işļíḍê">
              <a:extLst>
                <a:ext uri="{FF2B5EF4-FFF2-40B4-BE49-F238E27FC236}">
                  <a16:creationId xmlns:a16="http://schemas.microsoft.com/office/drawing/2014/main" id="{8F7B1015-432C-4C6E-9D92-C9092E4A2D33}"/>
                </a:ext>
              </a:extLst>
            </p:cNvPr>
            <p:cNvSpPr/>
            <p:nvPr/>
          </p:nvSpPr>
          <p:spPr bwMode="auto">
            <a:xfrm>
              <a:off x="2727192"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2" name="ïSľîḋê">
              <a:extLst>
                <a:ext uri="{FF2B5EF4-FFF2-40B4-BE49-F238E27FC236}">
                  <a16:creationId xmlns:a16="http://schemas.microsoft.com/office/drawing/2014/main" id="{46C84221-ED3B-4E1B-9346-3EA921E27363}"/>
                </a:ext>
              </a:extLst>
            </p:cNvPr>
            <p:cNvSpPr/>
            <p:nvPr/>
          </p:nvSpPr>
          <p:spPr bwMode="auto">
            <a:xfrm>
              <a:off x="2826236" y="4106139"/>
              <a:ext cx="20096" cy="17225"/>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3" name="işlíḓé">
              <a:extLst>
                <a:ext uri="{FF2B5EF4-FFF2-40B4-BE49-F238E27FC236}">
                  <a16:creationId xmlns:a16="http://schemas.microsoft.com/office/drawing/2014/main" id="{6FB5388F-CE0D-4F34-8ABB-04ADAF86D7AC}"/>
                </a:ext>
              </a:extLst>
            </p:cNvPr>
            <p:cNvSpPr/>
            <p:nvPr/>
          </p:nvSpPr>
          <p:spPr bwMode="auto">
            <a:xfrm>
              <a:off x="2890830" y="4017143"/>
              <a:ext cx="17225"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4" name="isḻïďê">
              <a:extLst>
                <a:ext uri="{FF2B5EF4-FFF2-40B4-BE49-F238E27FC236}">
                  <a16:creationId xmlns:a16="http://schemas.microsoft.com/office/drawing/2014/main" id="{142F38D3-E9C2-4C98-8CD3-CCC91B251D43}"/>
                </a:ext>
              </a:extLst>
            </p:cNvPr>
            <p:cNvSpPr/>
            <p:nvPr/>
          </p:nvSpPr>
          <p:spPr bwMode="auto">
            <a:xfrm>
              <a:off x="2691306" y="4130542"/>
              <a:ext cx="18661" cy="18661"/>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5" name="íṧḷïdè">
              <a:extLst>
                <a:ext uri="{FF2B5EF4-FFF2-40B4-BE49-F238E27FC236}">
                  <a16:creationId xmlns:a16="http://schemas.microsoft.com/office/drawing/2014/main" id="{8B37C774-7C1E-431F-B051-18CB029742B8}"/>
                </a:ext>
              </a:extLst>
            </p:cNvPr>
            <p:cNvSpPr/>
            <p:nvPr/>
          </p:nvSpPr>
          <p:spPr bwMode="auto">
            <a:xfrm>
              <a:off x="2322403" y="4031497"/>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6" name="íŝḷíḍe">
              <a:extLst>
                <a:ext uri="{FF2B5EF4-FFF2-40B4-BE49-F238E27FC236}">
                  <a16:creationId xmlns:a16="http://schemas.microsoft.com/office/drawing/2014/main" id="{903CD292-8B09-4FCD-913A-2EECEB67CC8D}"/>
                </a:ext>
              </a:extLst>
            </p:cNvPr>
            <p:cNvSpPr/>
            <p:nvPr/>
          </p:nvSpPr>
          <p:spPr bwMode="auto">
            <a:xfrm>
              <a:off x="2283646" y="4120493"/>
              <a:ext cx="18661" cy="8613"/>
            </a:xfrm>
            <a:custGeom>
              <a:avLst/>
              <a:gdLst>
                <a:gd name="T0" fmla="*/ 4 w 7"/>
                <a:gd name="T1" fmla="*/ 0 h 3"/>
                <a:gd name="T2" fmla="*/ 0 w 7"/>
                <a:gd name="T3" fmla="*/ 3 h 3"/>
                <a:gd name="T4" fmla="*/ 7 w 7"/>
                <a:gd name="T5" fmla="*/ 1 h 3"/>
                <a:gd name="T6" fmla="*/ 4 w 7"/>
                <a:gd name="T7" fmla="*/ 0 h 3"/>
              </a:gdLst>
              <a:ahLst/>
              <a:cxnLst>
                <a:cxn ang="0">
                  <a:pos x="T0" y="T1"/>
                </a:cxn>
                <a:cxn ang="0">
                  <a:pos x="T2" y="T3"/>
                </a:cxn>
                <a:cxn ang="0">
                  <a:pos x="T4" y="T5"/>
                </a:cxn>
                <a:cxn ang="0">
                  <a:pos x="T6" y="T7"/>
                </a:cxn>
              </a:cxnLst>
              <a:rect l="0" t="0" r="r" b="b"/>
              <a:pathLst>
                <a:path w="7" h="3">
                  <a:moveTo>
                    <a:pt x="4" y="0"/>
                  </a:moveTo>
                  <a:cubicBezTo>
                    <a:pt x="2" y="0"/>
                    <a:pt x="0" y="1"/>
                    <a:pt x="0" y="3"/>
                  </a:cubicBezTo>
                  <a:cubicBezTo>
                    <a:pt x="2" y="2"/>
                    <a:pt x="4" y="2"/>
                    <a:pt x="7" y="1"/>
                  </a:cubicBezTo>
                  <a:cubicBezTo>
                    <a:pt x="6" y="0"/>
                    <a:pt x="5" y="0"/>
                    <a:pt x="4" y="0"/>
                  </a:cubicBezTo>
                </a:path>
              </a:pathLst>
            </a:cu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7" name="ïSḻíḑè">
              <a:extLst>
                <a:ext uri="{FF2B5EF4-FFF2-40B4-BE49-F238E27FC236}">
                  <a16:creationId xmlns:a16="http://schemas.microsoft.com/office/drawing/2014/main" id="{2B24A136-072D-494F-B35E-1280ABA8BCFF}"/>
                </a:ext>
              </a:extLst>
            </p:cNvPr>
            <p:cNvSpPr/>
            <p:nvPr/>
          </p:nvSpPr>
          <p:spPr bwMode="auto">
            <a:xfrm>
              <a:off x="2283646" y="4123364"/>
              <a:ext cx="21532" cy="17225"/>
            </a:xfrm>
            <a:custGeom>
              <a:avLst/>
              <a:gdLst>
                <a:gd name="T0" fmla="*/ 7 w 8"/>
                <a:gd name="T1" fmla="*/ 0 h 7"/>
                <a:gd name="T2" fmla="*/ 0 w 8"/>
                <a:gd name="T3" fmla="*/ 2 h 7"/>
                <a:gd name="T4" fmla="*/ 0 w 8"/>
                <a:gd name="T5" fmla="*/ 3 h 7"/>
                <a:gd name="T6" fmla="*/ 4 w 8"/>
                <a:gd name="T7" fmla="*/ 7 h 7"/>
                <a:gd name="T8" fmla="*/ 8 w 8"/>
                <a:gd name="T9" fmla="*/ 3 h 7"/>
                <a:gd name="T10" fmla="*/ 7 w 8"/>
                <a:gd name="T11" fmla="*/ 0 h 7"/>
              </a:gdLst>
              <a:ahLst/>
              <a:cxnLst>
                <a:cxn ang="0">
                  <a:pos x="T0" y="T1"/>
                </a:cxn>
                <a:cxn ang="0">
                  <a:pos x="T2" y="T3"/>
                </a:cxn>
                <a:cxn ang="0">
                  <a:pos x="T4" y="T5"/>
                </a:cxn>
                <a:cxn ang="0">
                  <a:pos x="T6" y="T7"/>
                </a:cxn>
                <a:cxn ang="0">
                  <a:pos x="T8" y="T9"/>
                </a:cxn>
                <a:cxn ang="0">
                  <a:pos x="T10" y="T11"/>
                </a:cxn>
              </a:cxnLst>
              <a:rect l="0" t="0" r="r" b="b"/>
              <a:pathLst>
                <a:path w="8" h="7">
                  <a:moveTo>
                    <a:pt x="7" y="0"/>
                  </a:moveTo>
                  <a:cubicBezTo>
                    <a:pt x="4" y="1"/>
                    <a:pt x="2" y="1"/>
                    <a:pt x="0" y="2"/>
                  </a:cubicBezTo>
                  <a:cubicBezTo>
                    <a:pt x="0" y="2"/>
                    <a:pt x="0" y="2"/>
                    <a:pt x="0" y="3"/>
                  </a:cubicBezTo>
                  <a:cubicBezTo>
                    <a:pt x="0" y="5"/>
                    <a:pt x="2" y="7"/>
                    <a:pt x="4" y="7"/>
                  </a:cubicBezTo>
                  <a:cubicBezTo>
                    <a:pt x="6" y="7"/>
                    <a:pt x="8" y="5"/>
                    <a:pt x="8" y="3"/>
                  </a:cubicBezTo>
                  <a:cubicBezTo>
                    <a:pt x="8" y="2"/>
                    <a:pt x="7" y="1"/>
                    <a:pt x="7" y="0"/>
                  </a:cubicBezTo>
                </a:path>
              </a:pathLst>
            </a:custGeom>
            <a:solidFill>
              <a:srgbClr val="F8C8C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8" name="ïšľíḑè">
              <a:extLst>
                <a:ext uri="{FF2B5EF4-FFF2-40B4-BE49-F238E27FC236}">
                  <a16:creationId xmlns:a16="http://schemas.microsoft.com/office/drawing/2014/main" id="{D1C1A903-0688-4A07-B0D2-DD1D801EDC36}"/>
                </a:ext>
              </a:extLst>
            </p:cNvPr>
            <p:cNvSpPr/>
            <p:nvPr/>
          </p:nvSpPr>
          <p:spPr bwMode="auto">
            <a:xfrm>
              <a:off x="2197520" y="4176475"/>
              <a:ext cx="20096" cy="20096"/>
            </a:xfrm>
            <a:prstGeom prst="ellipse">
              <a:avLst/>
            </a:pr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19" name="îSḷïḋê">
              <a:extLst>
                <a:ext uri="{FF2B5EF4-FFF2-40B4-BE49-F238E27FC236}">
                  <a16:creationId xmlns:a16="http://schemas.microsoft.com/office/drawing/2014/main" id="{9699162F-35CC-40E9-A52E-FD26969C4552}"/>
                </a:ext>
              </a:extLst>
            </p:cNvPr>
            <p:cNvSpPr/>
            <p:nvPr/>
          </p:nvSpPr>
          <p:spPr bwMode="auto">
            <a:xfrm>
              <a:off x="2164506" y="4077431"/>
              <a:ext cx="20096" cy="20096"/>
            </a:xfrm>
            <a:custGeom>
              <a:avLst/>
              <a:gdLst>
                <a:gd name="T0" fmla="*/ 4 w 8"/>
                <a:gd name="T1" fmla="*/ 0 h 8"/>
                <a:gd name="T2" fmla="*/ 0 w 8"/>
                <a:gd name="T3" fmla="*/ 3 h 8"/>
                <a:gd name="T4" fmla="*/ 2 w 8"/>
                <a:gd name="T5" fmla="*/ 6 h 8"/>
                <a:gd name="T6" fmla="*/ 5 w 8"/>
                <a:gd name="T7" fmla="*/ 8 h 8"/>
                <a:gd name="T8" fmla="*/ 8 w 8"/>
                <a:gd name="T9" fmla="*/ 4 h 8"/>
                <a:gd name="T10" fmla="*/ 4 w 8"/>
                <a:gd name="T11" fmla="*/ 0 h 8"/>
              </a:gdLst>
              <a:ahLst/>
              <a:cxnLst>
                <a:cxn ang="0">
                  <a:pos x="T0" y="T1"/>
                </a:cxn>
                <a:cxn ang="0">
                  <a:pos x="T2" y="T3"/>
                </a:cxn>
                <a:cxn ang="0">
                  <a:pos x="T4" y="T5"/>
                </a:cxn>
                <a:cxn ang="0">
                  <a:pos x="T6" y="T7"/>
                </a:cxn>
                <a:cxn ang="0">
                  <a:pos x="T8" y="T9"/>
                </a:cxn>
                <a:cxn ang="0">
                  <a:pos x="T10" y="T11"/>
                </a:cxn>
              </a:cxnLst>
              <a:rect l="0" t="0" r="r" b="b"/>
              <a:pathLst>
                <a:path w="8" h="8">
                  <a:moveTo>
                    <a:pt x="4" y="0"/>
                  </a:moveTo>
                  <a:cubicBezTo>
                    <a:pt x="2" y="0"/>
                    <a:pt x="1" y="2"/>
                    <a:pt x="0" y="3"/>
                  </a:cubicBezTo>
                  <a:cubicBezTo>
                    <a:pt x="1" y="4"/>
                    <a:pt x="2" y="5"/>
                    <a:pt x="2" y="6"/>
                  </a:cubicBezTo>
                  <a:cubicBezTo>
                    <a:pt x="3" y="6"/>
                    <a:pt x="4" y="7"/>
                    <a:pt x="5" y="8"/>
                  </a:cubicBezTo>
                  <a:cubicBezTo>
                    <a:pt x="7" y="8"/>
                    <a:pt x="8" y="6"/>
                    <a:pt x="8" y="4"/>
                  </a:cubicBezTo>
                  <a:cubicBezTo>
                    <a:pt x="8" y="2"/>
                    <a:pt x="6" y="0"/>
                    <a:pt x="4" y="0"/>
                  </a:cubicBezTo>
                </a:path>
              </a:pathLst>
            </a:custGeom>
            <a:solidFill>
              <a:srgbClr val="F89F88"/>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0" name="íś1îdé">
              <a:extLst>
                <a:ext uri="{FF2B5EF4-FFF2-40B4-BE49-F238E27FC236}">
                  <a16:creationId xmlns:a16="http://schemas.microsoft.com/office/drawing/2014/main" id="{B39FB348-F08F-45B9-AC63-51E6DFC01F4A}"/>
                </a:ext>
              </a:extLst>
            </p:cNvPr>
            <p:cNvSpPr/>
            <p:nvPr/>
          </p:nvSpPr>
          <p:spPr bwMode="auto">
            <a:xfrm>
              <a:off x="2164506" y="4084608"/>
              <a:ext cx="12919" cy="12919"/>
            </a:xfrm>
            <a:custGeom>
              <a:avLst/>
              <a:gdLst>
                <a:gd name="T0" fmla="*/ 0 w 5"/>
                <a:gd name="T1" fmla="*/ 0 h 5"/>
                <a:gd name="T2" fmla="*/ 0 w 5"/>
                <a:gd name="T3" fmla="*/ 1 h 5"/>
                <a:gd name="T4" fmla="*/ 4 w 5"/>
                <a:gd name="T5" fmla="*/ 5 h 5"/>
                <a:gd name="T6" fmla="*/ 5 w 5"/>
                <a:gd name="T7" fmla="*/ 5 h 5"/>
                <a:gd name="T8" fmla="*/ 2 w 5"/>
                <a:gd name="T9" fmla="*/ 3 h 5"/>
                <a:gd name="T10" fmla="*/ 0 w 5"/>
                <a:gd name="T11" fmla="*/ 0 h 5"/>
              </a:gdLst>
              <a:ahLst/>
              <a:cxnLst>
                <a:cxn ang="0">
                  <a:pos x="T0" y="T1"/>
                </a:cxn>
                <a:cxn ang="0">
                  <a:pos x="T2" y="T3"/>
                </a:cxn>
                <a:cxn ang="0">
                  <a:pos x="T4" y="T5"/>
                </a:cxn>
                <a:cxn ang="0">
                  <a:pos x="T6" y="T7"/>
                </a:cxn>
                <a:cxn ang="0">
                  <a:pos x="T8" y="T9"/>
                </a:cxn>
                <a:cxn ang="0">
                  <a:pos x="T10" y="T11"/>
                </a:cxn>
              </a:cxnLst>
              <a:rect l="0" t="0" r="r" b="b"/>
              <a:pathLst>
                <a:path w="5" h="5">
                  <a:moveTo>
                    <a:pt x="0" y="0"/>
                  </a:moveTo>
                  <a:cubicBezTo>
                    <a:pt x="0" y="1"/>
                    <a:pt x="0" y="1"/>
                    <a:pt x="0" y="1"/>
                  </a:cubicBezTo>
                  <a:cubicBezTo>
                    <a:pt x="0" y="3"/>
                    <a:pt x="2" y="5"/>
                    <a:pt x="4" y="5"/>
                  </a:cubicBezTo>
                  <a:cubicBezTo>
                    <a:pt x="4" y="5"/>
                    <a:pt x="5" y="5"/>
                    <a:pt x="5" y="5"/>
                  </a:cubicBezTo>
                  <a:cubicBezTo>
                    <a:pt x="4" y="4"/>
                    <a:pt x="3" y="3"/>
                    <a:pt x="2" y="3"/>
                  </a:cubicBezTo>
                  <a:cubicBezTo>
                    <a:pt x="2" y="2"/>
                    <a:pt x="1" y="1"/>
                    <a:pt x="0" y="0"/>
                  </a:cubicBezTo>
                </a:path>
              </a:pathLst>
            </a:custGeom>
            <a:solidFill>
              <a:srgbClr val="F8C8C7"/>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1" name="iṧḻïdè">
              <a:extLst>
                <a:ext uri="{FF2B5EF4-FFF2-40B4-BE49-F238E27FC236}">
                  <a16:creationId xmlns:a16="http://schemas.microsoft.com/office/drawing/2014/main" id="{1A76AF58-0925-4D2D-B293-541762A21608}"/>
                </a:ext>
              </a:extLst>
            </p:cNvPr>
            <p:cNvSpPr/>
            <p:nvPr/>
          </p:nvSpPr>
          <p:spPr bwMode="auto">
            <a:xfrm>
              <a:off x="2900878" y="3770250"/>
              <a:ext cx="139237" cy="310052"/>
            </a:xfrm>
            <a:custGeom>
              <a:avLst/>
              <a:gdLst>
                <a:gd name="T0" fmla="*/ 0 w 55"/>
                <a:gd name="T1" fmla="*/ 21 h 122"/>
                <a:gd name="T2" fmla="*/ 31 w 55"/>
                <a:gd name="T3" fmla="*/ 10 h 122"/>
                <a:gd name="T4" fmla="*/ 31 w 55"/>
                <a:gd name="T5" fmla="*/ 93 h 122"/>
                <a:gd name="T6" fmla="*/ 8 w 55"/>
                <a:gd name="T7" fmla="*/ 113 h 122"/>
                <a:gd name="T8" fmla="*/ 0 w 55"/>
                <a:gd name="T9" fmla="*/ 21 h 122"/>
              </a:gdLst>
              <a:ahLst/>
              <a:cxnLst>
                <a:cxn ang="0">
                  <a:pos x="T0" y="T1"/>
                </a:cxn>
                <a:cxn ang="0">
                  <a:pos x="T2" y="T3"/>
                </a:cxn>
                <a:cxn ang="0">
                  <a:pos x="T4" y="T5"/>
                </a:cxn>
                <a:cxn ang="0">
                  <a:pos x="T6" y="T7"/>
                </a:cxn>
                <a:cxn ang="0">
                  <a:pos x="T8" y="T9"/>
                </a:cxn>
              </a:cxnLst>
              <a:rect l="0" t="0" r="r" b="b"/>
              <a:pathLst>
                <a:path w="55" h="122">
                  <a:moveTo>
                    <a:pt x="0" y="21"/>
                  </a:moveTo>
                  <a:cubicBezTo>
                    <a:pt x="0" y="21"/>
                    <a:pt x="7" y="0"/>
                    <a:pt x="31" y="10"/>
                  </a:cubicBezTo>
                  <a:cubicBezTo>
                    <a:pt x="55" y="19"/>
                    <a:pt x="26" y="64"/>
                    <a:pt x="31" y="93"/>
                  </a:cubicBezTo>
                  <a:cubicBezTo>
                    <a:pt x="37" y="122"/>
                    <a:pt x="8" y="113"/>
                    <a:pt x="8" y="113"/>
                  </a:cubicBezTo>
                  <a:lnTo>
                    <a:pt x="0" y="21"/>
                  </a:lnTo>
                  <a:close/>
                </a:path>
              </a:pathLst>
            </a:custGeom>
            <a:solidFill>
              <a:srgbClr val="FFC4A4"/>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77500" lnSpcReduction="20000"/>
            </a:bodyPr>
            <a:lstStyle/>
            <a:p>
              <a:pPr algn="ctr">
                <a:defRPr/>
              </a:pPr>
              <a:endParaRPr dirty="0">
                <a:solidFill>
                  <a:prstClr val="black"/>
                </a:solidFill>
                <a:latin typeface="Arial"/>
                <a:ea typeface="微软雅黑 Light"/>
              </a:endParaRPr>
            </a:p>
          </p:txBody>
        </p:sp>
        <p:sp>
          <p:nvSpPr>
            <p:cNvPr id="122" name="iṧľiḍé">
              <a:extLst>
                <a:ext uri="{FF2B5EF4-FFF2-40B4-BE49-F238E27FC236}">
                  <a16:creationId xmlns:a16="http://schemas.microsoft.com/office/drawing/2014/main" id="{05A1D714-2B4C-4804-BBB3-084F2163C1B1}"/>
                </a:ext>
              </a:extLst>
            </p:cNvPr>
            <p:cNvSpPr/>
            <p:nvPr/>
          </p:nvSpPr>
          <p:spPr bwMode="auto">
            <a:xfrm>
              <a:off x="1291768" y="3727187"/>
              <a:ext cx="633022" cy="633022"/>
            </a:xfrm>
            <a:custGeom>
              <a:avLst/>
              <a:gdLst>
                <a:gd name="T0" fmla="*/ 14 w 249"/>
                <a:gd name="T1" fmla="*/ 81 h 249"/>
                <a:gd name="T2" fmla="*/ 1 w 249"/>
                <a:gd name="T3" fmla="*/ 117 h 249"/>
                <a:gd name="T4" fmla="*/ 20 w 249"/>
                <a:gd name="T5" fmla="*/ 126 h 249"/>
                <a:gd name="T6" fmla="*/ 31 w 249"/>
                <a:gd name="T7" fmla="*/ 151 h 249"/>
                <a:gd name="T8" fmla="*/ 16 w 249"/>
                <a:gd name="T9" fmla="*/ 168 h 249"/>
                <a:gd name="T10" fmla="*/ 28 w 249"/>
                <a:gd name="T11" fmla="*/ 203 h 249"/>
                <a:gd name="T12" fmla="*/ 54 w 249"/>
                <a:gd name="T13" fmla="*/ 196 h 249"/>
                <a:gd name="T14" fmla="*/ 79 w 249"/>
                <a:gd name="T15" fmla="*/ 211 h 249"/>
                <a:gd name="T16" fmla="*/ 76 w 249"/>
                <a:gd name="T17" fmla="*/ 233 h 249"/>
                <a:gd name="T18" fmla="*/ 111 w 249"/>
                <a:gd name="T19" fmla="*/ 248 h 249"/>
                <a:gd name="T20" fmla="*/ 122 w 249"/>
                <a:gd name="T21" fmla="*/ 229 h 249"/>
                <a:gd name="T22" fmla="*/ 153 w 249"/>
                <a:gd name="T23" fmla="*/ 218 h 249"/>
                <a:gd name="T24" fmla="*/ 172 w 249"/>
                <a:gd name="T25" fmla="*/ 235 h 249"/>
                <a:gd name="T26" fmla="*/ 207 w 249"/>
                <a:gd name="T27" fmla="*/ 219 h 249"/>
                <a:gd name="T28" fmla="*/ 200 w 249"/>
                <a:gd name="T29" fmla="*/ 197 h 249"/>
                <a:gd name="T30" fmla="*/ 214 w 249"/>
                <a:gd name="T31" fmla="*/ 163 h 249"/>
                <a:gd name="T32" fmla="*/ 238 w 249"/>
                <a:gd name="T33" fmla="*/ 159 h 249"/>
                <a:gd name="T34" fmla="*/ 249 w 249"/>
                <a:gd name="T35" fmla="*/ 122 h 249"/>
                <a:gd name="T36" fmla="*/ 229 w 249"/>
                <a:gd name="T37" fmla="*/ 114 h 249"/>
                <a:gd name="T38" fmla="*/ 216 w 249"/>
                <a:gd name="T39" fmla="*/ 90 h 249"/>
                <a:gd name="T40" fmla="*/ 231 w 249"/>
                <a:gd name="T41" fmla="*/ 71 h 249"/>
                <a:gd name="T42" fmla="*/ 213 w 249"/>
                <a:gd name="T43" fmla="*/ 37 h 249"/>
                <a:gd name="T44" fmla="*/ 192 w 249"/>
                <a:gd name="T45" fmla="*/ 45 h 249"/>
                <a:gd name="T46" fmla="*/ 167 w 249"/>
                <a:gd name="T47" fmla="*/ 37 h 249"/>
                <a:gd name="T48" fmla="*/ 164 w 249"/>
                <a:gd name="T49" fmla="*/ 13 h 249"/>
                <a:gd name="T50" fmla="*/ 128 w 249"/>
                <a:gd name="T51" fmla="*/ 1 h 249"/>
                <a:gd name="T52" fmla="*/ 119 w 249"/>
                <a:gd name="T53" fmla="*/ 21 h 249"/>
                <a:gd name="T54" fmla="*/ 94 w 249"/>
                <a:gd name="T55" fmla="*/ 32 h 249"/>
                <a:gd name="T56" fmla="*/ 76 w 249"/>
                <a:gd name="T57" fmla="*/ 17 h 249"/>
                <a:gd name="T58" fmla="*/ 41 w 249"/>
                <a:gd name="T59" fmla="*/ 33 h 249"/>
                <a:gd name="T60" fmla="*/ 48 w 249"/>
                <a:gd name="T61" fmla="*/ 54 h 249"/>
                <a:gd name="T62" fmla="*/ 39 w 249"/>
                <a:gd name="T63" fmla="*/ 79 h 249"/>
                <a:gd name="T64" fmla="*/ 130 w 249"/>
                <a:gd name="T65" fmla="*/ 89 h 249"/>
                <a:gd name="T66" fmla="*/ 119 w 249"/>
                <a:gd name="T67" fmla="*/ 169 h 249"/>
                <a:gd name="T68" fmla="*/ 130 w 249"/>
                <a:gd name="T69" fmla="*/ 8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9">
                  <a:moveTo>
                    <a:pt x="28" y="84"/>
                  </a:moveTo>
                  <a:cubicBezTo>
                    <a:pt x="14" y="81"/>
                    <a:pt x="14" y="81"/>
                    <a:pt x="14" y="81"/>
                  </a:cubicBezTo>
                  <a:cubicBezTo>
                    <a:pt x="11" y="80"/>
                    <a:pt x="9" y="82"/>
                    <a:pt x="8" y="85"/>
                  </a:cubicBezTo>
                  <a:cubicBezTo>
                    <a:pt x="1" y="117"/>
                    <a:pt x="1" y="117"/>
                    <a:pt x="1" y="117"/>
                  </a:cubicBezTo>
                  <a:cubicBezTo>
                    <a:pt x="0" y="119"/>
                    <a:pt x="2" y="122"/>
                    <a:pt x="5" y="123"/>
                  </a:cubicBezTo>
                  <a:cubicBezTo>
                    <a:pt x="20" y="126"/>
                    <a:pt x="20" y="126"/>
                    <a:pt x="20" y="126"/>
                  </a:cubicBezTo>
                  <a:cubicBezTo>
                    <a:pt x="24" y="127"/>
                    <a:pt x="27" y="131"/>
                    <a:pt x="28" y="135"/>
                  </a:cubicBezTo>
                  <a:cubicBezTo>
                    <a:pt x="28" y="140"/>
                    <a:pt x="29" y="146"/>
                    <a:pt x="31" y="151"/>
                  </a:cubicBezTo>
                  <a:cubicBezTo>
                    <a:pt x="32" y="155"/>
                    <a:pt x="30" y="160"/>
                    <a:pt x="27" y="162"/>
                  </a:cubicBezTo>
                  <a:cubicBezTo>
                    <a:pt x="16" y="168"/>
                    <a:pt x="16" y="168"/>
                    <a:pt x="16" y="168"/>
                  </a:cubicBezTo>
                  <a:cubicBezTo>
                    <a:pt x="13" y="170"/>
                    <a:pt x="12" y="175"/>
                    <a:pt x="14" y="179"/>
                  </a:cubicBezTo>
                  <a:cubicBezTo>
                    <a:pt x="28" y="203"/>
                    <a:pt x="28" y="203"/>
                    <a:pt x="28" y="203"/>
                  </a:cubicBezTo>
                  <a:cubicBezTo>
                    <a:pt x="30" y="206"/>
                    <a:pt x="35" y="207"/>
                    <a:pt x="39" y="205"/>
                  </a:cubicBezTo>
                  <a:cubicBezTo>
                    <a:pt x="54" y="196"/>
                    <a:pt x="54" y="196"/>
                    <a:pt x="54" y="196"/>
                  </a:cubicBezTo>
                  <a:cubicBezTo>
                    <a:pt x="55" y="195"/>
                    <a:pt x="57" y="195"/>
                    <a:pt x="59" y="197"/>
                  </a:cubicBezTo>
                  <a:cubicBezTo>
                    <a:pt x="65" y="202"/>
                    <a:pt x="71" y="207"/>
                    <a:pt x="79" y="211"/>
                  </a:cubicBezTo>
                  <a:cubicBezTo>
                    <a:pt x="80" y="212"/>
                    <a:pt x="81" y="214"/>
                    <a:pt x="81" y="215"/>
                  </a:cubicBezTo>
                  <a:cubicBezTo>
                    <a:pt x="76" y="233"/>
                    <a:pt x="76" y="233"/>
                    <a:pt x="76" y="233"/>
                  </a:cubicBezTo>
                  <a:cubicBezTo>
                    <a:pt x="75" y="236"/>
                    <a:pt x="77" y="239"/>
                    <a:pt x="80" y="240"/>
                  </a:cubicBezTo>
                  <a:cubicBezTo>
                    <a:pt x="111" y="248"/>
                    <a:pt x="111" y="248"/>
                    <a:pt x="111" y="248"/>
                  </a:cubicBezTo>
                  <a:cubicBezTo>
                    <a:pt x="114" y="249"/>
                    <a:pt x="117" y="247"/>
                    <a:pt x="118" y="244"/>
                  </a:cubicBezTo>
                  <a:cubicBezTo>
                    <a:pt x="122" y="229"/>
                    <a:pt x="122" y="229"/>
                    <a:pt x="122" y="229"/>
                  </a:cubicBezTo>
                  <a:cubicBezTo>
                    <a:pt x="123" y="225"/>
                    <a:pt x="126" y="222"/>
                    <a:pt x="130" y="222"/>
                  </a:cubicBezTo>
                  <a:cubicBezTo>
                    <a:pt x="138" y="222"/>
                    <a:pt x="146" y="220"/>
                    <a:pt x="153" y="218"/>
                  </a:cubicBezTo>
                  <a:cubicBezTo>
                    <a:pt x="158" y="217"/>
                    <a:pt x="162" y="218"/>
                    <a:pt x="164" y="222"/>
                  </a:cubicBezTo>
                  <a:cubicBezTo>
                    <a:pt x="172" y="235"/>
                    <a:pt x="172" y="235"/>
                    <a:pt x="172" y="235"/>
                  </a:cubicBezTo>
                  <a:cubicBezTo>
                    <a:pt x="174" y="237"/>
                    <a:pt x="177" y="238"/>
                    <a:pt x="180" y="237"/>
                  </a:cubicBezTo>
                  <a:cubicBezTo>
                    <a:pt x="207" y="219"/>
                    <a:pt x="207" y="219"/>
                    <a:pt x="207" y="219"/>
                  </a:cubicBezTo>
                  <a:cubicBezTo>
                    <a:pt x="210" y="218"/>
                    <a:pt x="211" y="214"/>
                    <a:pt x="209" y="212"/>
                  </a:cubicBezTo>
                  <a:cubicBezTo>
                    <a:pt x="200" y="197"/>
                    <a:pt x="200" y="197"/>
                    <a:pt x="200" y="197"/>
                  </a:cubicBezTo>
                  <a:cubicBezTo>
                    <a:pt x="198" y="194"/>
                    <a:pt x="198" y="189"/>
                    <a:pt x="201" y="186"/>
                  </a:cubicBezTo>
                  <a:cubicBezTo>
                    <a:pt x="206" y="179"/>
                    <a:pt x="211" y="172"/>
                    <a:pt x="214" y="163"/>
                  </a:cubicBezTo>
                  <a:cubicBezTo>
                    <a:pt x="216" y="159"/>
                    <a:pt x="220" y="157"/>
                    <a:pt x="224" y="157"/>
                  </a:cubicBezTo>
                  <a:cubicBezTo>
                    <a:pt x="238" y="159"/>
                    <a:pt x="238" y="159"/>
                    <a:pt x="238" y="159"/>
                  </a:cubicBezTo>
                  <a:cubicBezTo>
                    <a:pt x="241" y="160"/>
                    <a:pt x="244" y="158"/>
                    <a:pt x="245" y="155"/>
                  </a:cubicBezTo>
                  <a:cubicBezTo>
                    <a:pt x="249" y="122"/>
                    <a:pt x="249" y="122"/>
                    <a:pt x="249" y="122"/>
                  </a:cubicBezTo>
                  <a:cubicBezTo>
                    <a:pt x="249" y="119"/>
                    <a:pt x="247" y="117"/>
                    <a:pt x="244" y="116"/>
                  </a:cubicBezTo>
                  <a:cubicBezTo>
                    <a:pt x="229" y="114"/>
                    <a:pt x="229" y="114"/>
                    <a:pt x="229" y="114"/>
                  </a:cubicBezTo>
                  <a:cubicBezTo>
                    <a:pt x="225" y="114"/>
                    <a:pt x="221" y="111"/>
                    <a:pt x="221" y="107"/>
                  </a:cubicBezTo>
                  <a:cubicBezTo>
                    <a:pt x="219" y="101"/>
                    <a:pt x="218" y="96"/>
                    <a:pt x="216" y="90"/>
                  </a:cubicBezTo>
                  <a:cubicBezTo>
                    <a:pt x="214" y="86"/>
                    <a:pt x="216" y="82"/>
                    <a:pt x="219" y="79"/>
                  </a:cubicBezTo>
                  <a:cubicBezTo>
                    <a:pt x="231" y="71"/>
                    <a:pt x="231" y="71"/>
                    <a:pt x="231" y="71"/>
                  </a:cubicBezTo>
                  <a:cubicBezTo>
                    <a:pt x="233" y="69"/>
                    <a:pt x="234" y="66"/>
                    <a:pt x="232" y="63"/>
                  </a:cubicBezTo>
                  <a:cubicBezTo>
                    <a:pt x="213" y="37"/>
                    <a:pt x="213" y="37"/>
                    <a:pt x="213" y="37"/>
                  </a:cubicBezTo>
                  <a:cubicBezTo>
                    <a:pt x="211" y="35"/>
                    <a:pt x="208" y="34"/>
                    <a:pt x="205" y="36"/>
                  </a:cubicBezTo>
                  <a:cubicBezTo>
                    <a:pt x="192" y="45"/>
                    <a:pt x="192" y="45"/>
                    <a:pt x="192" y="45"/>
                  </a:cubicBezTo>
                  <a:cubicBezTo>
                    <a:pt x="189" y="48"/>
                    <a:pt x="185" y="48"/>
                    <a:pt x="181" y="45"/>
                  </a:cubicBezTo>
                  <a:cubicBezTo>
                    <a:pt x="177" y="42"/>
                    <a:pt x="172" y="39"/>
                    <a:pt x="167" y="37"/>
                  </a:cubicBezTo>
                  <a:cubicBezTo>
                    <a:pt x="163" y="35"/>
                    <a:pt x="161" y="31"/>
                    <a:pt x="162" y="27"/>
                  </a:cubicBezTo>
                  <a:cubicBezTo>
                    <a:pt x="164" y="13"/>
                    <a:pt x="164" y="13"/>
                    <a:pt x="164" y="13"/>
                  </a:cubicBezTo>
                  <a:cubicBezTo>
                    <a:pt x="165" y="10"/>
                    <a:pt x="163" y="7"/>
                    <a:pt x="160" y="6"/>
                  </a:cubicBezTo>
                  <a:cubicBezTo>
                    <a:pt x="128" y="1"/>
                    <a:pt x="128" y="1"/>
                    <a:pt x="128" y="1"/>
                  </a:cubicBezTo>
                  <a:cubicBezTo>
                    <a:pt x="125" y="0"/>
                    <a:pt x="122" y="2"/>
                    <a:pt x="121" y="5"/>
                  </a:cubicBezTo>
                  <a:cubicBezTo>
                    <a:pt x="119" y="21"/>
                    <a:pt x="119" y="21"/>
                    <a:pt x="119" y="21"/>
                  </a:cubicBezTo>
                  <a:cubicBezTo>
                    <a:pt x="118" y="25"/>
                    <a:pt x="115" y="28"/>
                    <a:pt x="111" y="28"/>
                  </a:cubicBezTo>
                  <a:cubicBezTo>
                    <a:pt x="105" y="29"/>
                    <a:pt x="100" y="30"/>
                    <a:pt x="94" y="32"/>
                  </a:cubicBezTo>
                  <a:cubicBezTo>
                    <a:pt x="90" y="33"/>
                    <a:pt x="86" y="32"/>
                    <a:pt x="83" y="28"/>
                  </a:cubicBezTo>
                  <a:cubicBezTo>
                    <a:pt x="76" y="17"/>
                    <a:pt x="76" y="17"/>
                    <a:pt x="76" y="17"/>
                  </a:cubicBezTo>
                  <a:cubicBezTo>
                    <a:pt x="74" y="14"/>
                    <a:pt x="71" y="13"/>
                    <a:pt x="68" y="15"/>
                  </a:cubicBezTo>
                  <a:cubicBezTo>
                    <a:pt x="41" y="33"/>
                    <a:pt x="41" y="33"/>
                    <a:pt x="41" y="33"/>
                  </a:cubicBezTo>
                  <a:cubicBezTo>
                    <a:pt x="38" y="35"/>
                    <a:pt x="38" y="38"/>
                    <a:pt x="39" y="41"/>
                  </a:cubicBezTo>
                  <a:cubicBezTo>
                    <a:pt x="48" y="54"/>
                    <a:pt x="48" y="54"/>
                    <a:pt x="48" y="54"/>
                  </a:cubicBezTo>
                  <a:cubicBezTo>
                    <a:pt x="50" y="57"/>
                    <a:pt x="50" y="62"/>
                    <a:pt x="48" y="65"/>
                  </a:cubicBezTo>
                  <a:cubicBezTo>
                    <a:pt x="44" y="69"/>
                    <a:pt x="41" y="74"/>
                    <a:pt x="39" y="79"/>
                  </a:cubicBezTo>
                  <a:cubicBezTo>
                    <a:pt x="37" y="83"/>
                    <a:pt x="32" y="85"/>
                    <a:pt x="28" y="84"/>
                  </a:cubicBezTo>
                  <a:close/>
                  <a:moveTo>
                    <a:pt x="130" y="89"/>
                  </a:moveTo>
                  <a:cubicBezTo>
                    <a:pt x="156" y="93"/>
                    <a:pt x="172" y="120"/>
                    <a:pt x="162" y="144"/>
                  </a:cubicBezTo>
                  <a:cubicBezTo>
                    <a:pt x="155" y="161"/>
                    <a:pt x="137" y="171"/>
                    <a:pt x="119" y="169"/>
                  </a:cubicBezTo>
                  <a:cubicBezTo>
                    <a:pt x="93" y="165"/>
                    <a:pt x="77" y="138"/>
                    <a:pt x="87" y="114"/>
                  </a:cubicBezTo>
                  <a:cubicBezTo>
                    <a:pt x="94" y="97"/>
                    <a:pt x="112" y="87"/>
                    <a:pt x="130" y="89"/>
                  </a:cubicBez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23" name="îšļîďe">
              <a:extLst>
                <a:ext uri="{FF2B5EF4-FFF2-40B4-BE49-F238E27FC236}">
                  <a16:creationId xmlns:a16="http://schemas.microsoft.com/office/drawing/2014/main" id="{58063DF8-4D21-4191-BC12-E252724C51B1}"/>
                </a:ext>
              </a:extLst>
            </p:cNvPr>
            <p:cNvSpPr/>
            <p:nvPr/>
          </p:nvSpPr>
          <p:spPr bwMode="auto">
            <a:xfrm>
              <a:off x="876930" y="4153509"/>
              <a:ext cx="633022" cy="631587"/>
            </a:xfrm>
            <a:custGeom>
              <a:avLst/>
              <a:gdLst>
                <a:gd name="T0" fmla="*/ 16 w 249"/>
                <a:gd name="T1" fmla="*/ 76 h 248"/>
                <a:gd name="T2" fmla="*/ 1 w 249"/>
                <a:gd name="T3" fmla="*/ 111 h 248"/>
                <a:gd name="T4" fmla="*/ 20 w 249"/>
                <a:gd name="T5" fmla="*/ 122 h 248"/>
                <a:gd name="T6" fmla="*/ 30 w 249"/>
                <a:gd name="T7" fmla="*/ 147 h 248"/>
                <a:gd name="T8" fmla="*/ 15 w 249"/>
                <a:gd name="T9" fmla="*/ 163 h 248"/>
                <a:gd name="T10" fmla="*/ 25 w 249"/>
                <a:gd name="T11" fmla="*/ 198 h 248"/>
                <a:gd name="T12" fmla="*/ 51 w 249"/>
                <a:gd name="T13" fmla="*/ 193 h 248"/>
                <a:gd name="T14" fmla="*/ 75 w 249"/>
                <a:gd name="T15" fmla="*/ 209 h 248"/>
                <a:gd name="T16" fmla="*/ 71 w 249"/>
                <a:gd name="T17" fmla="*/ 231 h 248"/>
                <a:gd name="T18" fmla="*/ 106 w 249"/>
                <a:gd name="T19" fmla="*/ 247 h 248"/>
                <a:gd name="T20" fmla="*/ 118 w 249"/>
                <a:gd name="T21" fmla="*/ 229 h 248"/>
                <a:gd name="T22" fmla="*/ 150 w 249"/>
                <a:gd name="T23" fmla="*/ 219 h 248"/>
                <a:gd name="T24" fmla="*/ 168 w 249"/>
                <a:gd name="T25" fmla="*/ 236 h 248"/>
                <a:gd name="T26" fmla="*/ 204 w 249"/>
                <a:gd name="T27" fmla="*/ 222 h 248"/>
                <a:gd name="T28" fmla="*/ 197 w 249"/>
                <a:gd name="T29" fmla="*/ 200 h 248"/>
                <a:gd name="T30" fmla="*/ 213 w 249"/>
                <a:gd name="T31" fmla="*/ 166 h 248"/>
                <a:gd name="T32" fmla="*/ 237 w 249"/>
                <a:gd name="T33" fmla="*/ 164 h 248"/>
                <a:gd name="T34" fmla="*/ 249 w 249"/>
                <a:gd name="T35" fmla="*/ 127 h 248"/>
                <a:gd name="T36" fmla="*/ 229 w 249"/>
                <a:gd name="T37" fmla="*/ 118 h 248"/>
                <a:gd name="T38" fmla="*/ 217 w 249"/>
                <a:gd name="T39" fmla="*/ 94 h 248"/>
                <a:gd name="T40" fmla="*/ 233 w 249"/>
                <a:gd name="T41" fmla="*/ 75 h 248"/>
                <a:gd name="T42" fmla="*/ 216 w 249"/>
                <a:gd name="T43" fmla="*/ 40 h 248"/>
                <a:gd name="T44" fmla="*/ 196 w 249"/>
                <a:gd name="T45" fmla="*/ 48 h 248"/>
                <a:gd name="T46" fmla="*/ 170 w 249"/>
                <a:gd name="T47" fmla="*/ 38 h 248"/>
                <a:gd name="T48" fmla="*/ 169 w 249"/>
                <a:gd name="T49" fmla="*/ 14 h 248"/>
                <a:gd name="T50" fmla="*/ 133 w 249"/>
                <a:gd name="T51" fmla="*/ 1 h 248"/>
                <a:gd name="T52" fmla="*/ 123 w 249"/>
                <a:gd name="T53" fmla="*/ 20 h 248"/>
                <a:gd name="T54" fmla="*/ 98 w 249"/>
                <a:gd name="T55" fmla="*/ 31 h 248"/>
                <a:gd name="T56" fmla="*/ 80 w 249"/>
                <a:gd name="T57" fmla="*/ 14 h 248"/>
                <a:gd name="T58" fmla="*/ 45 w 249"/>
                <a:gd name="T59" fmla="*/ 29 h 248"/>
                <a:gd name="T60" fmla="*/ 51 w 249"/>
                <a:gd name="T61" fmla="*/ 50 h 248"/>
                <a:gd name="T62" fmla="*/ 41 w 249"/>
                <a:gd name="T63" fmla="*/ 75 h 248"/>
                <a:gd name="T64" fmla="*/ 131 w 249"/>
                <a:gd name="T65" fmla="*/ 89 h 248"/>
                <a:gd name="T66" fmla="*/ 118 w 249"/>
                <a:gd name="T67" fmla="*/ 168 h 248"/>
                <a:gd name="T68" fmla="*/ 131 w 249"/>
                <a:gd name="T69" fmla="*/ 89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8">
                  <a:moveTo>
                    <a:pt x="30" y="80"/>
                  </a:moveTo>
                  <a:cubicBezTo>
                    <a:pt x="16" y="76"/>
                    <a:pt x="16" y="76"/>
                    <a:pt x="16" y="76"/>
                  </a:cubicBezTo>
                  <a:cubicBezTo>
                    <a:pt x="13" y="75"/>
                    <a:pt x="10" y="77"/>
                    <a:pt x="10" y="80"/>
                  </a:cubicBezTo>
                  <a:cubicBezTo>
                    <a:pt x="1" y="111"/>
                    <a:pt x="1" y="111"/>
                    <a:pt x="1" y="111"/>
                  </a:cubicBezTo>
                  <a:cubicBezTo>
                    <a:pt x="0" y="114"/>
                    <a:pt x="2" y="117"/>
                    <a:pt x="5" y="118"/>
                  </a:cubicBezTo>
                  <a:cubicBezTo>
                    <a:pt x="20" y="122"/>
                    <a:pt x="20" y="122"/>
                    <a:pt x="20" y="122"/>
                  </a:cubicBezTo>
                  <a:cubicBezTo>
                    <a:pt x="24" y="123"/>
                    <a:pt x="27" y="126"/>
                    <a:pt x="27" y="130"/>
                  </a:cubicBezTo>
                  <a:cubicBezTo>
                    <a:pt x="28" y="136"/>
                    <a:pt x="29" y="142"/>
                    <a:pt x="30" y="147"/>
                  </a:cubicBezTo>
                  <a:cubicBezTo>
                    <a:pt x="31" y="151"/>
                    <a:pt x="29" y="155"/>
                    <a:pt x="25" y="158"/>
                  </a:cubicBezTo>
                  <a:cubicBezTo>
                    <a:pt x="15" y="163"/>
                    <a:pt x="15" y="163"/>
                    <a:pt x="15" y="163"/>
                  </a:cubicBezTo>
                  <a:cubicBezTo>
                    <a:pt x="11" y="165"/>
                    <a:pt x="10" y="170"/>
                    <a:pt x="12" y="174"/>
                  </a:cubicBezTo>
                  <a:cubicBezTo>
                    <a:pt x="25" y="198"/>
                    <a:pt x="25" y="198"/>
                    <a:pt x="25" y="198"/>
                  </a:cubicBezTo>
                  <a:cubicBezTo>
                    <a:pt x="27" y="202"/>
                    <a:pt x="32" y="203"/>
                    <a:pt x="36" y="201"/>
                  </a:cubicBezTo>
                  <a:cubicBezTo>
                    <a:pt x="51" y="193"/>
                    <a:pt x="51" y="193"/>
                    <a:pt x="51" y="193"/>
                  </a:cubicBezTo>
                  <a:cubicBezTo>
                    <a:pt x="53" y="192"/>
                    <a:pt x="55" y="192"/>
                    <a:pt x="56" y="194"/>
                  </a:cubicBezTo>
                  <a:cubicBezTo>
                    <a:pt x="62" y="199"/>
                    <a:pt x="68" y="204"/>
                    <a:pt x="75" y="209"/>
                  </a:cubicBezTo>
                  <a:cubicBezTo>
                    <a:pt x="77" y="209"/>
                    <a:pt x="78" y="211"/>
                    <a:pt x="77" y="213"/>
                  </a:cubicBezTo>
                  <a:cubicBezTo>
                    <a:pt x="71" y="231"/>
                    <a:pt x="71" y="231"/>
                    <a:pt x="71" y="231"/>
                  </a:cubicBezTo>
                  <a:cubicBezTo>
                    <a:pt x="71" y="234"/>
                    <a:pt x="72" y="237"/>
                    <a:pt x="75" y="238"/>
                  </a:cubicBezTo>
                  <a:cubicBezTo>
                    <a:pt x="106" y="247"/>
                    <a:pt x="106" y="247"/>
                    <a:pt x="106" y="247"/>
                  </a:cubicBezTo>
                  <a:cubicBezTo>
                    <a:pt x="109" y="248"/>
                    <a:pt x="112" y="247"/>
                    <a:pt x="113" y="244"/>
                  </a:cubicBezTo>
                  <a:cubicBezTo>
                    <a:pt x="118" y="229"/>
                    <a:pt x="118" y="229"/>
                    <a:pt x="118" y="229"/>
                  </a:cubicBezTo>
                  <a:cubicBezTo>
                    <a:pt x="119" y="225"/>
                    <a:pt x="122" y="222"/>
                    <a:pt x="127" y="222"/>
                  </a:cubicBezTo>
                  <a:cubicBezTo>
                    <a:pt x="134" y="222"/>
                    <a:pt x="142" y="221"/>
                    <a:pt x="150" y="219"/>
                  </a:cubicBezTo>
                  <a:cubicBezTo>
                    <a:pt x="154" y="218"/>
                    <a:pt x="158" y="219"/>
                    <a:pt x="160" y="223"/>
                  </a:cubicBezTo>
                  <a:cubicBezTo>
                    <a:pt x="168" y="236"/>
                    <a:pt x="168" y="236"/>
                    <a:pt x="168" y="236"/>
                  </a:cubicBezTo>
                  <a:cubicBezTo>
                    <a:pt x="169" y="239"/>
                    <a:pt x="173" y="240"/>
                    <a:pt x="175" y="238"/>
                  </a:cubicBezTo>
                  <a:cubicBezTo>
                    <a:pt x="204" y="222"/>
                    <a:pt x="204" y="222"/>
                    <a:pt x="204" y="222"/>
                  </a:cubicBezTo>
                  <a:cubicBezTo>
                    <a:pt x="206" y="221"/>
                    <a:pt x="207" y="217"/>
                    <a:pt x="206" y="215"/>
                  </a:cubicBezTo>
                  <a:cubicBezTo>
                    <a:pt x="197" y="200"/>
                    <a:pt x="197" y="200"/>
                    <a:pt x="197" y="200"/>
                  </a:cubicBezTo>
                  <a:cubicBezTo>
                    <a:pt x="195" y="196"/>
                    <a:pt x="195" y="192"/>
                    <a:pt x="198" y="189"/>
                  </a:cubicBezTo>
                  <a:cubicBezTo>
                    <a:pt x="204" y="182"/>
                    <a:pt x="209" y="175"/>
                    <a:pt x="213" y="166"/>
                  </a:cubicBezTo>
                  <a:cubicBezTo>
                    <a:pt x="215" y="163"/>
                    <a:pt x="219" y="160"/>
                    <a:pt x="223" y="161"/>
                  </a:cubicBezTo>
                  <a:cubicBezTo>
                    <a:pt x="237" y="164"/>
                    <a:pt x="237" y="164"/>
                    <a:pt x="237" y="164"/>
                  </a:cubicBezTo>
                  <a:cubicBezTo>
                    <a:pt x="240" y="164"/>
                    <a:pt x="243" y="162"/>
                    <a:pt x="243" y="159"/>
                  </a:cubicBezTo>
                  <a:cubicBezTo>
                    <a:pt x="249" y="127"/>
                    <a:pt x="249" y="127"/>
                    <a:pt x="249" y="127"/>
                  </a:cubicBezTo>
                  <a:cubicBezTo>
                    <a:pt x="249" y="124"/>
                    <a:pt x="247" y="121"/>
                    <a:pt x="245" y="121"/>
                  </a:cubicBezTo>
                  <a:cubicBezTo>
                    <a:pt x="229" y="118"/>
                    <a:pt x="229" y="118"/>
                    <a:pt x="229" y="118"/>
                  </a:cubicBezTo>
                  <a:cubicBezTo>
                    <a:pt x="225" y="117"/>
                    <a:pt x="222" y="114"/>
                    <a:pt x="221" y="110"/>
                  </a:cubicBezTo>
                  <a:cubicBezTo>
                    <a:pt x="220" y="105"/>
                    <a:pt x="219" y="99"/>
                    <a:pt x="217" y="94"/>
                  </a:cubicBezTo>
                  <a:cubicBezTo>
                    <a:pt x="216" y="90"/>
                    <a:pt x="217" y="85"/>
                    <a:pt x="221" y="83"/>
                  </a:cubicBezTo>
                  <a:cubicBezTo>
                    <a:pt x="233" y="75"/>
                    <a:pt x="233" y="75"/>
                    <a:pt x="233" y="75"/>
                  </a:cubicBezTo>
                  <a:cubicBezTo>
                    <a:pt x="235" y="73"/>
                    <a:pt x="236" y="70"/>
                    <a:pt x="234" y="67"/>
                  </a:cubicBezTo>
                  <a:cubicBezTo>
                    <a:pt x="216" y="40"/>
                    <a:pt x="216" y="40"/>
                    <a:pt x="216" y="40"/>
                  </a:cubicBezTo>
                  <a:cubicBezTo>
                    <a:pt x="215" y="38"/>
                    <a:pt x="211" y="37"/>
                    <a:pt x="209" y="39"/>
                  </a:cubicBezTo>
                  <a:cubicBezTo>
                    <a:pt x="196" y="48"/>
                    <a:pt x="196" y="48"/>
                    <a:pt x="196" y="48"/>
                  </a:cubicBezTo>
                  <a:cubicBezTo>
                    <a:pt x="192" y="50"/>
                    <a:pt x="188" y="50"/>
                    <a:pt x="184" y="47"/>
                  </a:cubicBezTo>
                  <a:cubicBezTo>
                    <a:pt x="180" y="44"/>
                    <a:pt x="175" y="41"/>
                    <a:pt x="170" y="38"/>
                  </a:cubicBezTo>
                  <a:cubicBezTo>
                    <a:pt x="167" y="36"/>
                    <a:pt x="165" y="32"/>
                    <a:pt x="166" y="28"/>
                  </a:cubicBezTo>
                  <a:cubicBezTo>
                    <a:pt x="169" y="14"/>
                    <a:pt x="169" y="14"/>
                    <a:pt x="169" y="14"/>
                  </a:cubicBezTo>
                  <a:cubicBezTo>
                    <a:pt x="169" y="11"/>
                    <a:pt x="167" y="8"/>
                    <a:pt x="164" y="8"/>
                  </a:cubicBezTo>
                  <a:cubicBezTo>
                    <a:pt x="133" y="1"/>
                    <a:pt x="133" y="1"/>
                    <a:pt x="133" y="1"/>
                  </a:cubicBezTo>
                  <a:cubicBezTo>
                    <a:pt x="130" y="0"/>
                    <a:pt x="127" y="2"/>
                    <a:pt x="126" y="5"/>
                  </a:cubicBezTo>
                  <a:cubicBezTo>
                    <a:pt x="123" y="20"/>
                    <a:pt x="123" y="20"/>
                    <a:pt x="123" y="20"/>
                  </a:cubicBezTo>
                  <a:cubicBezTo>
                    <a:pt x="122" y="24"/>
                    <a:pt x="119" y="27"/>
                    <a:pt x="115" y="27"/>
                  </a:cubicBezTo>
                  <a:cubicBezTo>
                    <a:pt x="109" y="28"/>
                    <a:pt x="103" y="29"/>
                    <a:pt x="98" y="31"/>
                  </a:cubicBezTo>
                  <a:cubicBezTo>
                    <a:pt x="94" y="32"/>
                    <a:pt x="90" y="30"/>
                    <a:pt x="87" y="26"/>
                  </a:cubicBezTo>
                  <a:cubicBezTo>
                    <a:pt x="80" y="14"/>
                    <a:pt x="80" y="14"/>
                    <a:pt x="80" y="14"/>
                  </a:cubicBezTo>
                  <a:cubicBezTo>
                    <a:pt x="78" y="12"/>
                    <a:pt x="75" y="11"/>
                    <a:pt x="73" y="13"/>
                  </a:cubicBezTo>
                  <a:cubicBezTo>
                    <a:pt x="45" y="29"/>
                    <a:pt x="45" y="29"/>
                    <a:pt x="45" y="29"/>
                  </a:cubicBezTo>
                  <a:cubicBezTo>
                    <a:pt x="42" y="31"/>
                    <a:pt x="41" y="34"/>
                    <a:pt x="43" y="37"/>
                  </a:cubicBezTo>
                  <a:cubicBezTo>
                    <a:pt x="51" y="50"/>
                    <a:pt x="51" y="50"/>
                    <a:pt x="51" y="50"/>
                  </a:cubicBezTo>
                  <a:cubicBezTo>
                    <a:pt x="53" y="54"/>
                    <a:pt x="53" y="58"/>
                    <a:pt x="50" y="61"/>
                  </a:cubicBezTo>
                  <a:cubicBezTo>
                    <a:pt x="47" y="66"/>
                    <a:pt x="43" y="70"/>
                    <a:pt x="41" y="75"/>
                  </a:cubicBezTo>
                  <a:cubicBezTo>
                    <a:pt x="38" y="79"/>
                    <a:pt x="34" y="81"/>
                    <a:pt x="30" y="80"/>
                  </a:cubicBezTo>
                  <a:close/>
                  <a:moveTo>
                    <a:pt x="131" y="89"/>
                  </a:moveTo>
                  <a:cubicBezTo>
                    <a:pt x="157" y="94"/>
                    <a:pt x="172" y="121"/>
                    <a:pt x="161" y="146"/>
                  </a:cubicBezTo>
                  <a:cubicBezTo>
                    <a:pt x="153" y="162"/>
                    <a:pt x="135" y="171"/>
                    <a:pt x="118" y="168"/>
                  </a:cubicBezTo>
                  <a:cubicBezTo>
                    <a:pt x="92" y="164"/>
                    <a:pt x="77" y="136"/>
                    <a:pt x="88" y="112"/>
                  </a:cubicBezTo>
                  <a:cubicBezTo>
                    <a:pt x="96" y="95"/>
                    <a:pt x="114" y="86"/>
                    <a:pt x="131" y="8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24" name="íšliḍê">
              <a:extLst>
                <a:ext uri="{FF2B5EF4-FFF2-40B4-BE49-F238E27FC236}">
                  <a16:creationId xmlns:a16="http://schemas.microsoft.com/office/drawing/2014/main" id="{CC66AA37-6D86-4F72-8B64-ECB7E5E68FE5}"/>
                </a:ext>
              </a:extLst>
            </p:cNvPr>
            <p:cNvSpPr/>
            <p:nvPr/>
          </p:nvSpPr>
          <p:spPr bwMode="auto">
            <a:xfrm>
              <a:off x="726211" y="3510439"/>
              <a:ext cx="634457" cy="633022"/>
            </a:xfrm>
            <a:custGeom>
              <a:avLst/>
              <a:gdLst>
                <a:gd name="T0" fmla="*/ 14 w 249"/>
                <a:gd name="T1" fmla="*/ 80 h 249"/>
                <a:gd name="T2" fmla="*/ 0 w 249"/>
                <a:gd name="T3" fmla="*/ 116 h 249"/>
                <a:gd name="T4" fmla="*/ 20 w 249"/>
                <a:gd name="T5" fmla="*/ 126 h 249"/>
                <a:gd name="T6" fmla="*/ 30 w 249"/>
                <a:gd name="T7" fmla="*/ 151 h 249"/>
                <a:gd name="T8" fmla="*/ 16 w 249"/>
                <a:gd name="T9" fmla="*/ 168 h 249"/>
                <a:gd name="T10" fmla="*/ 28 w 249"/>
                <a:gd name="T11" fmla="*/ 202 h 249"/>
                <a:gd name="T12" fmla="*/ 53 w 249"/>
                <a:gd name="T13" fmla="*/ 196 h 249"/>
                <a:gd name="T14" fmla="*/ 78 w 249"/>
                <a:gd name="T15" fmla="*/ 211 h 249"/>
                <a:gd name="T16" fmla="*/ 75 w 249"/>
                <a:gd name="T17" fmla="*/ 233 h 249"/>
                <a:gd name="T18" fmla="*/ 111 w 249"/>
                <a:gd name="T19" fmla="*/ 248 h 249"/>
                <a:gd name="T20" fmla="*/ 121 w 249"/>
                <a:gd name="T21" fmla="*/ 229 h 249"/>
                <a:gd name="T22" fmla="*/ 153 w 249"/>
                <a:gd name="T23" fmla="*/ 218 h 249"/>
                <a:gd name="T24" fmla="*/ 172 w 249"/>
                <a:gd name="T25" fmla="*/ 235 h 249"/>
                <a:gd name="T26" fmla="*/ 207 w 249"/>
                <a:gd name="T27" fmla="*/ 219 h 249"/>
                <a:gd name="T28" fmla="*/ 199 w 249"/>
                <a:gd name="T29" fmla="*/ 197 h 249"/>
                <a:gd name="T30" fmla="*/ 214 w 249"/>
                <a:gd name="T31" fmla="*/ 163 h 249"/>
                <a:gd name="T32" fmla="*/ 238 w 249"/>
                <a:gd name="T33" fmla="*/ 159 h 249"/>
                <a:gd name="T34" fmla="*/ 248 w 249"/>
                <a:gd name="T35" fmla="*/ 122 h 249"/>
                <a:gd name="T36" fmla="*/ 228 w 249"/>
                <a:gd name="T37" fmla="*/ 114 h 249"/>
                <a:gd name="T38" fmla="*/ 215 w 249"/>
                <a:gd name="T39" fmla="*/ 90 h 249"/>
                <a:gd name="T40" fmla="*/ 230 w 249"/>
                <a:gd name="T41" fmla="*/ 71 h 249"/>
                <a:gd name="T42" fmla="*/ 212 w 249"/>
                <a:gd name="T43" fmla="*/ 37 h 249"/>
                <a:gd name="T44" fmla="*/ 192 w 249"/>
                <a:gd name="T45" fmla="*/ 45 h 249"/>
                <a:gd name="T46" fmla="*/ 166 w 249"/>
                <a:gd name="T47" fmla="*/ 37 h 249"/>
                <a:gd name="T48" fmla="*/ 164 w 249"/>
                <a:gd name="T49" fmla="*/ 12 h 249"/>
                <a:gd name="T50" fmla="*/ 127 w 249"/>
                <a:gd name="T51" fmla="*/ 0 h 249"/>
                <a:gd name="T52" fmla="*/ 118 w 249"/>
                <a:gd name="T53" fmla="*/ 20 h 249"/>
                <a:gd name="T54" fmla="*/ 94 w 249"/>
                <a:gd name="T55" fmla="*/ 32 h 249"/>
                <a:gd name="T56" fmla="*/ 75 w 249"/>
                <a:gd name="T57" fmla="*/ 16 h 249"/>
                <a:gd name="T58" fmla="*/ 40 w 249"/>
                <a:gd name="T59" fmla="*/ 33 h 249"/>
                <a:gd name="T60" fmla="*/ 48 w 249"/>
                <a:gd name="T61" fmla="*/ 54 h 249"/>
                <a:gd name="T62" fmla="*/ 38 w 249"/>
                <a:gd name="T63" fmla="*/ 79 h 249"/>
                <a:gd name="T64" fmla="*/ 129 w 249"/>
                <a:gd name="T65" fmla="*/ 89 h 249"/>
                <a:gd name="T66" fmla="*/ 119 w 249"/>
                <a:gd name="T67" fmla="*/ 169 h 249"/>
                <a:gd name="T68" fmla="*/ 129 w 249"/>
                <a:gd name="T69" fmla="*/ 89 h 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9" h="249">
                  <a:moveTo>
                    <a:pt x="28" y="84"/>
                  </a:moveTo>
                  <a:cubicBezTo>
                    <a:pt x="14" y="80"/>
                    <a:pt x="14" y="80"/>
                    <a:pt x="14" y="80"/>
                  </a:cubicBezTo>
                  <a:cubicBezTo>
                    <a:pt x="11" y="80"/>
                    <a:pt x="8" y="82"/>
                    <a:pt x="7" y="85"/>
                  </a:cubicBezTo>
                  <a:cubicBezTo>
                    <a:pt x="0" y="116"/>
                    <a:pt x="0" y="116"/>
                    <a:pt x="0" y="116"/>
                  </a:cubicBezTo>
                  <a:cubicBezTo>
                    <a:pt x="0" y="119"/>
                    <a:pt x="1" y="122"/>
                    <a:pt x="4" y="123"/>
                  </a:cubicBezTo>
                  <a:cubicBezTo>
                    <a:pt x="20" y="126"/>
                    <a:pt x="20" y="126"/>
                    <a:pt x="20" y="126"/>
                  </a:cubicBezTo>
                  <a:cubicBezTo>
                    <a:pt x="24" y="127"/>
                    <a:pt x="27" y="130"/>
                    <a:pt x="27" y="135"/>
                  </a:cubicBezTo>
                  <a:cubicBezTo>
                    <a:pt x="28" y="140"/>
                    <a:pt x="29" y="146"/>
                    <a:pt x="30" y="151"/>
                  </a:cubicBezTo>
                  <a:cubicBezTo>
                    <a:pt x="31" y="155"/>
                    <a:pt x="30" y="159"/>
                    <a:pt x="26" y="162"/>
                  </a:cubicBezTo>
                  <a:cubicBezTo>
                    <a:pt x="16" y="168"/>
                    <a:pt x="16" y="168"/>
                    <a:pt x="16" y="168"/>
                  </a:cubicBezTo>
                  <a:cubicBezTo>
                    <a:pt x="12" y="170"/>
                    <a:pt x="11" y="175"/>
                    <a:pt x="13" y="178"/>
                  </a:cubicBezTo>
                  <a:cubicBezTo>
                    <a:pt x="28" y="202"/>
                    <a:pt x="28" y="202"/>
                    <a:pt x="28" y="202"/>
                  </a:cubicBezTo>
                  <a:cubicBezTo>
                    <a:pt x="30" y="206"/>
                    <a:pt x="35" y="207"/>
                    <a:pt x="38" y="205"/>
                  </a:cubicBezTo>
                  <a:cubicBezTo>
                    <a:pt x="53" y="196"/>
                    <a:pt x="53" y="196"/>
                    <a:pt x="53" y="196"/>
                  </a:cubicBezTo>
                  <a:cubicBezTo>
                    <a:pt x="55" y="195"/>
                    <a:pt x="57" y="195"/>
                    <a:pt x="58" y="196"/>
                  </a:cubicBezTo>
                  <a:cubicBezTo>
                    <a:pt x="64" y="202"/>
                    <a:pt x="71" y="207"/>
                    <a:pt x="78" y="211"/>
                  </a:cubicBezTo>
                  <a:cubicBezTo>
                    <a:pt x="80" y="211"/>
                    <a:pt x="81" y="213"/>
                    <a:pt x="80" y="215"/>
                  </a:cubicBezTo>
                  <a:cubicBezTo>
                    <a:pt x="75" y="233"/>
                    <a:pt x="75" y="233"/>
                    <a:pt x="75" y="233"/>
                  </a:cubicBezTo>
                  <a:cubicBezTo>
                    <a:pt x="74" y="236"/>
                    <a:pt x="76" y="239"/>
                    <a:pt x="79" y="240"/>
                  </a:cubicBezTo>
                  <a:cubicBezTo>
                    <a:pt x="111" y="248"/>
                    <a:pt x="111" y="248"/>
                    <a:pt x="111" y="248"/>
                  </a:cubicBezTo>
                  <a:cubicBezTo>
                    <a:pt x="113" y="249"/>
                    <a:pt x="116" y="247"/>
                    <a:pt x="117" y="244"/>
                  </a:cubicBezTo>
                  <a:cubicBezTo>
                    <a:pt x="121" y="229"/>
                    <a:pt x="121" y="229"/>
                    <a:pt x="121" y="229"/>
                  </a:cubicBezTo>
                  <a:cubicBezTo>
                    <a:pt x="122" y="225"/>
                    <a:pt x="126" y="222"/>
                    <a:pt x="130" y="222"/>
                  </a:cubicBezTo>
                  <a:cubicBezTo>
                    <a:pt x="138" y="221"/>
                    <a:pt x="145" y="220"/>
                    <a:pt x="153" y="218"/>
                  </a:cubicBezTo>
                  <a:cubicBezTo>
                    <a:pt x="157" y="217"/>
                    <a:pt x="161" y="218"/>
                    <a:pt x="164" y="222"/>
                  </a:cubicBezTo>
                  <a:cubicBezTo>
                    <a:pt x="172" y="235"/>
                    <a:pt x="172" y="235"/>
                    <a:pt x="172" y="235"/>
                  </a:cubicBezTo>
                  <a:cubicBezTo>
                    <a:pt x="173" y="237"/>
                    <a:pt x="177" y="238"/>
                    <a:pt x="179" y="236"/>
                  </a:cubicBezTo>
                  <a:cubicBezTo>
                    <a:pt x="207" y="219"/>
                    <a:pt x="207" y="219"/>
                    <a:pt x="207" y="219"/>
                  </a:cubicBezTo>
                  <a:cubicBezTo>
                    <a:pt x="209" y="218"/>
                    <a:pt x="210" y="214"/>
                    <a:pt x="209" y="212"/>
                  </a:cubicBezTo>
                  <a:cubicBezTo>
                    <a:pt x="199" y="197"/>
                    <a:pt x="199" y="197"/>
                    <a:pt x="199" y="197"/>
                  </a:cubicBezTo>
                  <a:cubicBezTo>
                    <a:pt x="197" y="193"/>
                    <a:pt x="198" y="189"/>
                    <a:pt x="200" y="186"/>
                  </a:cubicBezTo>
                  <a:cubicBezTo>
                    <a:pt x="206" y="179"/>
                    <a:pt x="210" y="171"/>
                    <a:pt x="214" y="163"/>
                  </a:cubicBezTo>
                  <a:cubicBezTo>
                    <a:pt x="215" y="159"/>
                    <a:pt x="220" y="157"/>
                    <a:pt x="224" y="157"/>
                  </a:cubicBezTo>
                  <a:cubicBezTo>
                    <a:pt x="238" y="159"/>
                    <a:pt x="238" y="159"/>
                    <a:pt x="238" y="159"/>
                  </a:cubicBezTo>
                  <a:cubicBezTo>
                    <a:pt x="241" y="159"/>
                    <a:pt x="244" y="157"/>
                    <a:pt x="244" y="154"/>
                  </a:cubicBezTo>
                  <a:cubicBezTo>
                    <a:pt x="248" y="122"/>
                    <a:pt x="248" y="122"/>
                    <a:pt x="248" y="122"/>
                  </a:cubicBezTo>
                  <a:cubicBezTo>
                    <a:pt x="249" y="119"/>
                    <a:pt x="247" y="116"/>
                    <a:pt x="244" y="116"/>
                  </a:cubicBezTo>
                  <a:cubicBezTo>
                    <a:pt x="228" y="114"/>
                    <a:pt x="228" y="114"/>
                    <a:pt x="228" y="114"/>
                  </a:cubicBezTo>
                  <a:cubicBezTo>
                    <a:pt x="224" y="113"/>
                    <a:pt x="221" y="110"/>
                    <a:pt x="220" y="106"/>
                  </a:cubicBezTo>
                  <a:cubicBezTo>
                    <a:pt x="219" y="101"/>
                    <a:pt x="217" y="95"/>
                    <a:pt x="215" y="90"/>
                  </a:cubicBezTo>
                  <a:cubicBezTo>
                    <a:pt x="214" y="86"/>
                    <a:pt x="215" y="82"/>
                    <a:pt x="219" y="79"/>
                  </a:cubicBezTo>
                  <a:cubicBezTo>
                    <a:pt x="230" y="71"/>
                    <a:pt x="230" y="71"/>
                    <a:pt x="230" y="71"/>
                  </a:cubicBezTo>
                  <a:cubicBezTo>
                    <a:pt x="233" y="69"/>
                    <a:pt x="233" y="66"/>
                    <a:pt x="231" y="63"/>
                  </a:cubicBezTo>
                  <a:cubicBezTo>
                    <a:pt x="212" y="37"/>
                    <a:pt x="212" y="37"/>
                    <a:pt x="212" y="37"/>
                  </a:cubicBezTo>
                  <a:cubicBezTo>
                    <a:pt x="210" y="35"/>
                    <a:pt x="207" y="34"/>
                    <a:pt x="205" y="36"/>
                  </a:cubicBezTo>
                  <a:cubicBezTo>
                    <a:pt x="192" y="45"/>
                    <a:pt x="192" y="45"/>
                    <a:pt x="192" y="45"/>
                  </a:cubicBezTo>
                  <a:cubicBezTo>
                    <a:pt x="189" y="48"/>
                    <a:pt x="184" y="48"/>
                    <a:pt x="181" y="45"/>
                  </a:cubicBezTo>
                  <a:cubicBezTo>
                    <a:pt x="176" y="42"/>
                    <a:pt x="171" y="39"/>
                    <a:pt x="166" y="37"/>
                  </a:cubicBezTo>
                  <a:cubicBezTo>
                    <a:pt x="162" y="35"/>
                    <a:pt x="160" y="31"/>
                    <a:pt x="161" y="26"/>
                  </a:cubicBezTo>
                  <a:cubicBezTo>
                    <a:pt x="164" y="12"/>
                    <a:pt x="164" y="12"/>
                    <a:pt x="164" y="12"/>
                  </a:cubicBezTo>
                  <a:cubicBezTo>
                    <a:pt x="164" y="9"/>
                    <a:pt x="162" y="7"/>
                    <a:pt x="159" y="6"/>
                  </a:cubicBezTo>
                  <a:cubicBezTo>
                    <a:pt x="127" y="0"/>
                    <a:pt x="127" y="0"/>
                    <a:pt x="127" y="0"/>
                  </a:cubicBezTo>
                  <a:cubicBezTo>
                    <a:pt x="124" y="0"/>
                    <a:pt x="121" y="2"/>
                    <a:pt x="121" y="5"/>
                  </a:cubicBezTo>
                  <a:cubicBezTo>
                    <a:pt x="118" y="20"/>
                    <a:pt x="118" y="20"/>
                    <a:pt x="118" y="20"/>
                  </a:cubicBezTo>
                  <a:cubicBezTo>
                    <a:pt x="117" y="24"/>
                    <a:pt x="114" y="28"/>
                    <a:pt x="110" y="28"/>
                  </a:cubicBezTo>
                  <a:cubicBezTo>
                    <a:pt x="105" y="29"/>
                    <a:pt x="99" y="30"/>
                    <a:pt x="94" y="32"/>
                  </a:cubicBezTo>
                  <a:cubicBezTo>
                    <a:pt x="90" y="33"/>
                    <a:pt x="85" y="32"/>
                    <a:pt x="83" y="28"/>
                  </a:cubicBezTo>
                  <a:cubicBezTo>
                    <a:pt x="75" y="16"/>
                    <a:pt x="75" y="16"/>
                    <a:pt x="75" y="16"/>
                  </a:cubicBezTo>
                  <a:cubicBezTo>
                    <a:pt x="73" y="14"/>
                    <a:pt x="70" y="13"/>
                    <a:pt x="68" y="15"/>
                  </a:cubicBezTo>
                  <a:cubicBezTo>
                    <a:pt x="40" y="33"/>
                    <a:pt x="40" y="33"/>
                    <a:pt x="40" y="33"/>
                  </a:cubicBezTo>
                  <a:cubicBezTo>
                    <a:pt x="38" y="35"/>
                    <a:pt x="37" y="38"/>
                    <a:pt x="39" y="40"/>
                  </a:cubicBezTo>
                  <a:cubicBezTo>
                    <a:pt x="48" y="54"/>
                    <a:pt x="48" y="54"/>
                    <a:pt x="48" y="54"/>
                  </a:cubicBezTo>
                  <a:cubicBezTo>
                    <a:pt x="50" y="57"/>
                    <a:pt x="50" y="61"/>
                    <a:pt x="47" y="65"/>
                  </a:cubicBezTo>
                  <a:cubicBezTo>
                    <a:pt x="44" y="69"/>
                    <a:pt x="41" y="74"/>
                    <a:pt x="38" y="79"/>
                  </a:cubicBezTo>
                  <a:cubicBezTo>
                    <a:pt x="36" y="82"/>
                    <a:pt x="32" y="84"/>
                    <a:pt x="28" y="84"/>
                  </a:cubicBezTo>
                  <a:close/>
                  <a:moveTo>
                    <a:pt x="129" y="89"/>
                  </a:moveTo>
                  <a:cubicBezTo>
                    <a:pt x="156" y="93"/>
                    <a:pt x="171" y="120"/>
                    <a:pt x="161" y="144"/>
                  </a:cubicBezTo>
                  <a:cubicBezTo>
                    <a:pt x="154" y="161"/>
                    <a:pt x="137" y="171"/>
                    <a:pt x="119" y="169"/>
                  </a:cubicBezTo>
                  <a:cubicBezTo>
                    <a:pt x="93" y="165"/>
                    <a:pt x="77" y="138"/>
                    <a:pt x="87" y="113"/>
                  </a:cubicBezTo>
                  <a:cubicBezTo>
                    <a:pt x="94" y="97"/>
                    <a:pt x="112" y="86"/>
                    <a:pt x="129" y="89"/>
                  </a:cubicBezTo>
                  <a:close/>
                </a:path>
              </a:pathLst>
            </a:custGeom>
            <a:solidFill>
              <a:srgbClr val="DADADA"/>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a:bodyPr>
            <a:lstStyle/>
            <a:p>
              <a:pPr algn="ctr">
                <a:defRPr/>
              </a:pPr>
              <a:endParaRPr dirty="0">
                <a:solidFill>
                  <a:prstClr val="black"/>
                </a:solidFill>
                <a:latin typeface="Arial"/>
                <a:ea typeface="微软雅黑 Light"/>
              </a:endParaRPr>
            </a:p>
          </p:txBody>
        </p:sp>
        <p:sp>
          <p:nvSpPr>
            <p:cNvPr id="125" name="îṩľide">
              <a:extLst>
                <a:ext uri="{FF2B5EF4-FFF2-40B4-BE49-F238E27FC236}">
                  <a16:creationId xmlns:a16="http://schemas.microsoft.com/office/drawing/2014/main" id="{327CD00D-62C6-4BAC-8789-3D5739D3A63B}"/>
                </a:ext>
              </a:extLst>
            </p:cNvPr>
            <p:cNvSpPr/>
            <p:nvPr/>
          </p:nvSpPr>
          <p:spPr bwMode="auto">
            <a:xfrm>
              <a:off x="3622897" y="2484110"/>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6" y="51"/>
                    <a:pt x="12" y="51"/>
                  </a:cubicBezTo>
                  <a:cubicBezTo>
                    <a:pt x="19" y="51"/>
                    <a:pt x="24" y="46"/>
                    <a:pt x="24" y="39"/>
                  </a:cubicBezTo>
                  <a:cubicBezTo>
                    <a:pt x="24" y="12"/>
                    <a:pt x="24" y="12"/>
                    <a:pt x="24" y="12"/>
                  </a:cubicBezTo>
                  <a:cubicBezTo>
                    <a:pt x="24" y="6"/>
                    <a:pt x="19" y="0"/>
                    <a:pt x="12" y="0"/>
                  </a:cubicBezTo>
                  <a:cubicBezTo>
                    <a:pt x="6" y="0"/>
                    <a:pt x="0" y="6"/>
                    <a:pt x="0" y="12"/>
                  </a:cubicBezTo>
                </a:path>
              </a:pathLst>
            </a:custGeom>
            <a:solidFill>
              <a:srgbClr val="C64832"/>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6" name="isḻídê">
              <a:extLst>
                <a:ext uri="{FF2B5EF4-FFF2-40B4-BE49-F238E27FC236}">
                  <a16:creationId xmlns:a16="http://schemas.microsoft.com/office/drawing/2014/main" id="{0F07B90E-BD23-415B-A4CC-8AEDC50F0012}"/>
                </a:ext>
              </a:extLst>
            </p:cNvPr>
            <p:cNvSpPr/>
            <p:nvPr/>
          </p:nvSpPr>
          <p:spPr bwMode="auto">
            <a:xfrm>
              <a:off x="3622897" y="2646313"/>
              <a:ext cx="61724" cy="132059"/>
            </a:xfrm>
            <a:custGeom>
              <a:avLst/>
              <a:gdLst>
                <a:gd name="T0" fmla="*/ 0 w 24"/>
                <a:gd name="T1" fmla="*/ 12 h 52"/>
                <a:gd name="T2" fmla="*/ 0 w 24"/>
                <a:gd name="T3" fmla="*/ 40 h 52"/>
                <a:gd name="T4" fmla="*/ 12 w 24"/>
                <a:gd name="T5" fmla="*/ 52 h 52"/>
                <a:gd name="T6" fmla="*/ 24 w 24"/>
                <a:gd name="T7" fmla="*/ 40 h 52"/>
                <a:gd name="T8" fmla="*/ 24 w 24"/>
                <a:gd name="T9" fmla="*/ 12 h 52"/>
                <a:gd name="T10" fmla="*/ 12 w 24"/>
                <a:gd name="T11" fmla="*/ 0 h 52"/>
                <a:gd name="T12" fmla="*/ 0 w 24"/>
                <a:gd name="T13" fmla="*/ 12 h 52"/>
              </a:gdLst>
              <a:ahLst/>
              <a:cxnLst>
                <a:cxn ang="0">
                  <a:pos x="T0" y="T1"/>
                </a:cxn>
                <a:cxn ang="0">
                  <a:pos x="T2" y="T3"/>
                </a:cxn>
                <a:cxn ang="0">
                  <a:pos x="T4" y="T5"/>
                </a:cxn>
                <a:cxn ang="0">
                  <a:pos x="T6" y="T7"/>
                </a:cxn>
                <a:cxn ang="0">
                  <a:pos x="T8" y="T9"/>
                </a:cxn>
                <a:cxn ang="0">
                  <a:pos x="T10" y="T11"/>
                </a:cxn>
                <a:cxn ang="0">
                  <a:pos x="T12" y="T13"/>
                </a:cxn>
              </a:cxnLst>
              <a:rect l="0" t="0" r="r" b="b"/>
              <a:pathLst>
                <a:path w="24" h="52">
                  <a:moveTo>
                    <a:pt x="0" y="12"/>
                  </a:moveTo>
                  <a:cubicBezTo>
                    <a:pt x="0" y="40"/>
                    <a:pt x="0" y="40"/>
                    <a:pt x="0" y="40"/>
                  </a:cubicBezTo>
                  <a:cubicBezTo>
                    <a:pt x="0" y="47"/>
                    <a:pt x="6" y="52"/>
                    <a:pt x="12" y="52"/>
                  </a:cubicBezTo>
                  <a:cubicBezTo>
                    <a:pt x="19" y="52"/>
                    <a:pt x="24" y="47"/>
                    <a:pt x="24" y="40"/>
                  </a:cubicBezTo>
                  <a:cubicBezTo>
                    <a:pt x="24" y="12"/>
                    <a:pt x="24" y="12"/>
                    <a:pt x="24" y="12"/>
                  </a:cubicBezTo>
                  <a:cubicBezTo>
                    <a:pt x="24" y="6"/>
                    <a:pt x="19" y="0"/>
                    <a:pt x="12" y="0"/>
                  </a:cubicBezTo>
                  <a:cubicBezTo>
                    <a:pt x="6" y="0"/>
                    <a:pt x="0" y="6"/>
                    <a:pt x="0" y="12"/>
                  </a:cubicBezTo>
                </a:path>
              </a:pathLst>
            </a:custGeom>
            <a:solidFill>
              <a:srgbClr val="C64832"/>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7" name="íšḷiḋé">
              <a:extLst>
                <a:ext uri="{FF2B5EF4-FFF2-40B4-BE49-F238E27FC236}">
                  <a16:creationId xmlns:a16="http://schemas.microsoft.com/office/drawing/2014/main" id="{189BABE0-F84C-434B-9333-FC42D37574A5}"/>
                </a:ext>
              </a:extLst>
            </p:cNvPr>
            <p:cNvSpPr/>
            <p:nvPr/>
          </p:nvSpPr>
          <p:spPr bwMode="auto">
            <a:xfrm>
              <a:off x="3687490" y="2600380"/>
              <a:ext cx="113399" cy="61724"/>
            </a:xfrm>
            <a:custGeom>
              <a:avLst/>
              <a:gdLst>
                <a:gd name="T0" fmla="*/ 33 w 45"/>
                <a:gd name="T1" fmla="*/ 0 h 24"/>
                <a:gd name="T2" fmla="*/ 12 w 45"/>
                <a:gd name="T3" fmla="*/ 0 h 24"/>
                <a:gd name="T4" fmla="*/ 0 w 45"/>
                <a:gd name="T5" fmla="*/ 12 h 24"/>
                <a:gd name="T6" fmla="*/ 12 w 45"/>
                <a:gd name="T7" fmla="*/ 24 h 24"/>
                <a:gd name="T8" fmla="*/ 33 w 45"/>
                <a:gd name="T9" fmla="*/ 24 h 24"/>
                <a:gd name="T10" fmla="*/ 45 w 45"/>
                <a:gd name="T11" fmla="*/ 12 h 24"/>
                <a:gd name="T12" fmla="*/ 33 w 4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5" h="24">
                  <a:moveTo>
                    <a:pt x="33" y="0"/>
                  </a:moveTo>
                  <a:cubicBezTo>
                    <a:pt x="12" y="0"/>
                    <a:pt x="12" y="0"/>
                    <a:pt x="12" y="0"/>
                  </a:cubicBezTo>
                  <a:cubicBezTo>
                    <a:pt x="5" y="0"/>
                    <a:pt x="0" y="5"/>
                    <a:pt x="0" y="12"/>
                  </a:cubicBezTo>
                  <a:cubicBezTo>
                    <a:pt x="0" y="19"/>
                    <a:pt x="5" y="24"/>
                    <a:pt x="12" y="24"/>
                  </a:cubicBezTo>
                  <a:cubicBezTo>
                    <a:pt x="33" y="24"/>
                    <a:pt x="33" y="24"/>
                    <a:pt x="33" y="24"/>
                  </a:cubicBezTo>
                  <a:cubicBezTo>
                    <a:pt x="40" y="24"/>
                    <a:pt x="45" y="19"/>
                    <a:pt x="45" y="12"/>
                  </a:cubicBezTo>
                  <a:cubicBezTo>
                    <a:pt x="45" y="5"/>
                    <a:pt x="40" y="0"/>
                    <a:pt x="33" y="0"/>
                  </a:cubicBezTo>
                </a:path>
              </a:pathLst>
            </a:custGeom>
            <a:solidFill>
              <a:srgbClr val="C64832"/>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8" name="iṥļiḍè">
              <a:extLst>
                <a:ext uri="{FF2B5EF4-FFF2-40B4-BE49-F238E27FC236}">
                  <a16:creationId xmlns:a16="http://schemas.microsoft.com/office/drawing/2014/main" id="{B0D9A058-C173-4BEE-9596-ABC5909BA6CE}"/>
                </a:ext>
              </a:extLst>
            </p:cNvPr>
            <p:cNvSpPr/>
            <p:nvPr/>
          </p:nvSpPr>
          <p:spPr bwMode="auto">
            <a:xfrm>
              <a:off x="3508063" y="2600380"/>
              <a:ext cx="117705" cy="61724"/>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5" y="0"/>
                    <a:pt x="0" y="5"/>
                    <a:pt x="0" y="12"/>
                  </a:cubicBezTo>
                  <a:cubicBezTo>
                    <a:pt x="0" y="19"/>
                    <a:pt x="5" y="24"/>
                    <a:pt x="12" y="24"/>
                  </a:cubicBezTo>
                  <a:cubicBezTo>
                    <a:pt x="34" y="24"/>
                    <a:pt x="34" y="24"/>
                    <a:pt x="34" y="24"/>
                  </a:cubicBezTo>
                  <a:cubicBezTo>
                    <a:pt x="41" y="24"/>
                    <a:pt x="46" y="19"/>
                    <a:pt x="46" y="12"/>
                  </a:cubicBezTo>
                  <a:cubicBezTo>
                    <a:pt x="46" y="5"/>
                    <a:pt x="41" y="0"/>
                    <a:pt x="34" y="0"/>
                  </a:cubicBezTo>
                </a:path>
              </a:pathLst>
            </a:custGeom>
            <a:solidFill>
              <a:srgbClr val="C64832"/>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29" name="íṣľïḋe">
              <a:extLst>
                <a:ext uri="{FF2B5EF4-FFF2-40B4-BE49-F238E27FC236}">
                  <a16:creationId xmlns:a16="http://schemas.microsoft.com/office/drawing/2014/main" id="{DA8E411C-5BE1-4581-8CC1-BFEB5A3AADB4}"/>
                </a:ext>
              </a:extLst>
            </p:cNvPr>
            <p:cNvSpPr/>
            <p:nvPr/>
          </p:nvSpPr>
          <p:spPr bwMode="auto">
            <a:xfrm>
              <a:off x="1265931" y="2962107"/>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5"/>
                    <a:pt x="6" y="51"/>
                    <a:pt x="12" y="51"/>
                  </a:cubicBezTo>
                  <a:cubicBezTo>
                    <a:pt x="19" y="51"/>
                    <a:pt x="24" y="45"/>
                    <a:pt x="24" y="39"/>
                  </a:cubicBezTo>
                  <a:cubicBezTo>
                    <a:pt x="24" y="12"/>
                    <a:pt x="24" y="12"/>
                    <a:pt x="24" y="12"/>
                  </a:cubicBezTo>
                  <a:cubicBezTo>
                    <a:pt x="24" y="5"/>
                    <a:pt x="19" y="0"/>
                    <a:pt x="12" y="0"/>
                  </a:cubicBezTo>
                  <a:cubicBezTo>
                    <a:pt x="6" y="0"/>
                    <a:pt x="0" y="5"/>
                    <a:pt x="0" y="12"/>
                  </a:cubicBezTo>
                </a:path>
              </a:pathLst>
            </a:custGeom>
            <a:solidFill>
              <a:srgbClr val="DADADA"/>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0" name="îşľïḋé">
              <a:extLst>
                <a:ext uri="{FF2B5EF4-FFF2-40B4-BE49-F238E27FC236}">
                  <a16:creationId xmlns:a16="http://schemas.microsoft.com/office/drawing/2014/main" id="{AED9AF24-C16F-4864-8066-91180A94F38A}"/>
                </a:ext>
              </a:extLst>
            </p:cNvPr>
            <p:cNvSpPr/>
            <p:nvPr/>
          </p:nvSpPr>
          <p:spPr bwMode="auto">
            <a:xfrm>
              <a:off x="1265931" y="3124309"/>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6" y="51"/>
                    <a:pt x="12" y="51"/>
                  </a:cubicBezTo>
                  <a:cubicBezTo>
                    <a:pt x="19" y="51"/>
                    <a:pt x="24" y="46"/>
                    <a:pt x="24" y="39"/>
                  </a:cubicBezTo>
                  <a:cubicBezTo>
                    <a:pt x="24" y="12"/>
                    <a:pt x="24" y="12"/>
                    <a:pt x="24" y="12"/>
                  </a:cubicBezTo>
                  <a:cubicBezTo>
                    <a:pt x="24" y="5"/>
                    <a:pt x="19" y="0"/>
                    <a:pt x="12" y="0"/>
                  </a:cubicBezTo>
                  <a:cubicBezTo>
                    <a:pt x="6" y="0"/>
                    <a:pt x="0" y="5"/>
                    <a:pt x="0" y="12"/>
                  </a:cubicBezTo>
                </a:path>
              </a:pathLst>
            </a:custGeom>
            <a:solidFill>
              <a:srgbClr val="DADADA"/>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1" name="ïsḷiḓè">
              <a:extLst>
                <a:ext uri="{FF2B5EF4-FFF2-40B4-BE49-F238E27FC236}">
                  <a16:creationId xmlns:a16="http://schemas.microsoft.com/office/drawing/2014/main" id="{9D3AD528-C87F-4B97-BFEB-B2F6B1A395AE}"/>
                </a:ext>
              </a:extLst>
            </p:cNvPr>
            <p:cNvSpPr/>
            <p:nvPr/>
          </p:nvSpPr>
          <p:spPr bwMode="auto">
            <a:xfrm>
              <a:off x="1327653" y="3078376"/>
              <a:ext cx="116270" cy="61724"/>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6" y="0"/>
                    <a:pt x="0" y="5"/>
                    <a:pt x="0" y="12"/>
                  </a:cubicBezTo>
                  <a:cubicBezTo>
                    <a:pt x="0" y="18"/>
                    <a:pt x="6" y="24"/>
                    <a:pt x="12" y="24"/>
                  </a:cubicBezTo>
                  <a:cubicBezTo>
                    <a:pt x="34" y="24"/>
                    <a:pt x="34" y="24"/>
                    <a:pt x="34" y="24"/>
                  </a:cubicBezTo>
                  <a:cubicBezTo>
                    <a:pt x="41" y="24"/>
                    <a:pt x="46" y="18"/>
                    <a:pt x="46" y="12"/>
                  </a:cubicBezTo>
                  <a:cubicBezTo>
                    <a:pt x="46" y="5"/>
                    <a:pt x="41" y="0"/>
                    <a:pt x="34" y="0"/>
                  </a:cubicBezTo>
                </a:path>
              </a:pathLst>
            </a:custGeom>
            <a:solidFill>
              <a:srgbClr val="DADADA"/>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2" name="î$ḷîḋe">
              <a:extLst>
                <a:ext uri="{FF2B5EF4-FFF2-40B4-BE49-F238E27FC236}">
                  <a16:creationId xmlns:a16="http://schemas.microsoft.com/office/drawing/2014/main" id="{141890C6-77AF-4133-AF82-F499AE5B2E40}"/>
                </a:ext>
              </a:extLst>
            </p:cNvPr>
            <p:cNvSpPr/>
            <p:nvPr/>
          </p:nvSpPr>
          <p:spPr bwMode="auto">
            <a:xfrm>
              <a:off x="1148226" y="3078376"/>
              <a:ext cx="120576" cy="61724"/>
            </a:xfrm>
            <a:custGeom>
              <a:avLst/>
              <a:gdLst>
                <a:gd name="T0" fmla="*/ 35 w 47"/>
                <a:gd name="T1" fmla="*/ 0 h 24"/>
                <a:gd name="T2" fmla="*/ 12 w 47"/>
                <a:gd name="T3" fmla="*/ 0 h 24"/>
                <a:gd name="T4" fmla="*/ 0 w 47"/>
                <a:gd name="T5" fmla="*/ 12 h 24"/>
                <a:gd name="T6" fmla="*/ 12 w 47"/>
                <a:gd name="T7" fmla="*/ 24 h 24"/>
                <a:gd name="T8" fmla="*/ 35 w 47"/>
                <a:gd name="T9" fmla="*/ 24 h 24"/>
                <a:gd name="T10" fmla="*/ 47 w 47"/>
                <a:gd name="T11" fmla="*/ 12 h 24"/>
                <a:gd name="T12" fmla="*/ 35 w 47"/>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7" h="24">
                  <a:moveTo>
                    <a:pt x="35" y="0"/>
                  </a:moveTo>
                  <a:cubicBezTo>
                    <a:pt x="12" y="0"/>
                    <a:pt x="12" y="0"/>
                    <a:pt x="12" y="0"/>
                  </a:cubicBezTo>
                  <a:cubicBezTo>
                    <a:pt x="6" y="0"/>
                    <a:pt x="0" y="5"/>
                    <a:pt x="0" y="12"/>
                  </a:cubicBezTo>
                  <a:cubicBezTo>
                    <a:pt x="0" y="18"/>
                    <a:pt x="6" y="24"/>
                    <a:pt x="12" y="24"/>
                  </a:cubicBezTo>
                  <a:cubicBezTo>
                    <a:pt x="35" y="24"/>
                    <a:pt x="35" y="24"/>
                    <a:pt x="35" y="24"/>
                  </a:cubicBezTo>
                  <a:cubicBezTo>
                    <a:pt x="42" y="24"/>
                    <a:pt x="47" y="18"/>
                    <a:pt x="47" y="12"/>
                  </a:cubicBezTo>
                  <a:cubicBezTo>
                    <a:pt x="47" y="5"/>
                    <a:pt x="42" y="0"/>
                    <a:pt x="35" y="0"/>
                  </a:cubicBezTo>
                </a:path>
              </a:pathLst>
            </a:custGeom>
            <a:solidFill>
              <a:srgbClr val="DADADA"/>
            </a:solidFill>
            <a:ln>
              <a:noFill/>
            </a:ln>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3" name="íṡļíḋê">
              <a:extLst>
                <a:ext uri="{FF2B5EF4-FFF2-40B4-BE49-F238E27FC236}">
                  <a16:creationId xmlns:a16="http://schemas.microsoft.com/office/drawing/2014/main" id="{5A9C26A2-5BB4-4E32-B4D0-0011DDCA4A5C}"/>
                </a:ext>
              </a:extLst>
            </p:cNvPr>
            <p:cNvSpPr/>
            <p:nvPr/>
          </p:nvSpPr>
          <p:spPr bwMode="auto">
            <a:xfrm>
              <a:off x="3961657" y="4684616"/>
              <a:ext cx="61724" cy="130624"/>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5"/>
                    <a:pt x="5" y="51"/>
                    <a:pt x="12" y="51"/>
                  </a:cubicBezTo>
                  <a:cubicBezTo>
                    <a:pt x="18" y="51"/>
                    <a:pt x="24" y="45"/>
                    <a:pt x="24" y="39"/>
                  </a:cubicBezTo>
                  <a:cubicBezTo>
                    <a:pt x="24" y="12"/>
                    <a:pt x="24" y="12"/>
                    <a:pt x="24" y="12"/>
                  </a:cubicBezTo>
                  <a:cubicBezTo>
                    <a:pt x="24" y="5"/>
                    <a:pt x="18" y="0"/>
                    <a:pt x="12" y="0"/>
                  </a:cubicBezTo>
                  <a:cubicBezTo>
                    <a:pt x="5" y="0"/>
                    <a:pt x="0" y="5"/>
                    <a:pt x="0" y="1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4" name="íṥ1iḓè">
              <a:extLst>
                <a:ext uri="{FF2B5EF4-FFF2-40B4-BE49-F238E27FC236}">
                  <a16:creationId xmlns:a16="http://schemas.microsoft.com/office/drawing/2014/main" id="{39B7D8E4-4CCB-4C19-B5EC-5F7F00BAC6A4}"/>
                </a:ext>
              </a:extLst>
            </p:cNvPr>
            <p:cNvSpPr/>
            <p:nvPr/>
          </p:nvSpPr>
          <p:spPr bwMode="auto">
            <a:xfrm>
              <a:off x="3961657" y="4848254"/>
              <a:ext cx="61724" cy="129188"/>
            </a:xfrm>
            <a:custGeom>
              <a:avLst/>
              <a:gdLst>
                <a:gd name="T0" fmla="*/ 0 w 24"/>
                <a:gd name="T1" fmla="*/ 12 h 51"/>
                <a:gd name="T2" fmla="*/ 0 w 24"/>
                <a:gd name="T3" fmla="*/ 39 h 51"/>
                <a:gd name="T4" fmla="*/ 12 w 24"/>
                <a:gd name="T5" fmla="*/ 51 h 51"/>
                <a:gd name="T6" fmla="*/ 24 w 24"/>
                <a:gd name="T7" fmla="*/ 39 h 51"/>
                <a:gd name="T8" fmla="*/ 24 w 24"/>
                <a:gd name="T9" fmla="*/ 12 h 51"/>
                <a:gd name="T10" fmla="*/ 12 w 24"/>
                <a:gd name="T11" fmla="*/ 0 h 51"/>
                <a:gd name="T12" fmla="*/ 0 w 24"/>
                <a:gd name="T13" fmla="*/ 12 h 51"/>
              </a:gdLst>
              <a:ahLst/>
              <a:cxnLst>
                <a:cxn ang="0">
                  <a:pos x="T0" y="T1"/>
                </a:cxn>
                <a:cxn ang="0">
                  <a:pos x="T2" y="T3"/>
                </a:cxn>
                <a:cxn ang="0">
                  <a:pos x="T4" y="T5"/>
                </a:cxn>
                <a:cxn ang="0">
                  <a:pos x="T6" y="T7"/>
                </a:cxn>
                <a:cxn ang="0">
                  <a:pos x="T8" y="T9"/>
                </a:cxn>
                <a:cxn ang="0">
                  <a:pos x="T10" y="T11"/>
                </a:cxn>
                <a:cxn ang="0">
                  <a:pos x="T12" y="T13"/>
                </a:cxn>
              </a:cxnLst>
              <a:rect l="0" t="0" r="r" b="b"/>
              <a:pathLst>
                <a:path w="24" h="51">
                  <a:moveTo>
                    <a:pt x="0" y="12"/>
                  </a:moveTo>
                  <a:cubicBezTo>
                    <a:pt x="0" y="39"/>
                    <a:pt x="0" y="39"/>
                    <a:pt x="0" y="39"/>
                  </a:cubicBezTo>
                  <a:cubicBezTo>
                    <a:pt x="0" y="46"/>
                    <a:pt x="5" y="51"/>
                    <a:pt x="12" y="51"/>
                  </a:cubicBezTo>
                  <a:cubicBezTo>
                    <a:pt x="18" y="51"/>
                    <a:pt x="24" y="46"/>
                    <a:pt x="24" y="39"/>
                  </a:cubicBezTo>
                  <a:cubicBezTo>
                    <a:pt x="24" y="12"/>
                    <a:pt x="24" y="12"/>
                    <a:pt x="24" y="12"/>
                  </a:cubicBezTo>
                  <a:cubicBezTo>
                    <a:pt x="24" y="5"/>
                    <a:pt x="18" y="0"/>
                    <a:pt x="12" y="0"/>
                  </a:cubicBezTo>
                  <a:cubicBezTo>
                    <a:pt x="5" y="0"/>
                    <a:pt x="0" y="5"/>
                    <a:pt x="0" y="1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5" name="ïśḷîḓe">
              <a:extLst>
                <a:ext uri="{FF2B5EF4-FFF2-40B4-BE49-F238E27FC236}">
                  <a16:creationId xmlns:a16="http://schemas.microsoft.com/office/drawing/2014/main" id="{BFE01FFF-5D72-4EAC-B837-5A3E81BDFD13}"/>
                </a:ext>
              </a:extLst>
            </p:cNvPr>
            <p:cNvSpPr/>
            <p:nvPr/>
          </p:nvSpPr>
          <p:spPr bwMode="auto">
            <a:xfrm>
              <a:off x="4023380" y="4802320"/>
              <a:ext cx="113399" cy="60288"/>
            </a:xfrm>
            <a:custGeom>
              <a:avLst/>
              <a:gdLst>
                <a:gd name="T0" fmla="*/ 33 w 45"/>
                <a:gd name="T1" fmla="*/ 0 h 24"/>
                <a:gd name="T2" fmla="*/ 12 w 45"/>
                <a:gd name="T3" fmla="*/ 0 h 24"/>
                <a:gd name="T4" fmla="*/ 0 w 45"/>
                <a:gd name="T5" fmla="*/ 12 h 24"/>
                <a:gd name="T6" fmla="*/ 12 w 45"/>
                <a:gd name="T7" fmla="*/ 24 h 24"/>
                <a:gd name="T8" fmla="*/ 33 w 45"/>
                <a:gd name="T9" fmla="*/ 24 h 24"/>
                <a:gd name="T10" fmla="*/ 45 w 45"/>
                <a:gd name="T11" fmla="*/ 12 h 24"/>
                <a:gd name="T12" fmla="*/ 33 w 45"/>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5" h="24">
                  <a:moveTo>
                    <a:pt x="33" y="0"/>
                  </a:moveTo>
                  <a:cubicBezTo>
                    <a:pt x="12" y="0"/>
                    <a:pt x="12" y="0"/>
                    <a:pt x="12" y="0"/>
                  </a:cubicBezTo>
                  <a:cubicBezTo>
                    <a:pt x="5" y="0"/>
                    <a:pt x="0" y="5"/>
                    <a:pt x="0" y="12"/>
                  </a:cubicBezTo>
                  <a:cubicBezTo>
                    <a:pt x="0" y="18"/>
                    <a:pt x="5" y="24"/>
                    <a:pt x="12" y="24"/>
                  </a:cubicBezTo>
                  <a:cubicBezTo>
                    <a:pt x="33" y="24"/>
                    <a:pt x="33" y="24"/>
                    <a:pt x="33" y="24"/>
                  </a:cubicBezTo>
                  <a:cubicBezTo>
                    <a:pt x="40" y="24"/>
                    <a:pt x="45" y="18"/>
                    <a:pt x="45" y="12"/>
                  </a:cubicBezTo>
                  <a:cubicBezTo>
                    <a:pt x="45" y="5"/>
                    <a:pt x="40" y="0"/>
                    <a:pt x="33"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sp>
          <p:nvSpPr>
            <p:cNvPr id="136" name="íśļide">
              <a:extLst>
                <a:ext uri="{FF2B5EF4-FFF2-40B4-BE49-F238E27FC236}">
                  <a16:creationId xmlns:a16="http://schemas.microsoft.com/office/drawing/2014/main" id="{CDBF6332-73E9-4B31-B97A-E5431FF6496D}"/>
                </a:ext>
              </a:extLst>
            </p:cNvPr>
            <p:cNvSpPr/>
            <p:nvPr/>
          </p:nvSpPr>
          <p:spPr bwMode="auto">
            <a:xfrm>
              <a:off x="3845387" y="4802320"/>
              <a:ext cx="116270" cy="60288"/>
            </a:xfrm>
            <a:custGeom>
              <a:avLst/>
              <a:gdLst>
                <a:gd name="T0" fmla="*/ 34 w 46"/>
                <a:gd name="T1" fmla="*/ 0 h 24"/>
                <a:gd name="T2" fmla="*/ 12 w 46"/>
                <a:gd name="T3" fmla="*/ 0 h 24"/>
                <a:gd name="T4" fmla="*/ 0 w 46"/>
                <a:gd name="T5" fmla="*/ 12 h 24"/>
                <a:gd name="T6" fmla="*/ 12 w 46"/>
                <a:gd name="T7" fmla="*/ 24 h 24"/>
                <a:gd name="T8" fmla="*/ 34 w 46"/>
                <a:gd name="T9" fmla="*/ 24 h 24"/>
                <a:gd name="T10" fmla="*/ 46 w 46"/>
                <a:gd name="T11" fmla="*/ 12 h 24"/>
                <a:gd name="T12" fmla="*/ 34 w 46"/>
                <a:gd name="T13" fmla="*/ 0 h 24"/>
              </a:gdLst>
              <a:ahLst/>
              <a:cxnLst>
                <a:cxn ang="0">
                  <a:pos x="T0" y="T1"/>
                </a:cxn>
                <a:cxn ang="0">
                  <a:pos x="T2" y="T3"/>
                </a:cxn>
                <a:cxn ang="0">
                  <a:pos x="T4" y="T5"/>
                </a:cxn>
                <a:cxn ang="0">
                  <a:pos x="T6" y="T7"/>
                </a:cxn>
                <a:cxn ang="0">
                  <a:pos x="T8" y="T9"/>
                </a:cxn>
                <a:cxn ang="0">
                  <a:pos x="T10" y="T11"/>
                </a:cxn>
                <a:cxn ang="0">
                  <a:pos x="T12" y="T13"/>
                </a:cxn>
              </a:cxnLst>
              <a:rect l="0" t="0" r="r" b="b"/>
              <a:pathLst>
                <a:path w="46" h="24">
                  <a:moveTo>
                    <a:pt x="34" y="0"/>
                  </a:moveTo>
                  <a:cubicBezTo>
                    <a:pt x="12" y="0"/>
                    <a:pt x="12" y="0"/>
                    <a:pt x="12" y="0"/>
                  </a:cubicBezTo>
                  <a:cubicBezTo>
                    <a:pt x="5" y="0"/>
                    <a:pt x="0" y="5"/>
                    <a:pt x="0" y="12"/>
                  </a:cubicBezTo>
                  <a:cubicBezTo>
                    <a:pt x="0" y="18"/>
                    <a:pt x="5" y="24"/>
                    <a:pt x="12" y="24"/>
                  </a:cubicBezTo>
                  <a:cubicBezTo>
                    <a:pt x="34" y="24"/>
                    <a:pt x="34" y="24"/>
                    <a:pt x="34" y="24"/>
                  </a:cubicBezTo>
                  <a:cubicBezTo>
                    <a:pt x="41" y="24"/>
                    <a:pt x="46" y="18"/>
                    <a:pt x="46" y="12"/>
                  </a:cubicBezTo>
                  <a:cubicBezTo>
                    <a:pt x="46" y="5"/>
                    <a:pt x="41" y="0"/>
                    <a:pt x="34" y="0"/>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square" lIns="91440" tIns="45720" rIns="91440" bIns="45720" anchor="ctr">
              <a:normAutofit fontScale="25000" lnSpcReduction="20000"/>
            </a:bodyPr>
            <a:lstStyle/>
            <a:p>
              <a:pPr algn="ctr">
                <a:defRPr/>
              </a:pPr>
              <a:endParaRPr dirty="0">
                <a:solidFill>
                  <a:prstClr val="black"/>
                </a:solidFill>
                <a:latin typeface="Arial"/>
                <a:ea typeface="微软雅黑 Light"/>
              </a:endParaRPr>
            </a:p>
          </p:txBody>
        </p:sp>
      </p:grpSp>
      <p:sp>
        <p:nvSpPr>
          <p:cNvPr id="137" name="iṧḷíḍe">
            <a:extLst>
              <a:ext uri="{FF2B5EF4-FFF2-40B4-BE49-F238E27FC236}">
                <a16:creationId xmlns:a16="http://schemas.microsoft.com/office/drawing/2014/main" id="{648C8805-5D08-4949-A27F-AA3B0C3C8FD5}"/>
              </a:ext>
            </a:extLst>
          </p:cNvPr>
          <p:cNvSpPr txBox="1"/>
          <p:nvPr/>
        </p:nvSpPr>
        <p:spPr>
          <a:xfrm>
            <a:off x="826074" y="1210570"/>
            <a:ext cx="4422683" cy="106017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buSzPct val="25000"/>
              <a:defRPr/>
            </a:pPr>
            <a:r>
              <a:rPr lang="zh-CN" altLang="en-US" dirty="0">
                <a:solidFill>
                  <a:prstClr val="black"/>
                </a:solidFill>
                <a:latin typeface="微软雅黑 Light"/>
                <a:ea typeface="微软雅黑 Light"/>
              </a:rPr>
              <a:t>在这里输入总结在这里输入总结在这里输入总结在这里输入总结在这里输入总结。</a:t>
            </a:r>
            <a:endParaRPr lang="en-US" altLang="zh-CN" dirty="0">
              <a:solidFill>
                <a:prstClr val="black"/>
              </a:solidFill>
              <a:latin typeface="微软雅黑 Light"/>
              <a:ea typeface="微软雅黑 Light"/>
            </a:endParaRPr>
          </a:p>
        </p:txBody>
      </p:sp>
      <p:sp>
        <p:nvSpPr>
          <p:cNvPr id="138" name="îṥľíḍê">
            <a:extLst>
              <a:ext uri="{FF2B5EF4-FFF2-40B4-BE49-F238E27FC236}">
                <a16:creationId xmlns:a16="http://schemas.microsoft.com/office/drawing/2014/main" id="{62F5D342-97FF-4813-837C-5FB2FA4E2961}"/>
              </a:ext>
            </a:extLst>
          </p:cNvPr>
          <p:cNvSpPr txBox="1"/>
          <p:nvPr/>
        </p:nvSpPr>
        <p:spPr>
          <a:xfrm>
            <a:off x="5763226" y="2028713"/>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39" name="îSḷîḑê">
            <a:extLst>
              <a:ext uri="{FF2B5EF4-FFF2-40B4-BE49-F238E27FC236}">
                <a16:creationId xmlns:a16="http://schemas.microsoft.com/office/drawing/2014/main" id="{0BE8B389-6824-4621-B672-CBA427F2B5C2}"/>
              </a:ext>
            </a:extLst>
          </p:cNvPr>
          <p:cNvSpPr txBox="1"/>
          <p:nvPr/>
        </p:nvSpPr>
        <p:spPr>
          <a:xfrm>
            <a:off x="5763225" y="1616535"/>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01.</a:t>
            </a:r>
            <a:r>
              <a:rPr lang="zh-CN" altLang="en-US" sz="1600" b="1" i="1" dirty="0">
                <a:solidFill>
                  <a:prstClr val="white"/>
                </a:solidFill>
                <a:latin typeface="微软雅黑"/>
                <a:ea typeface="微软雅黑"/>
              </a:rPr>
              <a:t>小标题</a:t>
            </a:r>
          </a:p>
        </p:txBody>
      </p:sp>
      <p:sp>
        <p:nvSpPr>
          <p:cNvPr id="140" name="îšľíḍè">
            <a:extLst>
              <a:ext uri="{FF2B5EF4-FFF2-40B4-BE49-F238E27FC236}">
                <a16:creationId xmlns:a16="http://schemas.microsoft.com/office/drawing/2014/main" id="{755C36C8-DFBA-41D8-BBB4-4576F6257F6E}"/>
              </a:ext>
            </a:extLst>
          </p:cNvPr>
          <p:cNvSpPr txBox="1"/>
          <p:nvPr/>
        </p:nvSpPr>
        <p:spPr>
          <a:xfrm>
            <a:off x="5763226" y="3534629"/>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41" name="îSľîḍê">
            <a:extLst>
              <a:ext uri="{FF2B5EF4-FFF2-40B4-BE49-F238E27FC236}">
                <a16:creationId xmlns:a16="http://schemas.microsoft.com/office/drawing/2014/main" id="{F9F2A232-294B-438D-B083-81C282B95417}"/>
              </a:ext>
            </a:extLst>
          </p:cNvPr>
          <p:cNvSpPr txBox="1"/>
          <p:nvPr/>
        </p:nvSpPr>
        <p:spPr>
          <a:xfrm>
            <a:off x="5763225" y="3122451"/>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03.</a:t>
            </a:r>
            <a:r>
              <a:rPr lang="zh-CN" altLang="en-US" sz="1600" b="1" i="1" dirty="0">
                <a:solidFill>
                  <a:prstClr val="white"/>
                </a:solidFill>
                <a:latin typeface="微软雅黑"/>
                <a:ea typeface="微软雅黑"/>
              </a:rPr>
              <a:t>小标题</a:t>
            </a:r>
            <a:endParaRPr lang="zh-CN" altLang="en-US" sz="1600" i="1" dirty="0">
              <a:solidFill>
                <a:prstClr val="white"/>
              </a:solidFill>
              <a:latin typeface="微软雅黑"/>
              <a:ea typeface="微软雅黑"/>
            </a:endParaRPr>
          </a:p>
        </p:txBody>
      </p:sp>
      <p:sp>
        <p:nvSpPr>
          <p:cNvPr id="142" name="îṡlíḍè">
            <a:extLst>
              <a:ext uri="{FF2B5EF4-FFF2-40B4-BE49-F238E27FC236}">
                <a16:creationId xmlns:a16="http://schemas.microsoft.com/office/drawing/2014/main" id="{663D5823-9D9D-4E99-B7CB-0F5D26948565}"/>
              </a:ext>
            </a:extLst>
          </p:cNvPr>
          <p:cNvSpPr txBox="1"/>
          <p:nvPr/>
        </p:nvSpPr>
        <p:spPr>
          <a:xfrm>
            <a:off x="5763226" y="5040546"/>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43" name="iş1ïḍe">
            <a:extLst>
              <a:ext uri="{FF2B5EF4-FFF2-40B4-BE49-F238E27FC236}">
                <a16:creationId xmlns:a16="http://schemas.microsoft.com/office/drawing/2014/main" id="{8C083B43-CF9E-4F3E-9717-499249BF7BDC}"/>
              </a:ext>
            </a:extLst>
          </p:cNvPr>
          <p:cNvSpPr txBox="1"/>
          <p:nvPr/>
        </p:nvSpPr>
        <p:spPr>
          <a:xfrm>
            <a:off x="5763225" y="4628368"/>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05.</a:t>
            </a:r>
            <a:r>
              <a:rPr lang="zh-CN" altLang="en-US" sz="1600" b="1" i="1" dirty="0">
                <a:solidFill>
                  <a:prstClr val="white"/>
                </a:solidFill>
                <a:latin typeface="微软雅黑"/>
                <a:ea typeface="微软雅黑"/>
              </a:rPr>
              <a:t>小标题</a:t>
            </a:r>
            <a:endParaRPr lang="zh-CN" altLang="en-US" sz="1600" i="1" dirty="0">
              <a:solidFill>
                <a:prstClr val="white"/>
              </a:solidFill>
              <a:latin typeface="微软雅黑"/>
              <a:ea typeface="微软雅黑"/>
            </a:endParaRPr>
          </a:p>
        </p:txBody>
      </p:sp>
      <p:sp>
        <p:nvSpPr>
          <p:cNvPr id="144" name="iṣḷïdé">
            <a:extLst>
              <a:ext uri="{FF2B5EF4-FFF2-40B4-BE49-F238E27FC236}">
                <a16:creationId xmlns:a16="http://schemas.microsoft.com/office/drawing/2014/main" id="{28D2EEAD-0B98-4AF3-B1F0-040C0826E981}"/>
              </a:ext>
            </a:extLst>
          </p:cNvPr>
          <p:cNvSpPr txBox="1"/>
          <p:nvPr/>
        </p:nvSpPr>
        <p:spPr>
          <a:xfrm>
            <a:off x="8798884" y="2028713"/>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45" name="íšļïḋe">
            <a:extLst>
              <a:ext uri="{FF2B5EF4-FFF2-40B4-BE49-F238E27FC236}">
                <a16:creationId xmlns:a16="http://schemas.microsoft.com/office/drawing/2014/main" id="{009B69E0-2E7A-4260-900B-794FC75981CA}"/>
              </a:ext>
            </a:extLst>
          </p:cNvPr>
          <p:cNvSpPr txBox="1"/>
          <p:nvPr/>
        </p:nvSpPr>
        <p:spPr>
          <a:xfrm>
            <a:off x="8798883" y="1616535"/>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02.</a:t>
            </a:r>
            <a:r>
              <a:rPr lang="zh-CN" altLang="en-US" sz="1600" b="1" i="1" dirty="0">
                <a:solidFill>
                  <a:prstClr val="white"/>
                </a:solidFill>
                <a:latin typeface="微软雅黑"/>
                <a:ea typeface="微软雅黑"/>
              </a:rPr>
              <a:t>小标题</a:t>
            </a:r>
            <a:endParaRPr lang="zh-CN" altLang="en-US" sz="1600" i="1" dirty="0">
              <a:solidFill>
                <a:prstClr val="white"/>
              </a:solidFill>
              <a:latin typeface="微软雅黑"/>
              <a:ea typeface="微软雅黑"/>
            </a:endParaRPr>
          </a:p>
        </p:txBody>
      </p:sp>
      <p:sp>
        <p:nvSpPr>
          <p:cNvPr id="146" name="ïŝľiḓè">
            <a:extLst>
              <a:ext uri="{FF2B5EF4-FFF2-40B4-BE49-F238E27FC236}">
                <a16:creationId xmlns:a16="http://schemas.microsoft.com/office/drawing/2014/main" id="{E368F406-53A1-4F50-8FB2-BCAD7365249A}"/>
              </a:ext>
            </a:extLst>
          </p:cNvPr>
          <p:cNvSpPr txBox="1"/>
          <p:nvPr/>
        </p:nvSpPr>
        <p:spPr>
          <a:xfrm>
            <a:off x="8798884" y="3534630"/>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47" name="îSlíḓe">
            <a:extLst>
              <a:ext uri="{FF2B5EF4-FFF2-40B4-BE49-F238E27FC236}">
                <a16:creationId xmlns:a16="http://schemas.microsoft.com/office/drawing/2014/main" id="{E3595B8D-8206-4834-92DA-004CAB81D4D0}"/>
              </a:ext>
            </a:extLst>
          </p:cNvPr>
          <p:cNvSpPr txBox="1"/>
          <p:nvPr/>
        </p:nvSpPr>
        <p:spPr>
          <a:xfrm>
            <a:off x="8798883" y="3122452"/>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04.</a:t>
            </a:r>
            <a:r>
              <a:rPr lang="zh-CN" altLang="en-US" sz="1600" b="1" i="1" dirty="0">
                <a:solidFill>
                  <a:prstClr val="white"/>
                </a:solidFill>
                <a:latin typeface="微软雅黑"/>
                <a:ea typeface="微软雅黑"/>
              </a:rPr>
              <a:t>小标题</a:t>
            </a:r>
            <a:endParaRPr lang="zh-CN" altLang="en-US" sz="1600" i="1" dirty="0">
              <a:solidFill>
                <a:prstClr val="white"/>
              </a:solidFill>
              <a:latin typeface="微软雅黑"/>
              <a:ea typeface="微软雅黑"/>
            </a:endParaRPr>
          </a:p>
        </p:txBody>
      </p:sp>
      <p:sp>
        <p:nvSpPr>
          <p:cNvPr id="148" name="îṡļíḍé">
            <a:extLst>
              <a:ext uri="{FF2B5EF4-FFF2-40B4-BE49-F238E27FC236}">
                <a16:creationId xmlns:a16="http://schemas.microsoft.com/office/drawing/2014/main" id="{0F06124A-DB18-4B48-91F4-AA79AF624710}"/>
              </a:ext>
            </a:extLst>
          </p:cNvPr>
          <p:cNvSpPr txBox="1"/>
          <p:nvPr/>
        </p:nvSpPr>
        <p:spPr>
          <a:xfrm>
            <a:off x="8798884" y="5040546"/>
            <a:ext cx="2732716" cy="620017"/>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50000"/>
              </a:lnSpc>
              <a:defRPr/>
            </a:pPr>
            <a:r>
              <a:rPr lang="zh-CN" altLang="en-US" sz="1100" dirty="0">
                <a:solidFill>
                  <a:prstClr val="black">
                    <a:lumMod val="100000"/>
                  </a:prstClr>
                </a:solidFill>
                <a:latin typeface="Arial"/>
                <a:ea typeface="微软雅黑 Light"/>
              </a:rPr>
              <a:t>在这里输入补充说明在这里输入补充说明</a:t>
            </a:r>
          </a:p>
          <a:p>
            <a:pPr>
              <a:lnSpc>
                <a:spcPct val="150000"/>
              </a:lnSpc>
              <a:defRPr/>
            </a:pPr>
            <a:r>
              <a:rPr lang="zh-CN" altLang="en-US" sz="1100" dirty="0">
                <a:solidFill>
                  <a:prstClr val="black">
                    <a:lumMod val="100000"/>
                  </a:prstClr>
                </a:solidFill>
                <a:latin typeface="Arial"/>
                <a:ea typeface="微软雅黑 Light"/>
              </a:rPr>
              <a:t>在这里输入补充说明</a:t>
            </a:r>
          </a:p>
          <a:p>
            <a:pPr>
              <a:lnSpc>
                <a:spcPct val="150000"/>
              </a:lnSpc>
              <a:defRPr/>
            </a:pPr>
            <a:endParaRPr lang="zh-CN" altLang="en-US" sz="1100" dirty="0">
              <a:solidFill>
                <a:prstClr val="black">
                  <a:lumMod val="100000"/>
                </a:prstClr>
              </a:solidFill>
              <a:latin typeface="Arial"/>
              <a:ea typeface="微软雅黑 Light"/>
            </a:endParaRPr>
          </a:p>
        </p:txBody>
      </p:sp>
      <p:sp>
        <p:nvSpPr>
          <p:cNvPr id="149" name="îšļiḋê">
            <a:extLst>
              <a:ext uri="{FF2B5EF4-FFF2-40B4-BE49-F238E27FC236}">
                <a16:creationId xmlns:a16="http://schemas.microsoft.com/office/drawing/2014/main" id="{4572026E-9FC6-4030-9507-15D4741CB452}"/>
              </a:ext>
            </a:extLst>
          </p:cNvPr>
          <p:cNvSpPr txBox="1"/>
          <p:nvPr/>
        </p:nvSpPr>
        <p:spPr>
          <a:xfrm>
            <a:off x="8798883" y="4628368"/>
            <a:ext cx="1480459" cy="412178"/>
          </a:xfrm>
          <a:prstGeom prst="roundRect">
            <a:avLst>
              <a:gd name="adj" fmla="val 50000"/>
            </a:avLst>
          </a:prstGeom>
          <a:solidFill>
            <a:srgbClr val="0C49B7"/>
          </a:solidFill>
        </p:spPr>
        <p:txBody>
          <a:bodyPr wrap="square" lIns="91440" tIns="45720" rIns="91440" bIns="45720" anchor="ctr">
            <a:normAutofit fontScale="9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defRPr/>
            </a:pPr>
            <a:r>
              <a:rPr lang="en-US" altLang="zh-CN" sz="1600" i="1" dirty="0">
                <a:solidFill>
                  <a:prstClr val="white"/>
                </a:solidFill>
                <a:latin typeface="微软雅黑"/>
                <a:ea typeface="微软雅黑"/>
              </a:rPr>
              <a:t>06.</a:t>
            </a:r>
            <a:r>
              <a:rPr lang="zh-CN" altLang="en-US" sz="1600" b="1" i="1" dirty="0">
                <a:solidFill>
                  <a:prstClr val="white"/>
                </a:solidFill>
                <a:latin typeface="微软雅黑"/>
                <a:ea typeface="微软雅黑"/>
              </a:rPr>
              <a:t>小标题</a:t>
            </a:r>
            <a:endParaRPr lang="zh-CN" altLang="en-US" sz="1600" i="1" dirty="0">
              <a:solidFill>
                <a:prstClr val="white"/>
              </a:solidFill>
              <a:latin typeface="微软雅黑"/>
              <a:ea typeface="微软雅黑"/>
            </a:endParaRPr>
          </a:p>
        </p:txBody>
      </p:sp>
      <p:cxnSp>
        <p:nvCxnSpPr>
          <p:cNvPr id="150" name="直接连接符 149">
            <a:extLst>
              <a:ext uri="{FF2B5EF4-FFF2-40B4-BE49-F238E27FC236}">
                <a16:creationId xmlns:a16="http://schemas.microsoft.com/office/drawing/2014/main" id="{2EC4AAEE-DF9F-45E9-A915-DFEF444BE840}"/>
              </a:ext>
            </a:extLst>
          </p:cNvPr>
          <p:cNvCxnSpPr/>
          <p:nvPr/>
        </p:nvCxnSpPr>
        <p:spPr>
          <a:xfrm>
            <a:off x="5784276" y="2885591"/>
            <a:ext cx="5747324" cy="0"/>
          </a:xfrm>
          <a:prstGeom prst="line">
            <a:avLst/>
          </a:prstGeom>
          <a:noFill/>
          <a:ln w="12700" cap="rnd" cmpd="sng" algn="ctr">
            <a:solidFill>
              <a:sysClr val="window" lastClr="FFFFFF">
                <a:lumMod val="75000"/>
              </a:sysClr>
            </a:solidFill>
            <a:prstDash val="solid"/>
            <a:round/>
          </a:ln>
          <a:effectLst/>
        </p:spPr>
      </p:cxnSp>
      <p:cxnSp>
        <p:nvCxnSpPr>
          <p:cNvPr id="151" name="直接连接符 150">
            <a:extLst>
              <a:ext uri="{FF2B5EF4-FFF2-40B4-BE49-F238E27FC236}">
                <a16:creationId xmlns:a16="http://schemas.microsoft.com/office/drawing/2014/main" id="{5D522A4B-B919-4B29-BA56-169A1E397A8C}"/>
              </a:ext>
            </a:extLst>
          </p:cNvPr>
          <p:cNvCxnSpPr/>
          <p:nvPr/>
        </p:nvCxnSpPr>
        <p:spPr>
          <a:xfrm>
            <a:off x="5784276" y="4391508"/>
            <a:ext cx="5747324" cy="0"/>
          </a:xfrm>
          <a:prstGeom prst="line">
            <a:avLst/>
          </a:prstGeom>
          <a:noFill/>
          <a:ln w="12700" cap="rnd" cmpd="sng" algn="ctr">
            <a:solidFill>
              <a:sysClr val="window" lastClr="FFFFFF">
                <a:lumMod val="75000"/>
              </a:sysClr>
            </a:solidFill>
            <a:prstDash val="solid"/>
            <a:round/>
          </a:ln>
          <a:effectLst/>
        </p:spPr>
      </p:cxnSp>
    </p:spTree>
    <p:extLst>
      <p:ext uri="{BB962C8B-B14F-4D97-AF65-F5344CB8AC3E}">
        <p14:creationId xmlns:p14="http://schemas.microsoft.com/office/powerpoint/2010/main" val="145528671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iṡḷîḑé">
            <a:extLst>
              <a:ext uri="{FF2B5EF4-FFF2-40B4-BE49-F238E27FC236}">
                <a16:creationId xmlns:a16="http://schemas.microsoft.com/office/drawing/2014/main" id="{62D8F678-F3CC-45D8-96BD-29E1E1581B28}"/>
              </a:ext>
            </a:extLst>
          </p:cNvPr>
          <p:cNvGrpSpPr/>
          <p:nvPr/>
        </p:nvGrpSpPr>
        <p:grpSpPr>
          <a:xfrm>
            <a:off x="4403461" y="1301175"/>
            <a:ext cx="3442852" cy="3442846"/>
            <a:chOff x="4189997" y="1706491"/>
            <a:chExt cx="3864123" cy="3864118"/>
          </a:xfrm>
        </p:grpSpPr>
        <p:sp>
          <p:nvSpPr>
            <p:cNvPr id="17" name="iṥḷîḍê">
              <a:extLst>
                <a:ext uri="{FF2B5EF4-FFF2-40B4-BE49-F238E27FC236}">
                  <a16:creationId xmlns:a16="http://schemas.microsoft.com/office/drawing/2014/main" id="{A3814024-22C8-4D14-BD05-7177C6404864}"/>
                </a:ext>
              </a:extLst>
            </p:cNvPr>
            <p:cNvSpPr/>
            <p:nvPr/>
          </p:nvSpPr>
          <p:spPr bwMode="auto">
            <a:xfrm>
              <a:off x="4189997" y="1706491"/>
              <a:ext cx="3864123" cy="3387623"/>
            </a:xfrm>
            <a:custGeom>
              <a:avLst/>
              <a:gdLst>
                <a:gd name="T0" fmla="*/ 72 w 73"/>
                <a:gd name="T1" fmla="*/ 62 h 64"/>
                <a:gd name="T2" fmla="*/ 58 w 73"/>
                <a:gd name="T3" fmla="*/ 49 h 64"/>
                <a:gd name="T4" fmla="*/ 46 w 73"/>
                <a:gd name="T5" fmla="*/ 43 h 64"/>
                <a:gd name="T6" fmla="*/ 44 w 73"/>
                <a:gd name="T7" fmla="*/ 42 h 64"/>
                <a:gd name="T8" fmla="*/ 44 w 73"/>
                <a:gd name="T9" fmla="*/ 42 h 64"/>
                <a:gd name="T10" fmla="*/ 44 w 73"/>
                <a:gd name="T11" fmla="*/ 42 h 64"/>
                <a:gd name="T12" fmla="*/ 42 w 73"/>
                <a:gd name="T13" fmla="*/ 41 h 64"/>
                <a:gd name="T14" fmla="*/ 42 w 73"/>
                <a:gd name="T15" fmla="*/ 41 h 64"/>
                <a:gd name="T16" fmla="*/ 42 w 73"/>
                <a:gd name="T17" fmla="*/ 41 h 64"/>
                <a:gd name="T18" fmla="*/ 39 w 73"/>
                <a:gd name="T19" fmla="*/ 36 h 64"/>
                <a:gd name="T20" fmla="*/ 39 w 73"/>
                <a:gd name="T21" fmla="*/ 36 h 64"/>
                <a:gd name="T22" fmla="*/ 40 w 73"/>
                <a:gd name="T23" fmla="*/ 35 h 64"/>
                <a:gd name="T24" fmla="*/ 40 w 73"/>
                <a:gd name="T25" fmla="*/ 35 h 64"/>
                <a:gd name="T26" fmla="*/ 40 w 73"/>
                <a:gd name="T27" fmla="*/ 35 h 64"/>
                <a:gd name="T28" fmla="*/ 40 w 73"/>
                <a:gd name="T29" fmla="*/ 33 h 64"/>
                <a:gd name="T30" fmla="*/ 41 w 73"/>
                <a:gd name="T31" fmla="*/ 19 h 64"/>
                <a:gd name="T32" fmla="*/ 37 w 73"/>
                <a:gd name="T33" fmla="*/ 0 h 64"/>
                <a:gd name="T34" fmla="*/ 33 w 73"/>
                <a:gd name="T35" fmla="*/ 19 h 64"/>
                <a:gd name="T36" fmla="*/ 34 w 73"/>
                <a:gd name="T37" fmla="*/ 33 h 64"/>
                <a:gd name="T38" fmla="*/ 34 w 73"/>
                <a:gd name="T39" fmla="*/ 35 h 64"/>
                <a:gd name="T40" fmla="*/ 34 w 73"/>
                <a:gd name="T41" fmla="*/ 35 h 64"/>
                <a:gd name="T42" fmla="*/ 34 w 73"/>
                <a:gd name="T43" fmla="*/ 35 h 64"/>
                <a:gd name="T44" fmla="*/ 34 w 73"/>
                <a:gd name="T45" fmla="*/ 36 h 64"/>
                <a:gd name="T46" fmla="*/ 31 w 73"/>
                <a:gd name="T47" fmla="*/ 41 h 64"/>
                <a:gd name="T48" fmla="*/ 31 w 73"/>
                <a:gd name="T49" fmla="*/ 41 h 64"/>
                <a:gd name="T50" fmla="*/ 31 w 73"/>
                <a:gd name="T51" fmla="*/ 41 h 64"/>
                <a:gd name="T52" fmla="*/ 30 w 73"/>
                <a:gd name="T53" fmla="*/ 42 h 64"/>
                <a:gd name="T54" fmla="*/ 30 w 73"/>
                <a:gd name="T55" fmla="*/ 42 h 64"/>
                <a:gd name="T56" fmla="*/ 30 w 73"/>
                <a:gd name="T57" fmla="*/ 42 h 64"/>
                <a:gd name="T58" fmla="*/ 28 w 73"/>
                <a:gd name="T59" fmla="*/ 43 h 64"/>
                <a:gd name="T60" fmla="*/ 16 w 73"/>
                <a:gd name="T61" fmla="*/ 49 h 64"/>
                <a:gd name="T62" fmla="*/ 2 w 73"/>
                <a:gd name="T63" fmla="*/ 62 h 64"/>
                <a:gd name="T64" fmla="*/ 20 w 73"/>
                <a:gd name="T65" fmla="*/ 56 h 64"/>
                <a:gd name="T66" fmla="*/ 31 w 73"/>
                <a:gd name="T67" fmla="*/ 48 h 64"/>
                <a:gd name="T68" fmla="*/ 33 w 73"/>
                <a:gd name="T69" fmla="*/ 47 h 64"/>
                <a:gd name="T70" fmla="*/ 33 w 73"/>
                <a:gd name="T71" fmla="*/ 47 h 64"/>
                <a:gd name="T72" fmla="*/ 33 w 73"/>
                <a:gd name="T73" fmla="*/ 47 h 64"/>
                <a:gd name="T74" fmla="*/ 34 w 73"/>
                <a:gd name="T75" fmla="*/ 46 h 64"/>
                <a:gd name="T76" fmla="*/ 37 w 73"/>
                <a:gd name="T77" fmla="*/ 47 h 64"/>
                <a:gd name="T78" fmla="*/ 40 w 73"/>
                <a:gd name="T79" fmla="*/ 46 h 64"/>
                <a:gd name="T80" fmla="*/ 41 w 73"/>
                <a:gd name="T81" fmla="*/ 47 h 64"/>
                <a:gd name="T82" fmla="*/ 41 w 73"/>
                <a:gd name="T83" fmla="*/ 47 h 64"/>
                <a:gd name="T84" fmla="*/ 41 w 73"/>
                <a:gd name="T85" fmla="*/ 47 h 64"/>
                <a:gd name="T86" fmla="*/ 43 w 73"/>
                <a:gd name="T87" fmla="*/ 48 h 64"/>
                <a:gd name="T88" fmla="*/ 54 w 73"/>
                <a:gd name="T89" fmla="*/ 56 h 64"/>
                <a:gd name="T90" fmla="*/ 72 w 73"/>
                <a:gd name="T91" fmla="*/ 6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 h="64">
                  <a:moveTo>
                    <a:pt x="72" y="62"/>
                  </a:moveTo>
                  <a:cubicBezTo>
                    <a:pt x="73" y="60"/>
                    <a:pt x="67" y="54"/>
                    <a:pt x="58" y="49"/>
                  </a:cubicBezTo>
                  <a:cubicBezTo>
                    <a:pt x="53" y="46"/>
                    <a:pt x="49" y="44"/>
                    <a:pt x="46" y="43"/>
                  </a:cubicBezTo>
                  <a:cubicBezTo>
                    <a:pt x="44" y="42"/>
                    <a:pt x="44" y="42"/>
                    <a:pt x="44" y="42"/>
                  </a:cubicBezTo>
                  <a:cubicBezTo>
                    <a:pt x="44" y="42"/>
                    <a:pt x="44" y="42"/>
                    <a:pt x="44" y="42"/>
                  </a:cubicBezTo>
                  <a:cubicBezTo>
                    <a:pt x="44" y="42"/>
                    <a:pt x="44" y="42"/>
                    <a:pt x="44" y="42"/>
                  </a:cubicBezTo>
                  <a:cubicBezTo>
                    <a:pt x="43" y="42"/>
                    <a:pt x="43" y="41"/>
                    <a:pt x="42" y="41"/>
                  </a:cubicBezTo>
                  <a:cubicBezTo>
                    <a:pt x="42" y="41"/>
                    <a:pt x="42" y="41"/>
                    <a:pt x="42" y="41"/>
                  </a:cubicBezTo>
                  <a:cubicBezTo>
                    <a:pt x="42" y="41"/>
                    <a:pt x="42" y="41"/>
                    <a:pt x="42" y="41"/>
                  </a:cubicBezTo>
                  <a:cubicBezTo>
                    <a:pt x="42" y="39"/>
                    <a:pt x="41" y="37"/>
                    <a:pt x="39" y="36"/>
                  </a:cubicBezTo>
                  <a:cubicBezTo>
                    <a:pt x="39" y="36"/>
                    <a:pt x="39" y="36"/>
                    <a:pt x="39" y="36"/>
                  </a:cubicBezTo>
                  <a:cubicBezTo>
                    <a:pt x="40" y="36"/>
                    <a:pt x="40" y="35"/>
                    <a:pt x="40" y="35"/>
                  </a:cubicBezTo>
                  <a:cubicBezTo>
                    <a:pt x="40" y="35"/>
                    <a:pt x="40" y="35"/>
                    <a:pt x="40" y="35"/>
                  </a:cubicBezTo>
                  <a:cubicBezTo>
                    <a:pt x="40" y="35"/>
                    <a:pt x="40" y="35"/>
                    <a:pt x="40" y="35"/>
                  </a:cubicBezTo>
                  <a:cubicBezTo>
                    <a:pt x="40" y="33"/>
                    <a:pt x="40" y="33"/>
                    <a:pt x="40" y="33"/>
                  </a:cubicBezTo>
                  <a:cubicBezTo>
                    <a:pt x="40" y="29"/>
                    <a:pt x="41" y="24"/>
                    <a:pt x="41" y="19"/>
                  </a:cubicBezTo>
                  <a:cubicBezTo>
                    <a:pt x="41" y="9"/>
                    <a:pt x="39" y="0"/>
                    <a:pt x="37" y="0"/>
                  </a:cubicBezTo>
                  <a:cubicBezTo>
                    <a:pt x="35" y="0"/>
                    <a:pt x="33" y="9"/>
                    <a:pt x="33" y="19"/>
                  </a:cubicBezTo>
                  <a:cubicBezTo>
                    <a:pt x="33" y="24"/>
                    <a:pt x="33" y="29"/>
                    <a:pt x="34" y="33"/>
                  </a:cubicBezTo>
                  <a:cubicBezTo>
                    <a:pt x="34" y="35"/>
                    <a:pt x="34" y="35"/>
                    <a:pt x="34" y="35"/>
                  </a:cubicBezTo>
                  <a:cubicBezTo>
                    <a:pt x="34" y="35"/>
                    <a:pt x="34" y="35"/>
                    <a:pt x="34" y="35"/>
                  </a:cubicBezTo>
                  <a:cubicBezTo>
                    <a:pt x="34" y="35"/>
                    <a:pt x="34" y="35"/>
                    <a:pt x="34" y="35"/>
                  </a:cubicBezTo>
                  <a:cubicBezTo>
                    <a:pt x="34" y="35"/>
                    <a:pt x="34" y="36"/>
                    <a:pt x="34" y="36"/>
                  </a:cubicBezTo>
                  <a:cubicBezTo>
                    <a:pt x="33" y="37"/>
                    <a:pt x="31" y="39"/>
                    <a:pt x="31" y="41"/>
                  </a:cubicBezTo>
                  <a:cubicBezTo>
                    <a:pt x="31" y="41"/>
                    <a:pt x="31" y="41"/>
                    <a:pt x="31" y="41"/>
                  </a:cubicBezTo>
                  <a:cubicBezTo>
                    <a:pt x="31" y="41"/>
                    <a:pt x="31" y="41"/>
                    <a:pt x="31" y="41"/>
                  </a:cubicBezTo>
                  <a:cubicBezTo>
                    <a:pt x="31" y="41"/>
                    <a:pt x="30" y="42"/>
                    <a:pt x="30" y="42"/>
                  </a:cubicBezTo>
                  <a:cubicBezTo>
                    <a:pt x="30" y="42"/>
                    <a:pt x="30" y="42"/>
                    <a:pt x="30" y="42"/>
                  </a:cubicBezTo>
                  <a:cubicBezTo>
                    <a:pt x="30" y="42"/>
                    <a:pt x="30" y="42"/>
                    <a:pt x="30" y="42"/>
                  </a:cubicBezTo>
                  <a:cubicBezTo>
                    <a:pt x="28" y="43"/>
                    <a:pt x="28" y="43"/>
                    <a:pt x="28" y="43"/>
                  </a:cubicBezTo>
                  <a:cubicBezTo>
                    <a:pt x="25" y="44"/>
                    <a:pt x="20" y="46"/>
                    <a:pt x="16" y="49"/>
                  </a:cubicBezTo>
                  <a:cubicBezTo>
                    <a:pt x="7" y="54"/>
                    <a:pt x="0" y="60"/>
                    <a:pt x="2" y="62"/>
                  </a:cubicBezTo>
                  <a:cubicBezTo>
                    <a:pt x="3" y="64"/>
                    <a:pt x="11" y="61"/>
                    <a:pt x="20" y="56"/>
                  </a:cubicBezTo>
                  <a:cubicBezTo>
                    <a:pt x="24" y="53"/>
                    <a:pt x="28" y="50"/>
                    <a:pt x="31" y="48"/>
                  </a:cubicBezTo>
                  <a:cubicBezTo>
                    <a:pt x="33" y="47"/>
                    <a:pt x="33" y="47"/>
                    <a:pt x="33" y="47"/>
                  </a:cubicBezTo>
                  <a:cubicBezTo>
                    <a:pt x="33" y="47"/>
                    <a:pt x="33" y="47"/>
                    <a:pt x="33" y="47"/>
                  </a:cubicBezTo>
                  <a:cubicBezTo>
                    <a:pt x="33" y="47"/>
                    <a:pt x="33" y="47"/>
                    <a:pt x="33" y="47"/>
                  </a:cubicBezTo>
                  <a:cubicBezTo>
                    <a:pt x="33" y="47"/>
                    <a:pt x="34" y="46"/>
                    <a:pt x="34" y="46"/>
                  </a:cubicBezTo>
                  <a:cubicBezTo>
                    <a:pt x="35" y="46"/>
                    <a:pt x="36" y="47"/>
                    <a:pt x="37" y="47"/>
                  </a:cubicBezTo>
                  <a:cubicBezTo>
                    <a:pt x="38" y="47"/>
                    <a:pt x="39" y="46"/>
                    <a:pt x="40" y="46"/>
                  </a:cubicBezTo>
                  <a:cubicBezTo>
                    <a:pt x="40" y="46"/>
                    <a:pt x="40" y="47"/>
                    <a:pt x="41" y="47"/>
                  </a:cubicBezTo>
                  <a:cubicBezTo>
                    <a:pt x="41" y="47"/>
                    <a:pt x="41" y="47"/>
                    <a:pt x="41" y="47"/>
                  </a:cubicBezTo>
                  <a:cubicBezTo>
                    <a:pt x="41" y="47"/>
                    <a:pt x="41" y="47"/>
                    <a:pt x="41" y="47"/>
                  </a:cubicBezTo>
                  <a:cubicBezTo>
                    <a:pt x="43" y="48"/>
                    <a:pt x="43" y="48"/>
                    <a:pt x="43" y="48"/>
                  </a:cubicBezTo>
                  <a:cubicBezTo>
                    <a:pt x="45" y="50"/>
                    <a:pt x="49" y="53"/>
                    <a:pt x="54" y="56"/>
                  </a:cubicBezTo>
                  <a:cubicBezTo>
                    <a:pt x="63" y="61"/>
                    <a:pt x="71" y="64"/>
                    <a:pt x="72" y="62"/>
                  </a:cubicBezTo>
                </a:path>
              </a:pathLst>
            </a:custGeom>
            <a:solidFill>
              <a:srgbClr val="0C49B7"/>
            </a:solidFill>
            <a:ln w="11113" cap="flat">
              <a:noFill/>
              <a:prstDash val="solid"/>
              <a:miter lim="800000"/>
              <a:headEnd/>
              <a:tailEnd/>
            </a:ln>
          </p:spPr>
          <p:txBody>
            <a:bodyPr vert="horz" wrap="square" lIns="91440" tIns="45720" rIns="91440" bIns="45720" numCol="1" anchor="t" anchorCtr="0" compatLnSpc="1">
              <a:prstTxWarp prst="textNoShape">
                <a:avLst/>
              </a:prstTxWarp>
              <a:normAutofit/>
            </a:bodyPr>
            <a:lstStyle/>
            <a:p>
              <a:pPr>
                <a:defRPr/>
              </a:pPr>
              <a:endParaRPr lang="en-US" kern="0" dirty="0">
                <a:solidFill>
                  <a:prstClr val="black"/>
                </a:solidFill>
                <a:latin typeface="Arial"/>
                <a:ea typeface="微软雅黑 Light"/>
              </a:endParaRPr>
            </a:p>
          </p:txBody>
        </p:sp>
        <p:sp>
          <p:nvSpPr>
            <p:cNvPr id="18" name="iṡľiḑè">
              <a:extLst>
                <a:ext uri="{FF2B5EF4-FFF2-40B4-BE49-F238E27FC236}">
                  <a16:creationId xmlns:a16="http://schemas.microsoft.com/office/drawing/2014/main" id="{A6BEDDD7-15FD-4BC4-8F7D-EC18651414C2}"/>
                </a:ext>
              </a:extLst>
            </p:cNvPr>
            <p:cNvSpPr/>
            <p:nvPr/>
          </p:nvSpPr>
          <p:spPr bwMode="auto">
            <a:xfrm>
              <a:off x="6494324" y="2391456"/>
              <a:ext cx="1429501" cy="1958121"/>
            </a:xfrm>
            <a:custGeom>
              <a:avLst/>
              <a:gdLst>
                <a:gd name="T0" fmla="*/ 26 w 27"/>
                <a:gd name="T1" fmla="*/ 28 h 37"/>
                <a:gd name="T2" fmla="*/ 23 w 27"/>
                <a:gd name="T3" fmla="*/ 27 h 37"/>
                <a:gd name="T4" fmla="*/ 2 w 27"/>
                <a:gd name="T5" fmla="*/ 0 h 37"/>
                <a:gd name="T6" fmla="*/ 0 w 27"/>
                <a:gd name="T7" fmla="*/ 1 h 37"/>
                <a:gd name="T8" fmla="*/ 1 w 27"/>
                <a:gd name="T9" fmla="*/ 3 h 37"/>
                <a:gd name="T10" fmla="*/ 20 w 27"/>
                <a:gd name="T11" fmla="*/ 27 h 37"/>
                <a:gd name="T12" fmla="*/ 18 w 27"/>
                <a:gd name="T13" fmla="*/ 27 h 37"/>
                <a:gd name="T14" fmla="*/ 17 w 27"/>
                <a:gd name="T15" fmla="*/ 27 h 37"/>
                <a:gd name="T16" fmla="*/ 16 w 27"/>
                <a:gd name="T17" fmla="*/ 29 h 37"/>
                <a:gd name="T18" fmla="*/ 20 w 27"/>
                <a:gd name="T19" fmla="*/ 36 h 37"/>
                <a:gd name="T20" fmla="*/ 21 w 27"/>
                <a:gd name="T21" fmla="*/ 37 h 37"/>
                <a:gd name="T22" fmla="*/ 22 w 27"/>
                <a:gd name="T23" fmla="*/ 36 h 37"/>
                <a:gd name="T24" fmla="*/ 27 w 27"/>
                <a:gd name="T25" fmla="*/ 3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37">
                  <a:moveTo>
                    <a:pt x="26" y="28"/>
                  </a:moveTo>
                  <a:cubicBezTo>
                    <a:pt x="23" y="27"/>
                    <a:pt x="23" y="27"/>
                    <a:pt x="23" y="27"/>
                  </a:cubicBezTo>
                  <a:cubicBezTo>
                    <a:pt x="22" y="15"/>
                    <a:pt x="14" y="4"/>
                    <a:pt x="2" y="0"/>
                  </a:cubicBezTo>
                  <a:cubicBezTo>
                    <a:pt x="1" y="0"/>
                    <a:pt x="0" y="0"/>
                    <a:pt x="0" y="1"/>
                  </a:cubicBezTo>
                  <a:cubicBezTo>
                    <a:pt x="0" y="2"/>
                    <a:pt x="0" y="3"/>
                    <a:pt x="1" y="3"/>
                  </a:cubicBezTo>
                  <a:cubicBezTo>
                    <a:pt x="12" y="6"/>
                    <a:pt x="19" y="16"/>
                    <a:pt x="20" y="27"/>
                  </a:cubicBezTo>
                  <a:cubicBezTo>
                    <a:pt x="18" y="27"/>
                    <a:pt x="18" y="27"/>
                    <a:pt x="18" y="27"/>
                  </a:cubicBezTo>
                  <a:cubicBezTo>
                    <a:pt x="17" y="27"/>
                    <a:pt x="17" y="27"/>
                    <a:pt x="17" y="27"/>
                  </a:cubicBezTo>
                  <a:cubicBezTo>
                    <a:pt x="16" y="28"/>
                    <a:pt x="16" y="28"/>
                    <a:pt x="16" y="29"/>
                  </a:cubicBezTo>
                  <a:cubicBezTo>
                    <a:pt x="20" y="36"/>
                    <a:pt x="20" y="36"/>
                    <a:pt x="20" y="36"/>
                  </a:cubicBezTo>
                  <a:cubicBezTo>
                    <a:pt x="20" y="37"/>
                    <a:pt x="20" y="37"/>
                    <a:pt x="21" y="37"/>
                  </a:cubicBezTo>
                  <a:cubicBezTo>
                    <a:pt x="22" y="37"/>
                    <a:pt x="22" y="37"/>
                    <a:pt x="22" y="36"/>
                  </a:cubicBezTo>
                  <a:cubicBezTo>
                    <a:pt x="27" y="30"/>
                    <a:pt x="27" y="30"/>
                    <a:pt x="27" y="30"/>
                  </a:cubicBezTo>
                </a:path>
              </a:pathLst>
            </a:custGeom>
            <a:solidFill>
              <a:srgbClr val="A5A5A5">
                <a:lumMod val="60000"/>
                <a:lumOff val="40000"/>
              </a:srgbClr>
            </a:solidFill>
            <a:ln w="11113" cap="flat">
              <a:noFill/>
              <a:prstDash val="solid"/>
              <a:miter lim="800000"/>
              <a:headEnd/>
              <a:tailEnd/>
            </a:ln>
          </p:spPr>
          <p:txBody>
            <a:bodyPr vert="horz" wrap="square" lIns="91440" tIns="45720" rIns="91440" bIns="45720" numCol="1" anchor="t" anchorCtr="0" compatLnSpc="1">
              <a:prstTxWarp prst="textNoShape">
                <a:avLst/>
              </a:prstTxWarp>
              <a:normAutofit/>
            </a:bodyPr>
            <a:lstStyle/>
            <a:p>
              <a:pPr>
                <a:defRPr/>
              </a:pPr>
              <a:endParaRPr lang="en-US" kern="0" dirty="0">
                <a:solidFill>
                  <a:prstClr val="black"/>
                </a:solidFill>
                <a:latin typeface="Arial"/>
                <a:ea typeface="微软雅黑 Light"/>
              </a:endParaRPr>
            </a:p>
          </p:txBody>
        </p:sp>
        <p:sp>
          <p:nvSpPr>
            <p:cNvPr id="19" name="íṧľíde">
              <a:extLst>
                <a:ext uri="{FF2B5EF4-FFF2-40B4-BE49-F238E27FC236}">
                  <a16:creationId xmlns:a16="http://schemas.microsoft.com/office/drawing/2014/main" id="{4EC4BDA7-5980-4CD8-AD46-42E1E385A09D}"/>
                </a:ext>
              </a:extLst>
            </p:cNvPr>
            <p:cNvSpPr/>
            <p:nvPr/>
          </p:nvSpPr>
          <p:spPr bwMode="auto">
            <a:xfrm>
              <a:off x="5012706" y="4982427"/>
              <a:ext cx="2218705" cy="588182"/>
            </a:xfrm>
            <a:custGeom>
              <a:avLst/>
              <a:gdLst>
                <a:gd name="T0" fmla="*/ 40 w 42"/>
                <a:gd name="T1" fmla="*/ 1 h 11"/>
                <a:gd name="T2" fmla="*/ 9 w 42"/>
                <a:gd name="T3" fmla="*/ 5 h 11"/>
                <a:gd name="T4" fmla="*/ 10 w 42"/>
                <a:gd name="T5" fmla="*/ 4 h 11"/>
                <a:gd name="T6" fmla="*/ 11 w 42"/>
                <a:gd name="T7" fmla="*/ 2 h 11"/>
                <a:gd name="T8" fmla="*/ 9 w 42"/>
                <a:gd name="T9" fmla="*/ 1 h 11"/>
                <a:gd name="T10" fmla="*/ 2 w 42"/>
                <a:gd name="T11" fmla="*/ 0 h 11"/>
                <a:gd name="T12" fmla="*/ 0 w 42"/>
                <a:gd name="T13" fmla="*/ 1 h 11"/>
                <a:gd name="T14" fmla="*/ 0 w 42"/>
                <a:gd name="T15" fmla="*/ 2 h 11"/>
                <a:gd name="T16" fmla="*/ 3 w 42"/>
                <a:gd name="T17" fmla="*/ 10 h 11"/>
                <a:gd name="T18" fmla="*/ 5 w 42"/>
                <a:gd name="T19" fmla="*/ 11 h 11"/>
                <a:gd name="T20" fmla="*/ 6 w 42"/>
                <a:gd name="T21" fmla="*/ 10 h 11"/>
                <a:gd name="T22" fmla="*/ 7 w 42"/>
                <a:gd name="T23" fmla="*/ 8 h 11"/>
                <a:gd name="T24" fmla="*/ 21 w 42"/>
                <a:gd name="T25" fmla="*/ 11 h 11"/>
                <a:gd name="T26" fmla="*/ 42 w 42"/>
                <a:gd name="T27" fmla="*/ 3 h 11"/>
                <a:gd name="T28" fmla="*/ 42 w 42"/>
                <a:gd name="T29" fmla="*/ 1 h 11"/>
                <a:gd name="T30" fmla="*/ 40 w 42"/>
                <a:gd name="T31"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11">
                  <a:moveTo>
                    <a:pt x="40" y="1"/>
                  </a:moveTo>
                  <a:cubicBezTo>
                    <a:pt x="31" y="8"/>
                    <a:pt x="19" y="10"/>
                    <a:pt x="9" y="5"/>
                  </a:cubicBezTo>
                  <a:cubicBezTo>
                    <a:pt x="10" y="4"/>
                    <a:pt x="10" y="4"/>
                    <a:pt x="10" y="4"/>
                  </a:cubicBezTo>
                  <a:cubicBezTo>
                    <a:pt x="11" y="3"/>
                    <a:pt x="11" y="2"/>
                    <a:pt x="11" y="2"/>
                  </a:cubicBezTo>
                  <a:cubicBezTo>
                    <a:pt x="10" y="1"/>
                    <a:pt x="10" y="1"/>
                    <a:pt x="9" y="1"/>
                  </a:cubicBezTo>
                  <a:cubicBezTo>
                    <a:pt x="2" y="0"/>
                    <a:pt x="2" y="0"/>
                    <a:pt x="2" y="0"/>
                  </a:cubicBezTo>
                  <a:cubicBezTo>
                    <a:pt x="1" y="0"/>
                    <a:pt x="0" y="0"/>
                    <a:pt x="0" y="1"/>
                  </a:cubicBezTo>
                  <a:cubicBezTo>
                    <a:pt x="0" y="1"/>
                    <a:pt x="0" y="2"/>
                    <a:pt x="0" y="2"/>
                  </a:cubicBezTo>
                  <a:cubicBezTo>
                    <a:pt x="3" y="10"/>
                    <a:pt x="3" y="10"/>
                    <a:pt x="3" y="10"/>
                  </a:cubicBezTo>
                  <a:cubicBezTo>
                    <a:pt x="3" y="10"/>
                    <a:pt x="4" y="11"/>
                    <a:pt x="5" y="11"/>
                  </a:cubicBezTo>
                  <a:cubicBezTo>
                    <a:pt x="5" y="11"/>
                    <a:pt x="6" y="10"/>
                    <a:pt x="6" y="10"/>
                  </a:cubicBezTo>
                  <a:cubicBezTo>
                    <a:pt x="7" y="8"/>
                    <a:pt x="7" y="8"/>
                    <a:pt x="7" y="8"/>
                  </a:cubicBezTo>
                  <a:cubicBezTo>
                    <a:pt x="12" y="10"/>
                    <a:pt x="16" y="11"/>
                    <a:pt x="21" y="11"/>
                  </a:cubicBezTo>
                  <a:cubicBezTo>
                    <a:pt x="28" y="11"/>
                    <a:pt x="36" y="8"/>
                    <a:pt x="42" y="3"/>
                  </a:cubicBezTo>
                  <a:cubicBezTo>
                    <a:pt x="42" y="2"/>
                    <a:pt x="42" y="1"/>
                    <a:pt x="42" y="1"/>
                  </a:cubicBezTo>
                  <a:cubicBezTo>
                    <a:pt x="41" y="0"/>
                    <a:pt x="40" y="0"/>
                    <a:pt x="40" y="1"/>
                  </a:cubicBezTo>
                  <a:close/>
                </a:path>
              </a:pathLst>
            </a:custGeom>
            <a:solidFill>
              <a:srgbClr val="A5A5A5">
                <a:lumMod val="60000"/>
                <a:lumOff val="40000"/>
              </a:srgbClr>
            </a:solidFill>
            <a:ln w="11113" cap="flat">
              <a:noFill/>
              <a:prstDash val="solid"/>
              <a:miter lim="800000"/>
              <a:headEnd/>
              <a:tailEnd/>
            </a:ln>
          </p:spPr>
          <p:txBody>
            <a:bodyPr vert="horz" wrap="square" lIns="91440" tIns="45720" rIns="91440" bIns="45720" numCol="1" anchor="t" anchorCtr="0" compatLnSpc="1">
              <a:prstTxWarp prst="textNoShape">
                <a:avLst/>
              </a:prstTxWarp>
              <a:normAutofit/>
            </a:bodyPr>
            <a:lstStyle/>
            <a:p>
              <a:pPr>
                <a:defRPr/>
              </a:pPr>
              <a:endParaRPr lang="en-US" kern="0" dirty="0">
                <a:solidFill>
                  <a:prstClr val="black"/>
                </a:solidFill>
                <a:latin typeface="Arial"/>
                <a:ea typeface="微软雅黑 Light"/>
              </a:endParaRPr>
            </a:p>
          </p:txBody>
        </p:sp>
        <p:sp>
          <p:nvSpPr>
            <p:cNvPr id="20" name="íṩļîḓé">
              <a:extLst>
                <a:ext uri="{FF2B5EF4-FFF2-40B4-BE49-F238E27FC236}">
                  <a16:creationId xmlns:a16="http://schemas.microsoft.com/office/drawing/2014/main" id="{7CB2E980-5ADD-4358-AA29-D3F5A469E199}"/>
                </a:ext>
              </a:extLst>
            </p:cNvPr>
            <p:cNvSpPr/>
            <p:nvPr/>
          </p:nvSpPr>
          <p:spPr bwMode="auto">
            <a:xfrm>
              <a:off x="4379855" y="2339339"/>
              <a:ext cx="1369939" cy="2010236"/>
            </a:xfrm>
            <a:custGeom>
              <a:avLst/>
              <a:gdLst>
                <a:gd name="T0" fmla="*/ 4 w 26"/>
                <a:gd name="T1" fmla="*/ 38 h 38"/>
                <a:gd name="T2" fmla="*/ 5 w 26"/>
                <a:gd name="T3" fmla="*/ 38 h 38"/>
                <a:gd name="T4" fmla="*/ 6 w 26"/>
                <a:gd name="T5" fmla="*/ 36 h 38"/>
                <a:gd name="T6" fmla="*/ 17 w 26"/>
                <a:gd name="T7" fmla="*/ 8 h 38"/>
                <a:gd name="T8" fmla="*/ 18 w 26"/>
                <a:gd name="T9" fmla="*/ 10 h 38"/>
                <a:gd name="T10" fmla="*/ 19 w 26"/>
                <a:gd name="T11" fmla="*/ 11 h 38"/>
                <a:gd name="T12" fmla="*/ 21 w 26"/>
                <a:gd name="T13" fmla="*/ 10 h 38"/>
                <a:gd name="T14" fmla="*/ 25 w 26"/>
                <a:gd name="T15" fmla="*/ 4 h 38"/>
                <a:gd name="T16" fmla="*/ 25 w 26"/>
                <a:gd name="T17" fmla="*/ 2 h 38"/>
                <a:gd name="T18" fmla="*/ 24 w 26"/>
                <a:gd name="T19" fmla="*/ 1 h 38"/>
                <a:gd name="T20" fmla="*/ 16 w 26"/>
                <a:gd name="T21" fmla="*/ 1 h 38"/>
                <a:gd name="T22" fmla="*/ 15 w 26"/>
                <a:gd name="T23" fmla="*/ 1 h 38"/>
                <a:gd name="T24" fmla="*/ 15 w 26"/>
                <a:gd name="T25" fmla="*/ 3 h 38"/>
                <a:gd name="T26" fmla="*/ 16 w 26"/>
                <a:gd name="T27" fmla="*/ 5 h 38"/>
                <a:gd name="T28" fmla="*/ 3 w 26"/>
                <a:gd name="T29" fmla="*/ 37 h 38"/>
                <a:gd name="T30" fmla="*/ 4 w 26"/>
                <a:gd name="T31"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8">
                  <a:moveTo>
                    <a:pt x="4" y="38"/>
                  </a:moveTo>
                  <a:cubicBezTo>
                    <a:pt x="5" y="38"/>
                    <a:pt x="5" y="38"/>
                    <a:pt x="5" y="38"/>
                  </a:cubicBezTo>
                  <a:cubicBezTo>
                    <a:pt x="6" y="38"/>
                    <a:pt x="6" y="37"/>
                    <a:pt x="6" y="36"/>
                  </a:cubicBezTo>
                  <a:cubicBezTo>
                    <a:pt x="3" y="25"/>
                    <a:pt x="8" y="14"/>
                    <a:pt x="17" y="8"/>
                  </a:cubicBezTo>
                  <a:cubicBezTo>
                    <a:pt x="18" y="10"/>
                    <a:pt x="18" y="10"/>
                    <a:pt x="18" y="10"/>
                  </a:cubicBezTo>
                  <a:cubicBezTo>
                    <a:pt x="18" y="10"/>
                    <a:pt x="19" y="11"/>
                    <a:pt x="19" y="11"/>
                  </a:cubicBezTo>
                  <a:cubicBezTo>
                    <a:pt x="20" y="11"/>
                    <a:pt x="20" y="11"/>
                    <a:pt x="21" y="10"/>
                  </a:cubicBezTo>
                  <a:cubicBezTo>
                    <a:pt x="25" y="4"/>
                    <a:pt x="25" y="4"/>
                    <a:pt x="25" y="4"/>
                  </a:cubicBezTo>
                  <a:cubicBezTo>
                    <a:pt x="26" y="3"/>
                    <a:pt x="26" y="3"/>
                    <a:pt x="25" y="2"/>
                  </a:cubicBezTo>
                  <a:cubicBezTo>
                    <a:pt x="25" y="2"/>
                    <a:pt x="25" y="1"/>
                    <a:pt x="24" y="1"/>
                  </a:cubicBezTo>
                  <a:cubicBezTo>
                    <a:pt x="16" y="1"/>
                    <a:pt x="16" y="1"/>
                    <a:pt x="16" y="1"/>
                  </a:cubicBezTo>
                  <a:cubicBezTo>
                    <a:pt x="16" y="0"/>
                    <a:pt x="15" y="1"/>
                    <a:pt x="15" y="1"/>
                  </a:cubicBezTo>
                  <a:cubicBezTo>
                    <a:pt x="15" y="2"/>
                    <a:pt x="14" y="2"/>
                    <a:pt x="15" y="3"/>
                  </a:cubicBezTo>
                  <a:cubicBezTo>
                    <a:pt x="16" y="5"/>
                    <a:pt x="16" y="5"/>
                    <a:pt x="16" y="5"/>
                  </a:cubicBezTo>
                  <a:cubicBezTo>
                    <a:pt x="5" y="12"/>
                    <a:pt x="0" y="25"/>
                    <a:pt x="3" y="37"/>
                  </a:cubicBezTo>
                  <a:cubicBezTo>
                    <a:pt x="3" y="38"/>
                    <a:pt x="4" y="38"/>
                    <a:pt x="4" y="38"/>
                  </a:cubicBezTo>
                  <a:close/>
                </a:path>
              </a:pathLst>
            </a:custGeom>
            <a:solidFill>
              <a:srgbClr val="A5A5A5">
                <a:lumMod val="60000"/>
                <a:lumOff val="40000"/>
              </a:srgbClr>
            </a:solidFill>
            <a:ln w="11113" cap="flat">
              <a:noFill/>
              <a:prstDash val="solid"/>
              <a:miter lim="800000"/>
              <a:headEnd/>
              <a:tailEnd/>
            </a:ln>
          </p:spPr>
          <p:txBody>
            <a:bodyPr vert="horz" wrap="square" lIns="91440" tIns="45720" rIns="91440" bIns="45720" numCol="1" anchor="t" anchorCtr="0" compatLnSpc="1">
              <a:prstTxWarp prst="textNoShape">
                <a:avLst/>
              </a:prstTxWarp>
              <a:normAutofit/>
            </a:bodyPr>
            <a:lstStyle/>
            <a:p>
              <a:pPr>
                <a:defRPr/>
              </a:pPr>
              <a:endParaRPr lang="en-US" kern="0" dirty="0">
                <a:solidFill>
                  <a:prstClr val="black"/>
                </a:solidFill>
                <a:latin typeface="Arial"/>
                <a:ea typeface="微软雅黑 Light"/>
              </a:endParaRPr>
            </a:p>
          </p:txBody>
        </p:sp>
      </p:grpSp>
      <p:grpSp>
        <p:nvGrpSpPr>
          <p:cNvPr id="21" name="îṡľíde">
            <a:extLst>
              <a:ext uri="{FF2B5EF4-FFF2-40B4-BE49-F238E27FC236}">
                <a16:creationId xmlns:a16="http://schemas.microsoft.com/office/drawing/2014/main" id="{5599DA51-3FD8-4120-AF6D-734EF07D0A4A}"/>
              </a:ext>
            </a:extLst>
          </p:cNvPr>
          <p:cNvGrpSpPr/>
          <p:nvPr/>
        </p:nvGrpSpPr>
        <p:grpSpPr>
          <a:xfrm>
            <a:off x="1772588" y="1917120"/>
            <a:ext cx="2611177" cy="1511879"/>
            <a:chOff x="673100" y="1740479"/>
            <a:chExt cx="2611177" cy="1511879"/>
          </a:xfrm>
        </p:grpSpPr>
        <p:sp>
          <p:nvSpPr>
            <p:cNvPr id="22" name="îṧļîḑé">
              <a:extLst>
                <a:ext uri="{FF2B5EF4-FFF2-40B4-BE49-F238E27FC236}">
                  <a16:creationId xmlns:a16="http://schemas.microsoft.com/office/drawing/2014/main" id="{81AF4A2E-3156-4956-ACBB-6726E108D5F0}"/>
                </a:ext>
              </a:extLst>
            </p:cNvPr>
            <p:cNvSpPr txBox="1"/>
            <p:nvPr/>
          </p:nvSpPr>
          <p:spPr>
            <a:xfrm>
              <a:off x="673100" y="2248309"/>
              <a:ext cx="2611177" cy="1004049"/>
            </a:xfrm>
            <a:prstGeom prst="rect">
              <a:avLst/>
            </a:prstGeom>
            <a:noFill/>
          </p:spPr>
          <p:txBody>
            <a:bodyPr wrap="square" lIns="91440" tIns="45720" rIns="91440" bIns="45720">
              <a:normAutofit/>
            </a:bodyPr>
            <a:lstStyle/>
            <a:p>
              <a:pPr algn="r">
                <a:lnSpc>
                  <a:spcPct val="140000"/>
                </a:lnSpc>
                <a:defRPr/>
              </a:pPr>
              <a:r>
                <a:rPr lang="zh-CN" altLang="en-US" sz="1100" dirty="0">
                  <a:solidFill>
                    <a:prstClr val="black"/>
                  </a:solidFill>
                  <a:latin typeface="Arial"/>
                  <a:ea typeface="微软雅黑 Light"/>
                </a:rPr>
                <a:t>输入相关说明输入相关说明输入相关说明输入相关说明输入相关说明</a:t>
              </a:r>
              <a:endParaRPr lang="en-US" altLang="zh-CN" sz="1100" dirty="0">
                <a:solidFill>
                  <a:prstClr val="black"/>
                </a:solidFill>
                <a:latin typeface="Arial"/>
                <a:ea typeface="微软雅黑 Light"/>
              </a:endParaRPr>
            </a:p>
            <a:p>
              <a:pPr algn="r">
                <a:lnSpc>
                  <a:spcPct val="140000"/>
                </a:lnSpc>
                <a:defRPr/>
              </a:pPr>
              <a:r>
                <a:rPr lang="zh-CN" altLang="en-US" sz="1100" dirty="0">
                  <a:solidFill>
                    <a:prstClr val="black"/>
                  </a:solidFill>
                  <a:latin typeface="Arial"/>
                  <a:ea typeface="微软雅黑 Light"/>
                </a:rPr>
                <a:t>输入相关说明输入相关说明</a:t>
              </a:r>
              <a:endParaRPr lang="en-US" altLang="zh-CN" sz="1100" dirty="0">
                <a:solidFill>
                  <a:prstClr val="black"/>
                </a:solidFill>
                <a:latin typeface="Arial"/>
                <a:ea typeface="微软雅黑 Light"/>
              </a:endParaRPr>
            </a:p>
            <a:p>
              <a:pPr algn="r">
                <a:lnSpc>
                  <a:spcPct val="140000"/>
                </a:lnSpc>
                <a:defRPr/>
              </a:pPr>
              <a:endParaRPr lang="en-US" altLang="zh-CN" sz="1100" dirty="0">
                <a:solidFill>
                  <a:prstClr val="black"/>
                </a:solidFill>
                <a:latin typeface="Arial"/>
                <a:ea typeface="微软雅黑 Light"/>
              </a:endParaRPr>
            </a:p>
          </p:txBody>
        </p:sp>
        <p:sp>
          <p:nvSpPr>
            <p:cNvPr id="23" name="îSḷïḍe">
              <a:extLst>
                <a:ext uri="{FF2B5EF4-FFF2-40B4-BE49-F238E27FC236}">
                  <a16:creationId xmlns:a16="http://schemas.microsoft.com/office/drawing/2014/main" id="{C408F0E6-D0F0-4B50-A12C-0F0A86461EDB}"/>
                </a:ext>
              </a:extLst>
            </p:cNvPr>
            <p:cNvSpPr/>
            <p:nvPr/>
          </p:nvSpPr>
          <p:spPr>
            <a:xfrm>
              <a:off x="673100" y="1740479"/>
              <a:ext cx="2611177" cy="507831"/>
            </a:xfrm>
            <a:prstGeom prst="rect">
              <a:avLst/>
            </a:prstGeom>
          </p:spPr>
          <p:txBody>
            <a:bodyPr wrap="square" lIns="91440" tIns="45720" rIns="91440" bIns="45720" anchor="ctr">
              <a:normAutofit/>
            </a:bodyPr>
            <a:lstStyle/>
            <a:p>
              <a:pPr algn="r">
                <a:defRPr/>
              </a:pPr>
              <a:r>
                <a:rPr lang="zh-CN" altLang="en-US" b="1" dirty="0">
                  <a:solidFill>
                    <a:prstClr val="black"/>
                  </a:solidFill>
                  <a:latin typeface="微软雅黑"/>
                  <a:ea typeface="微软雅黑"/>
                </a:rPr>
                <a:t>输入标题</a:t>
              </a:r>
            </a:p>
          </p:txBody>
        </p:sp>
      </p:grpSp>
      <p:grpSp>
        <p:nvGrpSpPr>
          <p:cNvPr id="24" name="íS1íḋè">
            <a:extLst>
              <a:ext uri="{FF2B5EF4-FFF2-40B4-BE49-F238E27FC236}">
                <a16:creationId xmlns:a16="http://schemas.microsoft.com/office/drawing/2014/main" id="{975CA0E3-B1E0-457B-8A40-714AA298E26A}"/>
              </a:ext>
            </a:extLst>
          </p:cNvPr>
          <p:cNvGrpSpPr/>
          <p:nvPr/>
        </p:nvGrpSpPr>
        <p:grpSpPr>
          <a:xfrm>
            <a:off x="4819299" y="4868854"/>
            <a:ext cx="2611177" cy="1321633"/>
            <a:chOff x="673100" y="3064387"/>
            <a:chExt cx="2611177" cy="1321633"/>
          </a:xfrm>
        </p:grpSpPr>
        <p:sp>
          <p:nvSpPr>
            <p:cNvPr id="25" name="íSḷiḍe">
              <a:extLst>
                <a:ext uri="{FF2B5EF4-FFF2-40B4-BE49-F238E27FC236}">
                  <a16:creationId xmlns:a16="http://schemas.microsoft.com/office/drawing/2014/main" id="{270FBD24-D17E-4E86-8CFA-EA353D2B516A}"/>
                </a:ext>
              </a:extLst>
            </p:cNvPr>
            <p:cNvSpPr txBox="1"/>
            <p:nvPr/>
          </p:nvSpPr>
          <p:spPr>
            <a:xfrm>
              <a:off x="720139" y="3572217"/>
              <a:ext cx="2459325" cy="813803"/>
            </a:xfrm>
            <a:prstGeom prst="rect">
              <a:avLst/>
            </a:prstGeom>
            <a:noFill/>
          </p:spPr>
          <p:txBody>
            <a:bodyPr wrap="square" lIns="91440" tIns="45720" rIns="91440" bIns="45720">
              <a:normAutofit fontScale="92500"/>
            </a:bodyPr>
            <a:lstStyle/>
            <a:p>
              <a:pPr algn="ctr">
                <a:lnSpc>
                  <a:spcPct val="140000"/>
                </a:lnSpc>
                <a:defRPr/>
              </a:pPr>
              <a:r>
                <a:rPr lang="zh-CN" altLang="en-US" sz="1100" dirty="0">
                  <a:solidFill>
                    <a:prstClr val="black"/>
                  </a:solidFill>
                  <a:latin typeface="Arial"/>
                  <a:ea typeface="微软雅黑 Light"/>
                </a:rPr>
                <a:t>输入相关说明输入相关说明输入相关说输入相关说明输入相关说明输入相关说</a:t>
              </a:r>
              <a:endParaRPr lang="en-US" altLang="zh-CN" sz="1100" dirty="0">
                <a:solidFill>
                  <a:prstClr val="black"/>
                </a:solidFill>
                <a:latin typeface="Arial"/>
                <a:ea typeface="微软雅黑 Light"/>
              </a:endParaRPr>
            </a:p>
            <a:p>
              <a:pPr algn="ctr">
                <a:lnSpc>
                  <a:spcPct val="140000"/>
                </a:lnSpc>
                <a:defRPr/>
              </a:pPr>
              <a:r>
                <a:rPr lang="zh-CN" altLang="en-US" sz="1100" dirty="0">
                  <a:solidFill>
                    <a:prstClr val="black"/>
                  </a:solidFill>
                  <a:latin typeface="Arial"/>
                  <a:ea typeface="微软雅黑 Light"/>
                </a:rPr>
                <a:t>输入相关说明输入相关说明输入相关说</a:t>
              </a:r>
              <a:endParaRPr lang="en-US" altLang="zh-CN" sz="1100" dirty="0">
                <a:solidFill>
                  <a:prstClr val="black"/>
                </a:solidFill>
                <a:latin typeface="Arial"/>
                <a:ea typeface="微软雅黑 Light"/>
              </a:endParaRPr>
            </a:p>
            <a:p>
              <a:pPr algn="ctr">
                <a:lnSpc>
                  <a:spcPct val="140000"/>
                </a:lnSpc>
                <a:defRPr/>
              </a:pPr>
              <a:endParaRPr lang="en-US" altLang="zh-CN" sz="1100" dirty="0">
                <a:solidFill>
                  <a:prstClr val="black"/>
                </a:solidFill>
                <a:latin typeface="Arial"/>
                <a:ea typeface="微软雅黑 Light"/>
              </a:endParaRPr>
            </a:p>
            <a:p>
              <a:pPr algn="ctr">
                <a:lnSpc>
                  <a:spcPct val="140000"/>
                </a:lnSpc>
                <a:defRPr/>
              </a:pPr>
              <a:endParaRPr lang="en-US" altLang="zh-CN" sz="1100" dirty="0">
                <a:solidFill>
                  <a:prstClr val="black"/>
                </a:solidFill>
                <a:latin typeface="Arial"/>
                <a:ea typeface="微软雅黑 Light"/>
              </a:endParaRPr>
            </a:p>
            <a:p>
              <a:pPr algn="ctr">
                <a:lnSpc>
                  <a:spcPct val="140000"/>
                </a:lnSpc>
                <a:defRPr/>
              </a:pPr>
              <a:endParaRPr lang="en-US" altLang="zh-CN" sz="1100" dirty="0">
                <a:solidFill>
                  <a:prstClr val="black"/>
                </a:solidFill>
                <a:latin typeface="Arial"/>
                <a:ea typeface="微软雅黑 Light"/>
              </a:endParaRPr>
            </a:p>
            <a:p>
              <a:pPr algn="ctr">
                <a:lnSpc>
                  <a:spcPct val="140000"/>
                </a:lnSpc>
                <a:defRPr/>
              </a:pPr>
              <a:endParaRPr lang="en-US" altLang="zh-CN" sz="1100" dirty="0">
                <a:solidFill>
                  <a:prstClr val="black"/>
                </a:solidFill>
                <a:latin typeface="Arial"/>
                <a:ea typeface="微软雅黑 Light"/>
              </a:endParaRPr>
            </a:p>
          </p:txBody>
        </p:sp>
        <p:sp>
          <p:nvSpPr>
            <p:cNvPr id="26" name="íṩ1idé">
              <a:extLst>
                <a:ext uri="{FF2B5EF4-FFF2-40B4-BE49-F238E27FC236}">
                  <a16:creationId xmlns:a16="http://schemas.microsoft.com/office/drawing/2014/main" id="{9634274A-949E-4870-89E7-AF61119CD55E}"/>
                </a:ext>
              </a:extLst>
            </p:cNvPr>
            <p:cNvSpPr/>
            <p:nvPr/>
          </p:nvSpPr>
          <p:spPr>
            <a:xfrm>
              <a:off x="673100" y="3064387"/>
              <a:ext cx="2611177" cy="507831"/>
            </a:xfrm>
            <a:prstGeom prst="rect">
              <a:avLst/>
            </a:prstGeom>
          </p:spPr>
          <p:txBody>
            <a:bodyPr wrap="square" lIns="91440" tIns="45720" rIns="91440" bIns="45720" anchor="ctr">
              <a:normAutofit/>
            </a:bodyPr>
            <a:lstStyle/>
            <a:p>
              <a:pPr algn="ctr">
                <a:defRPr/>
              </a:pPr>
              <a:r>
                <a:rPr lang="zh-CN" altLang="en-US" b="1" dirty="0">
                  <a:solidFill>
                    <a:prstClr val="black"/>
                  </a:solidFill>
                  <a:latin typeface="微软雅黑"/>
                  <a:ea typeface="微软雅黑"/>
                </a:rPr>
                <a:t>输入标题</a:t>
              </a:r>
            </a:p>
          </p:txBody>
        </p:sp>
      </p:grpSp>
      <p:grpSp>
        <p:nvGrpSpPr>
          <p:cNvPr id="27" name="íŝḷïḓe">
            <a:extLst>
              <a:ext uri="{FF2B5EF4-FFF2-40B4-BE49-F238E27FC236}">
                <a16:creationId xmlns:a16="http://schemas.microsoft.com/office/drawing/2014/main" id="{FB42BC56-5500-4AD6-A8F7-434DD511CFB1}"/>
              </a:ext>
            </a:extLst>
          </p:cNvPr>
          <p:cNvGrpSpPr/>
          <p:nvPr/>
        </p:nvGrpSpPr>
        <p:grpSpPr>
          <a:xfrm>
            <a:off x="7808235" y="1911464"/>
            <a:ext cx="2611177" cy="1517535"/>
            <a:chOff x="8907723" y="3176874"/>
            <a:chExt cx="2611177" cy="1517535"/>
          </a:xfrm>
        </p:grpSpPr>
        <p:sp>
          <p:nvSpPr>
            <p:cNvPr id="28" name="ïṥ1idé">
              <a:extLst>
                <a:ext uri="{FF2B5EF4-FFF2-40B4-BE49-F238E27FC236}">
                  <a16:creationId xmlns:a16="http://schemas.microsoft.com/office/drawing/2014/main" id="{5B0A2A8F-4B2F-4B66-B965-72EF6C8B88B8}"/>
                </a:ext>
              </a:extLst>
            </p:cNvPr>
            <p:cNvSpPr txBox="1"/>
            <p:nvPr/>
          </p:nvSpPr>
          <p:spPr>
            <a:xfrm>
              <a:off x="8907723" y="3684705"/>
              <a:ext cx="2611177" cy="1009704"/>
            </a:xfrm>
            <a:prstGeom prst="rect">
              <a:avLst/>
            </a:prstGeom>
            <a:noFill/>
          </p:spPr>
          <p:txBody>
            <a:bodyPr wrap="square" lIns="91440" tIns="45720" rIns="91440" bIns="45720">
              <a:normAutofit/>
            </a:bodyPr>
            <a:lstStyle/>
            <a:p>
              <a:pPr>
                <a:lnSpc>
                  <a:spcPct val="140000"/>
                </a:lnSpc>
                <a:defRPr/>
              </a:pPr>
              <a:r>
                <a:rPr lang="zh-CN" altLang="en-US" sz="1100" dirty="0">
                  <a:solidFill>
                    <a:prstClr val="black"/>
                  </a:solidFill>
                  <a:latin typeface="Arial"/>
                  <a:ea typeface="微软雅黑 Light"/>
                </a:rPr>
                <a:t>输入相关说明输入相关说明输入相关说明输入相关说明输入相关说明</a:t>
              </a:r>
              <a:endParaRPr lang="en-US" altLang="zh-CN" sz="1100" dirty="0">
                <a:solidFill>
                  <a:prstClr val="black"/>
                </a:solidFill>
                <a:latin typeface="Arial"/>
                <a:ea typeface="微软雅黑 Light"/>
              </a:endParaRPr>
            </a:p>
            <a:p>
              <a:pPr>
                <a:lnSpc>
                  <a:spcPct val="140000"/>
                </a:lnSpc>
                <a:defRPr/>
              </a:pPr>
              <a:r>
                <a:rPr lang="zh-CN" altLang="en-US" sz="1100" dirty="0">
                  <a:solidFill>
                    <a:prstClr val="black"/>
                  </a:solidFill>
                  <a:latin typeface="Arial"/>
                  <a:ea typeface="微软雅黑 Light"/>
                </a:rPr>
                <a:t>输入相关说明输入相关说明</a:t>
              </a:r>
              <a:endParaRPr lang="en-US" altLang="zh-CN" sz="1100" dirty="0">
                <a:solidFill>
                  <a:prstClr val="black"/>
                </a:solidFill>
                <a:latin typeface="Arial"/>
                <a:ea typeface="微软雅黑 Light"/>
              </a:endParaRPr>
            </a:p>
            <a:p>
              <a:pPr>
                <a:lnSpc>
                  <a:spcPct val="140000"/>
                </a:lnSpc>
                <a:defRPr/>
              </a:pPr>
              <a:endParaRPr lang="en-US" altLang="zh-CN" sz="1100" dirty="0">
                <a:solidFill>
                  <a:prstClr val="black"/>
                </a:solidFill>
                <a:latin typeface="Arial"/>
                <a:ea typeface="微软雅黑 Light"/>
              </a:endParaRPr>
            </a:p>
          </p:txBody>
        </p:sp>
        <p:sp>
          <p:nvSpPr>
            <p:cNvPr id="29" name="ïṩḷiďé">
              <a:extLst>
                <a:ext uri="{FF2B5EF4-FFF2-40B4-BE49-F238E27FC236}">
                  <a16:creationId xmlns:a16="http://schemas.microsoft.com/office/drawing/2014/main" id="{26EBF9BA-2D6C-4889-9536-20790F4EB445}"/>
                </a:ext>
              </a:extLst>
            </p:cNvPr>
            <p:cNvSpPr/>
            <p:nvPr/>
          </p:nvSpPr>
          <p:spPr>
            <a:xfrm>
              <a:off x="8907723" y="3176874"/>
              <a:ext cx="2611177" cy="507831"/>
            </a:xfrm>
            <a:prstGeom prst="rect">
              <a:avLst/>
            </a:prstGeom>
          </p:spPr>
          <p:txBody>
            <a:bodyPr wrap="square" lIns="91440" tIns="45720" rIns="91440" bIns="45720" anchor="ctr">
              <a:normAutofit/>
            </a:bodyPr>
            <a:lstStyle/>
            <a:p>
              <a:pPr>
                <a:defRPr/>
              </a:pPr>
              <a:r>
                <a:rPr lang="zh-CN" altLang="en-US" b="1" dirty="0">
                  <a:solidFill>
                    <a:prstClr val="black"/>
                  </a:solidFill>
                  <a:latin typeface="微软雅黑"/>
                  <a:ea typeface="微软雅黑"/>
                </a:rPr>
                <a:t>输入标题</a:t>
              </a:r>
            </a:p>
          </p:txBody>
        </p:sp>
      </p:grpSp>
    </p:spTree>
    <p:extLst>
      <p:ext uri="{BB962C8B-B14F-4D97-AF65-F5344CB8AC3E}">
        <p14:creationId xmlns:p14="http://schemas.microsoft.com/office/powerpoint/2010/main" val="2088923780"/>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矩形 15">
            <a:extLst>
              <a:ext uri="{FF2B5EF4-FFF2-40B4-BE49-F238E27FC236}">
                <a16:creationId xmlns:a16="http://schemas.microsoft.com/office/drawing/2014/main" id="{45678182-017D-41A3-BD40-124492419AB1}"/>
              </a:ext>
            </a:extLst>
          </p:cNvPr>
          <p:cNvSpPr/>
          <p:nvPr/>
        </p:nvSpPr>
        <p:spPr>
          <a:xfrm>
            <a:off x="836613" y="4243380"/>
            <a:ext cx="2628900" cy="620485"/>
          </a:xfrm>
          <a:prstGeom prst="rect">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sp>
        <p:nvSpPr>
          <p:cNvPr id="17" name="矩形 16">
            <a:extLst>
              <a:ext uri="{FF2B5EF4-FFF2-40B4-BE49-F238E27FC236}">
                <a16:creationId xmlns:a16="http://schemas.microsoft.com/office/drawing/2014/main" id="{45196A89-8BA0-4DBD-AAF1-67B77C808C90}"/>
              </a:ext>
            </a:extLst>
          </p:cNvPr>
          <p:cNvSpPr/>
          <p:nvPr/>
        </p:nvSpPr>
        <p:spPr>
          <a:xfrm>
            <a:off x="3465513" y="3622895"/>
            <a:ext cx="2628900" cy="620485"/>
          </a:xfrm>
          <a:prstGeom prst="rect">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sp>
        <p:nvSpPr>
          <p:cNvPr id="18" name="矩形 17">
            <a:extLst>
              <a:ext uri="{FF2B5EF4-FFF2-40B4-BE49-F238E27FC236}">
                <a16:creationId xmlns:a16="http://schemas.microsoft.com/office/drawing/2014/main" id="{BCB7925F-0EB6-4784-A1EF-39095F358F7C}"/>
              </a:ext>
            </a:extLst>
          </p:cNvPr>
          <p:cNvSpPr/>
          <p:nvPr/>
        </p:nvSpPr>
        <p:spPr>
          <a:xfrm>
            <a:off x="6094413" y="3002410"/>
            <a:ext cx="2628900" cy="620485"/>
          </a:xfrm>
          <a:prstGeom prst="rect">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sp>
        <p:nvSpPr>
          <p:cNvPr id="19" name="矩形 18">
            <a:extLst>
              <a:ext uri="{FF2B5EF4-FFF2-40B4-BE49-F238E27FC236}">
                <a16:creationId xmlns:a16="http://schemas.microsoft.com/office/drawing/2014/main" id="{97EA1755-8374-434B-9A79-B32EC34539B1}"/>
              </a:ext>
            </a:extLst>
          </p:cNvPr>
          <p:cNvSpPr/>
          <p:nvPr/>
        </p:nvSpPr>
        <p:spPr>
          <a:xfrm>
            <a:off x="8723313" y="2381925"/>
            <a:ext cx="2628900" cy="620485"/>
          </a:xfrm>
          <a:prstGeom prst="rect">
            <a:avLst/>
          </a:prstGeom>
          <a:solidFill>
            <a:srgbClr val="0C49B7"/>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sp>
        <p:nvSpPr>
          <p:cNvPr id="20" name="矩形 19">
            <a:extLst>
              <a:ext uri="{FF2B5EF4-FFF2-40B4-BE49-F238E27FC236}">
                <a16:creationId xmlns:a16="http://schemas.microsoft.com/office/drawing/2014/main" id="{3F7F5E68-FDA4-4BEA-8D73-906C9837B8CD}"/>
              </a:ext>
            </a:extLst>
          </p:cNvPr>
          <p:cNvSpPr/>
          <p:nvPr/>
        </p:nvSpPr>
        <p:spPr>
          <a:xfrm>
            <a:off x="1545769" y="4384345"/>
            <a:ext cx="1210588" cy="338554"/>
          </a:xfrm>
          <a:prstGeom prst="rect">
            <a:avLst/>
          </a:prstGeom>
        </p:spPr>
        <p:txBody>
          <a:bodyPr wrap="none">
            <a:spAutoFit/>
          </a:bodyPr>
          <a:lstStyle/>
          <a:p>
            <a:pPr>
              <a:defRPr/>
            </a:pPr>
            <a:r>
              <a:rPr lang="zh-CN" altLang="en-US" sz="1600" b="1" dirty="0">
                <a:solidFill>
                  <a:prstClr val="white"/>
                </a:solidFill>
                <a:latin typeface="微软雅黑"/>
                <a:ea typeface="微软雅黑"/>
              </a:rPr>
              <a:t>输入小标题</a:t>
            </a:r>
            <a:endParaRPr lang="en-US" altLang="zh-CN" sz="1600" b="1" dirty="0">
              <a:solidFill>
                <a:prstClr val="white"/>
              </a:solidFill>
              <a:latin typeface="微软雅黑"/>
              <a:ea typeface="微软雅黑"/>
            </a:endParaRPr>
          </a:p>
        </p:txBody>
      </p:sp>
      <p:sp>
        <p:nvSpPr>
          <p:cNvPr id="21" name="矩形 20">
            <a:extLst>
              <a:ext uri="{FF2B5EF4-FFF2-40B4-BE49-F238E27FC236}">
                <a16:creationId xmlns:a16="http://schemas.microsoft.com/office/drawing/2014/main" id="{62907DC4-F0CA-4544-A10A-8AD198962AA9}"/>
              </a:ext>
            </a:extLst>
          </p:cNvPr>
          <p:cNvSpPr/>
          <p:nvPr/>
        </p:nvSpPr>
        <p:spPr>
          <a:xfrm>
            <a:off x="4174669" y="3763860"/>
            <a:ext cx="1210588" cy="338554"/>
          </a:xfrm>
          <a:prstGeom prst="rect">
            <a:avLst/>
          </a:prstGeom>
        </p:spPr>
        <p:txBody>
          <a:bodyPr wrap="none">
            <a:spAutoFit/>
          </a:bodyPr>
          <a:lstStyle/>
          <a:p>
            <a:pPr>
              <a:defRPr/>
            </a:pPr>
            <a:r>
              <a:rPr lang="zh-CN" altLang="en-US" sz="1600" b="1" dirty="0">
                <a:solidFill>
                  <a:prstClr val="white"/>
                </a:solidFill>
                <a:latin typeface="微软雅黑"/>
                <a:ea typeface="微软雅黑"/>
              </a:rPr>
              <a:t>输入小标题</a:t>
            </a:r>
            <a:endParaRPr lang="en-US" altLang="zh-CN" sz="1600" b="1" dirty="0">
              <a:solidFill>
                <a:prstClr val="white"/>
              </a:solidFill>
              <a:latin typeface="微软雅黑"/>
              <a:ea typeface="微软雅黑"/>
            </a:endParaRPr>
          </a:p>
        </p:txBody>
      </p:sp>
      <p:sp>
        <p:nvSpPr>
          <p:cNvPr id="22" name="矩形 21">
            <a:extLst>
              <a:ext uri="{FF2B5EF4-FFF2-40B4-BE49-F238E27FC236}">
                <a16:creationId xmlns:a16="http://schemas.microsoft.com/office/drawing/2014/main" id="{43E87C73-69CB-4706-84C4-881AF9C4B4BE}"/>
              </a:ext>
            </a:extLst>
          </p:cNvPr>
          <p:cNvSpPr/>
          <p:nvPr/>
        </p:nvSpPr>
        <p:spPr>
          <a:xfrm>
            <a:off x="6803569" y="3143375"/>
            <a:ext cx="1210588" cy="338554"/>
          </a:xfrm>
          <a:prstGeom prst="rect">
            <a:avLst/>
          </a:prstGeom>
        </p:spPr>
        <p:txBody>
          <a:bodyPr wrap="none">
            <a:spAutoFit/>
          </a:bodyPr>
          <a:lstStyle/>
          <a:p>
            <a:pPr>
              <a:defRPr/>
            </a:pPr>
            <a:r>
              <a:rPr lang="zh-CN" altLang="en-US" sz="1600" b="1" dirty="0">
                <a:solidFill>
                  <a:prstClr val="white"/>
                </a:solidFill>
                <a:latin typeface="微软雅黑"/>
                <a:ea typeface="微软雅黑"/>
              </a:rPr>
              <a:t>输入小标题</a:t>
            </a:r>
            <a:endParaRPr lang="en-US" altLang="zh-CN" sz="1600" b="1" dirty="0">
              <a:solidFill>
                <a:prstClr val="white"/>
              </a:solidFill>
              <a:latin typeface="微软雅黑"/>
              <a:ea typeface="微软雅黑"/>
            </a:endParaRPr>
          </a:p>
        </p:txBody>
      </p:sp>
      <p:sp>
        <p:nvSpPr>
          <p:cNvPr id="23" name="矩形 22">
            <a:extLst>
              <a:ext uri="{FF2B5EF4-FFF2-40B4-BE49-F238E27FC236}">
                <a16:creationId xmlns:a16="http://schemas.microsoft.com/office/drawing/2014/main" id="{3563BD80-2006-47AC-8A47-4C056E5210FB}"/>
              </a:ext>
            </a:extLst>
          </p:cNvPr>
          <p:cNvSpPr/>
          <p:nvPr/>
        </p:nvSpPr>
        <p:spPr>
          <a:xfrm>
            <a:off x="9432469" y="2522890"/>
            <a:ext cx="1210588" cy="338554"/>
          </a:xfrm>
          <a:prstGeom prst="rect">
            <a:avLst/>
          </a:prstGeom>
        </p:spPr>
        <p:txBody>
          <a:bodyPr wrap="none">
            <a:spAutoFit/>
          </a:bodyPr>
          <a:lstStyle/>
          <a:p>
            <a:pPr>
              <a:defRPr/>
            </a:pPr>
            <a:r>
              <a:rPr lang="zh-CN" altLang="en-US" sz="1600" b="1" dirty="0">
                <a:solidFill>
                  <a:prstClr val="white"/>
                </a:solidFill>
                <a:latin typeface="微软雅黑"/>
                <a:ea typeface="微软雅黑"/>
              </a:rPr>
              <a:t>输入小标题</a:t>
            </a:r>
            <a:endParaRPr lang="en-US" altLang="zh-CN" sz="1600" b="1" dirty="0">
              <a:solidFill>
                <a:prstClr val="white"/>
              </a:solidFill>
              <a:latin typeface="微软雅黑"/>
              <a:ea typeface="微软雅黑"/>
            </a:endParaRPr>
          </a:p>
        </p:txBody>
      </p:sp>
      <p:sp>
        <p:nvSpPr>
          <p:cNvPr id="24" name="矩形 23">
            <a:extLst>
              <a:ext uri="{FF2B5EF4-FFF2-40B4-BE49-F238E27FC236}">
                <a16:creationId xmlns:a16="http://schemas.microsoft.com/office/drawing/2014/main" id="{6E0494A5-CB88-4FBD-AF55-58DD9293B150}"/>
              </a:ext>
            </a:extLst>
          </p:cNvPr>
          <p:cNvSpPr/>
          <p:nvPr/>
        </p:nvSpPr>
        <p:spPr>
          <a:xfrm>
            <a:off x="1396497" y="4994197"/>
            <a:ext cx="2165686" cy="1186094"/>
          </a:xfrm>
          <a:prstGeom prst="rect">
            <a:avLst/>
          </a:prstGeom>
        </p:spPr>
        <p:txBody>
          <a:bodyPr wrap="square">
            <a:spAutoFit/>
          </a:bodyPr>
          <a:lstStyle/>
          <a:p>
            <a:pPr>
              <a:lnSpc>
                <a:spcPct val="130000"/>
              </a:lnSpc>
              <a:defRPr/>
            </a:pPr>
            <a:r>
              <a:rPr lang="zh-CN" altLang="en-US" sz="1400" dirty="0">
                <a:solidFill>
                  <a:prstClr val="black"/>
                </a:solidFill>
                <a:latin typeface="Arial"/>
                <a:ea typeface="微软雅黑 Light"/>
              </a:rPr>
              <a:t>在这里输入文字说明在这里输入文字说明在这里输入文字说明在这里输入文字说明。</a:t>
            </a:r>
          </a:p>
        </p:txBody>
      </p:sp>
      <p:sp>
        <p:nvSpPr>
          <p:cNvPr id="25" name="矩形 24">
            <a:extLst>
              <a:ext uri="{FF2B5EF4-FFF2-40B4-BE49-F238E27FC236}">
                <a16:creationId xmlns:a16="http://schemas.microsoft.com/office/drawing/2014/main" id="{AD951391-7D62-4A15-AE48-CF03695EDB71}"/>
              </a:ext>
            </a:extLst>
          </p:cNvPr>
          <p:cNvSpPr/>
          <p:nvPr/>
        </p:nvSpPr>
        <p:spPr>
          <a:xfrm>
            <a:off x="4025397" y="4446805"/>
            <a:ext cx="2165686" cy="1186094"/>
          </a:xfrm>
          <a:prstGeom prst="rect">
            <a:avLst/>
          </a:prstGeom>
        </p:spPr>
        <p:txBody>
          <a:bodyPr wrap="square">
            <a:spAutoFit/>
          </a:bodyPr>
          <a:lstStyle/>
          <a:p>
            <a:pPr>
              <a:lnSpc>
                <a:spcPct val="130000"/>
              </a:lnSpc>
              <a:defRPr/>
            </a:pPr>
            <a:r>
              <a:rPr lang="zh-CN" altLang="en-US" sz="1400" dirty="0">
                <a:solidFill>
                  <a:prstClr val="black"/>
                </a:solidFill>
                <a:latin typeface="Arial"/>
                <a:ea typeface="微软雅黑 Light"/>
              </a:rPr>
              <a:t>在这里输入文字说明在这里输入文字说明在这里输入文字说明在这里输入文字说明。</a:t>
            </a:r>
          </a:p>
        </p:txBody>
      </p:sp>
      <p:sp>
        <p:nvSpPr>
          <p:cNvPr id="26" name="矩形 25">
            <a:extLst>
              <a:ext uri="{FF2B5EF4-FFF2-40B4-BE49-F238E27FC236}">
                <a16:creationId xmlns:a16="http://schemas.microsoft.com/office/drawing/2014/main" id="{88692119-DDD8-45B8-A889-8BD27E18E142}"/>
              </a:ext>
            </a:extLst>
          </p:cNvPr>
          <p:cNvSpPr/>
          <p:nvPr/>
        </p:nvSpPr>
        <p:spPr>
          <a:xfrm>
            <a:off x="6654297" y="3766911"/>
            <a:ext cx="2165686" cy="1186094"/>
          </a:xfrm>
          <a:prstGeom prst="rect">
            <a:avLst/>
          </a:prstGeom>
        </p:spPr>
        <p:txBody>
          <a:bodyPr wrap="square">
            <a:spAutoFit/>
          </a:bodyPr>
          <a:lstStyle/>
          <a:p>
            <a:pPr>
              <a:lnSpc>
                <a:spcPct val="130000"/>
              </a:lnSpc>
              <a:defRPr/>
            </a:pPr>
            <a:r>
              <a:rPr lang="zh-CN" altLang="en-US" sz="1400" dirty="0">
                <a:solidFill>
                  <a:prstClr val="black"/>
                </a:solidFill>
                <a:latin typeface="Arial"/>
                <a:ea typeface="微软雅黑 Light"/>
              </a:rPr>
              <a:t>在这里输入文字说明在这里输入文字说明在这里输入文字说明在这里输入文字说明。</a:t>
            </a:r>
          </a:p>
        </p:txBody>
      </p:sp>
      <p:sp>
        <p:nvSpPr>
          <p:cNvPr id="27" name="矩形 26">
            <a:extLst>
              <a:ext uri="{FF2B5EF4-FFF2-40B4-BE49-F238E27FC236}">
                <a16:creationId xmlns:a16="http://schemas.microsoft.com/office/drawing/2014/main" id="{64D4BA59-C3F2-4062-BE0A-0E492CA036C9}"/>
              </a:ext>
            </a:extLst>
          </p:cNvPr>
          <p:cNvSpPr/>
          <p:nvPr/>
        </p:nvSpPr>
        <p:spPr>
          <a:xfrm>
            <a:off x="9283197" y="3118199"/>
            <a:ext cx="2165686" cy="1186094"/>
          </a:xfrm>
          <a:prstGeom prst="rect">
            <a:avLst/>
          </a:prstGeom>
        </p:spPr>
        <p:txBody>
          <a:bodyPr wrap="square">
            <a:spAutoFit/>
          </a:bodyPr>
          <a:lstStyle/>
          <a:p>
            <a:pPr>
              <a:lnSpc>
                <a:spcPct val="130000"/>
              </a:lnSpc>
              <a:defRPr/>
            </a:pPr>
            <a:r>
              <a:rPr lang="zh-CN" altLang="en-US" sz="1400" dirty="0">
                <a:solidFill>
                  <a:prstClr val="black"/>
                </a:solidFill>
                <a:latin typeface="Arial"/>
                <a:ea typeface="微软雅黑 Light"/>
              </a:rPr>
              <a:t>在这里输入文字说明在这里输入文字说明在这里输入文字说明在这里输入文字说明。</a:t>
            </a:r>
          </a:p>
        </p:txBody>
      </p:sp>
      <p:sp>
        <p:nvSpPr>
          <p:cNvPr id="28" name="矩形 27">
            <a:extLst>
              <a:ext uri="{FF2B5EF4-FFF2-40B4-BE49-F238E27FC236}">
                <a16:creationId xmlns:a16="http://schemas.microsoft.com/office/drawing/2014/main" id="{D4E80AD2-0164-4775-B716-041A177D1DA4}"/>
              </a:ext>
            </a:extLst>
          </p:cNvPr>
          <p:cNvSpPr/>
          <p:nvPr/>
        </p:nvSpPr>
        <p:spPr>
          <a:xfrm>
            <a:off x="836613" y="1257284"/>
            <a:ext cx="10515600" cy="382092"/>
          </a:xfrm>
          <a:prstGeom prst="rect">
            <a:avLst/>
          </a:prstGeom>
        </p:spPr>
        <p:txBody>
          <a:bodyPr wrap="square">
            <a:spAutoFit/>
          </a:bodyPr>
          <a:lstStyle/>
          <a:p>
            <a:pPr>
              <a:lnSpc>
                <a:spcPct val="130000"/>
              </a:lnSpc>
              <a:defRPr/>
            </a:pPr>
            <a:r>
              <a:rPr lang="zh-CN" altLang="en-US" sz="1600" dirty="0">
                <a:solidFill>
                  <a:prstClr val="black"/>
                </a:solidFill>
                <a:latin typeface="微软雅黑"/>
                <a:ea typeface="微软雅黑"/>
              </a:rPr>
              <a:t>▼在这里输入文字说明在这里输入文字说明在这里输入文字说明在这里输入文字说明。</a:t>
            </a:r>
          </a:p>
        </p:txBody>
      </p:sp>
      <p:sp>
        <p:nvSpPr>
          <p:cNvPr id="29" name="矩形 28">
            <a:extLst>
              <a:ext uri="{FF2B5EF4-FFF2-40B4-BE49-F238E27FC236}">
                <a16:creationId xmlns:a16="http://schemas.microsoft.com/office/drawing/2014/main" id="{9692740D-705E-41A4-83F0-6E1ABDC8805D}"/>
              </a:ext>
            </a:extLst>
          </p:cNvPr>
          <p:cNvSpPr/>
          <p:nvPr/>
        </p:nvSpPr>
        <p:spPr>
          <a:xfrm>
            <a:off x="836613" y="1656001"/>
            <a:ext cx="10515600" cy="382092"/>
          </a:xfrm>
          <a:prstGeom prst="rect">
            <a:avLst/>
          </a:prstGeom>
        </p:spPr>
        <p:txBody>
          <a:bodyPr wrap="square">
            <a:spAutoFit/>
          </a:bodyPr>
          <a:lstStyle/>
          <a:p>
            <a:pPr>
              <a:lnSpc>
                <a:spcPct val="130000"/>
              </a:lnSpc>
              <a:defRPr/>
            </a:pPr>
            <a:r>
              <a:rPr lang="zh-CN" altLang="en-US" sz="1600" dirty="0">
                <a:solidFill>
                  <a:prstClr val="black"/>
                </a:solidFill>
                <a:latin typeface="微软雅黑"/>
                <a:ea typeface="微软雅黑"/>
              </a:rPr>
              <a:t>▼在这里输入文字说明在这里输入文字说明在这里输入文字说明在这里输入文字说明。</a:t>
            </a:r>
          </a:p>
        </p:txBody>
      </p:sp>
    </p:spTree>
    <p:extLst>
      <p:ext uri="{BB962C8B-B14F-4D97-AF65-F5344CB8AC3E}">
        <p14:creationId xmlns:p14="http://schemas.microsoft.com/office/powerpoint/2010/main" val="354694370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矩形 15">
            <a:extLst>
              <a:ext uri="{FF2B5EF4-FFF2-40B4-BE49-F238E27FC236}">
                <a16:creationId xmlns:a16="http://schemas.microsoft.com/office/drawing/2014/main" id="{8D2156D2-9A0F-48D1-961E-7277B7A8C008}"/>
              </a:ext>
            </a:extLst>
          </p:cNvPr>
          <p:cNvSpPr/>
          <p:nvPr/>
        </p:nvSpPr>
        <p:spPr>
          <a:xfrm>
            <a:off x="660400" y="2039816"/>
            <a:ext cx="10858500" cy="3503873"/>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7" name="矩形 16">
            <a:extLst>
              <a:ext uri="{FF2B5EF4-FFF2-40B4-BE49-F238E27FC236}">
                <a16:creationId xmlns:a16="http://schemas.microsoft.com/office/drawing/2014/main" id="{C26214A1-0ED6-446F-ABCA-02CEFB0604D8}"/>
              </a:ext>
            </a:extLst>
          </p:cNvPr>
          <p:cNvSpPr/>
          <p:nvPr/>
        </p:nvSpPr>
        <p:spPr>
          <a:xfrm>
            <a:off x="3414346" y="1348155"/>
            <a:ext cx="2633785" cy="4548554"/>
          </a:xfrm>
          <a:prstGeom prst="rect">
            <a:avLst/>
          </a:prstGeom>
          <a:solidFill>
            <a:srgbClr val="FFFFFF"/>
          </a:solidFill>
          <a:ln w="12700" cap="flat" cmpd="sng" algn="ctr">
            <a:noFill/>
            <a:prstDash val="solid"/>
            <a:miter lim="800000"/>
          </a:ln>
          <a:effectLst>
            <a:outerShdw blurRad="165100" sx="101000" sy="101000" algn="ctr" rotWithShape="0">
              <a:prstClr val="black">
                <a:alpha val="15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18" name="矩形 17">
            <a:extLst>
              <a:ext uri="{FF2B5EF4-FFF2-40B4-BE49-F238E27FC236}">
                <a16:creationId xmlns:a16="http://schemas.microsoft.com/office/drawing/2014/main" id="{1E820238-52CE-4871-B37C-F5AEAF13906C}"/>
              </a:ext>
            </a:extLst>
          </p:cNvPr>
          <p:cNvSpPr/>
          <p:nvPr/>
        </p:nvSpPr>
        <p:spPr>
          <a:xfrm>
            <a:off x="1615342" y="2338755"/>
            <a:ext cx="984738" cy="984738"/>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a:ea typeface="微软雅黑"/>
              <a:cs typeface="+mn-cs"/>
            </a:endParaRPr>
          </a:p>
        </p:txBody>
      </p:sp>
      <p:sp>
        <p:nvSpPr>
          <p:cNvPr id="19" name="矩形 18">
            <a:extLst>
              <a:ext uri="{FF2B5EF4-FFF2-40B4-BE49-F238E27FC236}">
                <a16:creationId xmlns:a16="http://schemas.microsoft.com/office/drawing/2014/main" id="{C8228EF9-5004-4339-BDB7-21CEF67BAFC8}"/>
              </a:ext>
            </a:extLst>
          </p:cNvPr>
          <p:cNvSpPr/>
          <p:nvPr/>
        </p:nvSpPr>
        <p:spPr>
          <a:xfrm>
            <a:off x="4238869" y="2338755"/>
            <a:ext cx="984738" cy="984738"/>
          </a:xfrm>
          <a:prstGeom prst="rect">
            <a:avLst/>
          </a:prstGeom>
          <a:solidFill>
            <a:srgbClr val="0C49B7"/>
          </a:solidFill>
          <a:ln w="12700" cap="flat" cmpd="sng" algn="ctr">
            <a:noFill/>
            <a:prstDash val="solid"/>
            <a:miter lim="800000"/>
          </a:ln>
          <a:effectLst>
            <a:outerShdw blurRad="114300" sx="102000" sy="102000" algn="c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20" name="矩形 19">
            <a:extLst>
              <a:ext uri="{FF2B5EF4-FFF2-40B4-BE49-F238E27FC236}">
                <a16:creationId xmlns:a16="http://schemas.microsoft.com/office/drawing/2014/main" id="{76BE4334-8D6C-4CA1-8189-52D0A31548A8}"/>
              </a:ext>
            </a:extLst>
          </p:cNvPr>
          <p:cNvSpPr/>
          <p:nvPr/>
        </p:nvSpPr>
        <p:spPr>
          <a:xfrm>
            <a:off x="6981092" y="2338755"/>
            <a:ext cx="984738" cy="984738"/>
          </a:xfrm>
          <a:prstGeom prst="rect">
            <a:avLst/>
          </a:prstGeom>
          <a:solidFill>
            <a:srgbClr val="FFFFFF"/>
          </a:solidFill>
          <a:ln w="12700" cap="flat" cmpd="sng" algn="ctr">
            <a:noFill/>
            <a:prstDash val="solid"/>
            <a:miter lim="800000"/>
          </a:ln>
          <a:effectLst>
            <a:outerShdw blurRad="114300" sx="102000" sy="102000" algn="c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21" name="矩形 20">
            <a:extLst>
              <a:ext uri="{FF2B5EF4-FFF2-40B4-BE49-F238E27FC236}">
                <a16:creationId xmlns:a16="http://schemas.microsoft.com/office/drawing/2014/main" id="{4D793947-B8BC-447E-852F-E22A003AF1BD}"/>
              </a:ext>
            </a:extLst>
          </p:cNvPr>
          <p:cNvSpPr/>
          <p:nvPr/>
        </p:nvSpPr>
        <p:spPr>
          <a:xfrm>
            <a:off x="9657862" y="2338755"/>
            <a:ext cx="984738" cy="984738"/>
          </a:xfrm>
          <a:prstGeom prst="rect">
            <a:avLst/>
          </a:prstGeom>
          <a:solidFill>
            <a:srgbClr val="FFFFFF"/>
          </a:solidFill>
          <a:ln w="12700" cap="flat" cmpd="sng" algn="ctr">
            <a:noFill/>
            <a:prstDash val="solid"/>
            <a:miter lim="800000"/>
          </a:ln>
          <a:effectLst>
            <a:outerShdw blurRad="114300" sx="102000" sy="102000" algn="ctr" rotWithShape="0">
              <a:prstClr val="black">
                <a:alpha val="15000"/>
              </a:prst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sp>
        <p:nvSpPr>
          <p:cNvPr id="22" name="文本框 21">
            <a:extLst>
              <a:ext uri="{FF2B5EF4-FFF2-40B4-BE49-F238E27FC236}">
                <a16:creationId xmlns:a16="http://schemas.microsoft.com/office/drawing/2014/main" id="{2B0DACFB-59A3-4154-B92F-133EC9E62CC1}"/>
              </a:ext>
            </a:extLst>
          </p:cNvPr>
          <p:cNvSpPr txBox="1"/>
          <p:nvPr/>
        </p:nvSpPr>
        <p:spPr>
          <a:xfrm>
            <a:off x="1148242" y="3571231"/>
            <a:ext cx="1918939" cy="62017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2800" b="0"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输入标题</a:t>
            </a:r>
          </a:p>
        </p:txBody>
      </p:sp>
      <p:sp>
        <p:nvSpPr>
          <p:cNvPr id="23" name="文本框 22">
            <a:extLst>
              <a:ext uri="{FF2B5EF4-FFF2-40B4-BE49-F238E27FC236}">
                <a16:creationId xmlns:a16="http://schemas.microsoft.com/office/drawing/2014/main" id="{D6CD72B4-9AE2-4632-9809-34C7FB291367}"/>
              </a:ext>
            </a:extLst>
          </p:cNvPr>
          <p:cNvSpPr txBox="1"/>
          <p:nvPr/>
        </p:nvSpPr>
        <p:spPr>
          <a:xfrm>
            <a:off x="6523341" y="3571231"/>
            <a:ext cx="1918939" cy="62017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2800" b="0"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输入标题</a:t>
            </a:r>
          </a:p>
        </p:txBody>
      </p:sp>
      <p:sp>
        <p:nvSpPr>
          <p:cNvPr id="24" name="文本框 23">
            <a:extLst>
              <a:ext uri="{FF2B5EF4-FFF2-40B4-BE49-F238E27FC236}">
                <a16:creationId xmlns:a16="http://schemas.microsoft.com/office/drawing/2014/main" id="{C9E1DE6B-7C61-467B-99FA-46F81A15CE8C}"/>
              </a:ext>
            </a:extLst>
          </p:cNvPr>
          <p:cNvSpPr txBox="1"/>
          <p:nvPr/>
        </p:nvSpPr>
        <p:spPr>
          <a:xfrm>
            <a:off x="6382374" y="4269505"/>
            <a:ext cx="2200873" cy="102098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300" normalizeH="0" baseline="0" noProof="0" dirty="0">
                <a:ln>
                  <a:noFill/>
                </a:ln>
                <a:solidFill>
                  <a:srgbClr val="FFFFFF"/>
                </a:solidFill>
                <a:effectLst/>
                <a:uLnTx/>
                <a:uFillTx/>
                <a:latin typeface="Arial"/>
                <a:ea typeface="微软雅黑"/>
                <a:cs typeface="+mn-cs"/>
              </a:rPr>
              <a:t>请在此处输入文字反正输入什么你就根据论文来吧</a:t>
            </a:r>
            <a:endParaRPr kumimoji="0" lang="en-US" altLang="zh-CN" sz="1600" b="0" i="0" u="none" strike="noStrike" kern="1200" cap="none" spc="300" normalizeH="0" baseline="0" noProof="0" dirty="0">
              <a:ln>
                <a:noFill/>
              </a:ln>
              <a:solidFill>
                <a:srgbClr val="FFFFFF"/>
              </a:solidFill>
              <a:effectLst/>
              <a:uLnTx/>
              <a:uFillTx/>
              <a:latin typeface="Arial"/>
              <a:ea typeface="微软雅黑"/>
              <a:cs typeface="+mn-cs"/>
            </a:endParaRPr>
          </a:p>
        </p:txBody>
      </p:sp>
      <p:sp>
        <p:nvSpPr>
          <p:cNvPr id="25" name="文本框 24">
            <a:extLst>
              <a:ext uri="{FF2B5EF4-FFF2-40B4-BE49-F238E27FC236}">
                <a16:creationId xmlns:a16="http://schemas.microsoft.com/office/drawing/2014/main" id="{D45EF7A8-C256-421F-AE6D-5B971CAF3BA6}"/>
              </a:ext>
            </a:extLst>
          </p:cNvPr>
          <p:cNvSpPr txBox="1"/>
          <p:nvPr/>
        </p:nvSpPr>
        <p:spPr>
          <a:xfrm>
            <a:off x="9187701" y="3571231"/>
            <a:ext cx="1918939" cy="62017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2800" b="0" i="0" u="none" strike="noStrike" kern="1200" cap="none" spc="30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输入标题</a:t>
            </a:r>
          </a:p>
        </p:txBody>
      </p:sp>
      <p:sp>
        <p:nvSpPr>
          <p:cNvPr id="26" name="文本框 25">
            <a:extLst>
              <a:ext uri="{FF2B5EF4-FFF2-40B4-BE49-F238E27FC236}">
                <a16:creationId xmlns:a16="http://schemas.microsoft.com/office/drawing/2014/main" id="{7342CF69-6FC9-4696-9914-4D49D1FCDDE7}"/>
              </a:ext>
            </a:extLst>
          </p:cNvPr>
          <p:cNvSpPr txBox="1"/>
          <p:nvPr/>
        </p:nvSpPr>
        <p:spPr>
          <a:xfrm>
            <a:off x="9046734" y="4269505"/>
            <a:ext cx="2200873" cy="102098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300" normalizeH="0" baseline="0" noProof="0" dirty="0">
                <a:ln>
                  <a:noFill/>
                </a:ln>
                <a:solidFill>
                  <a:srgbClr val="FFFFFF"/>
                </a:solidFill>
                <a:effectLst/>
                <a:uLnTx/>
                <a:uFillTx/>
                <a:latin typeface="Arial"/>
                <a:ea typeface="微软雅黑"/>
                <a:cs typeface="+mn-cs"/>
              </a:rPr>
              <a:t>请在此处输入文字反正输入什么你就根据论文来吧</a:t>
            </a:r>
            <a:endParaRPr kumimoji="0" lang="en-US" altLang="zh-CN" sz="1600" b="0" i="0" u="none" strike="noStrike" kern="1200" cap="none" spc="300" normalizeH="0" baseline="0" noProof="0" dirty="0">
              <a:ln>
                <a:noFill/>
              </a:ln>
              <a:solidFill>
                <a:srgbClr val="FFFFFF"/>
              </a:solidFill>
              <a:effectLst/>
              <a:uLnTx/>
              <a:uFillTx/>
              <a:latin typeface="Arial"/>
              <a:ea typeface="微软雅黑"/>
              <a:cs typeface="+mn-cs"/>
            </a:endParaRPr>
          </a:p>
        </p:txBody>
      </p:sp>
      <p:sp>
        <p:nvSpPr>
          <p:cNvPr id="27" name="文本框 26">
            <a:extLst>
              <a:ext uri="{FF2B5EF4-FFF2-40B4-BE49-F238E27FC236}">
                <a16:creationId xmlns:a16="http://schemas.microsoft.com/office/drawing/2014/main" id="{E076A6BB-37B8-4DCD-8C9D-FAA97C4D9137}"/>
              </a:ext>
            </a:extLst>
          </p:cNvPr>
          <p:cNvSpPr txBox="1"/>
          <p:nvPr/>
        </p:nvSpPr>
        <p:spPr>
          <a:xfrm>
            <a:off x="3776920" y="3571231"/>
            <a:ext cx="1918939" cy="620170"/>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输入标题</a:t>
            </a:r>
          </a:p>
        </p:txBody>
      </p:sp>
      <p:sp>
        <p:nvSpPr>
          <p:cNvPr id="28" name="文本框 27">
            <a:extLst>
              <a:ext uri="{FF2B5EF4-FFF2-40B4-BE49-F238E27FC236}">
                <a16:creationId xmlns:a16="http://schemas.microsoft.com/office/drawing/2014/main" id="{4989EDD1-6AAF-4B5A-851F-29E5549B9DB2}"/>
              </a:ext>
            </a:extLst>
          </p:cNvPr>
          <p:cNvSpPr txBox="1"/>
          <p:nvPr/>
        </p:nvSpPr>
        <p:spPr>
          <a:xfrm>
            <a:off x="3635953" y="4269505"/>
            <a:ext cx="2200873" cy="102098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300" normalizeH="0" baseline="0" noProof="0" dirty="0">
                <a:ln>
                  <a:noFill/>
                </a:ln>
                <a:solidFill>
                  <a:srgbClr val="0C49B7"/>
                </a:solidFill>
                <a:effectLst/>
                <a:uLnTx/>
                <a:uFillTx/>
                <a:latin typeface="Arial"/>
                <a:ea typeface="微软雅黑"/>
                <a:cs typeface="+mn-cs"/>
              </a:rPr>
              <a:t>请在此处输入文字反正输入什么你就根据论文来吧</a:t>
            </a:r>
            <a:endParaRPr kumimoji="0" lang="en-US" altLang="zh-CN" sz="1600" b="0" i="0" u="none" strike="noStrike" kern="1200" cap="none" spc="300" normalizeH="0" baseline="0" noProof="0" dirty="0">
              <a:ln>
                <a:noFill/>
              </a:ln>
              <a:solidFill>
                <a:srgbClr val="0C49B7"/>
              </a:solidFill>
              <a:effectLst/>
              <a:uLnTx/>
              <a:uFillTx/>
              <a:latin typeface="Arial"/>
              <a:ea typeface="微软雅黑"/>
              <a:cs typeface="+mn-cs"/>
            </a:endParaRPr>
          </a:p>
        </p:txBody>
      </p:sp>
      <p:sp>
        <p:nvSpPr>
          <p:cNvPr id="29" name="文本框 28">
            <a:extLst>
              <a:ext uri="{FF2B5EF4-FFF2-40B4-BE49-F238E27FC236}">
                <a16:creationId xmlns:a16="http://schemas.microsoft.com/office/drawing/2014/main" id="{4B89E9F0-1BE5-4BD7-9B8C-4AABE7F45D27}"/>
              </a:ext>
            </a:extLst>
          </p:cNvPr>
          <p:cNvSpPr txBox="1"/>
          <p:nvPr/>
        </p:nvSpPr>
        <p:spPr>
          <a:xfrm>
            <a:off x="995961" y="4269505"/>
            <a:ext cx="2200873" cy="102098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tabLst/>
              <a:defRPr/>
            </a:pPr>
            <a:r>
              <a:rPr kumimoji="0" lang="zh-CN" altLang="en-US" sz="1600" b="0" i="0" u="none" strike="noStrike" kern="1200" cap="none" spc="300" normalizeH="0" baseline="0" noProof="0" dirty="0">
                <a:ln>
                  <a:noFill/>
                </a:ln>
                <a:solidFill>
                  <a:srgbClr val="FFFFFF"/>
                </a:solidFill>
                <a:effectLst/>
                <a:uLnTx/>
                <a:uFillTx/>
                <a:latin typeface="Arial"/>
                <a:ea typeface="微软雅黑"/>
                <a:cs typeface="+mn-cs"/>
              </a:rPr>
              <a:t>请在此处输入文字反正输入什么你就根据论文来吧</a:t>
            </a:r>
            <a:endParaRPr kumimoji="0" lang="en-US" altLang="zh-CN" sz="1600" b="0" i="0" u="none" strike="noStrike" kern="1200" cap="none" spc="300" normalizeH="0" baseline="0" noProof="0" dirty="0">
              <a:ln>
                <a:noFill/>
              </a:ln>
              <a:solidFill>
                <a:srgbClr val="FFFFFF"/>
              </a:solidFill>
              <a:effectLst/>
              <a:uLnTx/>
              <a:uFillTx/>
              <a:latin typeface="Arial"/>
              <a:ea typeface="微软雅黑"/>
              <a:cs typeface="+mn-cs"/>
            </a:endParaRPr>
          </a:p>
        </p:txBody>
      </p:sp>
      <p:grpSp>
        <p:nvGrpSpPr>
          <p:cNvPr id="30" name="组合 29">
            <a:extLst>
              <a:ext uri="{FF2B5EF4-FFF2-40B4-BE49-F238E27FC236}">
                <a16:creationId xmlns:a16="http://schemas.microsoft.com/office/drawing/2014/main" id="{FD370FE8-D9B4-47EC-8C37-FB3002960512}"/>
              </a:ext>
            </a:extLst>
          </p:cNvPr>
          <p:cNvGrpSpPr/>
          <p:nvPr/>
        </p:nvGrpSpPr>
        <p:grpSpPr>
          <a:xfrm>
            <a:off x="9906663" y="2590616"/>
            <a:ext cx="481013" cy="481013"/>
            <a:chOff x="1528763" y="1263650"/>
            <a:chExt cx="481013" cy="481013"/>
          </a:xfrm>
          <a:solidFill>
            <a:srgbClr val="003378"/>
          </a:solidFill>
        </p:grpSpPr>
        <p:sp>
          <p:nvSpPr>
            <p:cNvPr id="31" name="Freeform 203">
              <a:extLst>
                <a:ext uri="{FF2B5EF4-FFF2-40B4-BE49-F238E27FC236}">
                  <a16:creationId xmlns:a16="http://schemas.microsoft.com/office/drawing/2014/main" id="{6B037E3A-9952-4769-AB62-BFCB2E9424AD}"/>
                </a:ext>
              </a:extLst>
            </p:cNvPr>
            <p:cNvSpPr>
              <a:spLocks noEditPoints="1"/>
            </p:cNvSpPr>
            <p:nvPr/>
          </p:nvSpPr>
          <p:spPr bwMode="auto">
            <a:xfrm>
              <a:off x="1528763" y="1263650"/>
              <a:ext cx="481013" cy="481013"/>
            </a:xfrm>
            <a:custGeom>
              <a:avLst/>
              <a:gdLst>
                <a:gd name="T0" fmla="*/ 96 w 128"/>
                <a:gd name="T1" fmla="*/ 64 h 128"/>
                <a:gd name="T2" fmla="*/ 94 w 128"/>
                <a:gd name="T3" fmla="*/ 64 h 128"/>
                <a:gd name="T4" fmla="*/ 92 w 128"/>
                <a:gd name="T5" fmla="*/ 64 h 128"/>
                <a:gd name="T6" fmla="*/ 93 w 128"/>
                <a:gd name="T7" fmla="*/ 62 h 128"/>
                <a:gd name="T8" fmla="*/ 95 w 128"/>
                <a:gd name="T9" fmla="*/ 55 h 128"/>
                <a:gd name="T10" fmla="*/ 98 w 128"/>
                <a:gd name="T11" fmla="*/ 37 h 128"/>
                <a:gd name="T12" fmla="*/ 96 w 128"/>
                <a:gd name="T13" fmla="*/ 22 h 128"/>
                <a:gd name="T14" fmla="*/ 88 w 128"/>
                <a:gd name="T15" fmla="*/ 10 h 128"/>
                <a:gd name="T16" fmla="*/ 64 w 128"/>
                <a:gd name="T17" fmla="*/ 0 h 128"/>
                <a:gd name="T18" fmla="*/ 40 w 128"/>
                <a:gd name="T19" fmla="*/ 10 h 128"/>
                <a:gd name="T20" fmla="*/ 32 w 128"/>
                <a:gd name="T21" fmla="*/ 22 h 128"/>
                <a:gd name="T22" fmla="*/ 30 w 128"/>
                <a:gd name="T23" fmla="*/ 37 h 128"/>
                <a:gd name="T24" fmla="*/ 33 w 128"/>
                <a:gd name="T25" fmla="*/ 55 h 128"/>
                <a:gd name="T26" fmla="*/ 39 w 128"/>
                <a:gd name="T27" fmla="*/ 68 h 128"/>
                <a:gd name="T28" fmla="*/ 39 w 128"/>
                <a:gd name="T29" fmla="*/ 69 h 128"/>
                <a:gd name="T30" fmla="*/ 42 w 128"/>
                <a:gd name="T31" fmla="*/ 73 h 128"/>
                <a:gd name="T32" fmla="*/ 43 w 128"/>
                <a:gd name="T33" fmla="*/ 82 h 128"/>
                <a:gd name="T34" fmla="*/ 28 w 128"/>
                <a:gd name="T35" fmla="*/ 92 h 128"/>
                <a:gd name="T36" fmla="*/ 12 w 128"/>
                <a:gd name="T37" fmla="*/ 97 h 128"/>
                <a:gd name="T38" fmla="*/ 11 w 128"/>
                <a:gd name="T39" fmla="*/ 97 h 128"/>
                <a:gd name="T40" fmla="*/ 0 w 128"/>
                <a:gd name="T41" fmla="*/ 113 h 128"/>
                <a:gd name="T42" fmla="*/ 0 w 128"/>
                <a:gd name="T43" fmla="*/ 128 h 128"/>
                <a:gd name="T44" fmla="*/ 96 w 128"/>
                <a:gd name="T45" fmla="*/ 128 h 128"/>
                <a:gd name="T46" fmla="*/ 128 w 128"/>
                <a:gd name="T47" fmla="*/ 96 h 128"/>
                <a:gd name="T48" fmla="*/ 96 w 128"/>
                <a:gd name="T49" fmla="*/ 64 h 128"/>
                <a:gd name="T50" fmla="*/ 5 w 128"/>
                <a:gd name="T51" fmla="*/ 123 h 128"/>
                <a:gd name="T52" fmla="*/ 5 w 128"/>
                <a:gd name="T53" fmla="*/ 113 h 128"/>
                <a:gd name="T54" fmla="*/ 13 w 128"/>
                <a:gd name="T55" fmla="*/ 101 h 128"/>
                <a:gd name="T56" fmla="*/ 30 w 128"/>
                <a:gd name="T57" fmla="*/ 96 h 128"/>
                <a:gd name="T58" fmla="*/ 40 w 128"/>
                <a:gd name="T59" fmla="*/ 91 h 128"/>
                <a:gd name="T60" fmla="*/ 48 w 128"/>
                <a:gd name="T61" fmla="*/ 85 h 128"/>
                <a:gd name="T62" fmla="*/ 46 w 128"/>
                <a:gd name="T63" fmla="*/ 70 h 128"/>
                <a:gd name="T64" fmla="*/ 43 w 128"/>
                <a:gd name="T65" fmla="*/ 67 h 128"/>
                <a:gd name="T66" fmla="*/ 43 w 128"/>
                <a:gd name="T67" fmla="*/ 67 h 128"/>
                <a:gd name="T68" fmla="*/ 34 w 128"/>
                <a:gd name="T69" fmla="*/ 37 h 128"/>
                <a:gd name="T70" fmla="*/ 37 w 128"/>
                <a:gd name="T71" fmla="*/ 24 h 128"/>
                <a:gd name="T72" fmla="*/ 43 w 128"/>
                <a:gd name="T73" fmla="*/ 14 h 128"/>
                <a:gd name="T74" fmla="*/ 64 w 128"/>
                <a:gd name="T75" fmla="*/ 5 h 128"/>
                <a:gd name="T76" fmla="*/ 85 w 128"/>
                <a:gd name="T77" fmla="*/ 14 h 128"/>
                <a:gd name="T78" fmla="*/ 91 w 128"/>
                <a:gd name="T79" fmla="*/ 24 h 128"/>
                <a:gd name="T80" fmla="*/ 94 w 128"/>
                <a:gd name="T81" fmla="*/ 37 h 128"/>
                <a:gd name="T82" fmla="*/ 86 w 128"/>
                <a:gd name="T83" fmla="*/ 65 h 128"/>
                <a:gd name="T84" fmla="*/ 85 w 128"/>
                <a:gd name="T85" fmla="*/ 66 h 128"/>
                <a:gd name="T86" fmla="*/ 85 w 128"/>
                <a:gd name="T87" fmla="*/ 66 h 128"/>
                <a:gd name="T88" fmla="*/ 64 w 128"/>
                <a:gd name="T89" fmla="*/ 96 h 128"/>
                <a:gd name="T90" fmla="*/ 76 w 128"/>
                <a:gd name="T91" fmla="*/ 121 h 128"/>
                <a:gd name="T92" fmla="*/ 79 w 128"/>
                <a:gd name="T93" fmla="*/ 123 h 128"/>
                <a:gd name="T94" fmla="*/ 5 w 128"/>
                <a:gd name="T95" fmla="*/ 123 h 128"/>
                <a:gd name="T96" fmla="*/ 115 w 128"/>
                <a:gd name="T97" fmla="*/ 115 h 128"/>
                <a:gd name="T98" fmla="*/ 96 w 128"/>
                <a:gd name="T99" fmla="*/ 123 h 128"/>
                <a:gd name="T100" fmla="*/ 77 w 128"/>
                <a:gd name="T101" fmla="*/ 115 h 128"/>
                <a:gd name="T102" fmla="*/ 69 w 128"/>
                <a:gd name="T103" fmla="*/ 96 h 128"/>
                <a:gd name="T104" fmla="*/ 77 w 128"/>
                <a:gd name="T105" fmla="*/ 77 h 128"/>
                <a:gd name="T106" fmla="*/ 96 w 128"/>
                <a:gd name="T107" fmla="*/ 69 h 128"/>
                <a:gd name="T108" fmla="*/ 115 w 128"/>
                <a:gd name="T109" fmla="*/ 77 h 128"/>
                <a:gd name="T110" fmla="*/ 123 w 128"/>
                <a:gd name="T111" fmla="*/ 96 h 128"/>
                <a:gd name="T112" fmla="*/ 115 w 128"/>
                <a:gd name="T113" fmla="*/ 115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8" h="128">
                  <a:moveTo>
                    <a:pt x="96" y="64"/>
                  </a:moveTo>
                  <a:cubicBezTo>
                    <a:pt x="95" y="64"/>
                    <a:pt x="95" y="64"/>
                    <a:pt x="94" y="64"/>
                  </a:cubicBezTo>
                  <a:cubicBezTo>
                    <a:pt x="92" y="64"/>
                    <a:pt x="92" y="64"/>
                    <a:pt x="92" y="64"/>
                  </a:cubicBezTo>
                  <a:cubicBezTo>
                    <a:pt x="93" y="62"/>
                    <a:pt x="93" y="62"/>
                    <a:pt x="93" y="62"/>
                  </a:cubicBezTo>
                  <a:cubicBezTo>
                    <a:pt x="94" y="60"/>
                    <a:pt x="95" y="57"/>
                    <a:pt x="95" y="55"/>
                  </a:cubicBezTo>
                  <a:cubicBezTo>
                    <a:pt x="97" y="49"/>
                    <a:pt x="98" y="43"/>
                    <a:pt x="98" y="37"/>
                  </a:cubicBezTo>
                  <a:cubicBezTo>
                    <a:pt x="98" y="32"/>
                    <a:pt x="97" y="27"/>
                    <a:pt x="96" y="22"/>
                  </a:cubicBezTo>
                  <a:cubicBezTo>
                    <a:pt x="94" y="18"/>
                    <a:pt x="91" y="14"/>
                    <a:pt x="88" y="10"/>
                  </a:cubicBezTo>
                  <a:cubicBezTo>
                    <a:pt x="81" y="4"/>
                    <a:pt x="73" y="0"/>
                    <a:pt x="64" y="0"/>
                  </a:cubicBezTo>
                  <a:cubicBezTo>
                    <a:pt x="55" y="0"/>
                    <a:pt x="47" y="4"/>
                    <a:pt x="40" y="10"/>
                  </a:cubicBezTo>
                  <a:cubicBezTo>
                    <a:pt x="37" y="14"/>
                    <a:pt x="34" y="18"/>
                    <a:pt x="32" y="22"/>
                  </a:cubicBezTo>
                  <a:cubicBezTo>
                    <a:pt x="31" y="27"/>
                    <a:pt x="30" y="32"/>
                    <a:pt x="30" y="37"/>
                  </a:cubicBezTo>
                  <a:cubicBezTo>
                    <a:pt x="30" y="43"/>
                    <a:pt x="31" y="49"/>
                    <a:pt x="33" y="55"/>
                  </a:cubicBezTo>
                  <a:cubicBezTo>
                    <a:pt x="34" y="60"/>
                    <a:pt x="36" y="64"/>
                    <a:pt x="39" y="68"/>
                  </a:cubicBezTo>
                  <a:cubicBezTo>
                    <a:pt x="39" y="69"/>
                    <a:pt x="39" y="69"/>
                    <a:pt x="39" y="69"/>
                  </a:cubicBezTo>
                  <a:cubicBezTo>
                    <a:pt x="40" y="70"/>
                    <a:pt x="41" y="72"/>
                    <a:pt x="42" y="73"/>
                  </a:cubicBezTo>
                  <a:cubicBezTo>
                    <a:pt x="44" y="77"/>
                    <a:pt x="45" y="80"/>
                    <a:pt x="43" y="82"/>
                  </a:cubicBezTo>
                  <a:cubicBezTo>
                    <a:pt x="43" y="84"/>
                    <a:pt x="40" y="87"/>
                    <a:pt x="28" y="92"/>
                  </a:cubicBezTo>
                  <a:cubicBezTo>
                    <a:pt x="25" y="93"/>
                    <a:pt x="19" y="95"/>
                    <a:pt x="12" y="97"/>
                  </a:cubicBezTo>
                  <a:cubicBezTo>
                    <a:pt x="11" y="97"/>
                    <a:pt x="11" y="97"/>
                    <a:pt x="11" y="97"/>
                  </a:cubicBezTo>
                  <a:cubicBezTo>
                    <a:pt x="5" y="99"/>
                    <a:pt x="0" y="106"/>
                    <a:pt x="0" y="113"/>
                  </a:cubicBezTo>
                  <a:cubicBezTo>
                    <a:pt x="0" y="128"/>
                    <a:pt x="0" y="128"/>
                    <a:pt x="0" y="128"/>
                  </a:cubicBezTo>
                  <a:cubicBezTo>
                    <a:pt x="96" y="128"/>
                    <a:pt x="96" y="128"/>
                    <a:pt x="96" y="128"/>
                  </a:cubicBezTo>
                  <a:cubicBezTo>
                    <a:pt x="114" y="128"/>
                    <a:pt x="128" y="114"/>
                    <a:pt x="128" y="96"/>
                  </a:cubicBezTo>
                  <a:cubicBezTo>
                    <a:pt x="128" y="78"/>
                    <a:pt x="114" y="64"/>
                    <a:pt x="96" y="64"/>
                  </a:cubicBezTo>
                  <a:close/>
                  <a:moveTo>
                    <a:pt x="5" y="123"/>
                  </a:moveTo>
                  <a:cubicBezTo>
                    <a:pt x="5" y="113"/>
                    <a:pt x="5" y="113"/>
                    <a:pt x="5" y="113"/>
                  </a:cubicBezTo>
                  <a:cubicBezTo>
                    <a:pt x="5" y="108"/>
                    <a:pt x="8" y="103"/>
                    <a:pt x="13" y="101"/>
                  </a:cubicBezTo>
                  <a:cubicBezTo>
                    <a:pt x="21" y="99"/>
                    <a:pt x="26" y="97"/>
                    <a:pt x="30" y="96"/>
                  </a:cubicBezTo>
                  <a:cubicBezTo>
                    <a:pt x="34" y="94"/>
                    <a:pt x="38" y="93"/>
                    <a:pt x="40" y="91"/>
                  </a:cubicBezTo>
                  <a:cubicBezTo>
                    <a:pt x="44" y="89"/>
                    <a:pt x="46" y="87"/>
                    <a:pt x="48" y="85"/>
                  </a:cubicBezTo>
                  <a:cubicBezTo>
                    <a:pt x="49" y="81"/>
                    <a:pt x="49" y="76"/>
                    <a:pt x="46" y="70"/>
                  </a:cubicBezTo>
                  <a:cubicBezTo>
                    <a:pt x="45" y="69"/>
                    <a:pt x="44" y="68"/>
                    <a:pt x="43" y="67"/>
                  </a:cubicBezTo>
                  <a:cubicBezTo>
                    <a:pt x="43" y="67"/>
                    <a:pt x="43" y="67"/>
                    <a:pt x="43" y="67"/>
                  </a:cubicBezTo>
                  <a:cubicBezTo>
                    <a:pt x="38" y="58"/>
                    <a:pt x="35" y="48"/>
                    <a:pt x="34" y="37"/>
                  </a:cubicBezTo>
                  <a:cubicBezTo>
                    <a:pt x="34" y="32"/>
                    <a:pt x="35" y="28"/>
                    <a:pt x="37" y="24"/>
                  </a:cubicBezTo>
                  <a:cubicBezTo>
                    <a:pt x="38" y="20"/>
                    <a:pt x="40" y="17"/>
                    <a:pt x="43" y="14"/>
                  </a:cubicBezTo>
                  <a:cubicBezTo>
                    <a:pt x="49" y="8"/>
                    <a:pt x="56" y="5"/>
                    <a:pt x="64" y="5"/>
                  </a:cubicBezTo>
                  <a:cubicBezTo>
                    <a:pt x="72" y="5"/>
                    <a:pt x="79" y="8"/>
                    <a:pt x="85" y="14"/>
                  </a:cubicBezTo>
                  <a:cubicBezTo>
                    <a:pt x="88" y="17"/>
                    <a:pt x="90" y="20"/>
                    <a:pt x="91" y="24"/>
                  </a:cubicBezTo>
                  <a:cubicBezTo>
                    <a:pt x="93" y="28"/>
                    <a:pt x="94" y="32"/>
                    <a:pt x="94" y="37"/>
                  </a:cubicBezTo>
                  <a:cubicBezTo>
                    <a:pt x="93" y="47"/>
                    <a:pt x="91" y="57"/>
                    <a:pt x="86" y="65"/>
                  </a:cubicBezTo>
                  <a:cubicBezTo>
                    <a:pt x="85" y="66"/>
                    <a:pt x="85" y="66"/>
                    <a:pt x="85" y="66"/>
                  </a:cubicBezTo>
                  <a:cubicBezTo>
                    <a:pt x="85" y="66"/>
                    <a:pt x="85" y="66"/>
                    <a:pt x="85" y="66"/>
                  </a:cubicBezTo>
                  <a:cubicBezTo>
                    <a:pt x="73" y="71"/>
                    <a:pt x="64" y="83"/>
                    <a:pt x="64" y="96"/>
                  </a:cubicBezTo>
                  <a:cubicBezTo>
                    <a:pt x="64" y="106"/>
                    <a:pt x="68" y="115"/>
                    <a:pt x="76" y="121"/>
                  </a:cubicBezTo>
                  <a:cubicBezTo>
                    <a:pt x="79" y="123"/>
                    <a:pt x="79" y="123"/>
                    <a:pt x="79" y="123"/>
                  </a:cubicBezTo>
                  <a:lnTo>
                    <a:pt x="5" y="123"/>
                  </a:lnTo>
                  <a:close/>
                  <a:moveTo>
                    <a:pt x="115" y="115"/>
                  </a:moveTo>
                  <a:cubicBezTo>
                    <a:pt x="110" y="121"/>
                    <a:pt x="103" y="123"/>
                    <a:pt x="96" y="123"/>
                  </a:cubicBezTo>
                  <a:cubicBezTo>
                    <a:pt x="89" y="123"/>
                    <a:pt x="82" y="121"/>
                    <a:pt x="77" y="115"/>
                  </a:cubicBezTo>
                  <a:cubicBezTo>
                    <a:pt x="72" y="110"/>
                    <a:pt x="69" y="103"/>
                    <a:pt x="69" y="96"/>
                  </a:cubicBezTo>
                  <a:cubicBezTo>
                    <a:pt x="69" y="89"/>
                    <a:pt x="72" y="82"/>
                    <a:pt x="77" y="77"/>
                  </a:cubicBezTo>
                  <a:cubicBezTo>
                    <a:pt x="82" y="71"/>
                    <a:pt x="89" y="69"/>
                    <a:pt x="96" y="69"/>
                  </a:cubicBezTo>
                  <a:cubicBezTo>
                    <a:pt x="103" y="69"/>
                    <a:pt x="110" y="71"/>
                    <a:pt x="115" y="77"/>
                  </a:cubicBezTo>
                  <a:cubicBezTo>
                    <a:pt x="121" y="82"/>
                    <a:pt x="123" y="89"/>
                    <a:pt x="123" y="96"/>
                  </a:cubicBezTo>
                  <a:cubicBezTo>
                    <a:pt x="123" y="103"/>
                    <a:pt x="121" y="110"/>
                    <a:pt x="115" y="115"/>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32" name="Freeform 204">
              <a:extLst>
                <a:ext uri="{FF2B5EF4-FFF2-40B4-BE49-F238E27FC236}">
                  <a16:creationId xmlns:a16="http://schemas.microsoft.com/office/drawing/2014/main" id="{16575854-4553-41AE-8102-518AE9ABB1D0}"/>
                </a:ext>
              </a:extLst>
            </p:cNvPr>
            <p:cNvSpPr>
              <a:spLocks/>
            </p:cNvSpPr>
            <p:nvPr/>
          </p:nvSpPr>
          <p:spPr bwMode="auto">
            <a:xfrm>
              <a:off x="1839913" y="1579563"/>
              <a:ext cx="101600" cy="96838"/>
            </a:xfrm>
            <a:custGeom>
              <a:avLst/>
              <a:gdLst>
                <a:gd name="T0" fmla="*/ 24 w 27"/>
                <a:gd name="T1" fmla="*/ 11 h 26"/>
                <a:gd name="T2" fmla="*/ 15 w 27"/>
                <a:gd name="T3" fmla="*/ 11 h 26"/>
                <a:gd name="T4" fmla="*/ 15 w 27"/>
                <a:gd name="T5" fmla="*/ 2 h 26"/>
                <a:gd name="T6" fmla="*/ 13 w 27"/>
                <a:gd name="T7" fmla="*/ 0 h 26"/>
                <a:gd name="T8" fmla="*/ 11 w 27"/>
                <a:gd name="T9" fmla="*/ 2 h 26"/>
                <a:gd name="T10" fmla="*/ 11 w 27"/>
                <a:gd name="T11" fmla="*/ 11 h 26"/>
                <a:gd name="T12" fmla="*/ 2 w 27"/>
                <a:gd name="T13" fmla="*/ 11 h 26"/>
                <a:gd name="T14" fmla="*/ 0 w 27"/>
                <a:gd name="T15" fmla="*/ 13 h 26"/>
                <a:gd name="T16" fmla="*/ 2 w 27"/>
                <a:gd name="T17" fmla="*/ 15 h 26"/>
                <a:gd name="T18" fmla="*/ 11 w 27"/>
                <a:gd name="T19" fmla="*/ 15 h 26"/>
                <a:gd name="T20" fmla="*/ 11 w 27"/>
                <a:gd name="T21" fmla="*/ 24 h 26"/>
                <a:gd name="T22" fmla="*/ 13 w 27"/>
                <a:gd name="T23" fmla="*/ 26 h 26"/>
                <a:gd name="T24" fmla="*/ 15 w 27"/>
                <a:gd name="T25" fmla="*/ 24 h 26"/>
                <a:gd name="T26" fmla="*/ 15 w 27"/>
                <a:gd name="T27" fmla="*/ 15 h 26"/>
                <a:gd name="T28" fmla="*/ 24 w 27"/>
                <a:gd name="T29" fmla="*/ 15 h 26"/>
                <a:gd name="T30" fmla="*/ 27 w 27"/>
                <a:gd name="T31" fmla="*/ 13 h 26"/>
                <a:gd name="T32" fmla="*/ 24 w 27"/>
                <a:gd name="T33" fmla="*/ 11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7" h="26">
                  <a:moveTo>
                    <a:pt x="24" y="11"/>
                  </a:moveTo>
                  <a:cubicBezTo>
                    <a:pt x="15" y="11"/>
                    <a:pt x="15" y="11"/>
                    <a:pt x="15" y="11"/>
                  </a:cubicBezTo>
                  <a:cubicBezTo>
                    <a:pt x="15" y="2"/>
                    <a:pt x="15" y="2"/>
                    <a:pt x="15" y="2"/>
                  </a:cubicBezTo>
                  <a:cubicBezTo>
                    <a:pt x="15" y="1"/>
                    <a:pt x="14" y="0"/>
                    <a:pt x="13" y="0"/>
                  </a:cubicBezTo>
                  <a:cubicBezTo>
                    <a:pt x="12" y="0"/>
                    <a:pt x="11" y="1"/>
                    <a:pt x="11" y="2"/>
                  </a:cubicBezTo>
                  <a:cubicBezTo>
                    <a:pt x="11" y="11"/>
                    <a:pt x="11" y="11"/>
                    <a:pt x="11" y="11"/>
                  </a:cubicBezTo>
                  <a:cubicBezTo>
                    <a:pt x="2" y="11"/>
                    <a:pt x="2" y="11"/>
                    <a:pt x="2" y="11"/>
                  </a:cubicBezTo>
                  <a:cubicBezTo>
                    <a:pt x="1" y="11"/>
                    <a:pt x="0" y="12"/>
                    <a:pt x="0" y="13"/>
                  </a:cubicBezTo>
                  <a:cubicBezTo>
                    <a:pt x="0" y="14"/>
                    <a:pt x="1" y="15"/>
                    <a:pt x="2" y="15"/>
                  </a:cubicBezTo>
                  <a:cubicBezTo>
                    <a:pt x="11" y="15"/>
                    <a:pt x="11" y="15"/>
                    <a:pt x="11" y="15"/>
                  </a:cubicBezTo>
                  <a:cubicBezTo>
                    <a:pt x="11" y="24"/>
                    <a:pt x="11" y="24"/>
                    <a:pt x="11" y="24"/>
                  </a:cubicBezTo>
                  <a:cubicBezTo>
                    <a:pt x="11" y="25"/>
                    <a:pt x="12" y="26"/>
                    <a:pt x="13" y="26"/>
                  </a:cubicBezTo>
                  <a:cubicBezTo>
                    <a:pt x="14" y="26"/>
                    <a:pt x="15" y="25"/>
                    <a:pt x="15" y="24"/>
                  </a:cubicBezTo>
                  <a:cubicBezTo>
                    <a:pt x="15" y="15"/>
                    <a:pt x="15" y="15"/>
                    <a:pt x="15" y="15"/>
                  </a:cubicBezTo>
                  <a:cubicBezTo>
                    <a:pt x="24" y="15"/>
                    <a:pt x="24" y="15"/>
                    <a:pt x="24" y="15"/>
                  </a:cubicBezTo>
                  <a:cubicBezTo>
                    <a:pt x="26" y="15"/>
                    <a:pt x="27" y="14"/>
                    <a:pt x="27" y="13"/>
                  </a:cubicBezTo>
                  <a:cubicBezTo>
                    <a:pt x="27" y="12"/>
                    <a:pt x="26" y="11"/>
                    <a:pt x="24" y="1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grpSp>
      <p:sp>
        <p:nvSpPr>
          <p:cNvPr id="33" name="Freeform 184">
            <a:extLst>
              <a:ext uri="{FF2B5EF4-FFF2-40B4-BE49-F238E27FC236}">
                <a16:creationId xmlns:a16="http://schemas.microsoft.com/office/drawing/2014/main" id="{D5D7E9D0-A3BF-42BF-B8D2-80D4AF442797}"/>
              </a:ext>
            </a:extLst>
          </p:cNvPr>
          <p:cNvSpPr>
            <a:spLocks noEditPoints="1"/>
          </p:cNvSpPr>
          <p:nvPr/>
        </p:nvSpPr>
        <p:spPr bwMode="auto">
          <a:xfrm>
            <a:off x="1867204" y="2590617"/>
            <a:ext cx="481013" cy="481013"/>
          </a:xfrm>
          <a:custGeom>
            <a:avLst/>
            <a:gdLst>
              <a:gd name="T0" fmla="*/ 122 w 128"/>
              <a:gd name="T1" fmla="*/ 72 h 128"/>
              <a:gd name="T2" fmla="*/ 122 w 128"/>
              <a:gd name="T3" fmla="*/ 71 h 128"/>
              <a:gd name="T4" fmla="*/ 128 w 128"/>
              <a:gd name="T5" fmla="*/ 50 h 128"/>
              <a:gd name="T6" fmla="*/ 64 w 128"/>
              <a:gd name="T7" fmla="*/ 0 h 128"/>
              <a:gd name="T8" fmla="*/ 0 w 128"/>
              <a:gd name="T9" fmla="*/ 50 h 128"/>
              <a:gd name="T10" fmla="*/ 14 w 128"/>
              <a:gd name="T11" fmla="*/ 82 h 128"/>
              <a:gd name="T12" fmla="*/ 14 w 128"/>
              <a:gd name="T13" fmla="*/ 82 h 128"/>
              <a:gd name="T14" fmla="*/ 10 w 128"/>
              <a:gd name="T15" fmla="*/ 108 h 128"/>
              <a:gd name="T16" fmla="*/ 10 w 128"/>
              <a:gd name="T17" fmla="*/ 109 h 128"/>
              <a:gd name="T18" fmla="*/ 13 w 128"/>
              <a:gd name="T19" fmla="*/ 111 h 128"/>
              <a:gd name="T20" fmla="*/ 45 w 128"/>
              <a:gd name="T21" fmla="*/ 99 h 128"/>
              <a:gd name="T22" fmla="*/ 46 w 128"/>
              <a:gd name="T23" fmla="*/ 99 h 128"/>
              <a:gd name="T24" fmla="*/ 47 w 128"/>
              <a:gd name="T25" fmla="*/ 100 h 128"/>
              <a:gd name="T26" fmla="*/ 86 w 128"/>
              <a:gd name="T27" fmla="*/ 122 h 128"/>
              <a:gd name="T28" fmla="*/ 98 w 128"/>
              <a:gd name="T29" fmla="*/ 120 h 128"/>
              <a:gd name="T30" fmla="*/ 99 w 128"/>
              <a:gd name="T31" fmla="*/ 120 h 128"/>
              <a:gd name="T32" fmla="*/ 118 w 128"/>
              <a:gd name="T33" fmla="*/ 128 h 128"/>
              <a:gd name="T34" fmla="*/ 119 w 128"/>
              <a:gd name="T35" fmla="*/ 128 h 128"/>
              <a:gd name="T36" fmla="*/ 121 w 128"/>
              <a:gd name="T37" fmla="*/ 126 h 128"/>
              <a:gd name="T38" fmla="*/ 121 w 128"/>
              <a:gd name="T39" fmla="*/ 125 h 128"/>
              <a:gd name="T40" fmla="*/ 118 w 128"/>
              <a:gd name="T41" fmla="*/ 110 h 128"/>
              <a:gd name="T42" fmla="*/ 119 w 128"/>
              <a:gd name="T43" fmla="*/ 109 h 128"/>
              <a:gd name="T44" fmla="*/ 128 w 128"/>
              <a:gd name="T45" fmla="*/ 89 h 128"/>
              <a:gd name="T46" fmla="*/ 122 w 128"/>
              <a:gd name="T47" fmla="*/ 73 h 128"/>
              <a:gd name="T48" fmla="*/ 122 w 128"/>
              <a:gd name="T49" fmla="*/ 72 h 128"/>
              <a:gd name="T50" fmla="*/ 45 w 128"/>
              <a:gd name="T51" fmla="*/ 89 h 128"/>
              <a:gd name="T52" fmla="*/ 45 w 128"/>
              <a:gd name="T53" fmla="*/ 93 h 128"/>
              <a:gd name="T54" fmla="*/ 45 w 128"/>
              <a:gd name="T55" fmla="*/ 94 h 128"/>
              <a:gd name="T56" fmla="*/ 15 w 128"/>
              <a:gd name="T57" fmla="*/ 105 h 128"/>
              <a:gd name="T58" fmla="*/ 19 w 128"/>
              <a:gd name="T59" fmla="*/ 81 h 128"/>
              <a:gd name="T60" fmla="*/ 17 w 128"/>
              <a:gd name="T61" fmla="*/ 78 h 128"/>
              <a:gd name="T62" fmla="*/ 8 w 128"/>
              <a:gd name="T63" fmla="*/ 65 h 128"/>
              <a:gd name="T64" fmla="*/ 5 w 128"/>
              <a:gd name="T65" fmla="*/ 50 h 128"/>
              <a:gd name="T66" fmla="*/ 9 w 128"/>
              <a:gd name="T67" fmla="*/ 33 h 128"/>
              <a:gd name="T68" fmla="*/ 21 w 128"/>
              <a:gd name="T69" fmla="*/ 18 h 128"/>
              <a:gd name="T70" fmla="*/ 40 w 128"/>
              <a:gd name="T71" fmla="*/ 8 h 128"/>
              <a:gd name="T72" fmla="*/ 88 w 128"/>
              <a:gd name="T73" fmla="*/ 8 h 128"/>
              <a:gd name="T74" fmla="*/ 107 w 128"/>
              <a:gd name="T75" fmla="*/ 18 h 128"/>
              <a:gd name="T76" fmla="*/ 119 w 128"/>
              <a:gd name="T77" fmla="*/ 33 h 128"/>
              <a:gd name="T78" fmla="*/ 123 w 128"/>
              <a:gd name="T79" fmla="*/ 50 h 128"/>
              <a:gd name="T80" fmla="*/ 119 w 128"/>
              <a:gd name="T81" fmla="*/ 67 h 128"/>
              <a:gd name="T82" fmla="*/ 119 w 128"/>
              <a:gd name="T83" fmla="*/ 68 h 128"/>
              <a:gd name="T84" fmla="*/ 117 w 128"/>
              <a:gd name="T85" fmla="*/ 67 h 128"/>
              <a:gd name="T86" fmla="*/ 86 w 128"/>
              <a:gd name="T87" fmla="*/ 56 h 128"/>
              <a:gd name="T88" fmla="*/ 45 w 128"/>
              <a:gd name="T89" fmla="*/ 89 h 128"/>
              <a:gd name="T90" fmla="*/ 116 w 128"/>
              <a:gd name="T91" fmla="*/ 106 h 128"/>
              <a:gd name="T92" fmla="*/ 114 w 128"/>
              <a:gd name="T93" fmla="*/ 108 h 128"/>
              <a:gd name="T94" fmla="*/ 116 w 128"/>
              <a:gd name="T95" fmla="*/ 122 h 128"/>
              <a:gd name="T96" fmla="*/ 99 w 128"/>
              <a:gd name="T97" fmla="*/ 116 h 128"/>
              <a:gd name="T98" fmla="*/ 97 w 128"/>
              <a:gd name="T99" fmla="*/ 116 h 128"/>
              <a:gd name="T100" fmla="*/ 71 w 128"/>
              <a:gd name="T101" fmla="*/ 115 h 128"/>
              <a:gd name="T102" fmla="*/ 59 w 128"/>
              <a:gd name="T103" fmla="*/ 109 h 128"/>
              <a:gd name="T104" fmla="*/ 49 w 128"/>
              <a:gd name="T105" fmla="*/ 89 h 128"/>
              <a:gd name="T106" fmla="*/ 59 w 128"/>
              <a:gd name="T107" fmla="*/ 70 h 128"/>
              <a:gd name="T108" fmla="*/ 71 w 128"/>
              <a:gd name="T109" fmla="*/ 63 h 128"/>
              <a:gd name="T110" fmla="*/ 101 w 128"/>
              <a:gd name="T111" fmla="*/ 63 h 128"/>
              <a:gd name="T112" fmla="*/ 113 w 128"/>
              <a:gd name="T113" fmla="*/ 70 h 128"/>
              <a:gd name="T114" fmla="*/ 123 w 128"/>
              <a:gd name="T115" fmla="*/ 89 h 128"/>
              <a:gd name="T116" fmla="*/ 116 w 128"/>
              <a:gd name="T117" fmla="*/ 106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 h="128">
                <a:moveTo>
                  <a:pt x="122" y="72"/>
                </a:moveTo>
                <a:cubicBezTo>
                  <a:pt x="122" y="71"/>
                  <a:pt x="122" y="71"/>
                  <a:pt x="122" y="71"/>
                </a:cubicBezTo>
                <a:cubicBezTo>
                  <a:pt x="126" y="65"/>
                  <a:pt x="128" y="58"/>
                  <a:pt x="128" y="50"/>
                </a:cubicBezTo>
                <a:cubicBezTo>
                  <a:pt x="128" y="22"/>
                  <a:pt x="99" y="0"/>
                  <a:pt x="64" y="0"/>
                </a:cubicBezTo>
                <a:cubicBezTo>
                  <a:pt x="29" y="0"/>
                  <a:pt x="0" y="22"/>
                  <a:pt x="0" y="50"/>
                </a:cubicBezTo>
                <a:cubicBezTo>
                  <a:pt x="0" y="62"/>
                  <a:pt x="5" y="73"/>
                  <a:pt x="14" y="82"/>
                </a:cubicBezTo>
                <a:cubicBezTo>
                  <a:pt x="14" y="82"/>
                  <a:pt x="14" y="82"/>
                  <a:pt x="14" y="82"/>
                </a:cubicBezTo>
                <a:cubicBezTo>
                  <a:pt x="10" y="108"/>
                  <a:pt x="10" y="108"/>
                  <a:pt x="10" y="108"/>
                </a:cubicBezTo>
                <a:cubicBezTo>
                  <a:pt x="10" y="108"/>
                  <a:pt x="10" y="108"/>
                  <a:pt x="10" y="109"/>
                </a:cubicBezTo>
                <a:cubicBezTo>
                  <a:pt x="10" y="110"/>
                  <a:pt x="12" y="111"/>
                  <a:pt x="13" y="111"/>
                </a:cubicBezTo>
                <a:cubicBezTo>
                  <a:pt x="45" y="99"/>
                  <a:pt x="45" y="99"/>
                  <a:pt x="45" y="99"/>
                </a:cubicBezTo>
                <a:cubicBezTo>
                  <a:pt x="46" y="99"/>
                  <a:pt x="46" y="99"/>
                  <a:pt x="46" y="99"/>
                </a:cubicBezTo>
                <a:cubicBezTo>
                  <a:pt x="47" y="100"/>
                  <a:pt x="47" y="100"/>
                  <a:pt x="47" y="100"/>
                </a:cubicBezTo>
                <a:cubicBezTo>
                  <a:pt x="52" y="113"/>
                  <a:pt x="68" y="122"/>
                  <a:pt x="86" y="122"/>
                </a:cubicBezTo>
                <a:cubicBezTo>
                  <a:pt x="90" y="122"/>
                  <a:pt x="94" y="121"/>
                  <a:pt x="98" y="120"/>
                </a:cubicBezTo>
                <a:cubicBezTo>
                  <a:pt x="99" y="120"/>
                  <a:pt x="99" y="120"/>
                  <a:pt x="99" y="120"/>
                </a:cubicBezTo>
                <a:cubicBezTo>
                  <a:pt x="118" y="128"/>
                  <a:pt x="118" y="128"/>
                  <a:pt x="118" y="128"/>
                </a:cubicBezTo>
                <a:cubicBezTo>
                  <a:pt x="118" y="128"/>
                  <a:pt x="118" y="128"/>
                  <a:pt x="119" y="128"/>
                </a:cubicBezTo>
                <a:cubicBezTo>
                  <a:pt x="120" y="128"/>
                  <a:pt x="121" y="127"/>
                  <a:pt x="121" y="126"/>
                </a:cubicBezTo>
                <a:cubicBezTo>
                  <a:pt x="121" y="125"/>
                  <a:pt x="121" y="125"/>
                  <a:pt x="121" y="125"/>
                </a:cubicBezTo>
                <a:cubicBezTo>
                  <a:pt x="118" y="110"/>
                  <a:pt x="118" y="110"/>
                  <a:pt x="118" y="110"/>
                </a:cubicBezTo>
                <a:cubicBezTo>
                  <a:pt x="119" y="109"/>
                  <a:pt x="119" y="109"/>
                  <a:pt x="119" y="109"/>
                </a:cubicBezTo>
                <a:cubicBezTo>
                  <a:pt x="125" y="104"/>
                  <a:pt x="128" y="97"/>
                  <a:pt x="128" y="89"/>
                </a:cubicBezTo>
                <a:cubicBezTo>
                  <a:pt x="128" y="83"/>
                  <a:pt x="126" y="78"/>
                  <a:pt x="122" y="73"/>
                </a:cubicBezTo>
                <a:lnTo>
                  <a:pt x="122" y="72"/>
                </a:lnTo>
                <a:close/>
                <a:moveTo>
                  <a:pt x="45" y="89"/>
                </a:moveTo>
                <a:cubicBezTo>
                  <a:pt x="45" y="90"/>
                  <a:pt x="45" y="91"/>
                  <a:pt x="45" y="93"/>
                </a:cubicBezTo>
                <a:cubicBezTo>
                  <a:pt x="45" y="94"/>
                  <a:pt x="45" y="94"/>
                  <a:pt x="45" y="94"/>
                </a:cubicBezTo>
                <a:cubicBezTo>
                  <a:pt x="15" y="105"/>
                  <a:pt x="15" y="105"/>
                  <a:pt x="15" y="105"/>
                </a:cubicBezTo>
                <a:cubicBezTo>
                  <a:pt x="19" y="81"/>
                  <a:pt x="19" y="81"/>
                  <a:pt x="19" y="81"/>
                </a:cubicBezTo>
                <a:cubicBezTo>
                  <a:pt x="17" y="78"/>
                  <a:pt x="17" y="78"/>
                  <a:pt x="17" y="78"/>
                </a:cubicBezTo>
                <a:cubicBezTo>
                  <a:pt x="13" y="74"/>
                  <a:pt x="10" y="70"/>
                  <a:pt x="8" y="65"/>
                </a:cubicBezTo>
                <a:cubicBezTo>
                  <a:pt x="6" y="60"/>
                  <a:pt x="5" y="55"/>
                  <a:pt x="5" y="50"/>
                </a:cubicBezTo>
                <a:cubicBezTo>
                  <a:pt x="5" y="44"/>
                  <a:pt x="6" y="38"/>
                  <a:pt x="9" y="33"/>
                </a:cubicBezTo>
                <a:cubicBezTo>
                  <a:pt x="12" y="27"/>
                  <a:pt x="16" y="23"/>
                  <a:pt x="21" y="18"/>
                </a:cubicBezTo>
                <a:cubicBezTo>
                  <a:pt x="27" y="14"/>
                  <a:pt x="33" y="11"/>
                  <a:pt x="40" y="8"/>
                </a:cubicBezTo>
                <a:cubicBezTo>
                  <a:pt x="55" y="3"/>
                  <a:pt x="73" y="3"/>
                  <a:pt x="88" y="8"/>
                </a:cubicBezTo>
                <a:cubicBezTo>
                  <a:pt x="95" y="11"/>
                  <a:pt x="101" y="14"/>
                  <a:pt x="107" y="18"/>
                </a:cubicBezTo>
                <a:cubicBezTo>
                  <a:pt x="112" y="23"/>
                  <a:pt x="116" y="27"/>
                  <a:pt x="119" y="33"/>
                </a:cubicBezTo>
                <a:cubicBezTo>
                  <a:pt x="122" y="38"/>
                  <a:pt x="123" y="44"/>
                  <a:pt x="123" y="50"/>
                </a:cubicBezTo>
                <a:cubicBezTo>
                  <a:pt x="123" y="56"/>
                  <a:pt x="122" y="61"/>
                  <a:pt x="119" y="67"/>
                </a:cubicBezTo>
                <a:cubicBezTo>
                  <a:pt x="119" y="68"/>
                  <a:pt x="119" y="68"/>
                  <a:pt x="119" y="68"/>
                </a:cubicBezTo>
                <a:cubicBezTo>
                  <a:pt x="117" y="67"/>
                  <a:pt x="117" y="67"/>
                  <a:pt x="117" y="67"/>
                </a:cubicBezTo>
                <a:cubicBezTo>
                  <a:pt x="109" y="60"/>
                  <a:pt x="98" y="56"/>
                  <a:pt x="86" y="56"/>
                </a:cubicBezTo>
                <a:cubicBezTo>
                  <a:pt x="63" y="56"/>
                  <a:pt x="45" y="71"/>
                  <a:pt x="45" y="89"/>
                </a:cubicBezTo>
                <a:close/>
                <a:moveTo>
                  <a:pt x="116" y="106"/>
                </a:moveTo>
                <a:cubicBezTo>
                  <a:pt x="114" y="108"/>
                  <a:pt x="114" y="108"/>
                  <a:pt x="114" y="108"/>
                </a:cubicBezTo>
                <a:cubicBezTo>
                  <a:pt x="116" y="122"/>
                  <a:pt x="116" y="122"/>
                  <a:pt x="116" y="122"/>
                </a:cubicBezTo>
                <a:cubicBezTo>
                  <a:pt x="99" y="116"/>
                  <a:pt x="99" y="116"/>
                  <a:pt x="99" y="116"/>
                </a:cubicBezTo>
                <a:cubicBezTo>
                  <a:pt x="97" y="116"/>
                  <a:pt x="97" y="116"/>
                  <a:pt x="97" y="116"/>
                </a:cubicBezTo>
                <a:cubicBezTo>
                  <a:pt x="89" y="118"/>
                  <a:pt x="80" y="118"/>
                  <a:pt x="71" y="115"/>
                </a:cubicBezTo>
                <a:cubicBezTo>
                  <a:pt x="67" y="113"/>
                  <a:pt x="63" y="111"/>
                  <a:pt x="59" y="109"/>
                </a:cubicBezTo>
                <a:cubicBezTo>
                  <a:pt x="53" y="103"/>
                  <a:pt x="49" y="96"/>
                  <a:pt x="49" y="89"/>
                </a:cubicBezTo>
                <a:cubicBezTo>
                  <a:pt x="49" y="82"/>
                  <a:pt x="53" y="75"/>
                  <a:pt x="59" y="70"/>
                </a:cubicBezTo>
                <a:cubicBezTo>
                  <a:pt x="63" y="67"/>
                  <a:pt x="67" y="65"/>
                  <a:pt x="71" y="63"/>
                </a:cubicBezTo>
                <a:cubicBezTo>
                  <a:pt x="81" y="60"/>
                  <a:pt x="92" y="60"/>
                  <a:pt x="101" y="63"/>
                </a:cubicBezTo>
                <a:cubicBezTo>
                  <a:pt x="106" y="65"/>
                  <a:pt x="110" y="67"/>
                  <a:pt x="113" y="70"/>
                </a:cubicBezTo>
                <a:cubicBezTo>
                  <a:pt x="120" y="75"/>
                  <a:pt x="123" y="82"/>
                  <a:pt x="123" y="89"/>
                </a:cubicBezTo>
                <a:cubicBezTo>
                  <a:pt x="123" y="97"/>
                  <a:pt x="119" y="103"/>
                  <a:pt x="116" y="106"/>
                </a:cubicBezTo>
                <a:close/>
              </a:path>
            </a:pathLst>
          </a:custGeom>
          <a:solidFill>
            <a:srgbClr val="003378"/>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grpSp>
        <p:nvGrpSpPr>
          <p:cNvPr id="34" name="组合 33">
            <a:extLst>
              <a:ext uri="{FF2B5EF4-FFF2-40B4-BE49-F238E27FC236}">
                <a16:creationId xmlns:a16="http://schemas.microsoft.com/office/drawing/2014/main" id="{8027C02D-427C-43BD-950A-EBE4A158E617}"/>
              </a:ext>
            </a:extLst>
          </p:cNvPr>
          <p:cNvGrpSpPr/>
          <p:nvPr/>
        </p:nvGrpSpPr>
        <p:grpSpPr>
          <a:xfrm>
            <a:off x="7232954" y="2641415"/>
            <a:ext cx="481013" cy="379413"/>
            <a:chOff x="3451225" y="354013"/>
            <a:chExt cx="481013" cy="379413"/>
          </a:xfrm>
          <a:solidFill>
            <a:srgbClr val="003378"/>
          </a:solidFill>
        </p:grpSpPr>
        <p:sp>
          <p:nvSpPr>
            <p:cNvPr id="35" name="Freeform 231">
              <a:extLst>
                <a:ext uri="{FF2B5EF4-FFF2-40B4-BE49-F238E27FC236}">
                  <a16:creationId xmlns:a16="http://schemas.microsoft.com/office/drawing/2014/main" id="{DDCD4F1A-3130-4F34-9642-E3A3FA1A00EE}"/>
                </a:ext>
              </a:extLst>
            </p:cNvPr>
            <p:cNvSpPr>
              <a:spLocks/>
            </p:cNvSpPr>
            <p:nvPr/>
          </p:nvSpPr>
          <p:spPr bwMode="auto">
            <a:xfrm>
              <a:off x="3770313" y="519113"/>
              <a:ext cx="74613" cy="79375"/>
            </a:xfrm>
            <a:custGeom>
              <a:avLst/>
              <a:gdLst>
                <a:gd name="T0" fmla="*/ 4 w 20"/>
                <a:gd name="T1" fmla="*/ 1 h 21"/>
                <a:gd name="T2" fmla="*/ 1 w 20"/>
                <a:gd name="T3" fmla="*/ 1 h 21"/>
                <a:gd name="T4" fmla="*/ 0 w 20"/>
                <a:gd name="T5" fmla="*/ 3 h 21"/>
                <a:gd name="T6" fmla="*/ 1 w 20"/>
                <a:gd name="T7" fmla="*/ 4 h 21"/>
                <a:gd name="T8" fmla="*/ 7 w 20"/>
                <a:gd name="T9" fmla="*/ 11 h 21"/>
                <a:gd name="T10" fmla="*/ 1 w 20"/>
                <a:gd name="T11" fmla="*/ 17 h 21"/>
                <a:gd name="T12" fmla="*/ 0 w 20"/>
                <a:gd name="T13" fmla="*/ 18 h 21"/>
                <a:gd name="T14" fmla="*/ 1 w 20"/>
                <a:gd name="T15" fmla="*/ 20 h 21"/>
                <a:gd name="T16" fmla="*/ 4 w 20"/>
                <a:gd name="T17" fmla="*/ 20 h 21"/>
                <a:gd name="T18" fmla="*/ 10 w 20"/>
                <a:gd name="T19" fmla="*/ 14 h 21"/>
                <a:gd name="T20" fmla="*/ 16 w 20"/>
                <a:gd name="T21" fmla="*/ 20 h 21"/>
                <a:gd name="T22" fmla="*/ 20 w 20"/>
                <a:gd name="T23" fmla="*/ 20 h 21"/>
                <a:gd name="T24" fmla="*/ 20 w 20"/>
                <a:gd name="T25" fmla="*/ 18 h 21"/>
                <a:gd name="T26" fmla="*/ 20 w 20"/>
                <a:gd name="T27" fmla="*/ 17 h 21"/>
                <a:gd name="T28" fmla="*/ 13 w 20"/>
                <a:gd name="T29" fmla="*/ 11 h 21"/>
                <a:gd name="T30" fmla="*/ 20 w 20"/>
                <a:gd name="T31" fmla="*/ 4 h 21"/>
                <a:gd name="T32" fmla="*/ 20 w 20"/>
                <a:gd name="T33" fmla="*/ 3 h 21"/>
                <a:gd name="T34" fmla="*/ 20 w 20"/>
                <a:gd name="T35" fmla="*/ 1 h 21"/>
                <a:gd name="T36" fmla="*/ 16 w 20"/>
                <a:gd name="T37" fmla="*/ 1 h 21"/>
                <a:gd name="T38" fmla="*/ 10 w 20"/>
                <a:gd name="T39" fmla="*/ 7 h 21"/>
                <a:gd name="T40" fmla="*/ 4 w 20"/>
                <a:gd name="T41" fmla="*/ 1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21">
                  <a:moveTo>
                    <a:pt x="4" y="1"/>
                  </a:moveTo>
                  <a:cubicBezTo>
                    <a:pt x="3" y="0"/>
                    <a:pt x="2" y="0"/>
                    <a:pt x="1" y="1"/>
                  </a:cubicBezTo>
                  <a:cubicBezTo>
                    <a:pt x="0" y="2"/>
                    <a:pt x="0" y="2"/>
                    <a:pt x="0" y="3"/>
                  </a:cubicBezTo>
                  <a:cubicBezTo>
                    <a:pt x="0" y="3"/>
                    <a:pt x="0" y="4"/>
                    <a:pt x="1" y="4"/>
                  </a:cubicBezTo>
                  <a:cubicBezTo>
                    <a:pt x="7" y="11"/>
                    <a:pt x="7" y="11"/>
                    <a:pt x="7" y="11"/>
                  </a:cubicBezTo>
                  <a:cubicBezTo>
                    <a:pt x="1" y="17"/>
                    <a:pt x="1" y="17"/>
                    <a:pt x="1" y="17"/>
                  </a:cubicBezTo>
                  <a:cubicBezTo>
                    <a:pt x="0" y="17"/>
                    <a:pt x="0" y="18"/>
                    <a:pt x="0" y="18"/>
                  </a:cubicBezTo>
                  <a:cubicBezTo>
                    <a:pt x="0" y="19"/>
                    <a:pt x="0" y="20"/>
                    <a:pt x="1" y="20"/>
                  </a:cubicBezTo>
                  <a:cubicBezTo>
                    <a:pt x="2" y="21"/>
                    <a:pt x="3" y="21"/>
                    <a:pt x="4" y="20"/>
                  </a:cubicBezTo>
                  <a:cubicBezTo>
                    <a:pt x="10" y="14"/>
                    <a:pt x="10" y="14"/>
                    <a:pt x="10" y="14"/>
                  </a:cubicBezTo>
                  <a:cubicBezTo>
                    <a:pt x="16" y="20"/>
                    <a:pt x="16" y="20"/>
                    <a:pt x="16" y="20"/>
                  </a:cubicBezTo>
                  <a:cubicBezTo>
                    <a:pt x="17" y="21"/>
                    <a:pt x="19" y="21"/>
                    <a:pt x="20" y="20"/>
                  </a:cubicBezTo>
                  <a:cubicBezTo>
                    <a:pt x="20" y="20"/>
                    <a:pt x="20" y="19"/>
                    <a:pt x="20" y="18"/>
                  </a:cubicBezTo>
                  <a:cubicBezTo>
                    <a:pt x="20" y="18"/>
                    <a:pt x="20" y="17"/>
                    <a:pt x="20" y="17"/>
                  </a:cubicBezTo>
                  <a:cubicBezTo>
                    <a:pt x="13" y="11"/>
                    <a:pt x="13" y="11"/>
                    <a:pt x="13" y="11"/>
                  </a:cubicBezTo>
                  <a:cubicBezTo>
                    <a:pt x="20" y="4"/>
                    <a:pt x="20" y="4"/>
                    <a:pt x="20" y="4"/>
                  </a:cubicBezTo>
                  <a:cubicBezTo>
                    <a:pt x="20" y="4"/>
                    <a:pt x="20" y="3"/>
                    <a:pt x="20" y="3"/>
                  </a:cubicBezTo>
                  <a:cubicBezTo>
                    <a:pt x="20" y="2"/>
                    <a:pt x="20" y="2"/>
                    <a:pt x="20" y="1"/>
                  </a:cubicBezTo>
                  <a:cubicBezTo>
                    <a:pt x="19" y="0"/>
                    <a:pt x="17" y="0"/>
                    <a:pt x="16" y="1"/>
                  </a:cubicBezTo>
                  <a:cubicBezTo>
                    <a:pt x="10" y="7"/>
                    <a:pt x="10" y="7"/>
                    <a:pt x="10" y="7"/>
                  </a:cubicBezTo>
                  <a:lnTo>
                    <a:pt x="4" y="1"/>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36" name="Freeform 232">
              <a:extLst>
                <a:ext uri="{FF2B5EF4-FFF2-40B4-BE49-F238E27FC236}">
                  <a16:creationId xmlns:a16="http://schemas.microsoft.com/office/drawing/2014/main" id="{75F98D88-F53A-4837-8038-DD7177329340}"/>
                </a:ext>
              </a:extLst>
            </p:cNvPr>
            <p:cNvSpPr>
              <a:spLocks noEditPoints="1"/>
            </p:cNvSpPr>
            <p:nvPr/>
          </p:nvSpPr>
          <p:spPr bwMode="auto">
            <a:xfrm>
              <a:off x="3451225" y="354013"/>
              <a:ext cx="481013" cy="379413"/>
            </a:xfrm>
            <a:custGeom>
              <a:avLst/>
              <a:gdLst>
                <a:gd name="T0" fmla="*/ 126 w 128"/>
                <a:gd name="T1" fmla="*/ 1 h 101"/>
                <a:gd name="T2" fmla="*/ 96 w 128"/>
                <a:gd name="T3" fmla="*/ 8 h 101"/>
                <a:gd name="T4" fmla="*/ 63 w 128"/>
                <a:gd name="T5" fmla="*/ 1 h 101"/>
                <a:gd name="T6" fmla="*/ 3 w 128"/>
                <a:gd name="T7" fmla="*/ 1 h 101"/>
                <a:gd name="T8" fmla="*/ 0 w 128"/>
                <a:gd name="T9" fmla="*/ 2 h 101"/>
                <a:gd name="T10" fmla="*/ 2 w 128"/>
                <a:gd name="T11" fmla="*/ 94 h 101"/>
                <a:gd name="T12" fmla="*/ 33 w 128"/>
                <a:gd name="T13" fmla="*/ 101 h 101"/>
                <a:gd name="T14" fmla="*/ 64 w 128"/>
                <a:gd name="T15" fmla="*/ 94 h 101"/>
                <a:gd name="T16" fmla="*/ 95 w 128"/>
                <a:gd name="T17" fmla="*/ 101 h 101"/>
                <a:gd name="T18" fmla="*/ 126 w 128"/>
                <a:gd name="T19" fmla="*/ 94 h 101"/>
                <a:gd name="T20" fmla="*/ 128 w 128"/>
                <a:gd name="T21" fmla="*/ 2 h 101"/>
                <a:gd name="T22" fmla="*/ 97 w 128"/>
                <a:gd name="T23" fmla="*/ 96 h 101"/>
                <a:gd name="T24" fmla="*/ 95 w 128"/>
                <a:gd name="T25" fmla="*/ 71 h 101"/>
                <a:gd name="T26" fmla="*/ 93 w 128"/>
                <a:gd name="T27" fmla="*/ 96 h 101"/>
                <a:gd name="T28" fmla="*/ 66 w 128"/>
                <a:gd name="T29" fmla="*/ 68 h 101"/>
                <a:gd name="T30" fmla="*/ 62 w 128"/>
                <a:gd name="T31" fmla="*/ 68 h 101"/>
                <a:gd name="T32" fmla="*/ 35 w 128"/>
                <a:gd name="T33" fmla="*/ 96 h 101"/>
                <a:gd name="T34" fmla="*/ 33 w 128"/>
                <a:gd name="T35" fmla="*/ 67 h 101"/>
                <a:gd name="T36" fmla="*/ 31 w 128"/>
                <a:gd name="T37" fmla="*/ 96 h 101"/>
                <a:gd name="T38" fmla="*/ 4 w 128"/>
                <a:gd name="T39" fmla="*/ 65 h 101"/>
                <a:gd name="T40" fmla="*/ 26 w 128"/>
                <a:gd name="T41" fmla="*/ 59 h 101"/>
                <a:gd name="T42" fmla="*/ 25 w 128"/>
                <a:gd name="T43" fmla="*/ 55 h 101"/>
                <a:gd name="T44" fmla="*/ 4 w 128"/>
                <a:gd name="T45" fmla="*/ 60 h 101"/>
                <a:gd name="T46" fmla="*/ 31 w 128"/>
                <a:gd name="T47" fmla="*/ 12 h 101"/>
                <a:gd name="T48" fmla="*/ 33 w 128"/>
                <a:gd name="T49" fmla="*/ 43 h 101"/>
                <a:gd name="T50" fmla="*/ 35 w 128"/>
                <a:gd name="T51" fmla="*/ 12 h 101"/>
                <a:gd name="T52" fmla="*/ 62 w 128"/>
                <a:gd name="T53" fmla="*/ 39 h 101"/>
                <a:gd name="T54" fmla="*/ 66 w 128"/>
                <a:gd name="T55" fmla="*/ 39 h 101"/>
                <a:gd name="T56" fmla="*/ 93 w 128"/>
                <a:gd name="T57" fmla="*/ 12 h 101"/>
                <a:gd name="T58" fmla="*/ 95 w 128"/>
                <a:gd name="T59" fmla="*/ 38 h 101"/>
                <a:gd name="T60" fmla="*/ 97 w 128"/>
                <a:gd name="T61" fmla="*/ 12 h 101"/>
                <a:gd name="T62" fmla="*/ 124 w 128"/>
                <a:gd name="T63" fmla="*/ 9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8" h="101">
                  <a:moveTo>
                    <a:pt x="128" y="2"/>
                  </a:moveTo>
                  <a:cubicBezTo>
                    <a:pt x="128" y="1"/>
                    <a:pt x="127" y="1"/>
                    <a:pt x="126" y="1"/>
                  </a:cubicBezTo>
                  <a:cubicBezTo>
                    <a:pt x="126" y="1"/>
                    <a:pt x="125" y="1"/>
                    <a:pt x="125" y="1"/>
                  </a:cubicBezTo>
                  <a:cubicBezTo>
                    <a:pt x="96" y="8"/>
                    <a:pt x="96" y="8"/>
                    <a:pt x="96" y="8"/>
                  </a:cubicBezTo>
                  <a:cubicBezTo>
                    <a:pt x="65" y="1"/>
                    <a:pt x="65" y="1"/>
                    <a:pt x="65" y="1"/>
                  </a:cubicBezTo>
                  <a:cubicBezTo>
                    <a:pt x="64" y="0"/>
                    <a:pt x="64" y="1"/>
                    <a:pt x="63" y="1"/>
                  </a:cubicBezTo>
                  <a:cubicBezTo>
                    <a:pt x="32" y="8"/>
                    <a:pt x="32" y="8"/>
                    <a:pt x="32" y="8"/>
                  </a:cubicBezTo>
                  <a:cubicBezTo>
                    <a:pt x="3" y="1"/>
                    <a:pt x="3" y="1"/>
                    <a:pt x="3" y="1"/>
                  </a:cubicBezTo>
                  <a:cubicBezTo>
                    <a:pt x="3" y="1"/>
                    <a:pt x="2" y="1"/>
                    <a:pt x="2" y="1"/>
                  </a:cubicBezTo>
                  <a:cubicBezTo>
                    <a:pt x="1" y="1"/>
                    <a:pt x="0" y="1"/>
                    <a:pt x="0" y="2"/>
                  </a:cubicBezTo>
                  <a:cubicBezTo>
                    <a:pt x="0" y="93"/>
                    <a:pt x="0" y="93"/>
                    <a:pt x="0" y="93"/>
                  </a:cubicBezTo>
                  <a:cubicBezTo>
                    <a:pt x="0" y="93"/>
                    <a:pt x="1" y="94"/>
                    <a:pt x="2" y="94"/>
                  </a:cubicBezTo>
                  <a:cubicBezTo>
                    <a:pt x="32" y="101"/>
                    <a:pt x="32" y="101"/>
                    <a:pt x="32" y="101"/>
                  </a:cubicBezTo>
                  <a:cubicBezTo>
                    <a:pt x="33" y="101"/>
                    <a:pt x="33" y="101"/>
                    <a:pt x="33" y="101"/>
                  </a:cubicBezTo>
                  <a:cubicBezTo>
                    <a:pt x="63" y="94"/>
                    <a:pt x="63" y="94"/>
                    <a:pt x="63" y="94"/>
                  </a:cubicBezTo>
                  <a:cubicBezTo>
                    <a:pt x="63" y="94"/>
                    <a:pt x="64" y="94"/>
                    <a:pt x="64" y="94"/>
                  </a:cubicBezTo>
                  <a:cubicBezTo>
                    <a:pt x="64" y="94"/>
                    <a:pt x="65" y="94"/>
                    <a:pt x="65" y="94"/>
                  </a:cubicBezTo>
                  <a:cubicBezTo>
                    <a:pt x="95" y="101"/>
                    <a:pt x="95" y="101"/>
                    <a:pt x="95" y="101"/>
                  </a:cubicBezTo>
                  <a:cubicBezTo>
                    <a:pt x="95" y="101"/>
                    <a:pt x="95" y="101"/>
                    <a:pt x="96" y="101"/>
                  </a:cubicBezTo>
                  <a:cubicBezTo>
                    <a:pt x="126" y="94"/>
                    <a:pt x="126" y="94"/>
                    <a:pt x="126" y="94"/>
                  </a:cubicBezTo>
                  <a:cubicBezTo>
                    <a:pt x="127" y="94"/>
                    <a:pt x="128" y="93"/>
                    <a:pt x="128" y="92"/>
                  </a:cubicBezTo>
                  <a:lnTo>
                    <a:pt x="128" y="2"/>
                  </a:lnTo>
                  <a:close/>
                  <a:moveTo>
                    <a:pt x="124" y="90"/>
                  </a:moveTo>
                  <a:cubicBezTo>
                    <a:pt x="97" y="96"/>
                    <a:pt x="97" y="96"/>
                    <a:pt x="97" y="96"/>
                  </a:cubicBezTo>
                  <a:cubicBezTo>
                    <a:pt x="97" y="74"/>
                    <a:pt x="97" y="74"/>
                    <a:pt x="97" y="74"/>
                  </a:cubicBezTo>
                  <a:cubicBezTo>
                    <a:pt x="97" y="72"/>
                    <a:pt x="96" y="71"/>
                    <a:pt x="95" y="71"/>
                  </a:cubicBezTo>
                  <a:cubicBezTo>
                    <a:pt x="94" y="71"/>
                    <a:pt x="93" y="72"/>
                    <a:pt x="93" y="74"/>
                  </a:cubicBezTo>
                  <a:cubicBezTo>
                    <a:pt x="93" y="96"/>
                    <a:pt x="93" y="96"/>
                    <a:pt x="93" y="96"/>
                  </a:cubicBezTo>
                  <a:cubicBezTo>
                    <a:pt x="66" y="90"/>
                    <a:pt x="66" y="90"/>
                    <a:pt x="66" y="90"/>
                  </a:cubicBezTo>
                  <a:cubicBezTo>
                    <a:pt x="66" y="68"/>
                    <a:pt x="66" y="68"/>
                    <a:pt x="66" y="68"/>
                  </a:cubicBezTo>
                  <a:cubicBezTo>
                    <a:pt x="66" y="66"/>
                    <a:pt x="65" y="65"/>
                    <a:pt x="64" y="65"/>
                  </a:cubicBezTo>
                  <a:cubicBezTo>
                    <a:pt x="63" y="65"/>
                    <a:pt x="62" y="66"/>
                    <a:pt x="62" y="68"/>
                  </a:cubicBezTo>
                  <a:cubicBezTo>
                    <a:pt x="62" y="90"/>
                    <a:pt x="62" y="90"/>
                    <a:pt x="62" y="90"/>
                  </a:cubicBezTo>
                  <a:cubicBezTo>
                    <a:pt x="35" y="96"/>
                    <a:pt x="35" y="96"/>
                    <a:pt x="35" y="96"/>
                  </a:cubicBezTo>
                  <a:cubicBezTo>
                    <a:pt x="35" y="70"/>
                    <a:pt x="35" y="70"/>
                    <a:pt x="35" y="70"/>
                  </a:cubicBezTo>
                  <a:cubicBezTo>
                    <a:pt x="35" y="68"/>
                    <a:pt x="34" y="67"/>
                    <a:pt x="33" y="67"/>
                  </a:cubicBezTo>
                  <a:cubicBezTo>
                    <a:pt x="32" y="67"/>
                    <a:pt x="31" y="68"/>
                    <a:pt x="31" y="70"/>
                  </a:cubicBezTo>
                  <a:cubicBezTo>
                    <a:pt x="31" y="96"/>
                    <a:pt x="31" y="96"/>
                    <a:pt x="31" y="96"/>
                  </a:cubicBezTo>
                  <a:cubicBezTo>
                    <a:pt x="4" y="90"/>
                    <a:pt x="4" y="90"/>
                    <a:pt x="4" y="90"/>
                  </a:cubicBezTo>
                  <a:cubicBezTo>
                    <a:pt x="4" y="65"/>
                    <a:pt x="4" y="65"/>
                    <a:pt x="4" y="65"/>
                  </a:cubicBezTo>
                  <a:cubicBezTo>
                    <a:pt x="5" y="64"/>
                    <a:pt x="5" y="64"/>
                    <a:pt x="5" y="64"/>
                  </a:cubicBezTo>
                  <a:cubicBezTo>
                    <a:pt x="12" y="62"/>
                    <a:pt x="19" y="60"/>
                    <a:pt x="26" y="59"/>
                  </a:cubicBezTo>
                  <a:cubicBezTo>
                    <a:pt x="27" y="59"/>
                    <a:pt x="28" y="58"/>
                    <a:pt x="28" y="57"/>
                  </a:cubicBezTo>
                  <a:cubicBezTo>
                    <a:pt x="28" y="55"/>
                    <a:pt x="26" y="54"/>
                    <a:pt x="25" y="55"/>
                  </a:cubicBezTo>
                  <a:cubicBezTo>
                    <a:pt x="19" y="56"/>
                    <a:pt x="12" y="57"/>
                    <a:pt x="6" y="59"/>
                  </a:cubicBezTo>
                  <a:cubicBezTo>
                    <a:pt x="4" y="60"/>
                    <a:pt x="4" y="60"/>
                    <a:pt x="4" y="60"/>
                  </a:cubicBezTo>
                  <a:cubicBezTo>
                    <a:pt x="4" y="6"/>
                    <a:pt x="4" y="6"/>
                    <a:pt x="4" y="6"/>
                  </a:cubicBezTo>
                  <a:cubicBezTo>
                    <a:pt x="31" y="12"/>
                    <a:pt x="31" y="12"/>
                    <a:pt x="31" y="12"/>
                  </a:cubicBezTo>
                  <a:cubicBezTo>
                    <a:pt x="31" y="41"/>
                    <a:pt x="31" y="41"/>
                    <a:pt x="31" y="41"/>
                  </a:cubicBezTo>
                  <a:cubicBezTo>
                    <a:pt x="31" y="42"/>
                    <a:pt x="32" y="43"/>
                    <a:pt x="33" y="43"/>
                  </a:cubicBezTo>
                  <a:cubicBezTo>
                    <a:pt x="34" y="43"/>
                    <a:pt x="35" y="42"/>
                    <a:pt x="35" y="41"/>
                  </a:cubicBezTo>
                  <a:cubicBezTo>
                    <a:pt x="35" y="12"/>
                    <a:pt x="35" y="12"/>
                    <a:pt x="35" y="12"/>
                  </a:cubicBezTo>
                  <a:cubicBezTo>
                    <a:pt x="62" y="6"/>
                    <a:pt x="62" y="6"/>
                    <a:pt x="62" y="6"/>
                  </a:cubicBezTo>
                  <a:cubicBezTo>
                    <a:pt x="62" y="39"/>
                    <a:pt x="62" y="39"/>
                    <a:pt x="62" y="39"/>
                  </a:cubicBezTo>
                  <a:cubicBezTo>
                    <a:pt x="62" y="40"/>
                    <a:pt x="63" y="41"/>
                    <a:pt x="64" y="41"/>
                  </a:cubicBezTo>
                  <a:cubicBezTo>
                    <a:pt x="65" y="41"/>
                    <a:pt x="66" y="40"/>
                    <a:pt x="66" y="39"/>
                  </a:cubicBezTo>
                  <a:cubicBezTo>
                    <a:pt x="66" y="6"/>
                    <a:pt x="66" y="6"/>
                    <a:pt x="66" y="6"/>
                  </a:cubicBezTo>
                  <a:cubicBezTo>
                    <a:pt x="93" y="12"/>
                    <a:pt x="93" y="12"/>
                    <a:pt x="93" y="12"/>
                  </a:cubicBezTo>
                  <a:cubicBezTo>
                    <a:pt x="93" y="36"/>
                    <a:pt x="93" y="36"/>
                    <a:pt x="93" y="36"/>
                  </a:cubicBezTo>
                  <a:cubicBezTo>
                    <a:pt x="93" y="37"/>
                    <a:pt x="94" y="38"/>
                    <a:pt x="95" y="38"/>
                  </a:cubicBezTo>
                  <a:cubicBezTo>
                    <a:pt x="96" y="38"/>
                    <a:pt x="97" y="37"/>
                    <a:pt x="97" y="36"/>
                  </a:cubicBezTo>
                  <a:cubicBezTo>
                    <a:pt x="97" y="12"/>
                    <a:pt x="97" y="12"/>
                    <a:pt x="97" y="12"/>
                  </a:cubicBezTo>
                  <a:cubicBezTo>
                    <a:pt x="124" y="6"/>
                    <a:pt x="124" y="6"/>
                    <a:pt x="124" y="6"/>
                  </a:cubicBezTo>
                  <a:lnTo>
                    <a:pt x="124" y="90"/>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37" name="Freeform 233">
              <a:extLst>
                <a:ext uri="{FF2B5EF4-FFF2-40B4-BE49-F238E27FC236}">
                  <a16:creationId xmlns:a16="http://schemas.microsoft.com/office/drawing/2014/main" id="{144605CF-C29A-426B-9205-F8A356A829F5}"/>
                </a:ext>
              </a:extLst>
            </p:cNvPr>
            <p:cNvSpPr>
              <a:spLocks/>
            </p:cNvSpPr>
            <p:nvPr/>
          </p:nvSpPr>
          <p:spPr bwMode="auto">
            <a:xfrm>
              <a:off x="3594100" y="546100"/>
              <a:ext cx="77788" cy="22225"/>
            </a:xfrm>
            <a:custGeom>
              <a:avLst/>
              <a:gdLst>
                <a:gd name="T0" fmla="*/ 18 w 21"/>
                <a:gd name="T1" fmla="*/ 0 h 6"/>
                <a:gd name="T2" fmla="*/ 2 w 21"/>
                <a:gd name="T3" fmla="*/ 1 h 6"/>
                <a:gd name="T4" fmla="*/ 0 w 21"/>
                <a:gd name="T5" fmla="*/ 3 h 6"/>
                <a:gd name="T6" fmla="*/ 3 w 21"/>
                <a:gd name="T7" fmla="*/ 6 h 6"/>
                <a:gd name="T8" fmla="*/ 19 w 21"/>
                <a:gd name="T9" fmla="*/ 4 h 6"/>
                <a:gd name="T10" fmla="*/ 21 w 21"/>
                <a:gd name="T11" fmla="*/ 2 h 6"/>
                <a:gd name="T12" fmla="*/ 18 w 2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21" h="6">
                  <a:moveTo>
                    <a:pt x="18" y="0"/>
                  </a:moveTo>
                  <a:cubicBezTo>
                    <a:pt x="18" y="0"/>
                    <a:pt x="7" y="0"/>
                    <a:pt x="2" y="1"/>
                  </a:cubicBezTo>
                  <a:cubicBezTo>
                    <a:pt x="1" y="1"/>
                    <a:pt x="0" y="2"/>
                    <a:pt x="0" y="3"/>
                  </a:cubicBezTo>
                  <a:cubicBezTo>
                    <a:pt x="0" y="5"/>
                    <a:pt x="1" y="6"/>
                    <a:pt x="3" y="6"/>
                  </a:cubicBezTo>
                  <a:cubicBezTo>
                    <a:pt x="8" y="5"/>
                    <a:pt x="19" y="4"/>
                    <a:pt x="19" y="4"/>
                  </a:cubicBezTo>
                  <a:cubicBezTo>
                    <a:pt x="20" y="4"/>
                    <a:pt x="21" y="3"/>
                    <a:pt x="21" y="2"/>
                  </a:cubicBezTo>
                  <a:cubicBezTo>
                    <a:pt x="21" y="1"/>
                    <a:pt x="20" y="0"/>
                    <a:pt x="18"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38" name="Freeform 234">
              <a:extLst>
                <a:ext uri="{FF2B5EF4-FFF2-40B4-BE49-F238E27FC236}">
                  <a16:creationId xmlns:a16="http://schemas.microsoft.com/office/drawing/2014/main" id="{1DB8EB9F-D0F3-4E52-8879-27EBA7900F73}"/>
                </a:ext>
              </a:extLst>
            </p:cNvPr>
            <p:cNvSpPr>
              <a:spLocks/>
            </p:cNvSpPr>
            <p:nvPr/>
          </p:nvSpPr>
          <p:spPr bwMode="auto">
            <a:xfrm>
              <a:off x="3709988" y="546100"/>
              <a:ext cx="33338" cy="19050"/>
            </a:xfrm>
            <a:custGeom>
              <a:avLst/>
              <a:gdLst>
                <a:gd name="T0" fmla="*/ 7 w 9"/>
                <a:gd name="T1" fmla="*/ 0 h 5"/>
                <a:gd name="T2" fmla="*/ 2 w 9"/>
                <a:gd name="T3" fmla="*/ 0 h 5"/>
                <a:gd name="T4" fmla="*/ 0 w 9"/>
                <a:gd name="T5" fmla="*/ 2 h 5"/>
                <a:gd name="T6" fmla="*/ 3 w 9"/>
                <a:gd name="T7" fmla="*/ 4 h 5"/>
                <a:gd name="T8" fmla="*/ 3 w 9"/>
                <a:gd name="T9" fmla="*/ 4 h 5"/>
                <a:gd name="T10" fmla="*/ 7 w 9"/>
                <a:gd name="T11" fmla="*/ 5 h 5"/>
                <a:gd name="T12" fmla="*/ 9 w 9"/>
                <a:gd name="T13" fmla="*/ 2 h 5"/>
                <a:gd name="T14" fmla="*/ 7 w 9"/>
                <a:gd name="T15" fmla="*/ 0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5">
                  <a:moveTo>
                    <a:pt x="7" y="0"/>
                  </a:moveTo>
                  <a:cubicBezTo>
                    <a:pt x="7" y="0"/>
                    <a:pt x="2" y="0"/>
                    <a:pt x="2" y="0"/>
                  </a:cubicBezTo>
                  <a:cubicBezTo>
                    <a:pt x="1" y="0"/>
                    <a:pt x="0" y="1"/>
                    <a:pt x="0" y="2"/>
                  </a:cubicBezTo>
                  <a:cubicBezTo>
                    <a:pt x="0" y="3"/>
                    <a:pt x="1" y="4"/>
                    <a:pt x="3" y="4"/>
                  </a:cubicBezTo>
                  <a:cubicBezTo>
                    <a:pt x="3" y="4"/>
                    <a:pt x="3" y="4"/>
                    <a:pt x="3" y="4"/>
                  </a:cubicBezTo>
                  <a:cubicBezTo>
                    <a:pt x="4" y="4"/>
                    <a:pt x="7" y="5"/>
                    <a:pt x="7" y="5"/>
                  </a:cubicBezTo>
                  <a:cubicBezTo>
                    <a:pt x="8" y="5"/>
                    <a:pt x="9" y="4"/>
                    <a:pt x="9" y="2"/>
                  </a:cubicBezTo>
                  <a:cubicBezTo>
                    <a:pt x="9" y="1"/>
                    <a:pt x="8" y="0"/>
                    <a:pt x="7" y="0"/>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grpSp>
      <p:grpSp>
        <p:nvGrpSpPr>
          <p:cNvPr id="43" name="组合 42">
            <a:extLst>
              <a:ext uri="{FF2B5EF4-FFF2-40B4-BE49-F238E27FC236}">
                <a16:creationId xmlns:a16="http://schemas.microsoft.com/office/drawing/2014/main" id="{E53385C7-A751-4BE7-B258-2077466315C2}"/>
              </a:ext>
            </a:extLst>
          </p:cNvPr>
          <p:cNvGrpSpPr/>
          <p:nvPr/>
        </p:nvGrpSpPr>
        <p:grpSpPr>
          <a:xfrm>
            <a:off x="4490731" y="2590617"/>
            <a:ext cx="481013" cy="481013"/>
            <a:chOff x="11139488" y="6073776"/>
            <a:chExt cx="481013" cy="481013"/>
          </a:xfrm>
          <a:solidFill>
            <a:srgbClr val="FFFFFF"/>
          </a:solidFill>
        </p:grpSpPr>
        <p:sp>
          <p:nvSpPr>
            <p:cNvPr id="44" name="Freeform 5">
              <a:extLst>
                <a:ext uri="{FF2B5EF4-FFF2-40B4-BE49-F238E27FC236}">
                  <a16:creationId xmlns:a16="http://schemas.microsoft.com/office/drawing/2014/main" id="{25BED4E1-8050-46F0-B50C-F8FF04DFA335}"/>
                </a:ext>
              </a:extLst>
            </p:cNvPr>
            <p:cNvSpPr>
              <a:spLocks noEditPoints="1"/>
            </p:cNvSpPr>
            <p:nvPr/>
          </p:nvSpPr>
          <p:spPr bwMode="auto">
            <a:xfrm>
              <a:off x="11139488" y="6073776"/>
              <a:ext cx="481013" cy="481013"/>
            </a:xfrm>
            <a:custGeom>
              <a:avLst/>
              <a:gdLst>
                <a:gd name="T0" fmla="*/ 101 w 128"/>
                <a:gd name="T1" fmla="*/ 65 h 128"/>
                <a:gd name="T2" fmla="*/ 128 w 128"/>
                <a:gd name="T3" fmla="*/ 17 h 128"/>
                <a:gd name="T4" fmla="*/ 107 w 128"/>
                <a:gd name="T5" fmla="*/ 14 h 128"/>
                <a:gd name="T6" fmla="*/ 105 w 128"/>
                <a:gd name="T7" fmla="*/ 0 h 128"/>
                <a:gd name="T8" fmla="*/ 21 w 128"/>
                <a:gd name="T9" fmla="*/ 2 h 128"/>
                <a:gd name="T10" fmla="*/ 2 w 128"/>
                <a:gd name="T11" fmla="*/ 14 h 128"/>
                <a:gd name="T12" fmla="*/ 27 w 128"/>
                <a:gd name="T13" fmla="*/ 65 h 128"/>
                <a:gd name="T14" fmla="*/ 53 w 128"/>
                <a:gd name="T15" fmla="*/ 84 h 128"/>
                <a:gd name="T16" fmla="*/ 54 w 128"/>
                <a:gd name="T17" fmla="*/ 108 h 128"/>
                <a:gd name="T18" fmla="*/ 32 w 128"/>
                <a:gd name="T19" fmla="*/ 114 h 128"/>
                <a:gd name="T20" fmla="*/ 27 w 128"/>
                <a:gd name="T21" fmla="*/ 123 h 128"/>
                <a:gd name="T22" fmla="*/ 27 w 128"/>
                <a:gd name="T23" fmla="*/ 128 h 128"/>
                <a:gd name="T24" fmla="*/ 103 w 128"/>
                <a:gd name="T25" fmla="*/ 125 h 128"/>
                <a:gd name="T26" fmla="*/ 96 w 128"/>
                <a:gd name="T27" fmla="*/ 123 h 128"/>
                <a:gd name="T28" fmla="*/ 90 w 128"/>
                <a:gd name="T29" fmla="*/ 108 h 128"/>
                <a:gd name="T30" fmla="*/ 74 w 128"/>
                <a:gd name="T31" fmla="*/ 85 h 128"/>
                <a:gd name="T32" fmla="*/ 106 w 128"/>
                <a:gd name="T33" fmla="*/ 51 h 128"/>
                <a:gd name="T34" fmla="*/ 107 w 128"/>
                <a:gd name="T35" fmla="*/ 19 h 128"/>
                <a:gd name="T36" fmla="*/ 123 w 128"/>
                <a:gd name="T37" fmla="*/ 21 h 128"/>
                <a:gd name="T38" fmla="*/ 109 w 128"/>
                <a:gd name="T39" fmla="*/ 52 h 128"/>
                <a:gd name="T40" fmla="*/ 106 w 128"/>
                <a:gd name="T41" fmla="*/ 51 h 128"/>
                <a:gd name="T42" fmla="*/ 9 w 128"/>
                <a:gd name="T43" fmla="*/ 36 h 128"/>
                <a:gd name="T44" fmla="*/ 5 w 128"/>
                <a:gd name="T45" fmla="*/ 19 h 128"/>
                <a:gd name="T46" fmla="*/ 21 w 128"/>
                <a:gd name="T47" fmla="*/ 43 h 128"/>
                <a:gd name="T48" fmla="*/ 23 w 128"/>
                <a:gd name="T49" fmla="*/ 56 h 128"/>
                <a:gd name="T50" fmla="*/ 91 w 128"/>
                <a:gd name="T51" fmla="*/ 113 h 128"/>
                <a:gd name="T52" fmla="*/ 37 w 128"/>
                <a:gd name="T53" fmla="*/ 123 h 128"/>
                <a:gd name="T54" fmla="*/ 91 w 128"/>
                <a:gd name="T55" fmla="*/ 113 h 128"/>
                <a:gd name="T56" fmla="*/ 59 w 128"/>
                <a:gd name="T57" fmla="*/ 85 h 128"/>
                <a:gd name="T58" fmla="*/ 68 w 128"/>
                <a:gd name="T59" fmla="*/ 86 h 128"/>
                <a:gd name="T60" fmla="*/ 69 w 128"/>
                <a:gd name="T61" fmla="*/ 108 h 128"/>
                <a:gd name="T62" fmla="*/ 64 w 128"/>
                <a:gd name="T63" fmla="*/ 81 h 128"/>
                <a:gd name="T64" fmla="*/ 37 w 128"/>
                <a:gd name="T65" fmla="*/ 70 h 128"/>
                <a:gd name="T66" fmla="*/ 25 w 128"/>
                <a:gd name="T67" fmla="*/ 43 h 128"/>
                <a:gd name="T68" fmla="*/ 103 w 128"/>
                <a:gd name="T69" fmla="*/ 4 h 128"/>
                <a:gd name="T70" fmla="*/ 100 w 128"/>
                <a:gd name="T71" fmla="*/ 58 h 128"/>
                <a:gd name="T72" fmla="*/ 79 w 128"/>
                <a:gd name="T73" fmla="*/ 7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8" h="128">
                  <a:moveTo>
                    <a:pt x="75" y="84"/>
                  </a:moveTo>
                  <a:cubicBezTo>
                    <a:pt x="86" y="82"/>
                    <a:pt x="95" y="75"/>
                    <a:pt x="101" y="65"/>
                  </a:cubicBezTo>
                  <a:cubicBezTo>
                    <a:pt x="101" y="65"/>
                    <a:pt x="101" y="65"/>
                    <a:pt x="101" y="65"/>
                  </a:cubicBezTo>
                  <a:cubicBezTo>
                    <a:pt x="117" y="54"/>
                    <a:pt x="127" y="36"/>
                    <a:pt x="128" y="17"/>
                  </a:cubicBezTo>
                  <a:cubicBezTo>
                    <a:pt x="128" y="15"/>
                    <a:pt x="127" y="14"/>
                    <a:pt x="126" y="14"/>
                  </a:cubicBezTo>
                  <a:cubicBezTo>
                    <a:pt x="107" y="14"/>
                    <a:pt x="107" y="14"/>
                    <a:pt x="107" y="14"/>
                  </a:cubicBezTo>
                  <a:cubicBezTo>
                    <a:pt x="107" y="2"/>
                    <a:pt x="107" y="2"/>
                    <a:pt x="107" y="2"/>
                  </a:cubicBezTo>
                  <a:cubicBezTo>
                    <a:pt x="107" y="1"/>
                    <a:pt x="106" y="0"/>
                    <a:pt x="105" y="0"/>
                  </a:cubicBezTo>
                  <a:cubicBezTo>
                    <a:pt x="23" y="0"/>
                    <a:pt x="23" y="0"/>
                    <a:pt x="23" y="0"/>
                  </a:cubicBezTo>
                  <a:cubicBezTo>
                    <a:pt x="22" y="0"/>
                    <a:pt x="21" y="1"/>
                    <a:pt x="21" y="2"/>
                  </a:cubicBezTo>
                  <a:cubicBezTo>
                    <a:pt x="21" y="14"/>
                    <a:pt x="21" y="14"/>
                    <a:pt x="21" y="14"/>
                  </a:cubicBezTo>
                  <a:cubicBezTo>
                    <a:pt x="2" y="14"/>
                    <a:pt x="2" y="14"/>
                    <a:pt x="2" y="14"/>
                  </a:cubicBezTo>
                  <a:cubicBezTo>
                    <a:pt x="1" y="14"/>
                    <a:pt x="0" y="15"/>
                    <a:pt x="0" y="17"/>
                  </a:cubicBezTo>
                  <a:cubicBezTo>
                    <a:pt x="1" y="36"/>
                    <a:pt x="11" y="54"/>
                    <a:pt x="27" y="65"/>
                  </a:cubicBezTo>
                  <a:cubicBezTo>
                    <a:pt x="27" y="65"/>
                    <a:pt x="27" y="65"/>
                    <a:pt x="27" y="65"/>
                  </a:cubicBezTo>
                  <a:cubicBezTo>
                    <a:pt x="33" y="75"/>
                    <a:pt x="42" y="82"/>
                    <a:pt x="53" y="84"/>
                  </a:cubicBezTo>
                  <a:cubicBezTo>
                    <a:pt x="54" y="85"/>
                    <a:pt x="54" y="85"/>
                    <a:pt x="54" y="85"/>
                  </a:cubicBezTo>
                  <a:cubicBezTo>
                    <a:pt x="54" y="108"/>
                    <a:pt x="54" y="108"/>
                    <a:pt x="54" y="108"/>
                  </a:cubicBezTo>
                  <a:cubicBezTo>
                    <a:pt x="38" y="108"/>
                    <a:pt x="38" y="108"/>
                    <a:pt x="38" y="108"/>
                  </a:cubicBezTo>
                  <a:cubicBezTo>
                    <a:pt x="35" y="108"/>
                    <a:pt x="32" y="111"/>
                    <a:pt x="32" y="114"/>
                  </a:cubicBezTo>
                  <a:cubicBezTo>
                    <a:pt x="32" y="123"/>
                    <a:pt x="32" y="123"/>
                    <a:pt x="32" y="123"/>
                  </a:cubicBezTo>
                  <a:cubicBezTo>
                    <a:pt x="27" y="123"/>
                    <a:pt x="27" y="123"/>
                    <a:pt x="27" y="123"/>
                  </a:cubicBezTo>
                  <a:cubicBezTo>
                    <a:pt x="26" y="123"/>
                    <a:pt x="25" y="124"/>
                    <a:pt x="25" y="125"/>
                  </a:cubicBezTo>
                  <a:cubicBezTo>
                    <a:pt x="25" y="127"/>
                    <a:pt x="26" y="128"/>
                    <a:pt x="27" y="128"/>
                  </a:cubicBezTo>
                  <a:cubicBezTo>
                    <a:pt x="101" y="128"/>
                    <a:pt x="101" y="128"/>
                    <a:pt x="101" y="128"/>
                  </a:cubicBezTo>
                  <a:cubicBezTo>
                    <a:pt x="102" y="128"/>
                    <a:pt x="103" y="127"/>
                    <a:pt x="103" y="125"/>
                  </a:cubicBezTo>
                  <a:cubicBezTo>
                    <a:pt x="103" y="124"/>
                    <a:pt x="102" y="123"/>
                    <a:pt x="101" y="123"/>
                  </a:cubicBezTo>
                  <a:cubicBezTo>
                    <a:pt x="96" y="123"/>
                    <a:pt x="96" y="123"/>
                    <a:pt x="96" y="123"/>
                  </a:cubicBezTo>
                  <a:cubicBezTo>
                    <a:pt x="96" y="114"/>
                    <a:pt x="96" y="114"/>
                    <a:pt x="96" y="114"/>
                  </a:cubicBezTo>
                  <a:cubicBezTo>
                    <a:pt x="96" y="111"/>
                    <a:pt x="93" y="108"/>
                    <a:pt x="90" y="108"/>
                  </a:cubicBezTo>
                  <a:cubicBezTo>
                    <a:pt x="74" y="108"/>
                    <a:pt x="74" y="108"/>
                    <a:pt x="74" y="108"/>
                  </a:cubicBezTo>
                  <a:cubicBezTo>
                    <a:pt x="74" y="85"/>
                    <a:pt x="74" y="85"/>
                    <a:pt x="74" y="85"/>
                  </a:cubicBezTo>
                  <a:lnTo>
                    <a:pt x="75" y="84"/>
                  </a:lnTo>
                  <a:close/>
                  <a:moveTo>
                    <a:pt x="106" y="51"/>
                  </a:moveTo>
                  <a:cubicBezTo>
                    <a:pt x="107" y="48"/>
                    <a:pt x="107" y="45"/>
                    <a:pt x="107" y="43"/>
                  </a:cubicBezTo>
                  <a:cubicBezTo>
                    <a:pt x="107" y="19"/>
                    <a:pt x="107" y="19"/>
                    <a:pt x="107" y="19"/>
                  </a:cubicBezTo>
                  <a:cubicBezTo>
                    <a:pt x="123" y="19"/>
                    <a:pt x="123" y="19"/>
                    <a:pt x="123" y="19"/>
                  </a:cubicBezTo>
                  <a:cubicBezTo>
                    <a:pt x="123" y="21"/>
                    <a:pt x="123" y="21"/>
                    <a:pt x="123" y="21"/>
                  </a:cubicBezTo>
                  <a:cubicBezTo>
                    <a:pt x="122" y="26"/>
                    <a:pt x="121" y="31"/>
                    <a:pt x="119" y="36"/>
                  </a:cubicBezTo>
                  <a:cubicBezTo>
                    <a:pt x="116" y="42"/>
                    <a:pt x="113" y="47"/>
                    <a:pt x="109" y="52"/>
                  </a:cubicBezTo>
                  <a:cubicBezTo>
                    <a:pt x="105" y="56"/>
                    <a:pt x="105" y="56"/>
                    <a:pt x="105" y="56"/>
                  </a:cubicBezTo>
                  <a:lnTo>
                    <a:pt x="106" y="51"/>
                  </a:lnTo>
                  <a:close/>
                  <a:moveTo>
                    <a:pt x="19" y="52"/>
                  </a:moveTo>
                  <a:cubicBezTo>
                    <a:pt x="15" y="47"/>
                    <a:pt x="12" y="42"/>
                    <a:pt x="9" y="36"/>
                  </a:cubicBezTo>
                  <a:cubicBezTo>
                    <a:pt x="7" y="31"/>
                    <a:pt x="6" y="26"/>
                    <a:pt x="5" y="21"/>
                  </a:cubicBezTo>
                  <a:cubicBezTo>
                    <a:pt x="5" y="19"/>
                    <a:pt x="5" y="19"/>
                    <a:pt x="5" y="19"/>
                  </a:cubicBezTo>
                  <a:cubicBezTo>
                    <a:pt x="21" y="19"/>
                    <a:pt x="21" y="19"/>
                    <a:pt x="21" y="19"/>
                  </a:cubicBezTo>
                  <a:cubicBezTo>
                    <a:pt x="21" y="43"/>
                    <a:pt x="21" y="43"/>
                    <a:pt x="21" y="43"/>
                  </a:cubicBezTo>
                  <a:cubicBezTo>
                    <a:pt x="21" y="45"/>
                    <a:pt x="21" y="48"/>
                    <a:pt x="22" y="51"/>
                  </a:cubicBezTo>
                  <a:cubicBezTo>
                    <a:pt x="23" y="56"/>
                    <a:pt x="23" y="56"/>
                    <a:pt x="23" y="56"/>
                  </a:cubicBezTo>
                  <a:lnTo>
                    <a:pt x="19" y="52"/>
                  </a:lnTo>
                  <a:close/>
                  <a:moveTo>
                    <a:pt x="91" y="113"/>
                  </a:moveTo>
                  <a:cubicBezTo>
                    <a:pt x="91" y="123"/>
                    <a:pt x="91" y="123"/>
                    <a:pt x="91" y="123"/>
                  </a:cubicBezTo>
                  <a:cubicBezTo>
                    <a:pt x="37" y="123"/>
                    <a:pt x="37" y="123"/>
                    <a:pt x="37" y="123"/>
                  </a:cubicBezTo>
                  <a:cubicBezTo>
                    <a:pt x="37" y="113"/>
                    <a:pt x="37" y="113"/>
                    <a:pt x="37" y="113"/>
                  </a:cubicBezTo>
                  <a:lnTo>
                    <a:pt x="91" y="113"/>
                  </a:lnTo>
                  <a:close/>
                  <a:moveTo>
                    <a:pt x="59" y="108"/>
                  </a:moveTo>
                  <a:cubicBezTo>
                    <a:pt x="59" y="85"/>
                    <a:pt x="59" y="85"/>
                    <a:pt x="59" y="85"/>
                  </a:cubicBezTo>
                  <a:cubicBezTo>
                    <a:pt x="60" y="86"/>
                    <a:pt x="60" y="86"/>
                    <a:pt x="60" y="86"/>
                  </a:cubicBezTo>
                  <a:cubicBezTo>
                    <a:pt x="63" y="86"/>
                    <a:pt x="65" y="86"/>
                    <a:pt x="68" y="86"/>
                  </a:cubicBezTo>
                  <a:cubicBezTo>
                    <a:pt x="69" y="85"/>
                    <a:pt x="69" y="85"/>
                    <a:pt x="69" y="85"/>
                  </a:cubicBezTo>
                  <a:cubicBezTo>
                    <a:pt x="69" y="108"/>
                    <a:pt x="69" y="108"/>
                    <a:pt x="69" y="108"/>
                  </a:cubicBezTo>
                  <a:lnTo>
                    <a:pt x="59" y="108"/>
                  </a:lnTo>
                  <a:close/>
                  <a:moveTo>
                    <a:pt x="64" y="81"/>
                  </a:moveTo>
                  <a:cubicBezTo>
                    <a:pt x="59" y="81"/>
                    <a:pt x="54" y="80"/>
                    <a:pt x="49" y="78"/>
                  </a:cubicBezTo>
                  <a:cubicBezTo>
                    <a:pt x="44" y="76"/>
                    <a:pt x="40" y="73"/>
                    <a:pt x="37" y="70"/>
                  </a:cubicBezTo>
                  <a:cubicBezTo>
                    <a:pt x="33" y="66"/>
                    <a:pt x="30" y="62"/>
                    <a:pt x="28" y="58"/>
                  </a:cubicBezTo>
                  <a:cubicBezTo>
                    <a:pt x="26" y="53"/>
                    <a:pt x="25" y="48"/>
                    <a:pt x="25" y="43"/>
                  </a:cubicBezTo>
                  <a:cubicBezTo>
                    <a:pt x="25" y="4"/>
                    <a:pt x="25" y="4"/>
                    <a:pt x="25" y="4"/>
                  </a:cubicBezTo>
                  <a:cubicBezTo>
                    <a:pt x="103" y="4"/>
                    <a:pt x="103" y="4"/>
                    <a:pt x="103" y="4"/>
                  </a:cubicBezTo>
                  <a:cubicBezTo>
                    <a:pt x="103" y="43"/>
                    <a:pt x="103" y="43"/>
                    <a:pt x="103" y="43"/>
                  </a:cubicBezTo>
                  <a:cubicBezTo>
                    <a:pt x="103" y="48"/>
                    <a:pt x="102" y="53"/>
                    <a:pt x="100" y="58"/>
                  </a:cubicBezTo>
                  <a:cubicBezTo>
                    <a:pt x="98" y="62"/>
                    <a:pt x="95" y="66"/>
                    <a:pt x="91" y="70"/>
                  </a:cubicBezTo>
                  <a:cubicBezTo>
                    <a:pt x="88" y="73"/>
                    <a:pt x="84" y="76"/>
                    <a:pt x="79" y="78"/>
                  </a:cubicBezTo>
                  <a:cubicBezTo>
                    <a:pt x="74" y="80"/>
                    <a:pt x="69" y="81"/>
                    <a:pt x="64" y="81"/>
                  </a:cubicBez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sp>
          <p:nvSpPr>
            <p:cNvPr id="45" name="Freeform 6">
              <a:extLst>
                <a:ext uri="{FF2B5EF4-FFF2-40B4-BE49-F238E27FC236}">
                  <a16:creationId xmlns:a16="http://schemas.microsoft.com/office/drawing/2014/main" id="{D7797DAA-7F02-44E7-B0CA-2492D6C3096F}"/>
                </a:ext>
              </a:extLst>
            </p:cNvPr>
            <p:cNvSpPr>
              <a:spLocks noEditPoints="1"/>
            </p:cNvSpPr>
            <p:nvPr/>
          </p:nvSpPr>
          <p:spPr bwMode="auto">
            <a:xfrm>
              <a:off x="11304588" y="6153151"/>
              <a:ext cx="150813" cy="146050"/>
            </a:xfrm>
            <a:custGeom>
              <a:avLst/>
              <a:gdLst>
                <a:gd name="T0" fmla="*/ 39 w 40"/>
                <a:gd name="T1" fmla="*/ 17 h 39"/>
                <a:gd name="T2" fmla="*/ 40 w 40"/>
                <a:gd name="T3" fmla="*/ 15 h 39"/>
                <a:gd name="T4" fmla="*/ 38 w 40"/>
                <a:gd name="T5" fmla="*/ 13 h 39"/>
                <a:gd name="T6" fmla="*/ 27 w 40"/>
                <a:gd name="T7" fmla="*/ 12 h 39"/>
                <a:gd name="T8" fmla="*/ 22 w 40"/>
                <a:gd name="T9" fmla="*/ 2 h 39"/>
                <a:gd name="T10" fmla="*/ 18 w 40"/>
                <a:gd name="T11" fmla="*/ 2 h 39"/>
                <a:gd name="T12" fmla="*/ 13 w 40"/>
                <a:gd name="T13" fmla="*/ 12 h 39"/>
                <a:gd name="T14" fmla="*/ 2 w 40"/>
                <a:gd name="T15" fmla="*/ 13 h 39"/>
                <a:gd name="T16" fmla="*/ 0 w 40"/>
                <a:gd name="T17" fmla="*/ 15 h 39"/>
                <a:gd name="T18" fmla="*/ 1 w 40"/>
                <a:gd name="T19" fmla="*/ 17 h 39"/>
                <a:gd name="T20" fmla="*/ 9 w 40"/>
                <a:gd name="T21" fmla="*/ 25 h 39"/>
                <a:gd name="T22" fmla="*/ 7 w 40"/>
                <a:gd name="T23" fmla="*/ 36 h 39"/>
                <a:gd name="T24" fmla="*/ 10 w 40"/>
                <a:gd name="T25" fmla="*/ 38 h 39"/>
                <a:gd name="T26" fmla="*/ 20 w 40"/>
                <a:gd name="T27" fmla="*/ 33 h 39"/>
                <a:gd name="T28" fmla="*/ 30 w 40"/>
                <a:gd name="T29" fmla="*/ 38 h 39"/>
                <a:gd name="T30" fmla="*/ 33 w 40"/>
                <a:gd name="T31" fmla="*/ 36 h 39"/>
                <a:gd name="T32" fmla="*/ 31 w 40"/>
                <a:gd name="T33" fmla="*/ 25 h 39"/>
                <a:gd name="T34" fmla="*/ 39 w 40"/>
                <a:gd name="T35" fmla="*/ 17 h 39"/>
                <a:gd name="T36" fmla="*/ 26 w 40"/>
                <a:gd name="T37" fmla="*/ 23 h 39"/>
                <a:gd name="T38" fmla="*/ 28 w 40"/>
                <a:gd name="T39" fmla="*/ 32 h 39"/>
                <a:gd name="T40" fmla="*/ 20 w 40"/>
                <a:gd name="T41" fmla="*/ 28 h 39"/>
                <a:gd name="T42" fmla="*/ 12 w 40"/>
                <a:gd name="T43" fmla="*/ 32 h 39"/>
                <a:gd name="T44" fmla="*/ 14 w 40"/>
                <a:gd name="T45" fmla="*/ 23 h 39"/>
                <a:gd name="T46" fmla="*/ 7 w 40"/>
                <a:gd name="T47" fmla="*/ 17 h 39"/>
                <a:gd name="T48" fmla="*/ 16 w 40"/>
                <a:gd name="T49" fmla="*/ 16 h 39"/>
                <a:gd name="T50" fmla="*/ 20 w 40"/>
                <a:gd name="T51" fmla="*/ 8 h 39"/>
                <a:gd name="T52" fmla="*/ 24 w 40"/>
                <a:gd name="T53" fmla="*/ 16 h 39"/>
                <a:gd name="T54" fmla="*/ 33 w 40"/>
                <a:gd name="T55" fmla="*/ 17 h 39"/>
                <a:gd name="T56" fmla="*/ 26 w 40"/>
                <a:gd name="T57" fmla="*/ 23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0" h="39">
                  <a:moveTo>
                    <a:pt x="39" y="17"/>
                  </a:moveTo>
                  <a:cubicBezTo>
                    <a:pt x="40" y="17"/>
                    <a:pt x="40" y="16"/>
                    <a:pt x="40" y="15"/>
                  </a:cubicBezTo>
                  <a:cubicBezTo>
                    <a:pt x="40" y="14"/>
                    <a:pt x="39" y="13"/>
                    <a:pt x="38" y="13"/>
                  </a:cubicBezTo>
                  <a:cubicBezTo>
                    <a:pt x="27" y="12"/>
                    <a:pt x="27" y="12"/>
                    <a:pt x="27" y="12"/>
                  </a:cubicBezTo>
                  <a:cubicBezTo>
                    <a:pt x="22" y="2"/>
                    <a:pt x="22" y="2"/>
                    <a:pt x="22" y="2"/>
                  </a:cubicBezTo>
                  <a:cubicBezTo>
                    <a:pt x="21" y="0"/>
                    <a:pt x="19" y="0"/>
                    <a:pt x="18" y="2"/>
                  </a:cubicBezTo>
                  <a:cubicBezTo>
                    <a:pt x="13" y="12"/>
                    <a:pt x="13" y="12"/>
                    <a:pt x="13" y="12"/>
                  </a:cubicBezTo>
                  <a:cubicBezTo>
                    <a:pt x="2" y="13"/>
                    <a:pt x="2" y="13"/>
                    <a:pt x="2" y="13"/>
                  </a:cubicBezTo>
                  <a:cubicBezTo>
                    <a:pt x="1" y="13"/>
                    <a:pt x="0" y="14"/>
                    <a:pt x="0" y="15"/>
                  </a:cubicBezTo>
                  <a:cubicBezTo>
                    <a:pt x="0" y="16"/>
                    <a:pt x="0" y="17"/>
                    <a:pt x="1" y="17"/>
                  </a:cubicBezTo>
                  <a:cubicBezTo>
                    <a:pt x="9" y="25"/>
                    <a:pt x="9" y="25"/>
                    <a:pt x="9" y="25"/>
                  </a:cubicBezTo>
                  <a:cubicBezTo>
                    <a:pt x="7" y="36"/>
                    <a:pt x="7" y="36"/>
                    <a:pt x="7" y="36"/>
                  </a:cubicBezTo>
                  <a:cubicBezTo>
                    <a:pt x="7" y="38"/>
                    <a:pt x="9" y="39"/>
                    <a:pt x="10" y="38"/>
                  </a:cubicBezTo>
                  <a:cubicBezTo>
                    <a:pt x="20" y="33"/>
                    <a:pt x="20" y="33"/>
                    <a:pt x="20" y="33"/>
                  </a:cubicBezTo>
                  <a:cubicBezTo>
                    <a:pt x="30" y="38"/>
                    <a:pt x="30" y="38"/>
                    <a:pt x="30" y="38"/>
                  </a:cubicBezTo>
                  <a:cubicBezTo>
                    <a:pt x="31" y="39"/>
                    <a:pt x="33" y="38"/>
                    <a:pt x="33" y="36"/>
                  </a:cubicBezTo>
                  <a:cubicBezTo>
                    <a:pt x="31" y="25"/>
                    <a:pt x="31" y="25"/>
                    <a:pt x="31" y="25"/>
                  </a:cubicBezTo>
                  <a:lnTo>
                    <a:pt x="39" y="17"/>
                  </a:lnTo>
                  <a:close/>
                  <a:moveTo>
                    <a:pt x="26" y="23"/>
                  </a:moveTo>
                  <a:cubicBezTo>
                    <a:pt x="28" y="32"/>
                    <a:pt x="28" y="32"/>
                    <a:pt x="28" y="32"/>
                  </a:cubicBezTo>
                  <a:cubicBezTo>
                    <a:pt x="20" y="28"/>
                    <a:pt x="20" y="28"/>
                    <a:pt x="20" y="28"/>
                  </a:cubicBezTo>
                  <a:cubicBezTo>
                    <a:pt x="12" y="32"/>
                    <a:pt x="12" y="32"/>
                    <a:pt x="12" y="32"/>
                  </a:cubicBezTo>
                  <a:cubicBezTo>
                    <a:pt x="14" y="23"/>
                    <a:pt x="14" y="23"/>
                    <a:pt x="14" y="23"/>
                  </a:cubicBezTo>
                  <a:cubicBezTo>
                    <a:pt x="7" y="17"/>
                    <a:pt x="7" y="17"/>
                    <a:pt x="7" y="17"/>
                  </a:cubicBezTo>
                  <a:cubicBezTo>
                    <a:pt x="16" y="16"/>
                    <a:pt x="16" y="16"/>
                    <a:pt x="16" y="16"/>
                  </a:cubicBezTo>
                  <a:cubicBezTo>
                    <a:pt x="20" y="8"/>
                    <a:pt x="20" y="8"/>
                    <a:pt x="20" y="8"/>
                  </a:cubicBezTo>
                  <a:cubicBezTo>
                    <a:pt x="24" y="16"/>
                    <a:pt x="24" y="16"/>
                    <a:pt x="24" y="16"/>
                  </a:cubicBezTo>
                  <a:cubicBezTo>
                    <a:pt x="33" y="17"/>
                    <a:pt x="33" y="17"/>
                    <a:pt x="33" y="17"/>
                  </a:cubicBezTo>
                  <a:lnTo>
                    <a:pt x="26" y="23"/>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微软雅黑"/>
                <a:ea typeface="微软雅黑"/>
                <a:cs typeface="+mn-cs"/>
              </a:endParaRPr>
            </a:p>
          </p:txBody>
        </p:sp>
      </p:grpSp>
    </p:spTree>
    <p:extLst>
      <p:ext uri="{BB962C8B-B14F-4D97-AF65-F5344CB8AC3E}">
        <p14:creationId xmlns:p14="http://schemas.microsoft.com/office/powerpoint/2010/main" val="9488617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组合 15">
            <a:extLst>
              <a:ext uri="{FF2B5EF4-FFF2-40B4-BE49-F238E27FC236}">
                <a16:creationId xmlns:a16="http://schemas.microsoft.com/office/drawing/2014/main" id="{6EA7B415-F570-4570-9E23-4C46AF83DE88}"/>
              </a:ext>
            </a:extLst>
          </p:cNvPr>
          <p:cNvGrpSpPr/>
          <p:nvPr/>
        </p:nvGrpSpPr>
        <p:grpSpPr>
          <a:xfrm>
            <a:off x="0" y="5052994"/>
            <a:ext cx="12192000" cy="444500"/>
            <a:chOff x="0" y="3314700"/>
            <a:chExt cx="12192000" cy="444500"/>
          </a:xfrm>
        </p:grpSpPr>
        <p:sp>
          <p:nvSpPr>
            <p:cNvPr id="17" name="任意多边形 104">
              <a:extLst>
                <a:ext uri="{FF2B5EF4-FFF2-40B4-BE49-F238E27FC236}">
                  <a16:creationId xmlns:a16="http://schemas.microsoft.com/office/drawing/2014/main" id="{B5801C8D-2B61-4477-893C-9072C0EF11E0}"/>
                </a:ext>
              </a:extLst>
            </p:cNvPr>
            <p:cNvSpPr/>
            <p:nvPr/>
          </p:nvSpPr>
          <p:spPr>
            <a:xfrm>
              <a:off x="0" y="3314700"/>
              <a:ext cx="12192000" cy="444500"/>
            </a:xfrm>
            <a:custGeom>
              <a:avLst/>
              <a:gdLst>
                <a:gd name="connsiteX0" fmla="*/ 0 w 12192000"/>
                <a:gd name="connsiteY0" fmla="*/ 0 h 444500"/>
                <a:gd name="connsiteX1" fmla="*/ 11654397 w 12192000"/>
                <a:gd name="connsiteY1" fmla="*/ 0 h 444500"/>
                <a:gd name="connsiteX2" fmla="*/ 12192000 w 12192000"/>
                <a:gd name="connsiteY2" fmla="*/ 218904 h 444500"/>
                <a:gd name="connsiteX3" fmla="*/ 12192000 w 12192000"/>
                <a:gd name="connsiteY3" fmla="*/ 222250 h 444500"/>
                <a:gd name="connsiteX4" fmla="*/ 11646180 w 12192000"/>
                <a:gd name="connsiteY4" fmla="*/ 444500 h 444500"/>
                <a:gd name="connsiteX5" fmla="*/ 0 w 12192000"/>
                <a:gd name="connsiteY5" fmla="*/ 444500 h 444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444500">
                  <a:moveTo>
                    <a:pt x="0" y="0"/>
                  </a:moveTo>
                  <a:lnTo>
                    <a:pt x="11654397" y="0"/>
                  </a:lnTo>
                  <a:lnTo>
                    <a:pt x="12192000" y="218904"/>
                  </a:lnTo>
                  <a:lnTo>
                    <a:pt x="12192000" y="222250"/>
                  </a:lnTo>
                  <a:lnTo>
                    <a:pt x="11646180" y="444500"/>
                  </a:lnTo>
                  <a:lnTo>
                    <a:pt x="0" y="444500"/>
                  </a:lnTo>
                  <a:close/>
                </a:path>
              </a:pathLst>
            </a:cu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a:ea typeface="微软雅黑"/>
                <a:cs typeface="+mn-cs"/>
              </a:endParaRPr>
            </a:p>
          </p:txBody>
        </p:sp>
        <p:cxnSp>
          <p:nvCxnSpPr>
            <p:cNvPr id="18" name="直接连接符 17">
              <a:extLst>
                <a:ext uri="{FF2B5EF4-FFF2-40B4-BE49-F238E27FC236}">
                  <a16:creationId xmlns:a16="http://schemas.microsoft.com/office/drawing/2014/main" id="{E9245A85-2C84-4959-B2D6-C80CD56CE1E6}"/>
                </a:ext>
              </a:extLst>
            </p:cNvPr>
            <p:cNvCxnSpPr/>
            <p:nvPr/>
          </p:nvCxnSpPr>
          <p:spPr>
            <a:xfrm>
              <a:off x="660400" y="3467100"/>
              <a:ext cx="0" cy="144000"/>
            </a:xfrm>
            <a:prstGeom prst="line">
              <a:avLst/>
            </a:prstGeom>
            <a:noFill/>
            <a:ln w="76200" cap="rnd" cmpd="sng" algn="ctr">
              <a:solidFill>
                <a:srgbClr val="FFFFFF"/>
              </a:solidFill>
              <a:prstDash val="solid"/>
              <a:miter lim="800000"/>
            </a:ln>
            <a:effectLst/>
          </p:spPr>
        </p:cxnSp>
        <p:cxnSp>
          <p:nvCxnSpPr>
            <p:cNvPr id="19" name="直接连接符 18">
              <a:extLst>
                <a:ext uri="{FF2B5EF4-FFF2-40B4-BE49-F238E27FC236}">
                  <a16:creationId xmlns:a16="http://schemas.microsoft.com/office/drawing/2014/main" id="{E399D0CB-E13B-4A21-A9BC-606B67CAC362}"/>
                </a:ext>
              </a:extLst>
            </p:cNvPr>
            <p:cNvCxnSpPr/>
            <p:nvPr/>
          </p:nvCxnSpPr>
          <p:spPr>
            <a:xfrm>
              <a:off x="869217" y="3467100"/>
              <a:ext cx="0" cy="144000"/>
            </a:xfrm>
            <a:prstGeom prst="line">
              <a:avLst/>
            </a:prstGeom>
            <a:noFill/>
            <a:ln w="76200" cap="rnd" cmpd="sng" algn="ctr">
              <a:solidFill>
                <a:srgbClr val="FFFFFF"/>
              </a:solidFill>
              <a:prstDash val="solid"/>
              <a:miter lim="800000"/>
            </a:ln>
            <a:effectLst/>
          </p:spPr>
        </p:cxnSp>
        <p:cxnSp>
          <p:nvCxnSpPr>
            <p:cNvPr id="20" name="直接连接符 19">
              <a:extLst>
                <a:ext uri="{FF2B5EF4-FFF2-40B4-BE49-F238E27FC236}">
                  <a16:creationId xmlns:a16="http://schemas.microsoft.com/office/drawing/2014/main" id="{3584DC5F-6240-426F-B363-72F6EA15FD8D}"/>
                </a:ext>
              </a:extLst>
            </p:cNvPr>
            <p:cNvCxnSpPr/>
            <p:nvPr/>
          </p:nvCxnSpPr>
          <p:spPr>
            <a:xfrm>
              <a:off x="1078034" y="3467100"/>
              <a:ext cx="0" cy="144000"/>
            </a:xfrm>
            <a:prstGeom prst="line">
              <a:avLst/>
            </a:prstGeom>
            <a:noFill/>
            <a:ln w="76200" cap="rnd" cmpd="sng" algn="ctr">
              <a:solidFill>
                <a:srgbClr val="FFFFFF"/>
              </a:solidFill>
              <a:prstDash val="solid"/>
              <a:miter lim="800000"/>
            </a:ln>
            <a:effectLst/>
          </p:spPr>
        </p:cxnSp>
        <p:cxnSp>
          <p:nvCxnSpPr>
            <p:cNvPr id="21" name="直接连接符 20">
              <a:extLst>
                <a:ext uri="{FF2B5EF4-FFF2-40B4-BE49-F238E27FC236}">
                  <a16:creationId xmlns:a16="http://schemas.microsoft.com/office/drawing/2014/main" id="{9D269184-E044-45E3-85CC-61124B652710}"/>
                </a:ext>
              </a:extLst>
            </p:cNvPr>
            <p:cNvCxnSpPr/>
            <p:nvPr/>
          </p:nvCxnSpPr>
          <p:spPr>
            <a:xfrm>
              <a:off x="1286851" y="3467100"/>
              <a:ext cx="0" cy="144000"/>
            </a:xfrm>
            <a:prstGeom prst="line">
              <a:avLst/>
            </a:prstGeom>
            <a:noFill/>
            <a:ln w="76200" cap="rnd" cmpd="sng" algn="ctr">
              <a:solidFill>
                <a:srgbClr val="FFFFFF"/>
              </a:solidFill>
              <a:prstDash val="solid"/>
              <a:miter lim="800000"/>
            </a:ln>
            <a:effectLst/>
          </p:spPr>
        </p:cxnSp>
        <p:cxnSp>
          <p:nvCxnSpPr>
            <p:cNvPr id="22" name="直接连接符 21">
              <a:extLst>
                <a:ext uri="{FF2B5EF4-FFF2-40B4-BE49-F238E27FC236}">
                  <a16:creationId xmlns:a16="http://schemas.microsoft.com/office/drawing/2014/main" id="{27464078-6749-43D3-B207-9B3CAA638BD4}"/>
                </a:ext>
              </a:extLst>
            </p:cNvPr>
            <p:cNvCxnSpPr/>
            <p:nvPr/>
          </p:nvCxnSpPr>
          <p:spPr>
            <a:xfrm>
              <a:off x="1495668" y="3467100"/>
              <a:ext cx="0" cy="144000"/>
            </a:xfrm>
            <a:prstGeom prst="line">
              <a:avLst/>
            </a:prstGeom>
            <a:noFill/>
            <a:ln w="76200" cap="rnd" cmpd="sng" algn="ctr">
              <a:solidFill>
                <a:srgbClr val="FFFFFF"/>
              </a:solidFill>
              <a:prstDash val="solid"/>
              <a:miter lim="800000"/>
            </a:ln>
            <a:effectLst/>
          </p:spPr>
        </p:cxnSp>
        <p:cxnSp>
          <p:nvCxnSpPr>
            <p:cNvPr id="23" name="直接连接符 22">
              <a:extLst>
                <a:ext uri="{FF2B5EF4-FFF2-40B4-BE49-F238E27FC236}">
                  <a16:creationId xmlns:a16="http://schemas.microsoft.com/office/drawing/2014/main" id="{22EFA4F2-0171-44C8-A523-6C28134D0118}"/>
                </a:ext>
              </a:extLst>
            </p:cNvPr>
            <p:cNvCxnSpPr/>
            <p:nvPr/>
          </p:nvCxnSpPr>
          <p:spPr>
            <a:xfrm>
              <a:off x="1704485" y="3467100"/>
              <a:ext cx="0" cy="144000"/>
            </a:xfrm>
            <a:prstGeom prst="line">
              <a:avLst/>
            </a:prstGeom>
            <a:noFill/>
            <a:ln w="76200" cap="rnd" cmpd="sng" algn="ctr">
              <a:solidFill>
                <a:srgbClr val="FFFFFF"/>
              </a:solidFill>
              <a:prstDash val="solid"/>
              <a:miter lim="800000"/>
            </a:ln>
            <a:effectLst/>
          </p:spPr>
        </p:cxnSp>
        <p:cxnSp>
          <p:nvCxnSpPr>
            <p:cNvPr id="24" name="直接连接符 23">
              <a:extLst>
                <a:ext uri="{FF2B5EF4-FFF2-40B4-BE49-F238E27FC236}">
                  <a16:creationId xmlns:a16="http://schemas.microsoft.com/office/drawing/2014/main" id="{5808D543-6F43-4CE1-9FC9-5296FE113A51}"/>
                </a:ext>
              </a:extLst>
            </p:cNvPr>
            <p:cNvCxnSpPr/>
            <p:nvPr/>
          </p:nvCxnSpPr>
          <p:spPr>
            <a:xfrm>
              <a:off x="1913302" y="3467100"/>
              <a:ext cx="0" cy="144000"/>
            </a:xfrm>
            <a:prstGeom prst="line">
              <a:avLst/>
            </a:prstGeom>
            <a:noFill/>
            <a:ln w="76200" cap="rnd" cmpd="sng" algn="ctr">
              <a:solidFill>
                <a:srgbClr val="FFFFFF"/>
              </a:solidFill>
              <a:prstDash val="solid"/>
              <a:miter lim="800000"/>
            </a:ln>
            <a:effectLst/>
          </p:spPr>
        </p:cxnSp>
        <p:cxnSp>
          <p:nvCxnSpPr>
            <p:cNvPr id="25" name="直接连接符 24">
              <a:extLst>
                <a:ext uri="{FF2B5EF4-FFF2-40B4-BE49-F238E27FC236}">
                  <a16:creationId xmlns:a16="http://schemas.microsoft.com/office/drawing/2014/main" id="{2E3A15F8-4B6C-4BA4-AE64-8267F2D27B3F}"/>
                </a:ext>
              </a:extLst>
            </p:cNvPr>
            <p:cNvCxnSpPr/>
            <p:nvPr/>
          </p:nvCxnSpPr>
          <p:spPr>
            <a:xfrm>
              <a:off x="2122119" y="3467100"/>
              <a:ext cx="0" cy="144000"/>
            </a:xfrm>
            <a:prstGeom prst="line">
              <a:avLst/>
            </a:prstGeom>
            <a:noFill/>
            <a:ln w="76200" cap="rnd" cmpd="sng" algn="ctr">
              <a:solidFill>
                <a:srgbClr val="FFFFFF"/>
              </a:solidFill>
              <a:prstDash val="solid"/>
              <a:miter lim="800000"/>
            </a:ln>
            <a:effectLst/>
          </p:spPr>
        </p:cxnSp>
        <p:cxnSp>
          <p:nvCxnSpPr>
            <p:cNvPr id="26" name="直接连接符 25">
              <a:extLst>
                <a:ext uri="{FF2B5EF4-FFF2-40B4-BE49-F238E27FC236}">
                  <a16:creationId xmlns:a16="http://schemas.microsoft.com/office/drawing/2014/main" id="{95FA1962-39CC-40DF-9D94-D80A521BDF35}"/>
                </a:ext>
              </a:extLst>
            </p:cNvPr>
            <p:cNvCxnSpPr/>
            <p:nvPr/>
          </p:nvCxnSpPr>
          <p:spPr>
            <a:xfrm>
              <a:off x="2330936" y="3467100"/>
              <a:ext cx="0" cy="144000"/>
            </a:xfrm>
            <a:prstGeom prst="line">
              <a:avLst/>
            </a:prstGeom>
            <a:noFill/>
            <a:ln w="76200" cap="rnd" cmpd="sng" algn="ctr">
              <a:solidFill>
                <a:srgbClr val="FFFFFF"/>
              </a:solidFill>
              <a:prstDash val="solid"/>
              <a:miter lim="800000"/>
            </a:ln>
            <a:effectLst/>
          </p:spPr>
        </p:cxnSp>
        <p:cxnSp>
          <p:nvCxnSpPr>
            <p:cNvPr id="27" name="直接连接符 26">
              <a:extLst>
                <a:ext uri="{FF2B5EF4-FFF2-40B4-BE49-F238E27FC236}">
                  <a16:creationId xmlns:a16="http://schemas.microsoft.com/office/drawing/2014/main" id="{8C4936AC-F617-445D-A4DE-7C0328FA65F2}"/>
                </a:ext>
              </a:extLst>
            </p:cNvPr>
            <p:cNvCxnSpPr/>
            <p:nvPr/>
          </p:nvCxnSpPr>
          <p:spPr>
            <a:xfrm>
              <a:off x="2539753" y="3467100"/>
              <a:ext cx="0" cy="144000"/>
            </a:xfrm>
            <a:prstGeom prst="line">
              <a:avLst/>
            </a:prstGeom>
            <a:noFill/>
            <a:ln w="76200" cap="rnd" cmpd="sng" algn="ctr">
              <a:solidFill>
                <a:srgbClr val="FFFFFF"/>
              </a:solidFill>
              <a:prstDash val="solid"/>
              <a:miter lim="800000"/>
            </a:ln>
            <a:effectLst/>
          </p:spPr>
        </p:cxnSp>
        <p:cxnSp>
          <p:nvCxnSpPr>
            <p:cNvPr id="28" name="直接连接符 27">
              <a:extLst>
                <a:ext uri="{FF2B5EF4-FFF2-40B4-BE49-F238E27FC236}">
                  <a16:creationId xmlns:a16="http://schemas.microsoft.com/office/drawing/2014/main" id="{925E9EBF-A416-4DC3-8C48-AE7B47F7FF90}"/>
                </a:ext>
              </a:extLst>
            </p:cNvPr>
            <p:cNvCxnSpPr/>
            <p:nvPr/>
          </p:nvCxnSpPr>
          <p:spPr>
            <a:xfrm>
              <a:off x="2748570" y="3467100"/>
              <a:ext cx="0" cy="144000"/>
            </a:xfrm>
            <a:prstGeom prst="line">
              <a:avLst/>
            </a:prstGeom>
            <a:noFill/>
            <a:ln w="76200" cap="rnd" cmpd="sng" algn="ctr">
              <a:solidFill>
                <a:srgbClr val="FFFFFF"/>
              </a:solidFill>
              <a:prstDash val="solid"/>
              <a:miter lim="800000"/>
            </a:ln>
            <a:effectLst/>
          </p:spPr>
        </p:cxnSp>
        <p:cxnSp>
          <p:nvCxnSpPr>
            <p:cNvPr id="29" name="直接连接符 28">
              <a:extLst>
                <a:ext uri="{FF2B5EF4-FFF2-40B4-BE49-F238E27FC236}">
                  <a16:creationId xmlns:a16="http://schemas.microsoft.com/office/drawing/2014/main" id="{AE00054B-2E1A-4751-9CAB-B1F5FA220272}"/>
                </a:ext>
              </a:extLst>
            </p:cNvPr>
            <p:cNvCxnSpPr/>
            <p:nvPr/>
          </p:nvCxnSpPr>
          <p:spPr>
            <a:xfrm>
              <a:off x="2957387" y="3467100"/>
              <a:ext cx="0" cy="144000"/>
            </a:xfrm>
            <a:prstGeom prst="line">
              <a:avLst/>
            </a:prstGeom>
            <a:noFill/>
            <a:ln w="76200" cap="rnd" cmpd="sng" algn="ctr">
              <a:solidFill>
                <a:srgbClr val="FFFFFF"/>
              </a:solidFill>
              <a:prstDash val="solid"/>
              <a:miter lim="800000"/>
            </a:ln>
            <a:effectLst/>
          </p:spPr>
        </p:cxnSp>
        <p:cxnSp>
          <p:nvCxnSpPr>
            <p:cNvPr id="30" name="直接连接符 29">
              <a:extLst>
                <a:ext uri="{FF2B5EF4-FFF2-40B4-BE49-F238E27FC236}">
                  <a16:creationId xmlns:a16="http://schemas.microsoft.com/office/drawing/2014/main" id="{C325DD93-6D7D-40CB-91A1-2E47D7FFDC3F}"/>
                </a:ext>
              </a:extLst>
            </p:cNvPr>
            <p:cNvCxnSpPr/>
            <p:nvPr/>
          </p:nvCxnSpPr>
          <p:spPr>
            <a:xfrm>
              <a:off x="3166204" y="3467100"/>
              <a:ext cx="0" cy="144000"/>
            </a:xfrm>
            <a:prstGeom prst="line">
              <a:avLst/>
            </a:prstGeom>
            <a:noFill/>
            <a:ln w="76200" cap="rnd" cmpd="sng" algn="ctr">
              <a:solidFill>
                <a:srgbClr val="FFFFFF"/>
              </a:solidFill>
              <a:prstDash val="solid"/>
              <a:miter lim="800000"/>
            </a:ln>
            <a:effectLst/>
          </p:spPr>
        </p:cxnSp>
        <p:cxnSp>
          <p:nvCxnSpPr>
            <p:cNvPr id="31" name="直接连接符 30">
              <a:extLst>
                <a:ext uri="{FF2B5EF4-FFF2-40B4-BE49-F238E27FC236}">
                  <a16:creationId xmlns:a16="http://schemas.microsoft.com/office/drawing/2014/main" id="{05A7A378-2141-4FC6-B3CD-C9B2689BF8A7}"/>
                </a:ext>
              </a:extLst>
            </p:cNvPr>
            <p:cNvCxnSpPr/>
            <p:nvPr/>
          </p:nvCxnSpPr>
          <p:spPr>
            <a:xfrm>
              <a:off x="3375021" y="3467100"/>
              <a:ext cx="0" cy="144000"/>
            </a:xfrm>
            <a:prstGeom prst="line">
              <a:avLst/>
            </a:prstGeom>
            <a:noFill/>
            <a:ln w="76200" cap="rnd" cmpd="sng" algn="ctr">
              <a:solidFill>
                <a:srgbClr val="FFFFFF"/>
              </a:solidFill>
              <a:prstDash val="solid"/>
              <a:miter lim="800000"/>
            </a:ln>
            <a:effectLst/>
          </p:spPr>
        </p:cxnSp>
        <p:cxnSp>
          <p:nvCxnSpPr>
            <p:cNvPr id="32" name="直接连接符 31">
              <a:extLst>
                <a:ext uri="{FF2B5EF4-FFF2-40B4-BE49-F238E27FC236}">
                  <a16:creationId xmlns:a16="http://schemas.microsoft.com/office/drawing/2014/main" id="{B50605CF-FF91-436B-B021-E7C246EF6A82}"/>
                </a:ext>
              </a:extLst>
            </p:cNvPr>
            <p:cNvCxnSpPr/>
            <p:nvPr/>
          </p:nvCxnSpPr>
          <p:spPr>
            <a:xfrm>
              <a:off x="3583838" y="3467100"/>
              <a:ext cx="0" cy="144000"/>
            </a:xfrm>
            <a:prstGeom prst="line">
              <a:avLst/>
            </a:prstGeom>
            <a:noFill/>
            <a:ln w="76200" cap="rnd" cmpd="sng" algn="ctr">
              <a:solidFill>
                <a:srgbClr val="FFFFFF"/>
              </a:solidFill>
              <a:prstDash val="solid"/>
              <a:miter lim="800000"/>
            </a:ln>
            <a:effectLst/>
          </p:spPr>
        </p:cxnSp>
        <p:cxnSp>
          <p:nvCxnSpPr>
            <p:cNvPr id="33" name="直接连接符 32">
              <a:extLst>
                <a:ext uri="{FF2B5EF4-FFF2-40B4-BE49-F238E27FC236}">
                  <a16:creationId xmlns:a16="http://schemas.microsoft.com/office/drawing/2014/main" id="{E103EED5-7D5C-4F12-A5E1-F0920FC39A5E}"/>
                </a:ext>
              </a:extLst>
            </p:cNvPr>
            <p:cNvCxnSpPr/>
            <p:nvPr/>
          </p:nvCxnSpPr>
          <p:spPr>
            <a:xfrm>
              <a:off x="3792655" y="3467100"/>
              <a:ext cx="0" cy="144000"/>
            </a:xfrm>
            <a:prstGeom prst="line">
              <a:avLst/>
            </a:prstGeom>
            <a:noFill/>
            <a:ln w="76200" cap="rnd" cmpd="sng" algn="ctr">
              <a:solidFill>
                <a:srgbClr val="FFFFFF"/>
              </a:solidFill>
              <a:prstDash val="solid"/>
              <a:miter lim="800000"/>
            </a:ln>
            <a:effectLst/>
          </p:spPr>
        </p:cxnSp>
        <p:cxnSp>
          <p:nvCxnSpPr>
            <p:cNvPr id="34" name="直接连接符 33">
              <a:extLst>
                <a:ext uri="{FF2B5EF4-FFF2-40B4-BE49-F238E27FC236}">
                  <a16:creationId xmlns:a16="http://schemas.microsoft.com/office/drawing/2014/main" id="{1D693B66-7607-43D5-8A2D-25C13D5F4DCA}"/>
                </a:ext>
              </a:extLst>
            </p:cNvPr>
            <p:cNvCxnSpPr/>
            <p:nvPr/>
          </p:nvCxnSpPr>
          <p:spPr>
            <a:xfrm>
              <a:off x="4001472" y="3467100"/>
              <a:ext cx="0" cy="144000"/>
            </a:xfrm>
            <a:prstGeom prst="line">
              <a:avLst/>
            </a:prstGeom>
            <a:noFill/>
            <a:ln w="76200" cap="rnd" cmpd="sng" algn="ctr">
              <a:solidFill>
                <a:srgbClr val="FFFFFF"/>
              </a:solidFill>
              <a:prstDash val="solid"/>
              <a:miter lim="800000"/>
            </a:ln>
            <a:effectLst/>
          </p:spPr>
        </p:cxnSp>
        <p:cxnSp>
          <p:nvCxnSpPr>
            <p:cNvPr id="35" name="直接连接符 34">
              <a:extLst>
                <a:ext uri="{FF2B5EF4-FFF2-40B4-BE49-F238E27FC236}">
                  <a16:creationId xmlns:a16="http://schemas.microsoft.com/office/drawing/2014/main" id="{4DD3BF67-E861-43B8-A994-5985B62DCE92}"/>
                </a:ext>
              </a:extLst>
            </p:cNvPr>
            <p:cNvCxnSpPr/>
            <p:nvPr/>
          </p:nvCxnSpPr>
          <p:spPr>
            <a:xfrm>
              <a:off x="4210289" y="3467100"/>
              <a:ext cx="0" cy="144000"/>
            </a:xfrm>
            <a:prstGeom prst="line">
              <a:avLst/>
            </a:prstGeom>
            <a:noFill/>
            <a:ln w="76200" cap="rnd" cmpd="sng" algn="ctr">
              <a:solidFill>
                <a:srgbClr val="FFFFFF"/>
              </a:solidFill>
              <a:prstDash val="solid"/>
              <a:miter lim="800000"/>
            </a:ln>
            <a:effectLst/>
          </p:spPr>
        </p:cxnSp>
        <p:cxnSp>
          <p:nvCxnSpPr>
            <p:cNvPr id="36" name="直接连接符 35">
              <a:extLst>
                <a:ext uri="{FF2B5EF4-FFF2-40B4-BE49-F238E27FC236}">
                  <a16:creationId xmlns:a16="http://schemas.microsoft.com/office/drawing/2014/main" id="{85E7E7C6-7C26-45ED-9555-F04426E15004}"/>
                </a:ext>
              </a:extLst>
            </p:cNvPr>
            <p:cNvCxnSpPr/>
            <p:nvPr/>
          </p:nvCxnSpPr>
          <p:spPr>
            <a:xfrm>
              <a:off x="4419106" y="3467100"/>
              <a:ext cx="0" cy="144000"/>
            </a:xfrm>
            <a:prstGeom prst="line">
              <a:avLst/>
            </a:prstGeom>
            <a:noFill/>
            <a:ln w="76200" cap="rnd" cmpd="sng" algn="ctr">
              <a:solidFill>
                <a:srgbClr val="FFFFFF"/>
              </a:solidFill>
              <a:prstDash val="solid"/>
              <a:miter lim="800000"/>
            </a:ln>
            <a:effectLst/>
          </p:spPr>
        </p:cxnSp>
        <p:cxnSp>
          <p:nvCxnSpPr>
            <p:cNvPr id="37" name="直接连接符 36">
              <a:extLst>
                <a:ext uri="{FF2B5EF4-FFF2-40B4-BE49-F238E27FC236}">
                  <a16:creationId xmlns:a16="http://schemas.microsoft.com/office/drawing/2014/main" id="{B89BD09C-E650-4456-9B90-03A93D8AD893}"/>
                </a:ext>
              </a:extLst>
            </p:cNvPr>
            <p:cNvCxnSpPr/>
            <p:nvPr/>
          </p:nvCxnSpPr>
          <p:spPr>
            <a:xfrm>
              <a:off x="4627923" y="3467100"/>
              <a:ext cx="0" cy="144000"/>
            </a:xfrm>
            <a:prstGeom prst="line">
              <a:avLst/>
            </a:prstGeom>
            <a:noFill/>
            <a:ln w="76200" cap="rnd" cmpd="sng" algn="ctr">
              <a:solidFill>
                <a:srgbClr val="FFFFFF"/>
              </a:solidFill>
              <a:prstDash val="solid"/>
              <a:miter lim="800000"/>
            </a:ln>
            <a:effectLst/>
          </p:spPr>
        </p:cxnSp>
        <p:cxnSp>
          <p:nvCxnSpPr>
            <p:cNvPr id="38" name="直接连接符 37">
              <a:extLst>
                <a:ext uri="{FF2B5EF4-FFF2-40B4-BE49-F238E27FC236}">
                  <a16:creationId xmlns:a16="http://schemas.microsoft.com/office/drawing/2014/main" id="{6C73A34C-637F-417B-94C1-FC5445AD72D0}"/>
                </a:ext>
              </a:extLst>
            </p:cNvPr>
            <p:cNvCxnSpPr/>
            <p:nvPr/>
          </p:nvCxnSpPr>
          <p:spPr>
            <a:xfrm>
              <a:off x="4836740" y="3467100"/>
              <a:ext cx="0" cy="144000"/>
            </a:xfrm>
            <a:prstGeom prst="line">
              <a:avLst/>
            </a:prstGeom>
            <a:noFill/>
            <a:ln w="76200" cap="rnd" cmpd="sng" algn="ctr">
              <a:solidFill>
                <a:srgbClr val="FFFFFF"/>
              </a:solidFill>
              <a:prstDash val="solid"/>
              <a:miter lim="800000"/>
            </a:ln>
            <a:effectLst/>
          </p:spPr>
        </p:cxnSp>
        <p:cxnSp>
          <p:nvCxnSpPr>
            <p:cNvPr id="43" name="直接连接符 42">
              <a:extLst>
                <a:ext uri="{FF2B5EF4-FFF2-40B4-BE49-F238E27FC236}">
                  <a16:creationId xmlns:a16="http://schemas.microsoft.com/office/drawing/2014/main" id="{F378C01B-4BDA-4ED7-95B8-B567A03B3C89}"/>
                </a:ext>
              </a:extLst>
            </p:cNvPr>
            <p:cNvCxnSpPr/>
            <p:nvPr/>
          </p:nvCxnSpPr>
          <p:spPr>
            <a:xfrm>
              <a:off x="5045557" y="3467100"/>
              <a:ext cx="0" cy="144000"/>
            </a:xfrm>
            <a:prstGeom prst="line">
              <a:avLst/>
            </a:prstGeom>
            <a:noFill/>
            <a:ln w="76200" cap="rnd" cmpd="sng" algn="ctr">
              <a:solidFill>
                <a:srgbClr val="FFFFFF"/>
              </a:solidFill>
              <a:prstDash val="solid"/>
              <a:miter lim="800000"/>
            </a:ln>
            <a:effectLst/>
          </p:spPr>
        </p:cxnSp>
        <p:cxnSp>
          <p:nvCxnSpPr>
            <p:cNvPr id="44" name="直接连接符 43">
              <a:extLst>
                <a:ext uri="{FF2B5EF4-FFF2-40B4-BE49-F238E27FC236}">
                  <a16:creationId xmlns:a16="http://schemas.microsoft.com/office/drawing/2014/main" id="{D60666B6-66C7-4399-8CB4-9D66AC44B945}"/>
                </a:ext>
              </a:extLst>
            </p:cNvPr>
            <p:cNvCxnSpPr/>
            <p:nvPr/>
          </p:nvCxnSpPr>
          <p:spPr>
            <a:xfrm>
              <a:off x="5254374" y="3467100"/>
              <a:ext cx="0" cy="144000"/>
            </a:xfrm>
            <a:prstGeom prst="line">
              <a:avLst/>
            </a:prstGeom>
            <a:noFill/>
            <a:ln w="76200" cap="rnd" cmpd="sng" algn="ctr">
              <a:solidFill>
                <a:srgbClr val="FFFFFF"/>
              </a:solidFill>
              <a:prstDash val="solid"/>
              <a:miter lim="800000"/>
            </a:ln>
            <a:effectLst/>
          </p:spPr>
        </p:cxnSp>
        <p:cxnSp>
          <p:nvCxnSpPr>
            <p:cNvPr id="45" name="直接连接符 44">
              <a:extLst>
                <a:ext uri="{FF2B5EF4-FFF2-40B4-BE49-F238E27FC236}">
                  <a16:creationId xmlns:a16="http://schemas.microsoft.com/office/drawing/2014/main" id="{2A885C20-F696-42E8-AACF-5F8F24449069}"/>
                </a:ext>
              </a:extLst>
            </p:cNvPr>
            <p:cNvCxnSpPr/>
            <p:nvPr/>
          </p:nvCxnSpPr>
          <p:spPr>
            <a:xfrm>
              <a:off x="5463191" y="3467100"/>
              <a:ext cx="0" cy="144000"/>
            </a:xfrm>
            <a:prstGeom prst="line">
              <a:avLst/>
            </a:prstGeom>
            <a:noFill/>
            <a:ln w="76200" cap="rnd" cmpd="sng" algn="ctr">
              <a:solidFill>
                <a:srgbClr val="FFFFFF"/>
              </a:solidFill>
              <a:prstDash val="solid"/>
              <a:miter lim="800000"/>
            </a:ln>
            <a:effectLst/>
          </p:spPr>
        </p:cxnSp>
        <p:cxnSp>
          <p:nvCxnSpPr>
            <p:cNvPr id="46" name="直接连接符 45">
              <a:extLst>
                <a:ext uri="{FF2B5EF4-FFF2-40B4-BE49-F238E27FC236}">
                  <a16:creationId xmlns:a16="http://schemas.microsoft.com/office/drawing/2014/main" id="{42EA5A48-D963-4D50-99BC-33A401516A65}"/>
                </a:ext>
              </a:extLst>
            </p:cNvPr>
            <p:cNvCxnSpPr/>
            <p:nvPr/>
          </p:nvCxnSpPr>
          <p:spPr>
            <a:xfrm>
              <a:off x="5672008" y="3467100"/>
              <a:ext cx="0" cy="144000"/>
            </a:xfrm>
            <a:prstGeom prst="line">
              <a:avLst/>
            </a:prstGeom>
            <a:noFill/>
            <a:ln w="76200" cap="rnd" cmpd="sng" algn="ctr">
              <a:solidFill>
                <a:srgbClr val="FFFFFF"/>
              </a:solidFill>
              <a:prstDash val="solid"/>
              <a:miter lim="800000"/>
            </a:ln>
            <a:effectLst/>
          </p:spPr>
        </p:cxnSp>
        <p:cxnSp>
          <p:nvCxnSpPr>
            <p:cNvPr id="47" name="直接连接符 46">
              <a:extLst>
                <a:ext uri="{FF2B5EF4-FFF2-40B4-BE49-F238E27FC236}">
                  <a16:creationId xmlns:a16="http://schemas.microsoft.com/office/drawing/2014/main" id="{0F823DC0-7F39-4CC3-A838-CE502458DD36}"/>
                </a:ext>
              </a:extLst>
            </p:cNvPr>
            <p:cNvCxnSpPr/>
            <p:nvPr/>
          </p:nvCxnSpPr>
          <p:spPr>
            <a:xfrm>
              <a:off x="5880825" y="3467100"/>
              <a:ext cx="0" cy="144000"/>
            </a:xfrm>
            <a:prstGeom prst="line">
              <a:avLst/>
            </a:prstGeom>
            <a:noFill/>
            <a:ln w="76200" cap="rnd" cmpd="sng" algn="ctr">
              <a:solidFill>
                <a:srgbClr val="FFFFFF"/>
              </a:solidFill>
              <a:prstDash val="solid"/>
              <a:miter lim="800000"/>
            </a:ln>
            <a:effectLst/>
          </p:spPr>
        </p:cxnSp>
        <p:cxnSp>
          <p:nvCxnSpPr>
            <p:cNvPr id="48" name="直接连接符 47">
              <a:extLst>
                <a:ext uri="{FF2B5EF4-FFF2-40B4-BE49-F238E27FC236}">
                  <a16:creationId xmlns:a16="http://schemas.microsoft.com/office/drawing/2014/main" id="{6E84D518-62D1-4321-9E5A-71DA28AD51F3}"/>
                </a:ext>
              </a:extLst>
            </p:cNvPr>
            <p:cNvCxnSpPr/>
            <p:nvPr/>
          </p:nvCxnSpPr>
          <p:spPr>
            <a:xfrm>
              <a:off x="6089642" y="3467100"/>
              <a:ext cx="0" cy="144000"/>
            </a:xfrm>
            <a:prstGeom prst="line">
              <a:avLst/>
            </a:prstGeom>
            <a:noFill/>
            <a:ln w="76200" cap="rnd" cmpd="sng" algn="ctr">
              <a:solidFill>
                <a:srgbClr val="FFFFFF"/>
              </a:solidFill>
              <a:prstDash val="solid"/>
              <a:miter lim="800000"/>
            </a:ln>
            <a:effectLst/>
          </p:spPr>
        </p:cxnSp>
        <p:cxnSp>
          <p:nvCxnSpPr>
            <p:cNvPr id="49" name="直接连接符 48">
              <a:extLst>
                <a:ext uri="{FF2B5EF4-FFF2-40B4-BE49-F238E27FC236}">
                  <a16:creationId xmlns:a16="http://schemas.microsoft.com/office/drawing/2014/main" id="{8246324D-E848-46E6-ACCF-B85CE681F5BF}"/>
                </a:ext>
              </a:extLst>
            </p:cNvPr>
            <p:cNvCxnSpPr/>
            <p:nvPr/>
          </p:nvCxnSpPr>
          <p:spPr>
            <a:xfrm>
              <a:off x="6298459" y="3467100"/>
              <a:ext cx="0" cy="144000"/>
            </a:xfrm>
            <a:prstGeom prst="line">
              <a:avLst/>
            </a:prstGeom>
            <a:noFill/>
            <a:ln w="76200" cap="rnd" cmpd="sng" algn="ctr">
              <a:solidFill>
                <a:srgbClr val="FFFFFF"/>
              </a:solidFill>
              <a:prstDash val="solid"/>
              <a:miter lim="800000"/>
            </a:ln>
            <a:effectLst/>
          </p:spPr>
        </p:cxnSp>
        <p:cxnSp>
          <p:nvCxnSpPr>
            <p:cNvPr id="50" name="直接连接符 49">
              <a:extLst>
                <a:ext uri="{FF2B5EF4-FFF2-40B4-BE49-F238E27FC236}">
                  <a16:creationId xmlns:a16="http://schemas.microsoft.com/office/drawing/2014/main" id="{936E2DAC-A590-490F-8A75-67EFDD1DC63D}"/>
                </a:ext>
              </a:extLst>
            </p:cNvPr>
            <p:cNvCxnSpPr/>
            <p:nvPr/>
          </p:nvCxnSpPr>
          <p:spPr>
            <a:xfrm>
              <a:off x="6507276" y="3467100"/>
              <a:ext cx="0" cy="144000"/>
            </a:xfrm>
            <a:prstGeom prst="line">
              <a:avLst/>
            </a:prstGeom>
            <a:noFill/>
            <a:ln w="76200" cap="rnd" cmpd="sng" algn="ctr">
              <a:solidFill>
                <a:srgbClr val="FFFFFF"/>
              </a:solidFill>
              <a:prstDash val="solid"/>
              <a:miter lim="800000"/>
            </a:ln>
            <a:effectLst/>
          </p:spPr>
        </p:cxnSp>
        <p:cxnSp>
          <p:nvCxnSpPr>
            <p:cNvPr id="51" name="直接连接符 50">
              <a:extLst>
                <a:ext uri="{FF2B5EF4-FFF2-40B4-BE49-F238E27FC236}">
                  <a16:creationId xmlns:a16="http://schemas.microsoft.com/office/drawing/2014/main" id="{CA0DD4F5-818B-4FFC-BC60-804799471D92}"/>
                </a:ext>
              </a:extLst>
            </p:cNvPr>
            <p:cNvCxnSpPr/>
            <p:nvPr/>
          </p:nvCxnSpPr>
          <p:spPr>
            <a:xfrm>
              <a:off x="6716093" y="3467100"/>
              <a:ext cx="0" cy="144000"/>
            </a:xfrm>
            <a:prstGeom prst="line">
              <a:avLst/>
            </a:prstGeom>
            <a:noFill/>
            <a:ln w="76200" cap="rnd" cmpd="sng" algn="ctr">
              <a:solidFill>
                <a:srgbClr val="FFFFFF"/>
              </a:solidFill>
              <a:prstDash val="solid"/>
              <a:miter lim="800000"/>
            </a:ln>
            <a:effectLst/>
          </p:spPr>
        </p:cxnSp>
        <p:cxnSp>
          <p:nvCxnSpPr>
            <p:cNvPr id="52" name="直接连接符 51">
              <a:extLst>
                <a:ext uri="{FF2B5EF4-FFF2-40B4-BE49-F238E27FC236}">
                  <a16:creationId xmlns:a16="http://schemas.microsoft.com/office/drawing/2014/main" id="{CA0CD37D-27A4-4677-AB0D-6F3E5722EE9A}"/>
                </a:ext>
              </a:extLst>
            </p:cNvPr>
            <p:cNvCxnSpPr/>
            <p:nvPr/>
          </p:nvCxnSpPr>
          <p:spPr>
            <a:xfrm>
              <a:off x="6924910" y="3467100"/>
              <a:ext cx="0" cy="144000"/>
            </a:xfrm>
            <a:prstGeom prst="line">
              <a:avLst/>
            </a:prstGeom>
            <a:noFill/>
            <a:ln w="76200" cap="rnd" cmpd="sng" algn="ctr">
              <a:solidFill>
                <a:srgbClr val="FFFFFF"/>
              </a:solidFill>
              <a:prstDash val="solid"/>
              <a:miter lim="800000"/>
            </a:ln>
            <a:effectLst/>
          </p:spPr>
        </p:cxnSp>
        <p:cxnSp>
          <p:nvCxnSpPr>
            <p:cNvPr id="53" name="直接连接符 52">
              <a:extLst>
                <a:ext uri="{FF2B5EF4-FFF2-40B4-BE49-F238E27FC236}">
                  <a16:creationId xmlns:a16="http://schemas.microsoft.com/office/drawing/2014/main" id="{FF2E60D0-67D0-4639-9AB8-2BEC3BCA608D}"/>
                </a:ext>
              </a:extLst>
            </p:cNvPr>
            <p:cNvCxnSpPr/>
            <p:nvPr/>
          </p:nvCxnSpPr>
          <p:spPr>
            <a:xfrm>
              <a:off x="7133727" y="3467100"/>
              <a:ext cx="0" cy="144000"/>
            </a:xfrm>
            <a:prstGeom prst="line">
              <a:avLst/>
            </a:prstGeom>
            <a:noFill/>
            <a:ln w="76200" cap="rnd" cmpd="sng" algn="ctr">
              <a:solidFill>
                <a:srgbClr val="FFFFFF"/>
              </a:solidFill>
              <a:prstDash val="solid"/>
              <a:miter lim="800000"/>
            </a:ln>
            <a:effectLst/>
          </p:spPr>
        </p:cxnSp>
        <p:cxnSp>
          <p:nvCxnSpPr>
            <p:cNvPr id="54" name="直接连接符 53">
              <a:extLst>
                <a:ext uri="{FF2B5EF4-FFF2-40B4-BE49-F238E27FC236}">
                  <a16:creationId xmlns:a16="http://schemas.microsoft.com/office/drawing/2014/main" id="{08C28CCD-C962-4E48-8029-E5D426A4DDAF}"/>
                </a:ext>
              </a:extLst>
            </p:cNvPr>
            <p:cNvCxnSpPr/>
            <p:nvPr/>
          </p:nvCxnSpPr>
          <p:spPr>
            <a:xfrm>
              <a:off x="7342544" y="3467100"/>
              <a:ext cx="0" cy="144000"/>
            </a:xfrm>
            <a:prstGeom prst="line">
              <a:avLst/>
            </a:prstGeom>
            <a:noFill/>
            <a:ln w="76200" cap="rnd" cmpd="sng" algn="ctr">
              <a:solidFill>
                <a:srgbClr val="FFFFFF"/>
              </a:solidFill>
              <a:prstDash val="solid"/>
              <a:miter lim="800000"/>
            </a:ln>
            <a:effectLst/>
          </p:spPr>
        </p:cxnSp>
        <p:cxnSp>
          <p:nvCxnSpPr>
            <p:cNvPr id="55" name="直接连接符 54">
              <a:extLst>
                <a:ext uri="{FF2B5EF4-FFF2-40B4-BE49-F238E27FC236}">
                  <a16:creationId xmlns:a16="http://schemas.microsoft.com/office/drawing/2014/main" id="{862066AA-C2E5-4FE4-B291-BB94E05EAC05}"/>
                </a:ext>
              </a:extLst>
            </p:cNvPr>
            <p:cNvCxnSpPr/>
            <p:nvPr/>
          </p:nvCxnSpPr>
          <p:spPr>
            <a:xfrm>
              <a:off x="7551361" y="3467100"/>
              <a:ext cx="0" cy="144000"/>
            </a:xfrm>
            <a:prstGeom prst="line">
              <a:avLst/>
            </a:prstGeom>
            <a:noFill/>
            <a:ln w="76200" cap="rnd" cmpd="sng" algn="ctr">
              <a:solidFill>
                <a:srgbClr val="FFFFFF"/>
              </a:solidFill>
              <a:prstDash val="solid"/>
              <a:miter lim="800000"/>
            </a:ln>
            <a:effectLst/>
          </p:spPr>
        </p:cxnSp>
        <p:cxnSp>
          <p:nvCxnSpPr>
            <p:cNvPr id="56" name="直接连接符 55">
              <a:extLst>
                <a:ext uri="{FF2B5EF4-FFF2-40B4-BE49-F238E27FC236}">
                  <a16:creationId xmlns:a16="http://schemas.microsoft.com/office/drawing/2014/main" id="{193C487D-2608-4A51-919A-1A0EC493E42A}"/>
                </a:ext>
              </a:extLst>
            </p:cNvPr>
            <p:cNvCxnSpPr/>
            <p:nvPr/>
          </p:nvCxnSpPr>
          <p:spPr>
            <a:xfrm>
              <a:off x="7760178" y="3467100"/>
              <a:ext cx="0" cy="144000"/>
            </a:xfrm>
            <a:prstGeom prst="line">
              <a:avLst/>
            </a:prstGeom>
            <a:noFill/>
            <a:ln w="76200" cap="rnd" cmpd="sng" algn="ctr">
              <a:solidFill>
                <a:srgbClr val="FFFFFF"/>
              </a:solidFill>
              <a:prstDash val="solid"/>
              <a:miter lim="800000"/>
            </a:ln>
            <a:effectLst/>
          </p:spPr>
        </p:cxnSp>
        <p:cxnSp>
          <p:nvCxnSpPr>
            <p:cNvPr id="57" name="直接连接符 56">
              <a:extLst>
                <a:ext uri="{FF2B5EF4-FFF2-40B4-BE49-F238E27FC236}">
                  <a16:creationId xmlns:a16="http://schemas.microsoft.com/office/drawing/2014/main" id="{C0B5DD12-CAF5-4230-9DBE-FC01EC71B7A9}"/>
                </a:ext>
              </a:extLst>
            </p:cNvPr>
            <p:cNvCxnSpPr/>
            <p:nvPr/>
          </p:nvCxnSpPr>
          <p:spPr>
            <a:xfrm>
              <a:off x="7968995" y="3467100"/>
              <a:ext cx="0" cy="144000"/>
            </a:xfrm>
            <a:prstGeom prst="line">
              <a:avLst/>
            </a:prstGeom>
            <a:noFill/>
            <a:ln w="76200" cap="rnd" cmpd="sng" algn="ctr">
              <a:solidFill>
                <a:srgbClr val="FFFFFF"/>
              </a:solidFill>
              <a:prstDash val="solid"/>
              <a:miter lim="800000"/>
            </a:ln>
            <a:effectLst/>
          </p:spPr>
        </p:cxnSp>
        <p:cxnSp>
          <p:nvCxnSpPr>
            <p:cNvPr id="58" name="直接连接符 57">
              <a:extLst>
                <a:ext uri="{FF2B5EF4-FFF2-40B4-BE49-F238E27FC236}">
                  <a16:creationId xmlns:a16="http://schemas.microsoft.com/office/drawing/2014/main" id="{26161311-943A-430A-9AF5-E27C72EC3FC4}"/>
                </a:ext>
              </a:extLst>
            </p:cNvPr>
            <p:cNvCxnSpPr/>
            <p:nvPr/>
          </p:nvCxnSpPr>
          <p:spPr>
            <a:xfrm>
              <a:off x="8177812" y="3467100"/>
              <a:ext cx="0" cy="144000"/>
            </a:xfrm>
            <a:prstGeom prst="line">
              <a:avLst/>
            </a:prstGeom>
            <a:noFill/>
            <a:ln w="76200" cap="rnd" cmpd="sng" algn="ctr">
              <a:solidFill>
                <a:srgbClr val="FFFFFF"/>
              </a:solidFill>
              <a:prstDash val="solid"/>
              <a:miter lim="800000"/>
            </a:ln>
            <a:effectLst/>
          </p:spPr>
        </p:cxnSp>
        <p:cxnSp>
          <p:nvCxnSpPr>
            <p:cNvPr id="59" name="直接连接符 58">
              <a:extLst>
                <a:ext uri="{FF2B5EF4-FFF2-40B4-BE49-F238E27FC236}">
                  <a16:creationId xmlns:a16="http://schemas.microsoft.com/office/drawing/2014/main" id="{C7D390E2-17C2-48E0-8ACD-A92973BC3054}"/>
                </a:ext>
              </a:extLst>
            </p:cNvPr>
            <p:cNvCxnSpPr/>
            <p:nvPr/>
          </p:nvCxnSpPr>
          <p:spPr>
            <a:xfrm>
              <a:off x="8386629" y="3467100"/>
              <a:ext cx="0" cy="144000"/>
            </a:xfrm>
            <a:prstGeom prst="line">
              <a:avLst/>
            </a:prstGeom>
            <a:noFill/>
            <a:ln w="76200" cap="rnd" cmpd="sng" algn="ctr">
              <a:solidFill>
                <a:srgbClr val="FFFFFF"/>
              </a:solidFill>
              <a:prstDash val="solid"/>
              <a:miter lim="800000"/>
            </a:ln>
            <a:effectLst/>
          </p:spPr>
        </p:cxnSp>
        <p:cxnSp>
          <p:nvCxnSpPr>
            <p:cNvPr id="60" name="直接连接符 59">
              <a:extLst>
                <a:ext uri="{FF2B5EF4-FFF2-40B4-BE49-F238E27FC236}">
                  <a16:creationId xmlns:a16="http://schemas.microsoft.com/office/drawing/2014/main" id="{24B8E716-878D-4B8E-A245-811278596EC5}"/>
                </a:ext>
              </a:extLst>
            </p:cNvPr>
            <p:cNvCxnSpPr/>
            <p:nvPr/>
          </p:nvCxnSpPr>
          <p:spPr>
            <a:xfrm>
              <a:off x="8595446" y="3467100"/>
              <a:ext cx="0" cy="144000"/>
            </a:xfrm>
            <a:prstGeom prst="line">
              <a:avLst/>
            </a:prstGeom>
            <a:noFill/>
            <a:ln w="76200" cap="rnd" cmpd="sng" algn="ctr">
              <a:solidFill>
                <a:srgbClr val="FFFFFF"/>
              </a:solidFill>
              <a:prstDash val="solid"/>
              <a:miter lim="800000"/>
            </a:ln>
            <a:effectLst/>
          </p:spPr>
        </p:cxnSp>
        <p:cxnSp>
          <p:nvCxnSpPr>
            <p:cNvPr id="61" name="直接连接符 60">
              <a:extLst>
                <a:ext uri="{FF2B5EF4-FFF2-40B4-BE49-F238E27FC236}">
                  <a16:creationId xmlns:a16="http://schemas.microsoft.com/office/drawing/2014/main" id="{31A7DA35-EB3D-4221-8B1A-45BE61C01599}"/>
                </a:ext>
              </a:extLst>
            </p:cNvPr>
            <p:cNvCxnSpPr/>
            <p:nvPr/>
          </p:nvCxnSpPr>
          <p:spPr>
            <a:xfrm>
              <a:off x="8804263" y="3467100"/>
              <a:ext cx="0" cy="144000"/>
            </a:xfrm>
            <a:prstGeom prst="line">
              <a:avLst/>
            </a:prstGeom>
            <a:noFill/>
            <a:ln w="76200" cap="rnd" cmpd="sng" algn="ctr">
              <a:solidFill>
                <a:srgbClr val="FFFFFF"/>
              </a:solidFill>
              <a:prstDash val="solid"/>
              <a:miter lim="800000"/>
            </a:ln>
            <a:effectLst/>
          </p:spPr>
        </p:cxnSp>
        <p:cxnSp>
          <p:nvCxnSpPr>
            <p:cNvPr id="62" name="直接连接符 61">
              <a:extLst>
                <a:ext uri="{FF2B5EF4-FFF2-40B4-BE49-F238E27FC236}">
                  <a16:creationId xmlns:a16="http://schemas.microsoft.com/office/drawing/2014/main" id="{7D7478AA-3962-45F2-BFBB-FC9978E58586}"/>
                </a:ext>
              </a:extLst>
            </p:cNvPr>
            <p:cNvCxnSpPr/>
            <p:nvPr/>
          </p:nvCxnSpPr>
          <p:spPr>
            <a:xfrm>
              <a:off x="9013080" y="3467100"/>
              <a:ext cx="0" cy="144000"/>
            </a:xfrm>
            <a:prstGeom prst="line">
              <a:avLst/>
            </a:prstGeom>
            <a:noFill/>
            <a:ln w="76200" cap="rnd" cmpd="sng" algn="ctr">
              <a:solidFill>
                <a:srgbClr val="FFFFFF"/>
              </a:solidFill>
              <a:prstDash val="solid"/>
              <a:miter lim="800000"/>
            </a:ln>
            <a:effectLst/>
          </p:spPr>
        </p:cxnSp>
        <p:cxnSp>
          <p:nvCxnSpPr>
            <p:cNvPr id="63" name="直接连接符 62">
              <a:extLst>
                <a:ext uri="{FF2B5EF4-FFF2-40B4-BE49-F238E27FC236}">
                  <a16:creationId xmlns:a16="http://schemas.microsoft.com/office/drawing/2014/main" id="{13303B78-3C02-45D3-B250-FB671DD784B1}"/>
                </a:ext>
              </a:extLst>
            </p:cNvPr>
            <p:cNvCxnSpPr/>
            <p:nvPr/>
          </p:nvCxnSpPr>
          <p:spPr>
            <a:xfrm>
              <a:off x="9221897" y="3467100"/>
              <a:ext cx="0" cy="144000"/>
            </a:xfrm>
            <a:prstGeom prst="line">
              <a:avLst/>
            </a:prstGeom>
            <a:noFill/>
            <a:ln w="76200" cap="rnd" cmpd="sng" algn="ctr">
              <a:solidFill>
                <a:srgbClr val="FFFFFF"/>
              </a:solidFill>
              <a:prstDash val="solid"/>
              <a:miter lim="800000"/>
            </a:ln>
            <a:effectLst/>
          </p:spPr>
        </p:cxnSp>
        <p:cxnSp>
          <p:nvCxnSpPr>
            <p:cNvPr id="64" name="直接连接符 63">
              <a:extLst>
                <a:ext uri="{FF2B5EF4-FFF2-40B4-BE49-F238E27FC236}">
                  <a16:creationId xmlns:a16="http://schemas.microsoft.com/office/drawing/2014/main" id="{CD6CFFB0-710B-4AD4-B5E9-67E31E5FAA5A}"/>
                </a:ext>
              </a:extLst>
            </p:cNvPr>
            <p:cNvCxnSpPr/>
            <p:nvPr/>
          </p:nvCxnSpPr>
          <p:spPr>
            <a:xfrm>
              <a:off x="9430714" y="3467100"/>
              <a:ext cx="0" cy="144000"/>
            </a:xfrm>
            <a:prstGeom prst="line">
              <a:avLst/>
            </a:prstGeom>
            <a:noFill/>
            <a:ln w="76200" cap="rnd" cmpd="sng" algn="ctr">
              <a:solidFill>
                <a:srgbClr val="FFFFFF"/>
              </a:solidFill>
              <a:prstDash val="solid"/>
              <a:miter lim="800000"/>
            </a:ln>
            <a:effectLst/>
          </p:spPr>
        </p:cxnSp>
        <p:cxnSp>
          <p:nvCxnSpPr>
            <p:cNvPr id="65" name="直接连接符 64">
              <a:extLst>
                <a:ext uri="{FF2B5EF4-FFF2-40B4-BE49-F238E27FC236}">
                  <a16:creationId xmlns:a16="http://schemas.microsoft.com/office/drawing/2014/main" id="{638EA1A8-78AD-40B8-9116-C56A9BFAD550}"/>
                </a:ext>
              </a:extLst>
            </p:cNvPr>
            <p:cNvCxnSpPr/>
            <p:nvPr/>
          </p:nvCxnSpPr>
          <p:spPr>
            <a:xfrm>
              <a:off x="9639531" y="3467100"/>
              <a:ext cx="0" cy="144000"/>
            </a:xfrm>
            <a:prstGeom prst="line">
              <a:avLst/>
            </a:prstGeom>
            <a:noFill/>
            <a:ln w="76200" cap="rnd" cmpd="sng" algn="ctr">
              <a:solidFill>
                <a:srgbClr val="FFFFFF"/>
              </a:solidFill>
              <a:prstDash val="solid"/>
              <a:miter lim="800000"/>
            </a:ln>
            <a:effectLst/>
          </p:spPr>
        </p:cxnSp>
        <p:cxnSp>
          <p:nvCxnSpPr>
            <p:cNvPr id="66" name="直接连接符 65">
              <a:extLst>
                <a:ext uri="{FF2B5EF4-FFF2-40B4-BE49-F238E27FC236}">
                  <a16:creationId xmlns:a16="http://schemas.microsoft.com/office/drawing/2014/main" id="{2A103DAA-C424-40BA-B553-A88C603DE616}"/>
                </a:ext>
              </a:extLst>
            </p:cNvPr>
            <p:cNvCxnSpPr/>
            <p:nvPr/>
          </p:nvCxnSpPr>
          <p:spPr>
            <a:xfrm>
              <a:off x="9848348" y="3467100"/>
              <a:ext cx="0" cy="144000"/>
            </a:xfrm>
            <a:prstGeom prst="line">
              <a:avLst/>
            </a:prstGeom>
            <a:noFill/>
            <a:ln w="76200" cap="rnd" cmpd="sng" algn="ctr">
              <a:solidFill>
                <a:srgbClr val="FFFFFF"/>
              </a:solidFill>
              <a:prstDash val="solid"/>
              <a:miter lim="800000"/>
            </a:ln>
            <a:effectLst/>
          </p:spPr>
        </p:cxnSp>
        <p:cxnSp>
          <p:nvCxnSpPr>
            <p:cNvPr id="67" name="直接连接符 66">
              <a:extLst>
                <a:ext uri="{FF2B5EF4-FFF2-40B4-BE49-F238E27FC236}">
                  <a16:creationId xmlns:a16="http://schemas.microsoft.com/office/drawing/2014/main" id="{BAC19857-733A-4BF0-AADB-47A117D14D47}"/>
                </a:ext>
              </a:extLst>
            </p:cNvPr>
            <p:cNvCxnSpPr/>
            <p:nvPr/>
          </p:nvCxnSpPr>
          <p:spPr>
            <a:xfrm>
              <a:off x="10057165" y="3467100"/>
              <a:ext cx="0" cy="144000"/>
            </a:xfrm>
            <a:prstGeom prst="line">
              <a:avLst/>
            </a:prstGeom>
            <a:noFill/>
            <a:ln w="76200" cap="rnd" cmpd="sng" algn="ctr">
              <a:solidFill>
                <a:srgbClr val="FFFFFF"/>
              </a:solidFill>
              <a:prstDash val="solid"/>
              <a:miter lim="800000"/>
            </a:ln>
            <a:effectLst/>
          </p:spPr>
        </p:cxnSp>
        <p:cxnSp>
          <p:nvCxnSpPr>
            <p:cNvPr id="68" name="直接连接符 67">
              <a:extLst>
                <a:ext uri="{FF2B5EF4-FFF2-40B4-BE49-F238E27FC236}">
                  <a16:creationId xmlns:a16="http://schemas.microsoft.com/office/drawing/2014/main" id="{76CF0310-F185-4BA6-AD25-FD6E1057B3F1}"/>
                </a:ext>
              </a:extLst>
            </p:cNvPr>
            <p:cNvCxnSpPr/>
            <p:nvPr/>
          </p:nvCxnSpPr>
          <p:spPr>
            <a:xfrm>
              <a:off x="10265982" y="3467100"/>
              <a:ext cx="0" cy="144000"/>
            </a:xfrm>
            <a:prstGeom prst="line">
              <a:avLst/>
            </a:prstGeom>
            <a:noFill/>
            <a:ln w="76200" cap="rnd" cmpd="sng" algn="ctr">
              <a:solidFill>
                <a:srgbClr val="FFFFFF"/>
              </a:solidFill>
              <a:prstDash val="solid"/>
              <a:miter lim="800000"/>
            </a:ln>
            <a:effectLst/>
          </p:spPr>
        </p:cxnSp>
        <p:cxnSp>
          <p:nvCxnSpPr>
            <p:cNvPr id="69" name="直接连接符 68">
              <a:extLst>
                <a:ext uri="{FF2B5EF4-FFF2-40B4-BE49-F238E27FC236}">
                  <a16:creationId xmlns:a16="http://schemas.microsoft.com/office/drawing/2014/main" id="{9A4A7AC3-6383-400D-91B9-49B86742DFD5}"/>
                </a:ext>
              </a:extLst>
            </p:cNvPr>
            <p:cNvCxnSpPr/>
            <p:nvPr/>
          </p:nvCxnSpPr>
          <p:spPr>
            <a:xfrm>
              <a:off x="10474799" y="3467100"/>
              <a:ext cx="0" cy="144000"/>
            </a:xfrm>
            <a:prstGeom prst="line">
              <a:avLst/>
            </a:prstGeom>
            <a:noFill/>
            <a:ln w="76200" cap="rnd" cmpd="sng" algn="ctr">
              <a:solidFill>
                <a:srgbClr val="FFFFFF"/>
              </a:solidFill>
              <a:prstDash val="solid"/>
              <a:miter lim="800000"/>
            </a:ln>
            <a:effectLst/>
          </p:spPr>
        </p:cxnSp>
        <p:cxnSp>
          <p:nvCxnSpPr>
            <p:cNvPr id="70" name="直接连接符 69">
              <a:extLst>
                <a:ext uri="{FF2B5EF4-FFF2-40B4-BE49-F238E27FC236}">
                  <a16:creationId xmlns:a16="http://schemas.microsoft.com/office/drawing/2014/main" id="{C480A709-E518-4656-B9EA-6FA055C352CE}"/>
                </a:ext>
              </a:extLst>
            </p:cNvPr>
            <p:cNvCxnSpPr/>
            <p:nvPr/>
          </p:nvCxnSpPr>
          <p:spPr>
            <a:xfrm>
              <a:off x="10683616" y="3467100"/>
              <a:ext cx="0" cy="144000"/>
            </a:xfrm>
            <a:prstGeom prst="line">
              <a:avLst/>
            </a:prstGeom>
            <a:noFill/>
            <a:ln w="76200" cap="rnd" cmpd="sng" algn="ctr">
              <a:solidFill>
                <a:srgbClr val="FFFFFF"/>
              </a:solidFill>
              <a:prstDash val="solid"/>
              <a:miter lim="800000"/>
            </a:ln>
            <a:effectLst/>
          </p:spPr>
        </p:cxnSp>
        <p:cxnSp>
          <p:nvCxnSpPr>
            <p:cNvPr id="71" name="直接连接符 70">
              <a:extLst>
                <a:ext uri="{FF2B5EF4-FFF2-40B4-BE49-F238E27FC236}">
                  <a16:creationId xmlns:a16="http://schemas.microsoft.com/office/drawing/2014/main" id="{372A1991-DC9C-4683-A1EF-8C967BE3626F}"/>
                </a:ext>
              </a:extLst>
            </p:cNvPr>
            <p:cNvCxnSpPr/>
            <p:nvPr/>
          </p:nvCxnSpPr>
          <p:spPr>
            <a:xfrm>
              <a:off x="10892433" y="3467100"/>
              <a:ext cx="0" cy="144000"/>
            </a:xfrm>
            <a:prstGeom prst="line">
              <a:avLst/>
            </a:prstGeom>
            <a:noFill/>
            <a:ln w="76200" cap="rnd" cmpd="sng" algn="ctr">
              <a:solidFill>
                <a:srgbClr val="FFFFFF"/>
              </a:solidFill>
              <a:prstDash val="solid"/>
              <a:miter lim="800000"/>
            </a:ln>
            <a:effectLst/>
          </p:spPr>
        </p:cxnSp>
        <p:cxnSp>
          <p:nvCxnSpPr>
            <p:cNvPr id="72" name="直接连接符 71">
              <a:extLst>
                <a:ext uri="{FF2B5EF4-FFF2-40B4-BE49-F238E27FC236}">
                  <a16:creationId xmlns:a16="http://schemas.microsoft.com/office/drawing/2014/main" id="{5966AF96-647A-4207-9799-31D1DF913977}"/>
                </a:ext>
              </a:extLst>
            </p:cNvPr>
            <p:cNvCxnSpPr/>
            <p:nvPr/>
          </p:nvCxnSpPr>
          <p:spPr>
            <a:xfrm>
              <a:off x="11101250" y="3467100"/>
              <a:ext cx="0" cy="144000"/>
            </a:xfrm>
            <a:prstGeom prst="line">
              <a:avLst/>
            </a:prstGeom>
            <a:noFill/>
            <a:ln w="76200" cap="rnd" cmpd="sng" algn="ctr">
              <a:solidFill>
                <a:srgbClr val="FFFFFF"/>
              </a:solidFill>
              <a:prstDash val="solid"/>
              <a:miter lim="800000"/>
            </a:ln>
            <a:effectLst/>
          </p:spPr>
        </p:cxnSp>
        <p:cxnSp>
          <p:nvCxnSpPr>
            <p:cNvPr id="73" name="直接连接符 72">
              <a:extLst>
                <a:ext uri="{FF2B5EF4-FFF2-40B4-BE49-F238E27FC236}">
                  <a16:creationId xmlns:a16="http://schemas.microsoft.com/office/drawing/2014/main" id="{60578786-029F-4073-8538-6715AAC6E3AE}"/>
                </a:ext>
              </a:extLst>
            </p:cNvPr>
            <p:cNvCxnSpPr/>
            <p:nvPr/>
          </p:nvCxnSpPr>
          <p:spPr>
            <a:xfrm>
              <a:off x="11310067" y="3467100"/>
              <a:ext cx="0" cy="144000"/>
            </a:xfrm>
            <a:prstGeom prst="line">
              <a:avLst/>
            </a:prstGeom>
            <a:noFill/>
            <a:ln w="76200" cap="rnd" cmpd="sng" algn="ctr">
              <a:solidFill>
                <a:srgbClr val="FFFFFF"/>
              </a:solidFill>
              <a:prstDash val="solid"/>
              <a:miter lim="800000"/>
            </a:ln>
            <a:effectLst/>
          </p:spPr>
        </p:cxnSp>
        <p:cxnSp>
          <p:nvCxnSpPr>
            <p:cNvPr id="74" name="直接连接符 73">
              <a:extLst>
                <a:ext uri="{FF2B5EF4-FFF2-40B4-BE49-F238E27FC236}">
                  <a16:creationId xmlns:a16="http://schemas.microsoft.com/office/drawing/2014/main" id="{7DAF4A78-C342-4926-89C4-D4076BB1A998}"/>
                </a:ext>
              </a:extLst>
            </p:cNvPr>
            <p:cNvCxnSpPr/>
            <p:nvPr/>
          </p:nvCxnSpPr>
          <p:spPr>
            <a:xfrm>
              <a:off x="11518900" y="3467100"/>
              <a:ext cx="0" cy="144000"/>
            </a:xfrm>
            <a:prstGeom prst="line">
              <a:avLst/>
            </a:prstGeom>
            <a:noFill/>
            <a:ln w="76200" cap="rnd" cmpd="sng" algn="ctr">
              <a:solidFill>
                <a:srgbClr val="FFFFFF"/>
              </a:solidFill>
              <a:prstDash val="solid"/>
              <a:miter lim="800000"/>
            </a:ln>
            <a:effectLst/>
          </p:spPr>
        </p:cxnSp>
      </p:grpSp>
      <p:sp>
        <p:nvSpPr>
          <p:cNvPr id="75" name="文本占位符 11">
            <a:extLst>
              <a:ext uri="{FF2B5EF4-FFF2-40B4-BE49-F238E27FC236}">
                <a16:creationId xmlns:a16="http://schemas.microsoft.com/office/drawing/2014/main" id="{5ED348C8-8226-4AB3-B645-297EE641672B}"/>
              </a:ext>
            </a:extLst>
          </p:cNvPr>
          <p:cNvSpPr txBox="1">
            <a:spLocks/>
          </p:cNvSpPr>
          <p:nvPr/>
        </p:nvSpPr>
        <p:spPr>
          <a:xfrm>
            <a:off x="1034490" y="3930671"/>
            <a:ext cx="1863453" cy="728481"/>
          </a:xfrm>
          <a:prstGeom prst="rect">
            <a:avLst/>
          </a:prstGeom>
        </p:spPr>
        <p:txBody>
          <a:bodyPr lIns="0" tIns="0" rIns="0" bIns="0" anchor="t" anchorCtr="0"/>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p:txBody>
      </p:sp>
      <p:sp>
        <p:nvSpPr>
          <p:cNvPr id="76" name="文本占位符 6">
            <a:extLst>
              <a:ext uri="{FF2B5EF4-FFF2-40B4-BE49-F238E27FC236}">
                <a16:creationId xmlns:a16="http://schemas.microsoft.com/office/drawing/2014/main" id="{59B29E5A-24EF-4200-9734-B0145E415E83}"/>
              </a:ext>
            </a:extLst>
          </p:cNvPr>
          <p:cNvSpPr txBox="1">
            <a:spLocks/>
          </p:cNvSpPr>
          <p:nvPr/>
        </p:nvSpPr>
        <p:spPr>
          <a:xfrm>
            <a:off x="1034490" y="3422013"/>
            <a:ext cx="1906997" cy="465070"/>
          </a:xfrm>
          <a:prstGeom prst="rect">
            <a:avLst/>
          </a:prstGeom>
        </p:spPr>
        <p:txBody>
          <a:bodyPr vert="horz" lIns="0" tIns="0" rIns="0" bIns="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关键词</a:t>
            </a:r>
          </a:p>
        </p:txBody>
      </p:sp>
      <p:grpSp>
        <p:nvGrpSpPr>
          <p:cNvPr id="77" name="组合 76">
            <a:extLst>
              <a:ext uri="{FF2B5EF4-FFF2-40B4-BE49-F238E27FC236}">
                <a16:creationId xmlns:a16="http://schemas.microsoft.com/office/drawing/2014/main" id="{7A241066-2B75-4A90-87D8-25698FB6A075}"/>
              </a:ext>
            </a:extLst>
          </p:cNvPr>
          <p:cNvGrpSpPr/>
          <p:nvPr/>
        </p:nvGrpSpPr>
        <p:grpSpPr>
          <a:xfrm>
            <a:off x="738939" y="3635866"/>
            <a:ext cx="144000" cy="1424804"/>
            <a:chOff x="714105" y="1885096"/>
            <a:chExt cx="144000" cy="1424804"/>
          </a:xfrm>
        </p:grpSpPr>
        <p:cxnSp>
          <p:nvCxnSpPr>
            <p:cNvPr id="78" name="直接连接符 77">
              <a:extLst>
                <a:ext uri="{FF2B5EF4-FFF2-40B4-BE49-F238E27FC236}">
                  <a16:creationId xmlns:a16="http://schemas.microsoft.com/office/drawing/2014/main" id="{0C8D26D1-E796-4824-82EF-7FAE24197FBA}"/>
                </a:ext>
              </a:extLst>
            </p:cNvPr>
            <p:cNvCxnSpPr>
              <a:cxnSpLocks/>
            </p:cNvCxnSpPr>
            <p:nvPr/>
          </p:nvCxnSpPr>
          <p:spPr>
            <a:xfrm>
              <a:off x="784054" y="1921096"/>
              <a:ext cx="0" cy="1388804"/>
            </a:xfrm>
            <a:prstGeom prst="line">
              <a:avLst/>
            </a:prstGeom>
            <a:solidFill>
              <a:srgbClr val="9663C0"/>
            </a:solidFill>
            <a:ln w="3175" cap="flat" cmpd="sng" algn="ctr">
              <a:solidFill>
                <a:srgbClr val="0C49B7"/>
              </a:solidFill>
              <a:prstDash val="solid"/>
              <a:miter lim="800000"/>
              <a:headEnd type="none"/>
              <a:tailEnd type="none" w="lg" len="lg"/>
            </a:ln>
            <a:effectLst/>
          </p:spPr>
        </p:cxnSp>
        <p:cxnSp>
          <p:nvCxnSpPr>
            <p:cNvPr id="79" name="直接连接符 78">
              <a:extLst>
                <a:ext uri="{FF2B5EF4-FFF2-40B4-BE49-F238E27FC236}">
                  <a16:creationId xmlns:a16="http://schemas.microsoft.com/office/drawing/2014/main" id="{989E22FF-8432-4545-BC74-8F666BDE4628}"/>
                </a:ext>
              </a:extLst>
            </p:cNvPr>
            <p:cNvCxnSpPr/>
            <p:nvPr/>
          </p:nvCxnSpPr>
          <p:spPr>
            <a:xfrm rot="5400000">
              <a:off x="786105" y="1813096"/>
              <a:ext cx="0" cy="144000"/>
            </a:xfrm>
            <a:prstGeom prst="line">
              <a:avLst/>
            </a:prstGeom>
            <a:noFill/>
            <a:ln w="127000" cap="rnd" cmpd="sng" algn="ctr">
              <a:solidFill>
                <a:srgbClr val="0C49B7"/>
              </a:solidFill>
              <a:prstDash val="solid"/>
              <a:miter lim="800000"/>
            </a:ln>
            <a:effectLst/>
          </p:spPr>
        </p:cxnSp>
      </p:grpSp>
      <p:cxnSp>
        <p:nvCxnSpPr>
          <p:cNvPr id="80" name="直接连接符 79">
            <a:extLst>
              <a:ext uri="{FF2B5EF4-FFF2-40B4-BE49-F238E27FC236}">
                <a16:creationId xmlns:a16="http://schemas.microsoft.com/office/drawing/2014/main" id="{0323F317-206F-4893-ABF8-067BE6F180A0}"/>
              </a:ext>
            </a:extLst>
          </p:cNvPr>
          <p:cNvCxnSpPr>
            <a:cxnSpLocks/>
          </p:cNvCxnSpPr>
          <p:nvPr/>
        </p:nvCxnSpPr>
        <p:spPr>
          <a:xfrm>
            <a:off x="5104990" y="2943394"/>
            <a:ext cx="0" cy="2109600"/>
          </a:xfrm>
          <a:prstGeom prst="line">
            <a:avLst/>
          </a:prstGeom>
          <a:solidFill>
            <a:srgbClr val="9663C0"/>
          </a:solidFill>
          <a:ln w="3175" cap="flat" cmpd="sng" algn="ctr">
            <a:solidFill>
              <a:srgbClr val="0C49B7"/>
            </a:solidFill>
            <a:prstDash val="solid"/>
            <a:miter lim="800000"/>
            <a:headEnd type="none"/>
            <a:tailEnd type="none" w="lg" len="lg"/>
          </a:ln>
          <a:effectLst/>
        </p:spPr>
      </p:cxnSp>
      <p:cxnSp>
        <p:nvCxnSpPr>
          <p:cNvPr id="81" name="直接连接符 80">
            <a:extLst>
              <a:ext uri="{FF2B5EF4-FFF2-40B4-BE49-F238E27FC236}">
                <a16:creationId xmlns:a16="http://schemas.microsoft.com/office/drawing/2014/main" id="{B5896A1A-5677-4C60-9419-84CFAAB3195C}"/>
              </a:ext>
            </a:extLst>
          </p:cNvPr>
          <p:cNvCxnSpPr>
            <a:cxnSpLocks/>
          </p:cNvCxnSpPr>
          <p:nvPr/>
        </p:nvCxnSpPr>
        <p:spPr>
          <a:xfrm>
            <a:off x="9401092" y="2239748"/>
            <a:ext cx="0" cy="2829600"/>
          </a:xfrm>
          <a:prstGeom prst="line">
            <a:avLst/>
          </a:prstGeom>
          <a:solidFill>
            <a:srgbClr val="9663C0"/>
          </a:solidFill>
          <a:ln w="3175" cap="flat" cmpd="sng" algn="ctr">
            <a:solidFill>
              <a:srgbClr val="0C49B7"/>
            </a:solidFill>
            <a:prstDash val="solid"/>
            <a:miter lim="800000"/>
            <a:headEnd type="none"/>
            <a:tailEnd type="none" w="lg" len="lg"/>
          </a:ln>
          <a:effectLst/>
        </p:spPr>
      </p:cxnSp>
      <p:cxnSp>
        <p:nvCxnSpPr>
          <p:cNvPr id="82" name="直接连接符 81">
            <a:extLst>
              <a:ext uri="{FF2B5EF4-FFF2-40B4-BE49-F238E27FC236}">
                <a16:creationId xmlns:a16="http://schemas.microsoft.com/office/drawing/2014/main" id="{2E2C0CFB-A743-463E-B704-59980D9A451A}"/>
              </a:ext>
            </a:extLst>
          </p:cNvPr>
          <p:cNvCxnSpPr>
            <a:cxnSpLocks/>
          </p:cNvCxnSpPr>
          <p:nvPr/>
        </p:nvCxnSpPr>
        <p:spPr>
          <a:xfrm>
            <a:off x="2956939" y="3310015"/>
            <a:ext cx="0" cy="1749600"/>
          </a:xfrm>
          <a:prstGeom prst="line">
            <a:avLst/>
          </a:prstGeom>
          <a:solidFill>
            <a:srgbClr val="9663C0"/>
          </a:solidFill>
          <a:ln w="3175" cap="flat" cmpd="sng" algn="ctr">
            <a:solidFill>
              <a:srgbClr val="0C49B7"/>
            </a:solidFill>
            <a:prstDash val="solid"/>
            <a:miter lim="800000"/>
            <a:headEnd type="none"/>
            <a:tailEnd type="none" w="lg" len="lg"/>
          </a:ln>
          <a:effectLst/>
        </p:spPr>
      </p:cxnSp>
      <p:cxnSp>
        <p:nvCxnSpPr>
          <p:cNvPr id="83" name="直接连接符 82">
            <a:extLst>
              <a:ext uri="{FF2B5EF4-FFF2-40B4-BE49-F238E27FC236}">
                <a16:creationId xmlns:a16="http://schemas.microsoft.com/office/drawing/2014/main" id="{C5AEAC5D-0220-4C76-BEFA-5368A259F635}"/>
              </a:ext>
            </a:extLst>
          </p:cNvPr>
          <p:cNvCxnSpPr>
            <a:cxnSpLocks/>
          </p:cNvCxnSpPr>
          <p:nvPr/>
        </p:nvCxnSpPr>
        <p:spPr>
          <a:xfrm>
            <a:off x="7253041" y="2583394"/>
            <a:ext cx="0" cy="2469600"/>
          </a:xfrm>
          <a:prstGeom prst="line">
            <a:avLst/>
          </a:prstGeom>
          <a:solidFill>
            <a:srgbClr val="9663C0"/>
          </a:solidFill>
          <a:ln w="3175" cap="flat" cmpd="sng" algn="ctr">
            <a:solidFill>
              <a:srgbClr val="0C49B7"/>
            </a:solidFill>
            <a:prstDash val="solid"/>
            <a:miter lim="800000"/>
            <a:headEnd type="none"/>
            <a:tailEnd type="none" w="lg" len="lg"/>
          </a:ln>
          <a:effectLst/>
        </p:spPr>
      </p:cxnSp>
      <p:cxnSp>
        <p:nvCxnSpPr>
          <p:cNvPr id="84" name="直接连接符 83">
            <a:extLst>
              <a:ext uri="{FF2B5EF4-FFF2-40B4-BE49-F238E27FC236}">
                <a16:creationId xmlns:a16="http://schemas.microsoft.com/office/drawing/2014/main" id="{374CA23C-5168-46C2-A33B-2EF313400476}"/>
              </a:ext>
            </a:extLst>
          </p:cNvPr>
          <p:cNvCxnSpPr/>
          <p:nvPr/>
        </p:nvCxnSpPr>
        <p:spPr>
          <a:xfrm rot="5400000">
            <a:off x="2956939" y="3229783"/>
            <a:ext cx="0" cy="144000"/>
          </a:xfrm>
          <a:prstGeom prst="line">
            <a:avLst/>
          </a:prstGeom>
          <a:noFill/>
          <a:ln w="127000" cap="rnd" cmpd="sng" algn="ctr">
            <a:solidFill>
              <a:srgbClr val="0C49B7"/>
            </a:solidFill>
            <a:prstDash val="solid"/>
            <a:miter lim="800000"/>
          </a:ln>
          <a:effectLst/>
        </p:spPr>
      </p:cxnSp>
      <p:cxnSp>
        <p:nvCxnSpPr>
          <p:cNvPr id="85" name="直接连接符 84">
            <a:extLst>
              <a:ext uri="{FF2B5EF4-FFF2-40B4-BE49-F238E27FC236}">
                <a16:creationId xmlns:a16="http://schemas.microsoft.com/office/drawing/2014/main" id="{E845F89B-4A01-42FB-A2FA-83D166CF70B5}"/>
              </a:ext>
            </a:extLst>
          </p:cNvPr>
          <p:cNvCxnSpPr/>
          <p:nvPr/>
        </p:nvCxnSpPr>
        <p:spPr>
          <a:xfrm rot="5400000">
            <a:off x="5110385" y="2824671"/>
            <a:ext cx="0" cy="144000"/>
          </a:xfrm>
          <a:prstGeom prst="line">
            <a:avLst/>
          </a:prstGeom>
          <a:noFill/>
          <a:ln w="127000" cap="rnd" cmpd="sng" algn="ctr">
            <a:solidFill>
              <a:srgbClr val="0C49B7"/>
            </a:solidFill>
            <a:prstDash val="solid"/>
            <a:miter lim="800000"/>
          </a:ln>
          <a:effectLst/>
        </p:spPr>
      </p:cxnSp>
      <p:cxnSp>
        <p:nvCxnSpPr>
          <p:cNvPr id="86" name="直接连接符 85">
            <a:extLst>
              <a:ext uri="{FF2B5EF4-FFF2-40B4-BE49-F238E27FC236}">
                <a16:creationId xmlns:a16="http://schemas.microsoft.com/office/drawing/2014/main" id="{0706A10A-822D-4FE9-86A3-381C89A1976B}"/>
              </a:ext>
            </a:extLst>
          </p:cNvPr>
          <p:cNvCxnSpPr/>
          <p:nvPr/>
        </p:nvCxnSpPr>
        <p:spPr>
          <a:xfrm rot="5400000">
            <a:off x="7270544" y="2468094"/>
            <a:ext cx="0" cy="144000"/>
          </a:xfrm>
          <a:prstGeom prst="line">
            <a:avLst/>
          </a:prstGeom>
          <a:noFill/>
          <a:ln w="127000" cap="rnd" cmpd="sng" algn="ctr">
            <a:solidFill>
              <a:srgbClr val="0C49B7"/>
            </a:solidFill>
            <a:prstDash val="solid"/>
            <a:miter lim="800000"/>
          </a:ln>
          <a:effectLst/>
        </p:spPr>
      </p:cxnSp>
      <p:cxnSp>
        <p:nvCxnSpPr>
          <p:cNvPr id="87" name="直接连接符 86">
            <a:extLst>
              <a:ext uri="{FF2B5EF4-FFF2-40B4-BE49-F238E27FC236}">
                <a16:creationId xmlns:a16="http://schemas.microsoft.com/office/drawing/2014/main" id="{B43F5BE1-3642-4974-A9F1-65F79FEFE0DE}"/>
              </a:ext>
            </a:extLst>
          </p:cNvPr>
          <p:cNvCxnSpPr/>
          <p:nvPr/>
        </p:nvCxnSpPr>
        <p:spPr>
          <a:xfrm rot="5400000">
            <a:off x="9414309" y="2161410"/>
            <a:ext cx="0" cy="144000"/>
          </a:xfrm>
          <a:prstGeom prst="line">
            <a:avLst/>
          </a:prstGeom>
          <a:noFill/>
          <a:ln w="127000" cap="rnd" cmpd="sng" algn="ctr">
            <a:solidFill>
              <a:srgbClr val="0C49B7"/>
            </a:solidFill>
            <a:prstDash val="solid"/>
            <a:miter lim="800000"/>
          </a:ln>
          <a:effectLst/>
        </p:spPr>
      </p:cxnSp>
      <p:sp>
        <p:nvSpPr>
          <p:cNvPr id="88" name="文本占位符 11">
            <a:extLst>
              <a:ext uri="{FF2B5EF4-FFF2-40B4-BE49-F238E27FC236}">
                <a16:creationId xmlns:a16="http://schemas.microsoft.com/office/drawing/2014/main" id="{36CED707-BA9F-4372-AF6D-4806DC4A7EB4}"/>
              </a:ext>
            </a:extLst>
          </p:cNvPr>
          <p:cNvSpPr txBox="1">
            <a:spLocks/>
          </p:cNvSpPr>
          <p:nvPr/>
        </p:nvSpPr>
        <p:spPr>
          <a:xfrm>
            <a:off x="3105146" y="3624990"/>
            <a:ext cx="1863453" cy="976091"/>
          </a:xfrm>
          <a:prstGeom prst="rect">
            <a:avLst/>
          </a:prstGeom>
        </p:spPr>
        <p:txBody>
          <a:bodyPr lIns="0" tIns="0" rIns="0" bIns="0" anchor="t" anchorCtr="0"/>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p:txBody>
      </p:sp>
      <p:sp>
        <p:nvSpPr>
          <p:cNvPr id="89" name="文本占位符 6">
            <a:extLst>
              <a:ext uri="{FF2B5EF4-FFF2-40B4-BE49-F238E27FC236}">
                <a16:creationId xmlns:a16="http://schemas.microsoft.com/office/drawing/2014/main" id="{22205549-FA40-460A-8A72-70FA06195746}"/>
              </a:ext>
            </a:extLst>
          </p:cNvPr>
          <p:cNvSpPr txBox="1">
            <a:spLocks/>
          </p:cNvSpPr>
          <p:nvPr/>
        </p:nvSpPr>
        <p:spPr>
          <a:xfrm>
            <a:off x="3105146" y="3081607"/>
            <a:ext cx="1906997" cy="465070"/>
          </a:xfrm>
          <a:prstGeom prst="rect">
            <a:avLst/>
          </a:prstGeom>
        </p:spPr>
        <p:txBody>
          <a:bodyPr vert="horz" lIns="0" tIns="0" rIns="0" bIns="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关键词</a:t>
            </a:r>
          </a:p>
        </p:txBody>
      </p:sp>
      <p:sp>
        <p:nvSpPr>
          <p:cNvPr id="90" name="文本占位符 11">
            <a:extLst>
              <a:ext uri="{FF2B5EF4-FFF2-40B4-BE49-F238E27FC236}">
                <a16:creationId xmlns:a16="http://schemas.microsoft.com/office/drawing/2014/main" id="{3C8B5520-C85C-45A7-82D6-BB4FA7841022}"/>
              </a:ext>
            </a:extLst>
          </p:cNvPr>
          <p:cNvSpPr txBox="1">
            <a:spLocks/>
          </p:cNvSpPr>
          <p:nvPr/>
        </p:nvSpPr>
        <p:spPr>
          <a:xfrm>
            <a:off x="5330591" y="3277677"/>
            <a:ext cx="1863453" cy="1323404"/>
          </a:xfrm>
          <a:prstGeom prst="rect">
            <a:avLst/>
          </a:prstGeom>
        </p:spPr>
        <p:txBody>
          <a:bodyPr lIns="0" tIns="0" rIns="0" bIns="0" anchor="t" anchorCtr="0"/>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p:txBody>
      </p:sp>
      <p:sp>
        <p:nvSpPr>
          <p:cNvPr id="91" name="文本占位符 6">
            <a:extLst>
              <a:ext uri="{FF2B5EF4-FFF2-40B4-BE49-F238E27FC236}">
                <a16:creationId xmlns:a16="http://schemas.microsoft.com/office/drawing/2014/main" id="{09C89A51-6438-43D9-9854-D2E775B16724}"/>
              </a:ext>
            </a:extLst>
          </p:cNvPr>
          <p:cNvSpPr txBox="1">
            <a:spLocks/>
          </p:cNvSpPr>
          <p:nvPr/>
        </p:nvSpPr>
        <p:spPr>
          <a:xfrm>
            <a:off x="5330591" y="2676420"/>
            <a:ext cx="1906997" cy="465070"/>
          </a:xfrm>
          <a:prstGeom prst="rect">
            <a:avLst/>
          </a:prstGeom>
        </p:spPr>
        <p:txBody>
          <a:bodyPr vert="horz" lIns="0" tIns="0" rIns="0" bIns="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关键词</a:t>
            </a:r>
          </a:p>
        </p:txBody>
      </p:sp>
      <p:sp>
        <p:nvSpPr>
          <p:cNvPr id="92" name="文本占位符 11">
            <a:extLst>
              <a:ext uri="{FF2B5EF4-FFF2-40B4-BE49-F238E27FC236}">
                <a16:creationId xmlns:a16="http://schemas.microsoft.com/office/drawing/2014/main" id="{DA5C7883-B958-4925-A647-EDB82A59D86C}"/>
              </a:ext>
            </a:extLst>
          </p:cNvPr>
          <p:cNvSpPr txBox="1">
            <a:spLocks/>
          </p:cNvSpPr>
          <p:nvPr/>
        </p:nvSpPr>
        <p:spPr>
          <a:xfrm>
            <a:off x="7494095" y="2944251"/>
            <a:ext cx="1863453" cy="1656830"/>
          </a:xfrm>
          <a:prstGeom prst="rect">
            <a:avLst/>
          </a:prstGeom>
        </p:spPr>
        <p:txBody>
          <a:bodyPr lIns="0" tIns="0" rIns="0" bIns="0" anchor="t" anchorCtr="0"/>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endParaRPr>
          </a:p>
        </p:txBody>
      </p:sp>
      <p:sp>
        <p:nvSpPr>
          <p:cNvPr id="93" name="文本占位符 6">
            <a:extLst>
              <a:ext uri="{FF2B5EF4-FFF2-40B4-BE49-F238E27FC236}">
                <a16:creationId xmlns:a16="http://schemas.microsoft.com/office/drawing/2014/main" id="{53FE6608-B0B1-4814-A866-904D25D00B63}"/>
              </a:ext>
            </a:extLst>
          </p:cNvPr>
          <p:cNvSpPr txBox="1">
            <a:spLocks/>
          </p:cNvSpPr>
          <p:nvPr/>
        </p:nvSpPr>
        <p:spPr>
          <a:xfrm>
            <a:off x="7494095" y="2296693"/>
            <a:ext cx="1906997" cy="465070"/>
          </a:xfrm>
          <a:prstGeom prst="rect">
            <a:avLst/>
          </a:prstGeom>
        </p:spPr>
        <p:txBody>
          <a:bodyPr vert="horz" lIns="0" tIns="0" rIns="0" bIns="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关键词</a:t>
            </a:r>
          </a:p>
        </p:txBody>
      </p:sp>
      <p:sp>
        <p:nvSpPr>
          <p:cNvPr id="94" name="文本占位符 11">
            <a:extLst>
              <a:ext uri="{FF2B5EF4-FFF2-40B4-BE49-F238E27FC236}">
                <a16:creationId xmlns:a16="http://schemas.microsoft.com/office/drawing/2014/main" id="{BBE740C8-E82F-436A-9115-49A9FA476A4B}"/>
              </a:ext>
            </a:extLst>
          </p:cNvPr>
          <p:cNvSpPr txBox="1">
            <a:spLocks/>
          </p:cNvSpPr>
          <p:nvPr/>
        </p:nvSpPr>
        <p:spPr>
          <a:xfrm>
            <a:off x="9600947" y="2604716"/>
            <a:ext cx="1863453" cy="1996366"/>
          </a:xfrm>
          <a:prstGeom prst="rect">
            <a:avLst/>
          </a:prstGeom>
        </p:spPr>
        <p:txBody>
          <a:bodyPr lIns="0" tIns="0" rIns="0" bIns="0" anchor="t" anchorCtr="0"/>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endParaRPr kumimoji="0" lang="en-US" altLang="zh-CN" sz="1800" b="0" i="0" u="none" strike="noStrike" kern="1200" cap="none" spc="300" normalizeH="0" baseline="0" noProof="0" dirty="0">
              <a:ln>
                <a:noFill/>
              </a:ln>
              <a:solidFill>
                <a:srgbClr val="000000"/>
              </a:solidFill>
              <a:effectLst/>
              <a:uLnTx/>
              <a:uFillTx/>
              <a:latin typeface="Arial"/>
              <a:ea typeface="微软雅黑"/>
              <a:cs typeface="+mn-cs"/>
            </a:endParaRP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a:p>
            <a:pPr marL="0" marR="0" lvl="0" indent="0" algn="l"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0" lang="zh-CN" altLang="en-US" sz="1800" b="0" i="0" u="none" strike="noStrike" kern="1200" cap="none" spc="300" normalizeH="0" baseline="0" noProof="0" dirty="0">
                <a:ln>
                  <a:noFill/>
                </a:ln>
                <a:solidFill>
                  <a:srgbClr val="000000"/>
                </a:solidFill>
                <a:effectLst/>
                <a:uLnTx/>
                <a:uFillTx/>
                <a:latin typeface="Arial"/>
                <a:ea typeface="微软雅黑"/>
                <a:cs typeface="+mn-cs"/>
              </a:rPr>
              <a:t>输入你的观点</a:t>
            </a:r>
          </a:p>
        </p:txBody>
      </p:sp>
      <p:sp>
        <p:nvSpPr>
          <p:cNvPr id="95" name="文本占位符 6">
            <a:extLst>
              <a:ext uri="{FF2B5EF4-FFF2-40B4-BE49-F238E27FC236}">
                <a16:creationId xmlns:a16="http://schemas.microsoft.com/office/drawing/2014/main" id="{09E13CAF-1FEF-4932-8883-F6582B83E394}"/>
              </a:ext>
            </a:extLst>
          </p:cNvPr>
          <p:cNvSpPr txBox="1">
            <a:spLocks/>
          </p:cNvSpPr>
          <p:nvPr/>
        </p:nvSpPr>
        <p:spPr>
          <a:xfrm>
            <a:off x="9600947" y="2026607"/>
            <a:ext cx="1906997" cy="465070"/>
          </a:xfrm>
          <a:prstGeom prst="rect">
            <a:avLst/>
          </a:prstGeom>
        </p:spPr>
        <p:txBody>
          <a:bodyPr vert="horz" lIns="0" tIns="0" rIns="0" bIns="0" rtlCol="0">
            <a:normAutofit lnSpcReduction="10000"/>
          </a:bodyPr>
          <a:lstStyle>
            <a:lvl1pPr marL="228600" indent="-228600" algn="l" defTabSz="914400" rtl="0" eaLnBrk="1" latinLnBrk="0" hangingPunct="1">
              <a:lnSpc>
                <a:spcPct val="120000"/>
              </a:lnSpc>
              <a:spcBef>
                <a:spcPts val="1000"/>
              </a:spcBef>
              <a:buFont typeface="Arial" panose="020B0604020202020204" pitchFamily="34" charset="0"/>
              <a:buChar char="•"/>
              <a:defRPr sz="2800" kern="1200" spc="3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400" kern="1200" spc="3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spc="3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spc="3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kumimoji="0" lang="zh-CN" altLang="en-US" sz="2800" b="0" i="0" u="none" strike="noStrike" kern="1200" cap="none" spc="300" normalizeH="0" baseline="0" noProof="0" dirty="0">
                <a:ln>
                  <a:noFill/>
                </a:ln>
                <a:solidFill>
                  <a:srgbClr val="0C49B7"/>
                </a:solidFill>
                <a:effectLst/>
                <a:uLnTx/>
                <a:uFillTx/>
                <a:latin typeface="微软雅黑" panose="020B0503020204020204" pitchFamily="34" charset="-122"/>
                <a:ea typeface="微软雅黑" panose="020B0503020204020204" pitchFamily="34" charset="-122"/>
                <a:cs typeface="+mn-cs"/>
              </a:rPr>
              <a:t>关键词</a:t>
            </a:r>
          </a:p>
        </p:txBody>
      </p:sp>
      <p:sp>
        <p:nvSpPr>
          <p:cNvPr id="96" name="矩形 95">
            <a:extLst>
              <a:ext uri="{FF2B5EF4-FFF2-40B4-BE49-F238E27FC236}">
                <a16:creationId xmlns:a16="http://schemas.microsoft.com/office/drawing/2014/main" id="{7F328FCC-7BC4-4F60-9D61-A79672D90582}"/>
              </a:ext>
            </a:extLst>
          </p:cNvPr>
          <p:cNvSpPr/>
          <p:nvPr/>
        </p:nvSpPr>
        <p:spPr>
          <a:xfrm>
            <a:off x="836613" y="1257284"/>
            <a:ext cx="10515600" cy="382092"/>
          </a:xfrm>
          <a:prstGeom prst="rect">
            <a:avLst/>
          </a:prstGeom>
        </p:spPr>
        <p:txBody>
          <a:bodyPr wrap="square">
            <a:spAutoFit/>
          </a:bodyPr>
          <a:lstStyle/>
          <a:p>
            <a:pPr>
              <a:lnSpc>
                <a:spcPct val="130000"/>
              </a:lnSpc>
              <a:defRPr/>
            </a:pPr>
            <a:r>
              <a:rPr lang="zh-CN" altLang="en-US" sz="1600" dirty="0">
                <a:solidFill>
                  <a:prstClr val="black"/>
                </a:solidFill>
                <a:latin typeface="微软雅黑"/>
                <a:ea typeface="微软雅黑"/>
              </a:rPr>
              <a:t>▼在这里输入文字说明在这里输入文字说明在这里输入文字说明在这里输入文字说明。</a:t>
            </a:r>
          </a:p>
        </p:txBody>
      </p:sp>
      <p:sp>
        <p:nvSpPr>
          <p:cNvPr id="97" name="矩形 96">
            <a:extLst>
              <a:ext uri="{FF2B5EF4-FFF2-40B4-BE49-F238E27FC236}">
                <a16:creationId xmlns:a16="http://schemas.microsoft.com/office/drawing/2014/main" id="{E591814E-AD2B-4BFE-9C1E-DB1C02127B92}"/>
              </a:ext>
            </a:extLst>
          </p:cNvPr>
          <p:cNvSpPr/>
          <p:nvPr/>
        </p:nvSpPr>
        <p:spPr>
          <a:xfrm>
            <a:off x="836613" y="1656001"/>
            <a:ext cx="10515600" cy="382092"/>
          </a:xfrm>
          <a:prstGeom prst="rect">
            <a:avLst/>
          </a:prstGeom>
        </p:spPr>
        <p:txBody>
          <a:bodyPr wrap="square">
            <a:spAutoFit/>
          </a:bodyPr>
          <a:lstStyle/>
          <a:p>
            <a:pPr>
              <a:lnSpc>
                <a:spcPct val="130000"/>
              </a:lnSpc>
              <a:defRPr/>
            </a:pPr>
            <a:r>
              <a:rPr lang="zh-CN" altLang="en-US" sz="1600" dirty="0">
                <a:solidFill>
                  <a:prstClr val="black"/>
                </a:solidFill>
                <a:latin typeface="微软雅黑"/>
                <a:ea typeface="微软雅黑"/>
              </a:rPr>
              <a:t>▼在这里输入文字说明在这里输入文字说明在这里输入文字说明在这里输入文字说明。</a:t>
            </a:r>
          </a:p>
        </p:txBody>
      </p:sp>
    </p:spTree>
    <p:extLst>
      <p:ext uri="{BB962C8B-B14F-4D97-AF65-F5344CB8AC3E}">
        <p14:creationId xmlns:p14="http://schemas.microsoft.com/office/powerpoint/2010/main" val="389054601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8" name="图片占位符 50">
            <a:extLst>
              <a:ext uri="{FF2B5EF4-FFF2-40B4-BE49-F238E27FC236}">
                <a16:creationId xmlns:a16="http://schemas.microsoft.com/office/drawing/2014/main" id="{3E13C29E-3B1A-4351-A060-87F22715C16D}"/>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98066" y="1410075"/>
            <a:ext cx="7619406" cy="4286187"/>
          </a:xfrm>
          <a:prstGeom prst="rect">
            <a:avLst/>
          </a:prstGeom>
        </p:spPr>
      </p:pic>
      <p:pic>
        <p:nvPicPr>
          <p:cNvPr id="99" name="Picture 2">
            <a:extLst>
              <a:ext uri="{FF2B5EF4-FFF2-40B4-BE49-F238E27FC236}">
                <a16:creationId xmlns:a16="http://schemas.microsoft.com/office/drawing/2014/main" id="{7B6343FE-1B61-474F-8277-33600095C2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8065" y="1280344"/>
            <a:ext cx="7619406" cy="4833820"/>
          </a:xfrm>
          <a:prstGeom prst="rect">
            <a:avLst/>
          </a:prstGeom>
          <a:effectLst>
            <a:outerShdw blurRad="279400" dist="50800" dir="5400000" algn="ctr" rotWithShape="0">
              <a:srgbClr val="000000">
                <a:alpha val="66000"/>
              </a:srgbClr>
            </a:outerShdw>
          </a:effectLst>
        </p:spPr>
      </p:pic>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00" name="TextBox 5">
            <a:extLst>
              <a:ext uri="{FF2B5EF4-FFF2-40B4-BE49-F238E27FC236}">
                <a16:creationId xmlns:a16="http://schemas.microsoft.com/office/drawing/2014/main" id="{E3DAE3E2-21EB-4F49-90C2-2B52C2BA062D}"/>
              </a:ext>
            </a:extLst>
          </p:cNvPr>
          <p:cNvSpPr txBox="1"/>
          <p:nvPr/>
        </p:nvSpPr>
        <p:spPr>
          <a:xfrm>
            <a:off x="8363440" y="1592963"/>
            <a:ext cx="4110553" cy="914930"/>
          </a:xfrm>
          <a:prstGeom prst="rect">
            <a:avLst/>
          </a:prstGeom>
          <a:noFill/>
        </p:spPr>
        <p:txBody>
          <a:bodyPr vert="horz" wrap="square" lIns="0" tIns="0" rIns="0" bIns="0" rtlCol="0">
            <a:spAutoFit/>
          </a:bodyPr>
          <a:lstStyle/>
          <a:p>
            <a:pPr>
              <a:lnSpc>
                <a:spcPct val="110000"/>
              </a:lnSpc>
              <a:defRPr/>
            </a:pPr>
            <a:r>
              <a:rPr lang="zh-CN" altLang="en-US" sz="2800" b="1" dirty="0">
                <a:solidFill>
                  <a:prstClr val="black"/>
                </a:solidFill>
                <a:latin typeface="微软雅黑" panose="020B0503020204020204" pitchFamily="34" charset="-122"/>
                <a:ea typeface="微软雅黑" panose="020B0503020204020204" pitchFamily="34" charset="-122"/>
                <a:cs typeface="Segoe UI Semibold" panose="020B0702040204020203" pitchFamily="34" charset="0"/>
              </a:rPr>
              <a:t>输入标题</a:t>
            </a:r>
            <a:endParaRPr lang="en-US" altLang="zh-CN" sz="2800" b="1" dirty="0">
              <a:solidFill>
                <a:prstClr val="black"/>
              </a:solidFill>
              <a:latin typeface="微软雅黑" panose="020B0503020204020204" pitchFamily="34" charset="-122"/>
              <a:ea typeface="微软雅黑" panose="020B0503020204020204" pitchFamily="34" charset="-122"/>
              <a:cs typeface="Segoe UI Semibold" panose="020B0702040204020203" pitchFamily="34" charset="0"/>
            </a:endParaRPr>
          </a:p>
          <a:p>
            <a:pPr>
              <a:lnSpc>
                <a:spcPct val="110000"/>
              </a:lnSpc>
              <a:defRPr/>
            </a:pPr>
            <a:r>
              <a:rPr lang="zh-CN" altLang="en-US" sz="2800" b="1" dirty="0">
                <a:solidFill>
                  <a:prstClr val="black"/>
                </a:solidFill>
                <a:latin typeface="微软雅黑" panose="020B0503020204020204" pitchFamily="34" charset="-122"/>
                <a:ea typeface="微软雅黑" panose="020B0503020204020204" pitchFamily="34" charset="-122"/>
                <a:cs typeface="Segoe UI Semibold" panose="020B0702040204020203" pitchFamily="34" charset="0"/>
              </a:rPr>
              <a:t>在这里输入标题</a:t>
            </a:r>
            <a:endParaRPr lang="en-US" altLang="zh-CN" sz="2800" b="1" dirty="0">
              <a:solidFill>
                <a:prstClr val="black"/>
              </a:solidFill>
              <a:latin typeface="微软雅黑" panose="020B0503020204020204" pitchFamily="34" charset="-122"/>
              <a:ea typeface="微软雅黑" panose="020B0503020204020204" pitchFamily="34" charset="-122"/>
              <a:cs typeface="Segoe UI Semibold" panose="020B0702040204020203" pitchFamily="34" charset="0"/>
            </a:endParaRPr>
          </a:p>
        </p:txBody>
      </p:sp>
      <p:sp>
        <p:nvSpPr>
          <p:cNvPr id="101" name="文本框 100">
            <a:extLst>
              <a:ext uri="{FF2B5EF4-FFF2-40B4-BE49-F238E27FC236}">
                <a16:creationId xmlns:a16="http://schemas.microsoft.com/office/drawing/2014/main" id="{21FACFB3-3D98-43E9-B761-5F4B730C1766}"/>
              </a:ext>
            </a:extLst>
          </p:cNvPr>
          <p:cNvSpPr txBox="1"/>
          <p:nvPr/>
        </p:nvSpPr>
        <p:spPr>
          <a:xfrm>
            <a:off x="8314283" y="2861618"/>
            <a:ext cx="3302000" cy="2026324"/>
          </a:xfrm>
          <a:prstGeom prst="rect">
            <a:avLst/>
          </a:prstGeom>
          <a:noFill/>
        </p:spPr>
        <p:txBody>
          <a:bodyPr wrap="square" rtlCol="0">
            <a:spAutoFit/>
          </a:bodyPr>
          <a:lstStyle/>
          <a:p>
            <a:pPr>
              <a:lnSpc>
                <a:spcPct val="130000"/>
              </a:lnSpc>
              <a:defRPr/>
            </a:pPr>
            <a:r>
              <a:rPr lang="zh-CN" altLang="en-US" sz="1400" dirty="0">
                <a:solidFill>
                  <a:prstClr val="black"/>
                </a:solidFill>
                <a:latin typeface="Arial"/>
                <a:ea typeface="微软雅黑 Light"/>
              </a:rPr>
              <a:t>▲在这里输入说明在这里输入在这里输入说明在这里输入说明在这里输入说明在这里输入说明在这里输入说明在这里输入说明在这里输入说明。</a:t>
            </a:r>
            <a:endParaRPr lang="en-US" altLang="zh-CN" sz="1400" dirty="0">
              <a:solidFill>
                <a:prstClr val="black"/>
              </a:solidFill>
              <a:latin typeface="Arial"/>
              <a:ea typeface="微软雅黑 Light"/>
            </a:endParaRPr>
          </a:p>
          <a:p>
            <a:pPr>
              <a:lnSpc>
                <a:spcPct val="130000"/>
              </a:lnSpc>
              <a:defRPr/>
            </a:pPr>
            <a:endParaRPr lang="en-US" altLang="zh-CN" sz="1400" dirty="0">
              <a:solidFill>
                <a:prstClr val="black"/>
              </a:solidFill>
              <a:latin typeface="Arial"/>
              <a:ea typeface="微软雅黑 Light"/>
            </a:endParaRPr>
          </a:p>
          <a:p>
            <a:pPr>
              <a:lnSpc>
                <a:spcPct val="130000"/>
              </a:lnSpc>
              <a:defRPr/>
            </a:pPr>
            <a:r>
              <a:rPr lang="zh-CN" altLang="en-US" sz="1400" dirty="0">
                <a:solidFill>
                  <a:prstClr val="black"/>
                </a:solidFill>
                <a:latin typeface="Arial"/>
                <a:ea typeface="微软雅黑 Light"/>
              </a:rPr>
              <a:t>▲在这里输入说明在这里输入说明在这里输入说明在这里输入说明。</a:t>
            </a:r>
          </a:p>
        </p:txBody>
      </p:sp>
      <p:cxnSp>
        <p:nvCxnSpPr>
          <p:cNvPr id="102" name="Straight Connector 80">
            <a:extLst>
              <a:ext uri="{FF2B5EF4-FFF2-40B4-BE49-F238E27FC236}">
                <a16:creationId xmlns:a16="http://schemas.microsoft.com/office/drawing/2014/main" id="{49AE5521-E6FB-4874-9BC5-AF685BC7B2C6}"/>
              </a:ext>
            </a:extLst>
          </p:cNvPr>
          <p:cNvCxnSpPr/>
          <p:nvPr/>
        </p:nvCxnSpPr>
        <p:spPr>
          <a:xfrm flipH="1">
            <a:off x="7343848" y="2658520"/>
            <a:ext cx="4428000" cy="0"/>
          </a:xfrm>
          <a:prstGeom prst="line">
            <a:avLst/>
          </a:prstGeom>
          <a:noFill/>
          <a:ln w="19050" cap="flat" cmpd="sng" algn="ctr">
            <a:solidFill>
              <a:srgbClr val="0C49B7"/>
            </a:solidFill>
            <a:prstDash val="sysDot"/>
            <a:miter lim="800000"/>
            <a:headEnd type="none"/>
            <a:tailEnd type="oval" w="med" len="med"/>
          </a:ln>
          <a:effectLst/>
        </p:spPr>
      </p:cxnSp>
    </p:spTree>
    <p:extLst>
      <p:ext uri="{BB962C8B-B14F-4D97-AF65-F5344CB8AC3E}">
        <p14:creationId xmlns:p14="http://schemas.microsoft.com/office/powerpoint/2010/main" val="395942493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文本占位符 67">
            <a:extLst>
              <a:ext uri="{FF2B5EF4-FFF2-40B4-BE49-F238E27FC236}">
                <a16:creationId xmlns:a16="http://schemas.microsoft.com/office/drawing/2014/main" id="{6A3CC859-938C-4F64-B60F-901CE1865168}"/>
              </a:ext>
            </a:extLst>
          </p:cNvPr>
          <p:cNvSpPr txBox="1">
            <a:spLocks/>
          </p:cNvSpPr>
          <p:nvPr/>
        </p:nvSpPr>
        <p:spPr>
          <a:xfrm>
            <a:off x="2275273" y="4146975"/>
            <a:ext cx="1485550" cy="1747851"/>
          </a:xfrm>
          <a:prstGeom prst="rect">
            <a:avLst/>
          </a:prstGeom>
        </p:spPr>
        <p:txBody>
          <a:bodyPr vert="horz" wrap="squar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kern="1200" spc="0">
                <a:solidFill>
                  <a:srgbClr val="000000"/>
                </a:solidFill>
                <a:latin typeface="Arial" panose="020B0604020202020204" pitchFamily="34" charset="0"/>
                <a:ea typeface="微软雅黑 Light" panose="020B0502040204020203" pitchFamily="34" charset="-122"/>
                <a:cs typeface="+mn-cs"/>
                <a:sym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fontAlgn="auto" latinLnBrk="0" hangingPunct="1">
              <a:lnSpc>
                <a:spcPct val="90000"/>
              </a:lnSpc>
              <a:spcBef>
                <a:spcPts val="500"/>
              </a:spcBef>
              <a:buFont typeface="Arial" panose="020B0604020202020204" pitchFamily="34" charset="0"/>
              <a:buNone/>
              <a:defRPr sz="1200" kern="1200" spc="0">
                <a:solidFill>
                  <a:srgbClr val="000000"/>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p:txBody>
      </p:sp>
      <p:sp>
        <p:nvSpPr>
          <p:cNvPr id="17" name="文本占位符 71">
            <a:extLst>
              <a:ext uri="{FF2B5EF4-FFF2-40B4-BE49-F238E27FC236}">
                <a16:creationId xmlns:a16="http://schemas.microsoft.com/office/drawing/2014/main" id="{9DB3CA2C-9924-4D26-9196-CBC6F42C6F97}"/>
              </a:ext>
            </a:extLst>
          </p:cNvPr>
          <p:cNvSpPr txBox="1">
            <a:spLocks/>
          </p:cNvSpPr>
          <p:nvPr/>
        </p:nvSpPr>
        <p:spPr>
          <a:xfrm>
            <a:off x="4464057" y="4143933"/>
            <a:ext cx="1394934" cy="174785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kern="1200" spc="0">
                <a:solidFill>
                  <a:srgbClr val="000000"/>
                </a:solidFill>
                <a:latin typeface="Arial" panose="020B0604020202020204" pitchFamily="34" charset="0"/>
                <a:ea typeface="微软雅黑 Light" panose="020B0502040204020203" pitchFamily="34" charset="-122"/>
                <a:cs typeface="+mn-cs"/>
                <a:sym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fontAlgn="auto" latinLnBrk="0" hangingPunct="1">
              <a:lnSpc>
                <a:spcPct val="90000"/>
              </a:lnSpc>
              <a:spcBef>
                <a:spcPts val="500"/>
              </a:spcBef>
              <a:buFont typeface="Arial" panose="020B0604020202020204" pitchFamily="34" charset="0"/>
              <a:buNone/>
              <a:defRPr sz="1200" kern="1200" spc="0">
                <a:solidFill>
                  <a:srgbClr val="000000"/>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p:txBody>
      </p:sp>
      <p:sp>
        <p:nvSpPr>
          <p:cNvPr id="18" name="文本占位符 72">
            <a:extLst>
              <a:ext uri="{FF2B5EF4-FFF2-40B4-BE49-F238E27FC236}">
                <a16:creationId xmlns:a16="http://schemas.microsoft.com/office/drawing/2014/main" id="{E894DC69-B253-44F3-9E12-FAC987414BE5}"/>
              </a:ext>
            </a:extLst>
          </p:cNvPr>
          <p:cNvSpPr txBox="1">
            <a:spLocks/>
          </p:cNvSpPr>
          <p:nvPr/>
        </p:nvSpPr>
        <p:spPr>
          <a:xfrm>
            <a:off x="6611465" y="4143932"/>
            <a:ext cx="1394934" cy="174785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kern="1200" spc="0">
                <a:solidFill>
                  <a:srgbClr val="000000"/>
                </a:solidFill>
                <a:latin typeface="Arial" panose="020B0604020202020204" pitchFamily="34" charset="0"/>
                <a:ea typeface="微软雅黑 Light" panose="020B0502040204020203" pitchFamily="34" charset="-122"/>
                <a:cs typeface="+mn-cs"/>
                <a:sym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fontAlgn="auto" latinLnBrk="0" hangingPunct="1">
              <a:lnSpc>
                <a:spcPct val="90000"/>
              </a:lnSpc>
              <a:spcBef>
                <a:spcPts val="500"/>
              </a:spcBef>
              <a:buFont typeface="Arial" panose="020B0604020202020204" pitchFamily="34" charset="0"/>
              <a:buNone/>
              <a:defRPr sz="1200" kern="1200" spc="0">
                <a:solidFill>
                  <a:srgbClr val="000000"/>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p:txBody>
      </p:sp>
      <p:sp>
        <p:nvSpPr>
          <p:cNvPr id="19" name="文本占位符 73">
            <a:extLst>
              <a:ext uri="{FF2B5EF4-FFF2-40B4-BE49-F238E27FC236}">
                <a16:creationId xmlns:a16="http://schemas.microsoft.com/office/drawing/2014/main" id="{B1B5E81C-99A4-454C-A45C-A482318CA9D7}"/>
              </a:ext>
            </a:extLst>
          </p:cNvPr>
          <p:cNvSpPr txBox="1">
            <a:spLocks/>
          </p:cNvSpPr>
          <p:nvPr/>
        </p:nvSpPr>
        <p:spPr>
          <a:xfrm>
            <a:off x="8754504" y="4143931"/>
            <a:ext cx="1394934" cy="1747851"/>
          </a:xfrm>
          <a:prstGeom prst="rect">
            <a:avLst/>
          </a:prstGeom>
        </p:spPr>
        <p:txBody>
          <a:bodyPr vert="horz" wrap="none" lIns="91440" tIns="45720" rIns="91440" bIns="45720" anchor="t" anchorCtr="0">
            <a:spAutoFit/>
          </a:bodyPr>
          <a:lstStyle>
            <a:lvl1pPr marL="0" indent="0" algn="l" defTabSz="914400" rtl="0" eaLnBrk="1" fontAlgn="auto" latinLnBrk="0" hangingPunct="1">
              <a:lnSpc>
                <a:spcPct val="130000"/>
              </a:lnSpc>
              <a:spcBef>
                <a:spcPts val="0"/>
              </a:spcBef>
              <a:spcAft>
                <a:spcPts val="0"/>
              </a:spcAft>
              <a:buFont typeface="Arial" panose="020B0604020202020204" pitchFamily="34" charset="0"/>
              <a:buNone/>
              <a:defRPr sz="1200" kern="1200" spc="0">
                <a:solidFill>
                  <a:srgbClr val="000000"/>
                </a:solidFill>
                <a:latin typeface="Arial" panose="020B0604020202020204" pitchFamily="34" charset="0"/>
                <a:ea typeface="微软雅黑 Light" panose="020B0502040204020203" pitchFamily="34" charset="-122"/>
                <a:cs typeface="+mn-cs"/>
                <a:sym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22860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22860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228600" algn="l" defTabSz="914400" rtl="0" eaLnBrk="1" fontAlgn="auto" latinLnBrk="0" hangingPunct="1">
              <a:lnSpc>
                <a:spcPct val="90000"/>
              </a:lnSpc>
              <a:spcBef>
                <a:spcPts val="500"/>
              </a:spcBef>
              <a:buFont typeface="Arial" panose="020B0604020202020204" pitchFamily="34" charset="0"/>
              <a:buNone/>
              <a:defRPr sz="1200" kern="1200" spc="0">
                <a:solidFill>
                  <a:srgbClr val="000000"/>
                </a:solidFill>
                <a:latin typeface="+mn-lt"/>
                <a:ea typeface="+mn-ea"/>
                <a:cs typeface="+mn-cs"/>
                <a:sym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r>
              <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rPr>
              <a:t>在这里输入说明</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a:p>
            <a:pPr marL="0" marR="0" lvl="0" indent="0" algn="l" defTabSz="914400" rtl="0" eaLnBrk="1" fontAlgn="auto" latinLnBrk="0" hangingPunct="1">
              <a:lnSpc>
                <a:spcPct val="130000"/>
              </a:lnSpc>
              <a:spcBef>
                <a:spcPts val="0"/>
              </a:spcBef>
              <a:spcAft>
                <a:spcPts val="0"/>
              </a:spcAft>
              <a:buClrTx/>
              <a:buSzTx/>
              <a:buFont typeface="Arial" panose="020B0604020202020204" pitchFamily="34" charset="0"/>
              <a:buNone/>
              <a:tabLst/>
              <a:defRPr/>
            </a:pPr>
            <a:endParaRPr kumimoji="0" lang="zh-CN" altLang="en-US" sz="1200" b="0" i="0" u="none" strike="noStrike" kern="1200" cap="none" spc="0" normalizeH="0" baseline="0" noProof="0" dirty="0">
              <a:ln>
                <a:noFill/>
              </a:ln>
              <a:solidFill>
                <a:srgbClr val="000000"/>
              </a:solidFill>
              <a:effectLst/>
              <a:uLnTx/>
              <a:uFillTx/>
              <a:latin typeface="Arial" panose="020B0604020202020204" pitchFamily="34" charset="0"/>
              <a:ea typeface="微软雅黑 Light" panose="020B0502040204020203" pitchFamily="34" charset="-122"/>
              <a:cs typeface="+mn-cs"/>
              <a:sym typeface="Arial" panose="020B0604020202020204" pitchFamily="34" charset="0"/>
            </a:endParaRPr>
          </a:p>
        </p:txBody>
      </p:sp>
      <p:grpSp>
        <p:nvGrpSpPr>
          <p:cNvPr id="20" name="0386b3ec-c1f9-4919-acad-d28210d550b1" descr="aBkAAB+LCAAAAAAABADNl99v2jAQx/8Xr3vLqjg/SOANypgmrVvVor1MPGTEgLf8QE6QQBX/+xwTyrkJEUbJzEvVs33J3efyvTOv6I6GaIAwMtBdvlsT/v9LHLB8TIMlC+LHNCQR33ti6ZqwnJIMDX69lk4WcPoZRBtSntrx9Uea0HgTi2U0MO9NvhRswRI2xeKYzGkcRGO6pDl/Nl/5mj0RNidJXh7M2YYYqDQs4fSFpZu1iHpvHIOxQTAPaZQyEEzpfDzqgKM/Fgs6J8+keKFw43vPy988PsvE2PN9A03FSWygEdtkK+7zYTIxH5z+yOOvr43FhTRzRpNlNRhkfkT13j3gPUrTiARJ1f1Apc7d+/9VsV1YFQsE419elX4XVYGxYFO5LJI7Vq+L5K9BLq4PC2PDaBT0gjsRjBSNumIk9yskI/lr0Izn3/tOD7t2+dd1TrE5MDYFCeFONASjsdQ1JLlfoSHuP+MR0iTkL5PGDxTUMPyzyfKY51qePA2tnQDEyKIUJHoK+GQjOWGZ2Kk8AezzIiYh2fLBY/B0+VwsQ/zUFzX/nITHweSJhZdVsCbfuXcR6CEfsYTRbF+doqeYWjVmADiU+ZRsAZ131TsxctFelZ3IMZO41ZAo3q8NhPNeRo3fiX0+14MGYaoHGaEJjYqr0nBeKI6rLyO5aAMjRperPCFZ9rZYfCpTmuTDJOScQiJt1JAbBfO/TeRsmHgbBiTndk7uG01I++Qi/lRt0HrqvcnT1JusBkYeTLENAzLy1HsTv8PVN6cGeJc3J20kKjO+8UPxb685NZHzYeJtGJBcv3Ny3TUnXdBsU705YV03J7sBEpYGfnsWZIWvaFLnblBNEC/vUrqJWEqSwzd4lWokKE319ixIsPLbu32C3XUt3fCcK5qXrquV08RKuhC0Z0FWrnrzss7dsJogXt68dBPpqUnvBq9ajQSlqd+eBQl63RPsrnnpgTfb/wM3fWTZaBkAAA==">
            <a:extLst>
              <a:ext uri="{FF2B5EF4-FFF2-40B4-BE49-F238E27FC236}">
                <a16:creationId xmlns:a16="http://schemas.microsoft.com/office/drawing/2014/main" id="{007F093E-5A47-4430-9327-EDB6A3E118B2}"/>
              </a:ext>
            </a:extLst>
          </p:cNvPr>
          <p:cNvGrpSpPr>
            <a:grpSpLocks noChangeAspect="1"/>
          </p:cNvGrpSpPr>
          <p:nvPr/>
        </p:nvGrpSpPr>
        <p:grpSpPr>
          <a:xfrm>
            <a:off x="1680768" y="1407116"/>
            <a:ext cx="8830463" cy="2611823"/>
            <a:chOff x="1803359" y="3035808"/>
            <a:chExt cx="8830463" cy="2611823"/>
          </a:xfrm>
        </p:grpSpPr>
        <p:sp>
          <p:nvSpPr>
            <p:cNvPr id="21" name="CustomText">
              <a:extLst>
                <a:ext uri="{FF2B5EF4-FFF2-40B4-BE49-F238E27FC236}">
                  <a16:creationId xmlns:a16="http://schemas.microsoft.com/office/drawing/2014/main" id="{4A7B141E-D161-4C88-98AE-35583F2028E8}"/>
                </a:ext>
              </a:extLst>
            </p:cNvPr>
            <p:cNvSpPr/>
            <p:nvPr/>
          </p:nvSpPr>
          <p:spPr>
            <a:xfrm>
              <a:off x="2441068" y="5278306"/>
              <a:ext cx="1120842" cy="369325"/>
            </a:xfrm>
            <a:prstGeom prst="rect">
              <a:avLst/>
            </a:prstGeom>
          </p:spPr>
          <p:txBody>
            <a:bodyPr wrap="square">
              <a:spAutoFit/>
            </a:bodyPr>
            <a:lstStyle/>
            <a:p>
              <a:pPr>
                <a:defRPr/>
              </a:pPr>
              <a:r>
                <a:rPr lang="zh-CN" altLang="en-US" b="1" kern="0" dirty="0">
                  <a:solidFill>
                    <a:prstClr val="black">
                      <a:lumMod val="65000"/>
                      <a:lumOff val="35000"/>
                    </a:prstClr>
                  </a:solidFill>
                  <a:latin typeface="微软雅黑"/>
                  <a:ea typeface="微软雅黑"/>
                </a:rPr>
                <a:t>输入类别</a:t>
              </a:r>
              <a:endParaRPr lang="en-US" altLang="zh-CN" b="1" kern="0" dirty="0">
                <a:solidFill>
                  <a:prstClr val="black">
                    <a:lumMod val="65000"/>
                    <a:lumOff val="35000"/>
                  </a:prstClr>
                </a:solidFill>
                <a:latin typeface="微软雅黑"/>
                <a:ea typeface="微软雅黑"/>
              </a:endParaRPr>
            </a:p>
          </p:txBody>
        </p:sp>
        <p:sp>
          <p:nvSpPr>
            <p:cNvPr id="22" name="ValueBack1">
              <a:extLst>
                <a:ext uri="{FF2B5EF4-FFF2-40B4-BE49-F238E27FC236}">
                  <a16:creationId xmlns:a16="http://schemas.microsoft.com/office/drawing/2014/main" id="{5BBFA51F-4705-4718-B944-EF90B031341F}"/>
                </a:ext>
              </a:extLst>
            </p:cNvPr>
            <p:cNvSpPr/>
            <p:nvPr/>
          </p:nvSpPr>
          <p:spPr>
            <a:xfrm>
              <a:off x="2290093" y="3037193"/>
              <a:ext cx="1423072" cy="1584905"/>
            </a:xfrm>
            <a:custGeom>
              <a:avLst/>
              <a:gdLst>
                <a:gd name="connsiteX0" fmla="*/ 711536 w 1423072"/>
                <a:gd name="connsiteY0" fmla="*/ 0 h 1584905"/>
                <a:gd name="connsiteX1" fmla="*/ 1423072 w 1423072"/>
                <a:gd name="connsiteY1" fmla="*/ 711536 h 1584905"/>
                <a:gd name="connsiteX2" fmla="*/ 988498 w 1423072"/>
                <a:gd name="connsiteY2" fmla="*/ 1367156 h 1584905"/>
                <a:gd name="connsiteX3" fmla="*/ 870611 w 1423072"/>
                <a:gd name="connsiteY3" fmla="*/ 1403750 h 1584905"/>
                <a:gd name="connsiteX4" fmla="*/ 711536 w 1423072"/>
                <a:gd name="connsiteY4" fmla="*/ 1584905 h 1584905"/>
                <a:gd name="connsiteX5" fmla="*/ 552462 w 1423072"/>
                <a:gd name="connsiteY5" fmla="*/ 1403751 h 1584905"/>
                <a:gd name="connsiteX6" fmla="*/ 434574 w 1423072"/>
                <a:gd name="connsiteY6" fmla="*/ 1367156 h 1584905"/>
                <a:gd name="connsiteX7" fmla="*/ 0 w 1423072"/>
                <a:gd name="connsiteY7" fmla="*/ 711536 h 1584905"/>
                <a:gd name="connsiteX8" fmla="*/ 711536 w 1423072"/>
                <a:gd name="connsiteY8" fmla="*/ 0 h 158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072" h="1584905">
                  <a:moveTo>
                    <a:pt x="711536" y="0"/>
                  </a:moveTo>
                  <a:cubicBezTo>
                    <a:pt x="1104506" y="0"/>
                    <a:pt x="1423072" y="318566"/>
                    <a:pt x="1423072" y="711536"/>
                  </a:cubicBezTo>
                  <a:cubicBezTo>
                    <a:pt x="1423072" y="1006264"/>
                    <a:pt x="1243879" y="1259139"/>
                    <a:pt x="988498" y="1367156"/>
                  </a:cubicBezTo>
                  <a:lnTo>
                    <a:pt x="870611" y="1403750"/>
                  </a:lnTo>
                  <a:lnTo>
                    <a:pt x="711536" y="1584905"/>
                  </a:lnTo>
                  <a:lnTo>
                    <a:pt x="552462" y="1403751"/>
                  </a:lnTo>
                  <a:lnTo>
                    <a:pt x="434574" y="1367156"/>
                  </a:lnTo>
                  <a:cubicBezTo>
                    <a:pt x="179194" y="1259139"/>
                    <a:pt x="0" y="1006264"/>
                    <a:pt x="0" y="711536"/>
                  </a:cubicBezTo>
                  <a:cubicBezTo>
                    <a:pt x="0" y="318566"/>
                    <a:pt x="318566" y="0"/>
                    <a:pt x="711536" y="0"/>
                  </a:cubicBezTo>
                  <a:close/>
                </a:path>
              </a:pathLst>
            </a:cu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3" name="ValueBack1">
              <a:extLst>
                <a:ext uri="{FF2B5EF4-FFF2-40B4-BE49-F238E27FC236}">
                  <a16:creationId xmlns:a16="http://schemas.microsoft.com/office/drawing/2014/main" id="{FB5A4BC6-1828-4CDD-9F94-90A70A4DD1F2}"/>
                </a:ext>
              </a:extLst>
            </p:cNvPr>
            <p:cNvSpPr/>
            <p:nvPr/>
          </p:nvSpPr>
          <p:spPr>
            <a:xfrm>
              <a:off x="2862621" y="4841440"/>
              <a:ext cx="278018" cy="278018"/>
            </a:xfrm>
            <a:prstGeom prst="ellipse">
              <a:avLst/>
            </a:pr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4" name="ValueBack2">
              <a:extLst>
                <a:ext uri="{FF2B5EF4-FFF2-40B4-BE49-F238E27FC236}">
                  <a16:creationId xmlns:a16="http://schemas.microsoft.com/office/drawing/2014/main" id="{BBF8FDA5-7BE7-4E11-B034-A8E62955C5C7}"/>
                </a:ext>
              </a:extLst>
            </p:cNvPr>
            <p:cNvSpPr/>
            <p:nvPr/>
          </p:nvSpPr>
          <p:spPr>
            <a:xfrm>
              <a:off x="5008063" y="4841440"/>
              <a:ext cx="278018" cy="278018"/>
            </a:xfrm>
            <a:prstGeom prst="ellipse">
              <a:avLst/>
            </a:pr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5" name="ValueBack2">
              <a:extLst>
                <a:ext uri="{FF2B5EF4-FFF2-40B4-BE49-F238E27FC236}">
                  <a16:creationId xmlns:a16="http://schemas.microsoft.com/office/drawing/2014/main" id="{CAC5467D-050E-407F-A479-64E7F9CC1B15}"/>
                </a:ext>
              </a:extLst>
            </p:cNvPr>
            <p:cNvSpPr/>
            <p:nvPr/>
          </p:nvSpPr>
          <p:spPr>
            <a:xfrm>
              <a:off x="4435535" y="3035808"/>
              <a:ext cx="1423072" cy="1584905"/>
            </a:xfrm>
            <a:custGeom>
              <a:avLst/>
              <a:gdLst>
                <a:gd name="connsiteX0" fmla="*/ 711536 w 1423072"/>
                <a:gd name="connsiteY0" fmla="*/ 0 h 1584905"/>
                <a:gd name="connsiteX1" fmla="*/ 1423072 w 1423072"/>
                <a:gd name="connsiteY1" fmla="*/ 711536 h 1584905"/>
                <a:gd name="connsiteX2" fmla="*/ 988498 w 1423072"/>
                <a:gd name="connsiteY2" fmla="*/ 1367156 h 1584905"/>
                <a:gd name="connsiteX3" fmla="*/ 870611 w 1423072"/>
                <a:gd name="connsiteY3" fmla="*/ 1403750 h 1584905"/>
                <a:gd name="connsiteX4" fmla="*/ 711536 w 1423072"/>
                <a:gd name="connsiteY4" fmla="*/ 1584905 h 1584905"/>
                <a:gd name="connsiteX5" fmla="*/ 552462 w 1423072"/>
                <a:gd name="connsiteY5" fmla="*/ 1403751 h 1584905"/>
                <a:gd name="connsiteX6" fmla="*/ 434575 w 1423072"/>
                <a:gd name="connsiteY6" fmla="*/ 1367156 h 1584905"/>
                <a:gd name="connsiteX7" fmla="*/ 0 w 1423072"/>
                <a:gd name="connsiteY7" fmla="*/ 711536 h 1584905"/>
                <a:gd name="connsiteX8" fmla="*/ 711536 w 1423072"/>
                <a:gd name="connsiteY8" fmla="*/ 0 h 158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072" h="1584905">
                  <a:moveTo>
                    <a:pt x="711536" y="0"/>
                  </a:moveTo>
                  <a:cubicBezTo>
                    <a:pt x="1104506" y="0"/>
                    <a:pt x="1423072" y="318566"/>
                    <a:pt x="1423072" y="711536"/>
                  </a:cubicBezTo>
                  <a:cubicBezTo>
                    <a:pt x="1423072" y="1006264"/>
                    <a:pt x="1243879" y="1259139"/>
                    <a:pt x="988498" y="1367156"/>
                  </a:cubicBezTo>
                  <a:lnTo>
                    <a:pt x="870611" y="1403750"/>
                  </a:lnTo>
                  <a:lnTo>
                    <a:pt x="711536" y="1584905"/>
                  </a:lnTo>
                  <a:lnTo>
                    <a:pt x="552462" y="1403751"/>
                  </a:lnTo>
                  <a:lnTo>
                    <a:pt x="434575" y="1367156"/>
                  </a:lnTo>
                  <a:cubicBezTo>
                    <a:pt x="179194" y="1259139"/>
                    <a:pt x="0" y="1006264"/>
                    <a:pt x="0" y="711536"/>
                  </a:cubicBezTo>
                  <a:cubicBezTo>
                    <a:pt x="0" y="318566"/>
                    <a:pt x="318566" y="0"/>
                    <a:pt x="711536" y="0"/>
                  </a:cubicBezTo>
                  <a:close/>
                </a:path>
              </a:pathLst>
            </a:cu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6" name="ValueBack3">
              <a:extLst>
                <a:ext uri="{FF2B5EF4-FFF2-40B4-BE49-F238E27FC236}">
                  <a16:creationId xmlns:a16="http://schemas.microsoft.com/office/drawing/2014/main" id="{1E439F1F-C423-4A1C-95F2-66FD272FF61C}"/>
                </a:ext>
              </a:extLst>
            </p:cNvPr>
            <p:cNvSpPr/>
            <p:nvPr/>
          </p:nvSpPr>
          <p:spPr>
            <a:xfrm>
              <a:off x="7153505" y="4841440"/>
              <a:ext cx="278018" cy="278018"/>
            </a:xfrm>
            <a:prstGeom prst="ellipse">
              <a:avLst/>
            </a:pr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7" name="ValueBack3">
              <a:extLst>
                <a:ext uri="{FF2B5EF4-FFF2-40B4-BE49-F238E27FC236}">
                  <a16:creationId xmlns:a16="http://schemas.microsoft.com/office/drawing/2014/main" id="{8F11D201-292B-4731-ACED-4BFF8E496AC8}"/>
                </a:ext>
              </a:extLst>
            </p:cNvPr>
            <p:cNvSpPr/>
            <p:nvPr/>
          </p:nvSpPr>
          <p:spPr>
            <a:xfrm>
              <a:off x="6580977" y="3035808"/>
              <a:ext cx="1423072" cy="1584905"/>
            </a:xfrm>
            <a:custGeom>
              <a:avLst/>
              <a:gdLst>
                <a:gd name="connsiteX0" fmla="*/ 711536 w 1423072"/>
                <a:gd name="connsiteY0" fmla="*/ 0 h 1584905"/>
                <a:gd name="connsiteX1" fmla="*/ 1423072 w 1423072"/>
                <a:gd name="connsiteY1" fmla="*/ 711536 h 1584905"/>
                <a:gd name="connsiteX2" fmla="*/ 988498 w 1423072"/>
                <a:gd name="connsiteY2" fmla="*/ 1367156 h 1584905"/>
                <a:gd name="connsiteX3" fmla="*/ 870611 w 1423072"/>
                <a:gd name="connsiteY3" fmla="*/ 1403750 h 1584905"/>
                <a:gd name="connsiteX4" fmla="*/ 711536 w 1423072"/>
                <a:gd name="connsiteY4" fmla="*/ 1584905 h 1584905"/>
                <a:gd name="connsiteX5" fmla="*/ 552462 w 1423072"/>
                <a:gd name="connsiteY5" fmla="*/ 1403751 h 1584905"/>
                <a:gd name="connsiteX6" fmla="*/ 434575 w 1423072"/>
                <a:gd name="connsiteY6" fmla="*/ 1367156 h 1584905"/>
                <a:gd name="connsiteX7" fmla="*/ 0 w 1423072"/>
                <a:gd name="connsiteY7" fmla="*/ 711536 h 1584905"/>
                <a:gd name="connsiteX8" fmla="*/ 711536 w 1423072"/>
                <a:gd name="connsiteY8" fmla="*/ 0 h 158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072" h="1584905">
                  <a:moveTo>
                    <a:pt x="711536" y="0"/>
                  </a:moveTo>
                  <a:cubicBezTo>
                    <a:pt x="1104506" y="0"/>
                    <a:pt x="1423072" y="318566"/>
                    <a:pt x="1423072" y="711536"/>
                  </a:cubicBezTo>
                  <a:cubicBezTo>
                    <a:pt x="1423072" y="1006264"/>
                    <a:pt x="1243879" y="1259139"/>
                    <a:pt x="988498" y="1367156"/>
                  </a:cubicBezTo>
                  <a:lnTo>
                    <a:pt x="870611" y="1403750"/>
                  </a:lnTo>
                  <a:lnTo>
                    <a:pt x="711536" y="1584905"/>
                  </a:lnTo>
                  <a:lnTo>
                    <a:pt x="552462" y="1403751"/>
                  </a:lnTo>
                  <a:lnTo>
                    <a:pt x="434575" y="1367156"/>
                  </a:lnTo>
                  <a:cubicBezTo>
                    <a:pt x="179194" y="1259139"/>
                    <a:pt x="0" y="1006264"/>
                    <a:pt x="0" y="711536"/>
                  </a:cubicBezTo>
                  <a:cubicBezTo>
                    <a:pt x="0" y="318566"/>
                    <a:pt x="318566" y="0"/>
                    <a:pt x="711536" y="0"/>
                  </a:cubicBezTo>
                  <a:close/>
                </a:path>
              </a:pathLst>
            </a:cu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8" name="ValueBack4">
              <a:extLst>
                <a:ext uri="{FF2B5EF4-FFF2-40B4-BE49-F238E27FC236}">
                  <a16:creationId xmlns:a16="http://schemas.microsoft.com/office/drawing/2014/main" id="{7B546A28-DCE5-4632-A08C-D41445C16D6E}"/>
                </a:ext>
              </a:extLst>
            </p:cNvPr>
            <p:cNvSpPr/>
            <p:nvPr/>
          </p:nvSpPr>
          <p:spPr>
            <a:xfrm>
              <a:off x="9296544" y="4841440"/>
              <a:ext cx="278018" cy="278018"/>
            </a:xfrm>
            <a:prstGeom prst="ellipse">
              <a:avLst/>
            </a:pr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29" name="ValueBack4">
              <a:extLst>
                <a:ext uri="{FF2B5EF4-FFF2-40B4-BE49-F238E27FC236}">
                  <a16:creationId xmlns:a16="http://schemas.microsoft.com/office/drawing/2014/main" id="{A021BD29-C304-4708-89D3-BB5FE576F8D8}"/>
                </a:ext>
              </a:extLst>
            </p:cNvPr>
            <p:cNvSpPr/>
            <p:nvPr/>
          </p:nvSpPr>
          <p:spPr>
            <a:xfrm>
              <a:off x="8724016" y="3035808"/>
              <a:ext cx="1423072" cy="1584905"/>
            </a:xfrm>
            <a:custGeom>
              <a:avLst/>
              <a:gdLst>
                <a:gd name="connsiteX0" fmla="*/ 711536 w 1423072"/>
                <a:gd name="connsiteY0" fmla="*/ 0 h 1584905"/>
                <a:gd name="connsiteX1" fmla="*/ 1423072 w 1423072"/>
                <a:gd name="connsiteY1" fmla="*/ 711536 h 1584905"/>
                <a:gd name="connsiteX2" fmla="*/ 988498 w 1423072"/>
                <a:gd name="connsiteY2" fmla="*/ 1367156 h 1584905"/>
                <a:gd name="connsiteX3" fmla="*/ 870611 w 1423072"/>
                <a:gd name="connsiteY3" fmla="*/ 1403750 h 1584905"/>
                <a:gd name="connsiteX4" fmla="*/ 711536 w 1423072"/>
                <a:gd name="connsiteY4" fmla="*/ 1584905 h 1584905"/>
                <a:gd name="connsiteX5" fmla="*/ 552462 w 1423072"/>
                <a:gd name="connsiteY5" fmla="*/ 1403751 h 1584905"/>
                <a:gd name="connsiteX6" fmla="*/ 434574 w 1423072"/>
                <a:gd name="connsiteY6" fmla="*/ 1367156 h 1584905"/>
                <a:gd name="connsiteX7" fmla="*/ 0 w 1423072"/>
                <a:gd name="connsiteY7" fmla="*/ 711536 h 1584905"/>
                <a:gd name="connsiteX8" fmla="*/ 711536 w 1423072"/>
                <a:gd name="connsiteY8" fmla="*/ 0 h 15849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23072" h="1584905">
                  <a:moveTo>
                    <a:pt x="711536" y="0"/>
                  </a:moveTo>
                  <a:cubicBezTo>
                    <a:pt x="1104506" y="0"/>
                    <a:pt x="1423072" y="318566"/>
                    <a:pt x="1423072" y="711536"/>
                  </a:cubicBezTo>
                  <a:cubicBezTo>
                    <a:pt x="1423072" y="1006264"/>
                    <a:pt x="1243879" y="1259139"/>
                    <a:pt x="988498" y="1367156"/>
                  </a:cubicBezTo>
                  <a:lnTo>
                    <a:pt x="870611" y="1403750"/>
                  </a:lnTo>
                  <a:lnTo>
                    <a:pt x="711536" y="1584905"/>
                  </a:lnTo>
                  <a:lnTo>
                    <a:pt x="552462" y="1403751"/>
                  </a:lnTo>
                  <a:lnTo>
                    <a:pt x="434574" y="1367156"/>
                  </a:lnTo>
                  <a:cubicBezTo>
                    <a:pt x="179193" y="1259139"/>
                    <a:pt x="0" y="1006264"/>
                    <a:pt x="0" y="711536"/>
                  </a:cubicBezTo>
                  <a:cubicBezTo>
                    <a:pt x="0" y="318566"/>
                    <a:pt x="318566" y="0"/>
                    <a:pt x="711536" y="0"/>
                  </a:cubicBezTo>
                  <a:close/>
                </a:path>
              </a:pathLst>
            </a:custGeom>
            <a:solidFill>
              <a:srgbClr val="0C49B7"/>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0" name="ValueShape1">
              <a:extLst>
                <a:ext uri="{FF2B5EF4-FFF2-40B4-BE49-F238E27FC236}">
                  <a16:creationId xmlns:a16="http://schemas.microsoft.com/office/drawing/2014/main" id="{5AEC9B76-9CCF-4243-96C6-901372722F7C}"/>
                </a:ext>
              </a:extLst>
            </p:cNvPr>
            <p:cNvSpPr/>
            <p:nvPr/>
          </p:nvSpPr>
          <p:spPr>
            <a:xfrm>
              <a:off x="2379033" y="3116306"/>
              <a:ext cx="1245189" cy="1245189"/>
            </a:xfrm>
            <a:prstGeom prst="blockArc">
              <a:avLst>
                <a:gd name="adj1" fmla="val 16200000"/>
                <a:gd name="adj2" fmla="val 20520000"/>
                <a:gd name="adj3" fmla="val 10100"/>
              </a:avLst>
            </a:prstGeom>
            <a:solidFill>
              <a:sysClr val="window" lastClr="FFFFFF"/>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1" name="ValueShape2">
              <a:extLst>
                <a:ext uri="{FF2B5EF4-FFF2-40B4-BE49-F238E27FC236}">
                  <a16:creationId xmlns:a16="http://schemas.microsoft.com/office/drawing/2014/main" id="{2B7A5BB3-A722-4E67-814E-1BDC9EA8A740}"/>
                </a:ext>
              </a:extLst>
            </p:cNvPr>
            <p:cNvSpPr/>
            <p:nvPr/>
          </p:nvSpPr>
          <p:spPr>
            <a:xfrm>
              <a:off x="4524475" y="3114921"/>
              <a:ext cx="1245189" cy="1245189"/>
            </a:xfrm>
            <a:prstGeom prst="blockArc">
              <a:avLst>
                <a:gd name="adj1" fmla="val 16200000"/>
                <a:gd name="adj2" fmla="val 2160000"/>
                <a:gd name="adj3" fmla="val 10100"/>
              </a:avLst>
            </a:prstGeom>
            <a:solidFill>
              <a:sysClr val="window" lastClr="FFFFFF"/>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2" name="ValueShape3">
              <a:extLst>
                <a:ext uri="{FF2B5EF4-FFF2-40B4-BE49-F238E27FC236}">
                  <a16:creationId xmlns:a16="http://schemas.microsoft.com/office/drawing/2014/main" id="{5BAF6AA3-888A-4D58-AE5B-E79D0EFA7D33}"/>
                </a:ext>
              </a:extLst>
            </p:cNvPr>
            <p:cNvSpPr/>
            <p:nvPr/>
          </p:nvSpPr>
          <p:spPr>
            <a:xfrm>
              <a:off x="6669916" y="3114921"/>
              <a:ext cx="1245189" cy="1245189"/>
            </a:xfrm>
            <a:prstGeom prst="blockArc">
              <a:avLst>
                <a:gd name="adj1" fmla="val 16200000"/>
                <a:gd name="adj2" fmla="val 7128000"/>
                <a:gd name="adj3" fmla="val 10100"/>
              </a:avLst>
            </a:prstGeom>
            <a:solidFill>
              <a:sysClr val="window" lastClr="FFFFFF"/>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3" name="ValueShape4">
              <a:extLst>
                <a:ext uri="{FF2B5EF4-FFF2-40B4-BE49-F238E27FC236}">
                  <a16:creationId xmlns:a16="http://schemas.microsoft.com/office/drawing/2014/main" id="{46839549-8FBB-43DC-87EB-082CDB0D1853}"/>
                </a:ext>
              </a:extLst>
            </p:cNvPr>
            <p:cNvSpPr/>
            <p:nvPr/>
          </p:nvSpPr>
          <p:spPr>
            <a:xfrm>
              <a:off x="8812955" y="3114921"/>
              <a:ext cx="1245189" cy="1245189"/>
            </a:xfrm>
            <a:prstGeom prst="blockArc">
              <a:avLst>
                <a:gd name="adj1" fmla="val 16200000"/>
                <a:gd name="adj2" fmla="val 11630770"/>
                <a:gd name="adj3" fmla="val 10100"/>
              </a:avLst>
            </a:prstGeom>
            <a:solidFill>
              <a:sysClr val="window" lastClr="FFFFFF"/>
            </a:solidFill>
            <a:ln w="12700" cap="flat" cmpd="sng" algn="ctr">
              <a:noFill/>
              <a:prstDash val="solid"/>
              <a:miter lim="800000"/>
            </a:ln>
            <a:effectLst/>
          </p:spPr>
          <p:txBody>
            <a:bodyPr anchor="ctr"/>
            <a:lstStyle/>
            <a:p>
              <a:pPr algn="ctr">
                <a:defRPr/>
              </a:pPr>
              <a:endParaRPr kern="0" dirty="0">
                <a:solidFill>
                  <a:prstClr val="white"/>
                </a:solidFill>
                <a:latin typeface="Arial"/>
                <a:ea typeface="微软雅黑 Light"/>
              </a:endParaRPr>
            </a:p>
          </p:txBody>
        </p:sp>
        <p:sp>
          <p:nvSpPr>
            <p:cNvPr id="34" name="ValueText1">
              <a:extLst>
                <a:ext uri="{FF2B5EF4-FFF2-40B4-BE49-F238E27FC236}">
                  <a16:creationId xmlns:a16="http://schemas.microsoft.com/office/drawing/2014/main" id="{B6BD6843-C83A-4D93-B47D-7F27B79C8592}"/>
                </a:ext>
              </a:extLst>
            </p:cNvPr>
            <p:cNvSpPr txBox="1"/>
            <p:nvPr/>
          </p:nvSpPr>
          <p:spPr>
            <a:xfrm>
              <a:off x="2669522" y="3586005"/>
              <a:ext cx="664211" cy="325448"/>
            </a:xfrm>
            <a:prstGeom prst="rect">
              <a:avLst/>
            </a:prstGeom>
            <a:noFill/>
          </p:spPr>
          <p:txBody>
            <a:bodyPr wrap="none" anchor="ctr" anchorCtr="0">
              <a:prstTxWarp prst="textPlain">
                <a:avLst/>
              </a:prstTxWarp>
              <a:normAutofit fontScale="25000" lnSpcReduction="20000"/>
            </a:bodyPr>
            <a:lstStyle/>
            <a:p>
              <a:pPr>
                <a:defRPr/>
              </a:pPr>
              <a:r>
                <a:rPr lang="en-US" sz="6000" kern="0" dirty="0">
                  <a:solidFill>
                    <a:prstClr val="white"/>
                  </a:solidFill>
                  <a:latin typeface="Impact" panose="020B0806030902050204" pitchFamily="34" charset="0"/>
                  <a:ea typeface="微软雅黑 Light"/>
                </a:rPr>
                <a:t>20%</a:t>
              </a:r>
            </a:p>
          </p:txBody>
        </p:sp>
        <p:sp>
          <p:nvSpPr>
            <p:cNvPr id="35" name="ValueText2">
              <a:extLst>
                <a:ext uri="{FF2B5EF4-FFF2-40B4-BE49-F238E27FC236}">
                  <a16:creationId xmlns:a16="http://schemas.microsoft.com/office/drawing/2014/main" id="{2201A532-7A3C-4AE9-8EC6-B366898CD500}"/>
                </a:ext>
              </a:extLst>
            </p:cNvPr>
            <p:cNvSpPr txBox="1"/>
            <p:nvPr/>
          </p:nvSpPr>
          <p:spPr>
            <a:xfrm>
              <a:off x="4814964" y="3584620"/>
              <a:ext cx="664211" cy="325448"/>
            </a:xfrm>
            <a:prstGeom prst="rect">
              <a:avLst/>
            </a:prstGeom>
            <a:noFill/>
          </p:spPr>
          <p:txBody>
            <a:bodyPr wrap="none" anchor="ctr" anchorCtr="0">
              <a:prstTxWarp prst="textPlain">
                <a:avLst/>
              </a:prstTxWarp>
              <a:normAutofit fontScale="25000" lnSpcReduction="20000"/>
            </a:bodyPr>
            <a:lstStyle/>
            <a:p>
              <a:pPr>
                <a:defRPr/>
              </a:pPr>
              <a:r>
                <a:rPr lang="en-US" sz="6000" kern="0" dirty="0">
                  <a:solidFill>
                    <a:prstClr val="white"/>
                  </a:solidFill>
                  <a:latin typeface="Impact" panose="020B0806030902050204" pitchFamily="34" charset="0"/>
                  <a:ea typeface="微软雅黑 Light"/>
                </a:rPr>
                <a:t>35%</a:t>
              </a:r>
            </a:p>
          </p:txBody>
        </p:sp>
        <p:sp>
          <p:nvSpPr>
            <p:cNvPr id="36" name="ValueText3">
              <a:extLst>
                <a:ext uri="{FF2B5EF4-FFF2-40B4-BE49-F238E27FC236}">
                  <a16:creationId xmlns:a16="http://schemas.microsoft.com/office/drawing/2014/main" id="{5012B51E-0D59-4E6D-84FF-5C7454258616}"/>
                </a:ext>
              </a:extLst>
            </p:cNvPr>
            <p:cNvSpPr txBox="1"/>
            <p:nvPr/>
          </p:nvSpPr>
          <p:spPr>
            <a:xfrm>
              <a:off x="6960406" y="3584620"/>
              <a:ext cx="664211" cy="325448"/>
            </a:xfrm>
            <a:prstGeom prst="rect">
              <a:avLst/>
            </a:prstGeom>
            <a:noFill/>
          </p:spPr>
          <p:txBody>
            <a:bodyPr wrap="none" anchor="ctr" anchorCtr="0">
              <a:prstTxWarp prst="textPlain">
                <a:avLst/>
              </a:prstTxWarp>
              <a:normAutofit fontScale="25000" lnSpcReduction="20000"/>
            </a:bodyPr>
            <a:lstStyle/>
            <a:p>
              <a:pPr>
                <a:defRPr/>
              </a:pPr>
              <a:r>
                <a:rPr lang="en-US" sz="6000" kern="0" dirty="0">
                  <a:solidFill>
                    <a:prstClr val="white"/>
                  </a:solidFill>
                  <a:latin typeface="Impact" panose="020B0806030902050204" pitchFamily="34" charset="0"/>
                  <a:ea typeface="微软雅黑 Light"/>
                </a:rPr>
                <a:t>58%</a:t>
              </a:r>
            </a:p>
          </p:txBody>
        </p:sp>
        <p:sp>
          <p:nvSpPr>
            <p:cNvPr id="37" name="ValueText4">
              <a:extLst>
                <a:ext uri="{FF2B5EF4-FFF2-40B4-BE49-F238E27FC236}">
                  <a16:creationId xmlns:a16="http://schemas.microsoft.com/office/drawing/2014/main" id="{443AB8F7-E504-4DC2-9547-65FAF27F6464}"/>
                </a:ext>
              </a:extLst>
            </p:cNvPr>
            <p:cNvSpPr txBox="1"/>
            <p:nvPr/>
          </p:nvSpPr>
          <p:spPr>
            <a:xfrm>
              <a:off x="9103445" y="3584620"/>
              <a:ext cx="664211" cy="325448"/>
            </a:xfrm>
            <a:prstGeom prst="rect">
              <a:avLst/>
            </a:prstGeom>
            <a:noFill/>
          </p:spPr>
          <p:txBody>
            <a:bodyPr wrap="none" anchor="ctr" anchorCtr="0">
              <a:prstTxWarp prst="textPlain">
                <a:avLst/>
              </a:prstTxWarp>
              <a:normAutofit fontScale="25000" lnSpcReduction="20000"/>
            </a:bodyPr>
            <a:lstStyle/>
            <a:p>
              <a:pPr>
                <a:defRPr/>
              </a:pPr>
              <a:r>
                <a:rPr lang="en-US" sz="6000" kern="0" dirty="0">
                  <a:solidFill>
                    <a:prstClr val="white"/>
                  </a:solidFill>
                  <a:latin typeface="Impact" panose="020B0806030902050204" pitchFamily="34" charset="0"/>
                  <a:ea typeface="微软雅黑 Light"/>
                </a:rPr>
                <a:t>79%</a:t>
              </a:r>
            </a:p>
          </p:txBody>
        </p:sp>
        <p:cxnSp>
          <p:nvCxnSpPr>
            <p:cNvPr id="38" name="line1">
              <a:extLst>
                <a:ext uri="{FF2B5EF4-FFF2-40B4-BE49-F238E27FC236}">
                  <a16:creationId xmlns:a16="http://schemas.microsoft.com/office/drawing/2014/main" id="{F7F5F0FA-2F9B-4DB8-80F2-DD7FACD73FC0}"/>
                </a:ext>
              </a:extLst>
            </p:cNvPr>
            <p:cNvCxnSpPr>
              <a:cxnSpLocks/>
            </p:cNvCxnSpPr>
            <p:nvPr/>
          </p:nvCxnSpPr>
          <p:spPr>
            <a:xfrm>
              <a:off x="1803359" y="4980450"/>
              <a:ext cx="922655" cy="0"/>
            </a:xfrm>
            <a:prstGeom prst="straightConnector1">
              <a:avLst/>
            </a:prstGeom>
            <a:noFill/>
            <a:ln w="98425" cap="rnd" cmpd="sng" algn="ctr">
              <a:solidFill>
                <a:srgbClr val="0C49B7"/>
              </a:solidFill>
              <a:prstDash val="solid"/>
              <a:round/>
              <a:tailEnd type="none"/>
            </a:ln>
            <a:effectLst/>
          </p:spPr>
        </p:cxnSp>
        <p:cxnSp>
          <p:nvCxnSpPr>
            <p:cNvPr id="43" name="line2">
              <a:extLst>
                <a:ext uri="{FF2B5EF4-FFF2-40B4-BE49-F238E27FC236}">
                  <a16:creationId xmlns:a16="http://schemas.microsoft.com/office/drawing/2014/main" id="{5B47FD80-2368-4AC6-B572-5B59D69C3401}"/>
                </a:ext>
              </a:extLst>
            </p:cNvPr>
            <p:cNvCxnSpPr>
              <a:cxnSpLocks/>
            </p:cNvCxnSpPr>
            <p:nvPr/>
          </p:nvCxnSpPr>
          <p:spPr>
            <a:xfrm>
              <a:off x="3333733" y="4980450"/>
              <a:ext cx="1585116" cy="0"/>
            </a:xfrm>
            <a:prstGeom prst="straightConnector1">
              <a:avLst/>
            </a:prstGeom>
            <a:noFill/>
            <a:ln w="98425" cap="rnd" cmpd="sng" algn="ctr">
              <a:solidFill>
                <a:srgbClr val="0C49B7"/>
              </a:solidFill>
              <a:prstDash val="solid"/>
              <a:round/>
              <a:tailEnd type="triangle"/>
            </a:ln>
            <a:effectLst/>
          </p:spPr>
        </p:cxnSp>
        <p:cxnSp>
          <p:nvCxnSpPr>
            <p:cNvPr id="44" name="line3">
              <a:extLst>
                <a:ext uri="{FF2B5EF4-FFF2-40B4-BE49-F238E27FC236}">
                  <a16:creationId xmlns:a16="http://schemas.microsoft.com/office/drawing/2014/main" id="{2B81404F-0EFD-4257-AC12-FF0D9BFFE02E}"/>
                </a:ext>
              </a:extLst>
            </p:cNvPr>
            <p:cNvCxnSpPr>
              <a:cxnSpLocks/>
            </p:cNvCxnSpPr>
            <p:nvPr/>
          </p:nvCxnSpPr>
          <p:spPr>
            <a:xfrm>
              <a:off x="5479175" y="4980450"/>
              <a:ext cx="1585116" cy="0"/>
            </a:xfrm>
            <a:prstGeom prst="straightConnector1">
              <a:avLst/>
            </a:prstGeom>
            <a:noFill/>
            <a:ln w="98425" cap="rnd" cmpd="sng" algn="ctr">
              <a:solidFill>
                <a:srgbClr val="0C49B7"/>
              </a:solidFill>
              <a:prstDash val="solid"/>
              <a:round/>
              <a:tailEnd type="triangle"/>
            </a:ln>
            <a:effectLst/>
          </p:spPr>
        </p:cxnSp>
        <p:cxnSp>
          <p:nvCxnSpPr>
            <p:cNvPr id="45" name="line4">
              <a:extLst>
                <a:ext uri="{FF2B5EF4-FFF2-40B4-BE49-F238E27FC236}">
                  <a16:creationId xmlns:a16="http://schemas.microsoft.com/office/drawing/2014/main" id="{D223C84C-6E4C-4052-9D06-634565C32693}"/>
                </a:ext>
              </a:extLst>
            </p:cNvPr>
            <p:cNvCxnSpPr>
              <a:cxnSpLocks/>
            </p:cNvCxnSpPr>
            <p:nvPr/>
          </p:nvCxnSpPr>
          <p:spPr>
            <a:xfrm>
              <a:off x="7622214" y="4980450"/>
              <a:ext cx="1585116" cy="0"/>
            </a:xfrm>
            <a:prstGeom prst="straightConnector1">
              <a:avLst/>
            </a:prstGeom>
            <a:noFill/>
            <a:ln w="98425" cap="rnd" cmpd="sng" algn="ctr">
              <a:solidFill>
                <a:srgbClr val="0C49B7"/>
              </a:solidFill>
              <a:prstDash val="solid"/>
              <a:round/>
              <a:tailEnd type="triangle"/>
            </a:ln>
            <a:effectLst/>
          </p:spPr>
        </p:cxnSp>
        <p:cxnSp>
          <p:nvCxnSpPr>
            <p:cNvPr id="46" name="line4">
              <a:extLst>
                <a:ext uri="{FF2B5EF4-FFF2-40B4-BE49-F238E27FC236}">
                  <a16:creationId xmlns:a16="http://schemas.microsoft.com/office/drawing/2014/main" id="{3940B38C-64B1-4E4D-8611-292B7BBA0A5A}"/>
                </a:ext>
              </a:extLst>
            </p:cNvPr>
            <p:cNvCxnSpPr>
              <a:cxnSpLocks/>
            </p:cNvCxnSpPr>
            <p:nvPr/>
          </p:nvCxnSpPr>
          <p:spPr>
            <a:xfrm flipH="1">
              <a:off x="9711168" y="4980450"/>
              <a:ext cx="922654" cy="0"/>
            </a:xfrm>
            <a:prstGeom prst="straightConnector1">
              <a:avLst/>
            </a:prstGeom>
            <a:noFill/>
            <a:ln w="98425" cap="rnd" cmpd="sng" algn="ctr">
              <a:solidFill>
                <a:srgbClr val="0C49B7"/>
              </a:solidFill>
              <a:prstDash val="solid"/>
              <a:round/>
              <a:tailEnd type="none"/>
            </a:ln>
            <a:effectLst/>
          </p:spPr>
        </p:cxnSp>
        <p:sp>
          <p:nvSpPr>
            <p:cNvPr id="47" name="CustomText">
              <a:extLst>
                <a:ext uri="{FF2B5EF4-FFF2-40B4-BE49-F238E27FC236}">
                  <a16:creationId xmlns:a16="http://schemas.microsoft.com/office/drawing/2014/main" id="{85F677C4-6FD1-42AA-8651-24EA60A4FA75}"/>
                </a:ext>
              </a:extLst>
            </p:cNvPr>
            <p:cNvSpPr/>
            <p:nvPr/>
          </p:nvSpPr>
          <p:spPr>
            <a:xfrm>
              <a:off x="4586648" y="5273879"/>
              <a:ext cx="1120842" cy="369325"/>
            </a:xfrm>
            <a:prstGeom prst="rect">
              <a:avLst/>
            </a:prstGeom>
          </p:spPr>
          <p:txBody>
            <a:bodyPr wrap="square">
              <a:spAutoFit/>
            </a:bodyPr>
            <a:lstStyle/>
            <a:p>
              <a:pPr>
                <a:defRPr/>
              </a:pPr>
              <a:r>
                <a:rPr lang="zh-CN" altLang="en-US" b="1" kern="0" dirty="0">
                  <a:solidFill>
                    <a:prstClr val="black">
                      <a:lumMod val="65000"/>
                      <a:lumOff val="35000"/>
                    </a:prstClr>
                  </a:solidFill>
                  <a:latin typeface="微软雅黑"/>
                  <a:ea typeface="微软雅黑"/>
                </a:rPr>
                <a:t>输入类别</a:t>
              </a:r>
              <a:endParaRPr lang="en-US" altLang="zh-CN" b="1" kern="0" dirty="0">
                <a:solidFill>
                  <a:prstClr val="black">
                    <a:lumMod val="65000"/>
                    <a:lumOff val="35000"/>
                  </a:prstClr>
                </a:solidFill>
                <a:latin typeface="微软雅黑"/>
                <a:ea typeface="微软雅黑"/>
              </a:endParaRPr>
            </a:p>
          </p:txBody>
        </p:sp>
        <p:sp>
          <p:nvSpPr>
            <p:cNvPr id="48" name="CustomText">
              <a:extLst>
                <a:ext uri="{FF2B5EF4-FFF2-40B4-BE49-F238E27FC236}">
                  <a16:creationId xmlns:a16="http://schemas.microsoft.com/office/drawing/2014/main" id="{8C54457D-DBFD-4B5C-8A38-03673AD1771B}"/>
                </a:ext>
              </a:extLst>
            </p:cNvPr>
            <p:cNvSpPr/>
            <p:nvPr/>
          </p:nvSpPr>
          <p:spPr>
            <a:xfrm>
              <a:off x="6732228" y="5273878"/>
              <a:ext cx="1120842" cy="369325"/>
            </a:xfrm>
            <a:prstGeom prst="rect">
              <a:avLst/>
            </a:prstGeom>
          </p:spPr>
          <p:txBody>
            <a:bodyPr wrap="square">
              <a:spAutoFit/>
            </a:bodyPr>
            <a:lstStyle/>
            <a:p>
              <a:pPr>
                <a:defRPr/>
              </a:pPr>
              <a:r>
                <a:rPr lang="zh-CN" altLang="en-US" b="1" kern="0" dirty="0">
                  <a:solidFill>
                    <a:prstClr val="black">
                      <a:lumMod val="65000"/>
                      <a:lumOff val="35000"/>
                    </a:prstClr>
                  </a:solidFill>
                  <a:latin typeface="微软雅黑"/>
                  <a:ea typeface="微软雅黑"/>
                </a:rPr>
                <a:t>输入类别</a:t>
              </a:r>
              <a:endParaRPr lang="en-US" altLang="zh-CN" b="1" kern="0" dirty="0">
                <a:solidFill>
                  <a:prstClr val="black">
                    <a:lumMod val="65000"/>
                    <a:lumOff val="35000"/>
                  </a:prstClr>
                </a:solidFill>
                <a:latin typeface="微软雅黑"/>
                <a:ea typeface="微软雅黑"/>
              </a:endParaRPr>
            </a:p>
          </p:txBody>
        </p:sp>
        <p:sp>
          <p:nvSpPr>
            <p:cNvPr id="49" name="CustomText">
              <a:extLst>
                <a:ext uri="{FF2B5EF4-FFF2-40B4-BE49-F238E27FC236}">
                  <a16:creationId xmlns:a16="http://schemas.microsoft.com/office/drawing/2014/main" id="{CB6DE71B-8FDA-4A76-99C7-4E405D3DFDFE}"/>
                </a:ext>
              </a:extLst>
            </p:cNvPr>
            <p:cNvSpPr/>
            <p:nvPr/>
          </p:nvSpPr>
          <p:spPr>
            <a:xfrm>
              <a:off x="8877808" y="5273877"/>
              <a:ext cx="1120842" cy="369325"/>
            </a:xfrm>
            <a:prstGeom prst="rect">
              <a:avLst/>
            </a:prstGeom>
          </p:spPr>
          <p:txBody>
            <a:bodyPr wrap="square">
              <a:spAutoFit/>
            </a:bodyPr>
            <a:lstStyle/>
            <a:p>
              <a:pPr>
                <a:defRPr/>
              </a:pPr>
              <a:r>
                <a:rPr lang="zh-CN" altLang="en-US" b="1" kern="0" dirty="0">
                  <a:solidFill>
                    <a:prstClr val="black">
                      <a:lumMod val="65000"/>
                      <a:lumOff val="35000"/>
                    </a:prstClr>
                  </a:solidFill>
                  <a:latin typeface="微软雅黑"/>
                  <a:ea typeface="微软雅黑"/>
                </a:rPr>
                <a:t>输入类别</a:t>
              </a:r>
              <a:endParaRPr lang="en-US" altLang="zh-CN" b="1" kern="0" dirty="0">
                <a:solidFill>
                  <a:prstClr val="black">
                    <a:lumMod val="65000"/>
                    <a:lumOff val="35000"/>
                  </a:prstClr>
                </a:solidFill>
                <a:latin typeface="微软雅黑"/>
                <a:ea typeface="微软雅黑"/>
              </a:endParaRPr>
            </a:p>
          </p:txBody>
        </p:sp>
      </p:grpSp>
    </p:spTree>
    <p:extLst>
      <p:ext uri="{BB962C8B-B14F-4D97-AF65-F5344CB8AC3E}">
        <p14:creationId xmlns:p14="http://schemas.microsoft.com/office/powerpoint/2010/main" val="2232330134"/>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grpSp>
        <p:nvGrpSpPr>
          <p:cNvPr id="16" name="组合 15">
            <a:extLst>
              <a:ext uri="{FF2B5EF4-FFF2-40B4-BE49-F238E27FC236}">
                <a16:creationId xmlns:a16="http://schemas.microsoft.com/office/drawing/2014/main" id="{B09C1817-6FD3-4CB6-8B5D-82FA20D02619}"/>
              </a:ext>
            </a:extLst>
          </p:cNvPr>
          <p:cNvGrpSpPr/>
          <p:nvPr/>
        </p:nvGrpSpPr>
        <p:grpSpPr>
          <a:xfrm>
            <a:off x="3634334" y="1543420"/>
            <a:ext cx="2557424" cy="907751"/>
            <a:chOff x="3666731" y="1984470"/>
            <a:chExt cx="2636520" cy="1447800"/>
          </a:xfrm>
        </p:grpSpPr>
        <p:sp>
          <p:nvSpPr>
            <p:cNvPr id="17" name="任意多边形 3">
              <a:extLst>
                <a:ext uri="{FF2B5EF4-FFF2-40B4-BE49-F238E27FC236}">
                  <a16:creationId xmlns:a16="http://schemas.microsoft.com/office/drawing/2014/main" id="{03CDD675-1B77-45AE-A91F-9CE06D5DE716}"/>
                </a:ext>
              </a:extLst>
            </p:cNvPr>
            <p:cNvSpPr/>
            <p:nvPr/>
          </p:nvSpPr>
          <p:spPr>
            <a:xfrm>
              <a:off x="3666731"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C49B7"/>
            </a:solidFill>
            <a:ln w="38100" cap="flat" cmpd="sng" algn="ctr">
              <a:noFill/>
              <a:prstDash val="solid"/>
            </a:ln>
            <a:effectLst/>
          </p:spPr>
          <p:txBody>
            <a:bodyPr rtlCol="0" anchor="ctr"/>
            <a:lstStyle/>
            <a:p>
              <a:pPr algn="ctr" defTabSz="1219170">
                <a:defRPr/>
              </a:pPr>
              <a:endParaRPr lang="zh-CN" altLang="en-US" sz="2533" b="1" kern="0" dirty="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sp>
          <p:nvSpPr>
            <p:cNvPr id="18" name="文本框 47">
              <a:extLst>
                <a:ext uri="{FF2B5EF4-FFF2-40B4-BE49-F238E27FC236}">
                  <a16:creationId xmlns:a16="http://schemas.microsoft.com/office/drawing/2014/main" id="{20394B14-994B-42C8-9F09-7E9E7274C329}"/>
                </a:ext>
              </a:extLst>
            </p:cNvPr>
            <p:cNvSpPr txBox="1"/>
            <p:nvPr/>
          </p:nvSpPr>
          <p:spPr>
            <a:xfrm>
              <a:off x="3971726" y="2389299"/>
              <a:ext cx="2230360" cy="638148"/>
            </a:xfrm>
            <a:prstGeom prst="rect">
              <a:avLst/>
            </a:prstGeom>
            <a:noFill/>
          </p:spPr>
          <p:txBody>
            <a:bodyPr wrap="square" rtlCol="0" anchor="ctr">
              <a:spAutoFit/>
            </a:bodyPr>
            <a:lstStyle/>
            <a:p>
              <a:pPr algn="ctr" defTabSz="1219170">
                <a:defRPr/>
              </a:pPr>
              <a:r>
                <a:rPr lang="zh-CN" altLang="en-US" sz="2000" b="1" kern="0" dirty="0">
                  <a:solidFill>
                    <a:prstClr val="white"/>
                  </a:solidFill>
                  <a:latin typeface="Arial" panose="020B0604020202020204" pitchFamily="34" charset="0"/>
                  <a:ea typeface="微软雅黑" panose="020B0503020204020204" pitchFamily="34" charset="-122"/>
                  <a:cs typeface="Arial" panose="020B0604020202020204" pitchFamily="34" charset="0"/>
                </a:rPr>
                <a:t>输入内容</a:t>
              </a:r>
              <a:endParaRPr lang="zh-CN" altLang="en-US" sz="2000" b="1" kern="0" baseline="-3000" dirty="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9" name="组合 18">
            <a:extLst>
              <a:ext uri="{FF2B5EF4-FFF2-40B4-BE49-F238E27FC236}">
                <a16:creationId xmlns:a16="http://schemas.microsoft.com/office/drawing/2014/main" id="{0B29C74C-4A6A-4678-B0D2-313AF18DEBD9}"/>
              </a:ext>
            </a:extLst>
          </p:cNvPr>
          <p:cNvGrpSpPr/>
          <p:nvPr/>
        </p:nvGrpSpPr>
        <p:grpSpPr>
          <a:xfrm>
            <a:off x="1496813" y="1543420"/>
            <a:ext cx="2557424" cy="907751"/>
            <a:chOff x="1436370" y="1984470"/>
            <a:chExt cx="2636520" cy="1447800"/>
          </a:xfrm>
        </p:grpSpPr>
        <p:sp>
          <p:nvSpPr>
            <p:cNvPr id="20" name="任意多边形 6">
              <a:extLst>
                <a:ext uri="{FF2B5EF4-FFF2-40B4-BE49-F238E27FC236}">
                  <a16:creationId xmlns:a16="http://schemas.microsoft.com/office/drawing/2014/main" id="{F4D08EEE-8A8B-4F60-A88F-5ED4FDD54B6C}"/>
                </a:ext>
              </a:extLst>
            </p:cNvPr>
            <p:cNvSpPr/>
            <p:nvPr/>
          </p:nvSpPr>
          <p:spPr>
            <a:xfrm>
              <a:off x="1436370"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C49B7"/>
            </a:solidFill>
            <a:ln w="38100" cap="flat" cmpd="sng" algn="ctr">
              <a:noFill/>
              <a:prstDash val="solid"/>
            </a:ln>
            <a:effectLst/>
          </p:spPr>
          <p:txBody>
            <a:bodyPr rtlCol="0" anchor="ctr"/>
            <a:lstStyle/>
            <a:p>
              <a:pPr algn="ctr" defTabSz="1219170">
                <a:defRPr/>
              </a:pPr>
              <a:endParaRPr lang="zh-CN" altLang="en-US" sz="2533" b="1" kern="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sp>
          <p:nvSpPr>
            <p:cNvPr id="21" name="文本框 50">
              <a:extLst>
                <a:ext uri="{FF2B5EF4-FFF2-40B4-BE49-F238E27FC236}">
                  <a16:creationId xmlns:a16="http://schemas.microsoft.com/office/drawing/2014/main" id="{D61B8B52-6101-4B86-8A4B-62AD0C1678C6}"/>
                </a:ext>
              </a:extLst>
            </p:cNvPr>
            <p:cNvSpPr txBox="1"/>
            <p:nvPr/>
          </p:nvSpPr>
          <p:spPr>
            <a:xfrm>
              <a:off x="1709209" y="2365162"/>
              <a:ext cx="2293960" cy="686417"/>
            </a:xfrm>
            <a:prstGeom prst="rect">
              <a:avLst/>
            </a:prstGeom>
            <a:noFill/>
          </p:spPr>
          <p:txBody>
            <a:bodyPr wrap="square" rtlCol="0" anchor="ctr">
              <a:spAutoFit/>
            </a:bodyPr>
            <a:lstStyle/>
            <a:p>
              <a:pPr algn="ctr" defTabSz="1219170">
                <a:lnSpc>
                  <a:spcPct val="120000"/>
                </a:lnSpc>
                <a:defRPr/>
              </a:pPr>
              <a:r>
                <a:rPr lang="zh-CN" altLang="en-US" sz="2000" b="1" kern="0" dirty="0">
                  <a:solidFill>
                    <a:prstClr val="white"/>
                  </a:solidFill>
                  <a:latin typeface="Arial" panose="020B0604020202020204" pitchFamily="34" charset="0"/>
                  <a:ea typeface="微软雅黑" panose="020B0503020204020204" pitchFamily="34" charset="-122"/>
                  <a:cs typeface="Arial" panose="020B0604020202020204" pitchFamily="34" charset="0"/>
                </a:rPr>
                <a:t>输入内容</a:t>
              </a:r>
              <a:endParaRPr lang="zh-CN" altLang="en-US" sz="2000" b="1" kern="0" baseline="-3000" dirty="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22" name="组合 21">
            <a:extLst>
              <a:ext uri="{FF2B5EF4-FFF2-40B4-BE49-F238E27FC236}">
                <a16:creationId xmlns:a16="http://schemas.microsoft.com/office/drawing/2014/main" id="{E8AE4669-B9E9-45D3-A197-84BB7578DD30}"/>
              </a:ext>
            </a:extLst>
          </p:cNvPr>
          <p:cNvGrpSpPr/>
          <p:nvPr/>
        </p:nvGrpSpPr>
        <p:grpSpPr>
          <a:xfrm>
            <a:off x="7909376" y="1543420"/>
            <a:ext cx="2557424" cy="907751"/>
            <a:chOff x="8127453" y="1984470"/>
            <a:chExt cx="2636520" cy="1447800"/>
          </a:xfrm>
        </p:grpSpPr>
        <p:sp>
          <p:nvSpPr>
            <p:cNvPr id="23" name="任意多边形 9">
              <a:extLst>
                <a:ext uri="{FF2B5EF4-FFF2-40B4-BE49-F238E27FC236}">
                  <a16:creationId xmlns:a16="http://schemas.microsoft.com/office/drawing/2014/main" id="{68FFD44B-2101-4578-A14E-4BD6C071C7AA}"/>
                </a:ext>
              </a:extLst>
            </p:cNvPr>
            <p:cNvSpPr/>
            <p:nvPr/>
          </p:nvSpPr>
          <p:spPr>
            <a:xfrm>
              <a:off x="8127453"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C49B7"/>
            </a:solidFill>
            <a:ln w="38100" cap="flat" cmpd="sng" algn="ctr">
              <a:noFill/>
              <a:prstDash val="solid"/>
            </a:ln>
            <a:effectLst/>
          </p:spPr>
          <p:txBody>
            <a:bodyPr rtlCol="0" anchor="ctr"/>
            <a:lstStyle/>
            <a:p>
              <a:pPr algn="ctr" defTabSz="1219170">
                <a:defRPr/>
              </a:pPr>
              <a:endParaRPr lang="zh-CN" altLang="en-US" sz="2533" b="1" kern="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sp>
          <p:nvSpPr>
            <p:cNvPr id="24" name="文本框 53">
              <a:extLst>
                <a:ext uri="{FF2B5EF4-FFF2-40B4-BE49-F238E27FC236}">
                  <a16:creationId xmlns:a16="http://schemas.microsoft.com/office/drawing/2014/main" id="{F41DB45F-D39B-4B2E-9EBA-C761A19D34CF}"/>
                </a:ext>
              </a:extLst>
            </p:cNvPr>
            <p:cNvSpPr txBox="1"/>
            <p:nvPr/>
          </p:nvSpPr>
          <p:spPr>
            <a:xfrm>
              <a:off x="8439016" y="2389299"/>
              <a:ext cx="2230360" cy="638148"/>
            </a:xfrm>
            <a:prstGeom prst="rect">
              <a:avLst/>
            </a:prstGeom>
            <a:noFill/>
          </p:spPr>
          <p:txBody>
            <a:bodyPr wrap="square" rtlCol="0" anchor="ctr">
              <a:spAutoFit/>
            </a:bodyPr>
            <a:lstStyle/>
            <a:p>
              <a:pPr algn="ctr" defTabSz="1219170">
                <a:defRPr/>
              </a:pPr>
              <a:r>
                <a:rPr lang="zh-CN" altLang="en-US" sz="2000" b="1" kern="0" dirty="0">
                  <a:solidFill>
                    <a:prstClr val="white"/>
                  </a:solidFill>
                  <a:latin typeface="Arial" panose="020B0604020202020204" pitchFamily="34" charset="0"/>
                  <a:ea typeface="微软雅黑" panose="020B0503020204020204" pitchFamily="34" charset="-122"/>
                  <a:cs typeface="Arial" panose="020B0604020202020204" pitchFamily="34" charset="0"/>
                </a:rPr>
                <a:t>输入内容</a:t>
              </a:r>
              <a:endParaRPr lang="zh-CN" altLang="en-US" sz="2000" b="1" kern="0" baseline="-3000" dirty="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25" name="组合 24">
            <a:extLst>
              <a:ext uri="{FF2B5EF4-FFF2-40B4-BE49-F238E27FC236}">
                <a16:creationId xmlns:a16="http://schemas.microsoft.com/office/drawing/2014/main" id="{1F336BC7-C733-4A38-915B-E76C2A3C3DB7}"/>
              </a:ext>
            </a:extLst>
          </p:cNvPr>
          <p:cNvGrpSpPr/>
          <p:nvPr/>
        </p:nvGrpSpPr>
        <p:grpSpPr>
          <a:xfrm>
            <a:off x="5771854" y="1543420"/>
            <a:ext cx="2557424" cy="907751"/>
            <a:chOff x="5897092" y="1984470"/>
            <a:chExt cx="2636520" cy="1447800"/>
          </a:xfrm>
        </p:grpSpPr>
        <p:sp>
          <p:nvSpPr>
            <p:cNvPr id="26" name="任意多边形 13">
              <a:extLst>
                <a:ext uri="{FF2B5EF4-FFF2-40B4-BE49-F238E27FC236}">
                  <a16:creationId xmlns:a16="http://schemas.microsoft.com/office/drawing/2014/main" id="{D16BE571-EBB7-4D84-A5D3-F4FDE3A5F0D5}"/>
                </a:ext>
              </a:extLst>
            </p:cNvPr>
            <p:cNvSpPr/>
            <p:nvPr/>
          </p:nvSpPr>
          <p:spPr>
            <a:xfrm>
              <a:off x="5897092" y="1984470"/>
              <a:ext cx="2636520" cy="1447800"/>
            </a:xfrm>
            <a:custGeom>
              <a:avLst/>
              <a:gdLst>
                <a:gd name="connsiteX0" fmla="*/ 0 w 2636520"/>
                <a:gd name="connsiteY0" fmla="*/ 0 h 1447800"/>
                <a:gd name="connsiteX1" fmla="*/ 2103122 w 2636520"/>
                <a:gd name="connsiteY1" fmla="*/ 0 h 1447800"/>
                <a:gd name="connsiteX2" fmla="*/ 2636520 w 2636520"/>
                <a:gd name="connsiteY2" fmla="*/ 723900 h 1447800"/>
                <a:gd name="connsiteX3" fmla="*/ 2103122 w 2636520"/>
                <a:gd name="connsiteY3" fmla="*/ 1447800 h 1447800"/>
                <a:gd name="connsiteX4" fmla="*/ 0 w 2636520"/>
                <a:gd name="connsiteY4" fmla="*/ 1447800 h 1447800"/>
                <a:gd name="connsiteX5" fmla="*/ 0 w 2636520"/>
                <a:gd name="connsiteY5" fmla="*/ 1442632 h 1447800"/>
                <a:gd name="connsiteX6" fmla="*/ 529590 w 2636520"/>
                <a:gd name="connsiteY6" fmla="*/ 723900 h 1447800"/>
                <a:gd name="connsiteX7" fmla="*/ 0 w 2636520"/>
                <a:gd name="connsiteY7" fmla="*/ 5168 h 144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36520" h="1447800">
                  <a:moveTo>
                    <a:pt x="0" y="0"/>
                  </a:moveTo>
                  <a:lnTo>
                    <a:pt x="2103122" y="0"/>
                  </a:lnTo>
                  <a:lnTo>
                    <a:pt x="2636520" y="723900"/>
                  </a:lnTo>
                  <a:lnTo>
                    <a:pt x="2103122" y="1447800"/>
                  </a:lnTo>
                  <a:lnTo>
                    <a:pt x="0" y="1447800"/>
                  </a:lnTo>
                  <a:lnTo>
                    <a:pt x="0" y="1442632"/>
                  </a:lnTo>
                  <a:lnTo>
                    <a:pt x="529590" y="723900"/>
                  </a:lnTo>
                  <a:lnTo>
                    <a:pt x="0" y="5168"/>
                  </a:lnTo>
                  <a:close/>
                </a:path>
              </a:pathLst>
            </a:custGeom>
            <a:solidFill>
              <a:srgbClr val="0C49B7"/>
            </a:solidFill>
            <a:ln w="38100" cap="flat" cmpd="sng" algn="ctr">
              <a:noFill/>
              <a:prstDash val="solid"/>
            </a:ln>
            <a:effectLst/>
          </p:spPr>
          <p:txBody>
            <a:bodyPr rtlCol="0" anchor="ctr"/>
            <a:lstStyle/>
            <a:p>
              <a:pPr algn="ctr" defTabSz="1219170">
                <a:defRPr/>
              </a:pPr>
              <a:endParaRPr lang="zh-CN" altLang="en-US" sz="2533" b="1" kern="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sp>
          <p:nvSpPr>
            <p:cNvPr id="27" name="文本框 56">
              <a:extLst>
                <a:ext uri="{FF2B5EF4-FFF2-40B4-BE49-F238E27FC236}">
                  <a16:creationId xmlns:a16="http://schemas.microsoft.com/office/drawing/2014/main" id="{6AA642CC-BDB0-4AAC-AD55-EDFBD2C7FB0A}"/>
                </a:ext>
              </a:extLst>
            </p:cNvPr>
            <p:cNvSpPr txBox="1"/>
            <p:nvPr/>
          </p:nvSpPr>
          <p:spPr>
            <a:xfrm>
              <a:off x="6227711" y="2365167"/>
              <a:ext cx="2205655" cy="686417"/>
            </a:xfrm>
            <a:prstGeom prst="rect">
              <a:avLst/>
            </a:prstGeom>
            <a:noFill/>
          </p:spPr>
          <p:txBody>
            <a:bodyPr wrap="square" rtlCol="0" anchor="ctr">
              <a:spAutoFit/>
            </a:bodyPr>
            <a:lstStyle/>
            <a:p>
              <a:pPr algn="ctr" defTabSz="1219170">
                <a:lnSpc>
                  <a:spcPct val="120000"/>
                </a:lnSpc>
                <a:defRPr/>
              </a:pPr>
              <a:r>
                <a:rPr lang="zh-CN" altLang="en-US" sz="2000" b="1" kern="0" dirty="0">
                  <a:solidFill>
                    <a:prstClr val="white"/>
                  </a:solidFill>
                  <a:latin typeface="Arial" panose="020B0604020202020204" pitchFamily="34" charset="0"/>
                  <a:ea typeface="微软雅黑" panose="020B0503020204020204" pitchFamily="34" charset="-122"/>
                  <a:cs typeface="Arial" panose="020B0604020202020204" pitchFamily="34" charset="0"/>
                </a:rPr>
                <a:t>输入内容</a:t>
              </a:r>
              <a:endParaRPr lang="zh-CN" altLang="en-US" sz="2000" b="1" kern="0" baseline="-3000" dirty="0">
                <a:solidFill>
                  <a:prstClr val="white"/>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28" name="矩形 47">
            <a:extLst>
              <a:ext uri="{FF2B5EF4-FFF2-40B4-BE49-F238E27FC236}">
                <a16:creationId xmlns:a16="http://schemas.microsoft.com/office/drawing/2014/main" id="{8FAE3190-FFA9-4B86-9E73-5AF16A16FDC9}"/>
              </a:ext>
            </a:extLst>
          </p:cNvPr>
          <p:cNvSpPr>
            <a:spLocks noChangeArrowheads="1"/>
          </p:cNvSpPr>
          <p:nvPr/>
        </p:nvSpPr>
        <p:spPr bwMode="auto">
          <a:xfrm>
            <a:off x="1217297" y="4868248"/>
            <a:ext cx="9385451" cy="882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ctr" defTabSz="1219170" eaLnBrk="1" fontAlgn="auto" latinLnBrk="0" hangingPunct="1">
              <a:lnSpc>
                <a:spcPct val="120000"/>
              </a:lnSpc>
              <a:spcBef>
                <a:spcPct val="0"/>
              </a:spcBef>
              <a:spcAft>
                <a:spcPts val="0"/>
              </a:spcAft>
              <a:buClrTx/>
              <a:buSzTx/>
              <a:buFont typeface="Arial" charset="0"/>
              <a:buNone/>
              <a:tabLst/>
              <a:defRPr/>
            </a:pPr>
            <a:r>
              <a:rPr kumimoji="0" lang="zh-CN" altLang="en-US" sz="1467"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本图表的综合描述说明，在此录入本图表的综合描述说明，在此录入本图表的综合描述说明。在此录入本图表的综合描述说明，在此录入本图表的综合描述说明，在此录入上述图表的综合描述说明，在此录入上述图表的综合描述说明，在此录入上述图表的综合描述说明。</a:t>
            </a:r>
          </a:p>
        </p:txBody>
      </p:sp>
      <p:sp>
        <p:nvSpPr>
          <p:cNvPr id="29" name="矩形 28">
            <a:extLst>
              <a:ext uri="{FF2B5EF4-FFF2-40B4-BE49-F238E27FC236}">
                <a16:creationId xmlns:a16="http://schemas.microsoft.com/office/drawing/2014/main" id="{EFB42C0E-1708-4026-AA11-67263D7A7A4A}"/>
              </a:ext>
            </a:extLst>
          </p:cNvPr>
          <p:cNvSpPr/>
          <p:nvPr/>
        </p:nvSpPr>
        <p:spPr>
          <a:xfrm>
            <a:off x="2034061" y="2729171"/>
            <a:ext cx="1345222" cy="441203"/>
          </a:xfrm>
          <a:prstGeom prst="rect">
            <a:avLst/>
          </a:prstGeom>
        </p:spPr>
        <p:txBody>
          <a:bodyPr wrap="none" lIns="91431" tIns="45716" rIns="91431" bIns="45716">
            <a:spAutoFit/>
          </a:bodyPr>
          <a:lstStyle/>
          <a:p>
            <a:pPr algn="ctr" defTabSz="1219170"/>
            <a:r>
              <a:rPr lang="zh-CN" altLang="en-US" sz="2267" b="1" dirty="0">
                <a:solidFill>
                  <a:prstClr val="black">
                    <a:lumMod val="75000"/>
                    <a:lumOff val="25000"/>
                  </a:prstClr>
                </a:solidFill>
                <a:latin typeface="微软雅黑" pitchFamily="34" charset="-122"/>
                <a:ea typeface="微软雅黑" pitchFamily="34" charset="-122"/>
              </a:rPr>
              <a:t>添加标题</a:t>
            </a:r>
            <a:endParaRPr lang="en-US" altLang="zh-CN" sz="2267" b="1" dirty="0">
              <a:solidFill>
                <a:prstClr val="black">
                  <a:lumMod val="75000"/>
                  <a:lumOff val="25000"/>
                </a:prstClr>
              </a:solidFill>
              <a:latin typeface="微软雅黑" pitchFamily="34" charset="-122"/>
              <a:ea typeface="微软雅黑" pitchFamily="34" charset="-122"/>
            </a:endParaRPr>
          </a:p>
        </p:txBody>
      </p:sp>
      <p:sp>
        <p:nvSpPr>
          <p:cNvPr id="30" name="矩形 47">
            <a:extLst>
              <a:ext uri="{FF2B5EF4-FFF2-40B4-BE49-F238E27FC236}">
                <a16:creationId xmlns:a16="http://schemas.microsoft.com/office/drawing/2014/main" id="{F9C23B48-2A0D-493F-A1CD-4D20AE79EBD0}"/>
              </a:ext>
            </a:extLst>
          </p:cNvPr>
          <p:cNvSpPr>
            <a:spLocks noChangeArrowheads="1"/>
          </p:cNvSpPr>
          <p:nvPr/>
        </p:nvSpPr>
        <p:spPr bwMode="auto">
          <a:xfrm>
            <a:off x="1755703" y="3208292"/>
            <a:ext cx="1907885" cy="142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ctr" defTabSz="1219170" eaLnBrk="1" fontAlgn="auto" latinLnBrk="0" hangingPunct="1">
              <a:lnSpc>
                <a:spcPct val="120000"/>
              </a:lnSpc>
              <a:spcBef>
                <a:spcPct val="0"/>
              </a:spcBef>
              <a:spcAft>
                <a:spcPts val="0"/>
              </a:spcAft>
              <a:buClrTx/>
              <a:buSzTx/>
              <a:buFont typeface="Arial" charset="0"/>
              <a:buNone/>
              <a:tabLst/>
              <a:defRPr/>
            </a:pPr>
            <a:r>
              <a:rPr kumimoji="0" lang="zh-CN" altLang="en-US" sz="1467"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在此录入上述图表的描述说明，在此录入上述图表的描述说明，在此录入上述图表的描述说明。</a:t>
            </a:r>
          </a:p>
        </p:txBody>
      </p:sp>
      <p:sp>
        <p:nvSpPr>
          <p:cNvPr id="31" name="矩形 30">
            <a:extLst>
              <a:ext uri="{FF2B5EF4-FFF2-40B4-BE49-F238E27FC236}">
                <a16:creationId xmlns:a16="http://schemas.microsoft.com/office/drawing/2014/main" id="{A035FB05-2520-4B24-8BFD-25542816643C}"/>
              </a:ext>
            </a:extLst>
          </p:cNvPr>
          <p:cNvSpPr/>
          <p:nvPr/>
        </p:nvSpPr>
        <p:spPr>
          <a:xfrm>
            <a:off x="4201366" y="2729171"/>
            <a:ext cx="1345222" cy="441203"/>
          </a:xfrm>
          <a:prstGeom prst="rect">
            <a:avLst/>
          </a:prstGeom>
        </p:spPr>
        <p:txBody>
          <a:bodyPr wrap="none" lIns="91431" tIns="45716" rIns="91431" bIns="45716">
            <a:spAutoFit/>
          </a:bodyPr>
          <a:lstStyle/>
          <a:p>
            <a:pPr algn="ctr" defTabSz="1219170"/>
            <a:r>
              <a:rPr lang="zh-CN" altLang="en-US" sz="2267" b="1" dirty="0">
                <a:solidFill>
                  <a:prstClr val="black">
                    <a:lumMod val="75000"/>
                    <a:lumOff val="25000"/>
                  </a:prstClr>
                </a:solidFill>
                <a:latin typeface="微软雅黑" pitchFamily="34" charset="-122"/>
                <a:ea typeface="微软雅黑" pitchFamily="34" charset="-122"/>
              </a:rPr>
              <a:t>添加标题</a:t>
            </a:r>
            <a:endParaRPr lang="en-US" altLang="zh-CN" sz="2267" b="1" dirty="0">
              <a:solidFill>
                <a:prstClr val="black">
                  <a:lumMod val="75000"/>
                  <a:lumOff val="25000"/>
                </a:prstClr>
              </a:solidFill>
              <a:latin typeface="微软雅黑" pitchFamily="34" charset="-122"/>
              <a:ea typeface="微软雅黑" pitchFamily="34" charset="-122"/>
            </a:endParaRPr>
          </a:p>
        </p:txBody>
      </p:sp>
      <p:sp>
        <p:nvSpPr>
          <p:cNvPr id="32" name="矩形 47">
            <a:extLst>
              <a:ext uri="{FF2B5EF4-FFF2-40B4-BE49-F238E27FC236}">
                <a16:creationId xmlns:a16="http://schemas.microsoft.com/office/drawing/2014/main" id="{C9E443DA-7FD5-4E33-9D8E-D9A4714BCBED}"/>
              </a:ext>
            </a:extLst>
          </p:cNvPr>
          <p:cNvSpPr>
            <a:spLocks noChangeArrowheads="1"/>
          </p:cNvSpPr>
          <p:nvPr/>
        </p:nvSpPr>
        <p:spPr bwMode="auto">
          <a:xfrm>
            <a:off x="3965679" y="3208292"/>
            <a:ext cx="1875361" cy="142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ctr" defTabSz="1219170" eaLnBrk="1" fontAlgn="auto" latinLnBrk="0" hangingPunct="1">
              <a:lnSpc>
                <a:spcPct val="120000"/>
              </a:lnSpc>
              <a:spcBef>
                <a:spcPct val="0"/>
              </a:spcBef>
              <a:spcAft>
                <a:spcPts val="0"/>
              </a:spcAft>
              <a:buClrTx/>
              <a:buSzTx/>
              <a:buFont typeface="Arial" charset="0"/>
              <a:buNone/>
              <a:tabLst/>
              <a:defRPr/>
            </a:pPr>
            <a:r>
              <a:rPr kumimoji="0" lang="zh-CN" altLang="en-US" sz="1467"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在此录入上述图表的描述说明，在此录入上述图表的描述说明，在此录入上述图表的描述说明。</a:t>
            </a:r>
          </a:p>
        </p:txBody>
      </p:sp>
      <p:sp>
        <p:nvSpPr>
          <p:cNvPr id="33" name="矩形 32">
            <a:extLst>
              <a:ext uri="{FF2B5EF4-FFF2-40B4-BE49-F238E27FC236}">
                <a16:creationId xmlns:a16="http://schemas.microsoft.com/office/drawing/2014/main" id="{7D628B34-D111-46E2-8BF8-0C7E2309D007}"/>
              </a:ext>
            </a:extLst>
          </p:cNvPr>
          <p:cNvSpPr/>
          <p:nvPr/>
        </p:nvSpPr>
        <p:spPr>
          <a:xfrm>
            <a:off x="6368671" y="2729171"/>
            <a:ext cx="1345222" cy="441203"/>
          </a:xfrm>
          <a:prstGeom prst="rect">
            <a:avLst/>
          </a:prstGeom>
        </p:spPr>
        <p:txBody>
          <a:bodyPr wrap="none" lIns="91431" tIns="45716" rIns="91431" bIns="45716">
            <a:spAutoFit/>
          </a:bodyPr>
          <a:lstStyle/>
          <a:p>
            <a:pPr algn="ctr" defTabSz="1219170"/>
            <a:r>
              <a:rPr lang="zh-CN" altLang="en-US" sz="2267" b="1" dirty="0">
                <a:solidFill>
                  <a:prstClr val="black">
                    <a:lumMod val="75000"/>
                    <a:lumOff val="25000"/>
                  </a:prstClr>
                </a:solidFill>
                <a:latin typeface="微软雅黑" pitchFamily="34" charset="-122"/>
                <a:ea typeface="微软雅黑" pitchFamily="34" charset="-122"/>
              </a:rPr>
              <a:t>添加标题</a:t>
            </a:r>
            <a:endParaRPr lang="en-US" altLang="zh-CN" sz="2267" b="1" dirty="0">
              <a:solidFill>
                <a:prstClr val="black">
                  <a:lumMod val="75000"/>
                  <a:lumOff val="25000"/>
                </a:prstClr>
              </a:solidFill>
              <a:latin typeface="微软雅黑" pitchFamily="34" charset="-122"/>
              <a:ea typeface="微软雅黑" pitchFamily="34" charset="-122"/>
            </a:endParaRPr>
          </a:p>
        </p:txBody>
      </p:sp>
      <p:sp>
        <p:nvSpPr>
          <p:cNvPr id="34" name="矩形 47">
            <a:extLst>
              <a:ext uri="{FF2B5EF4-FFF2-40B4-BE49-F238E27FC236}">
                <a16:creationId xmlns:a16="http://schemas.microsoft.com/office/drawing/2014/main" id="{2ECFEB68-1139-4302-BFF4-63626DFB7230}"/>
              </a:ext>
            </a:extLst>
          </p:cNvPr>
          <p:cNvSpPr>
            <a:spLocks noChangeArrowheads="1"/>
          </p:cNvSpPr>
          <p:nvPr/>
        </p:nvSpPr>
        <p:spPr bwMode="auto">
          <a:xfrm>
            <a:off x="6143131" y="3208292"/>
            <a:ext cx="1892607" cy="142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ctr" defTabSz="1219170" eaLnBrk="1" fontAlgn="auto" latinLnBrk="0" hangingPunct="1">
              <a:lnSpc>
                <a:spcPct val="120000"/>
              </a:lnSpc>
              <a:spcBef>
                <a:spcPct val="0"/>
              </a:spcBef>
              <a:spcAft>
                <a:spcPts val="0"/>
              </a:spcAft>
              <a:buClrTx/>
              <a:buSzTx/>
              <a:buFont typeface="Arial" charset="0"/>
              <a:buNone/>
              <a:tabLst/>
              <a:defRPr/>
            </a:pPr>
            <a:r>
              <a:rPr kumimoji="0" lang="zh-CN" altLang="en-US" sz="1467"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在此录入上述图表的描述说明，在此录入上述图表的描述说明，在此录入上述图表的描述说明。</a:t>
            </a:r>
          </a:p>
        </p:txBody>
      </p:sp>
      <p:sp>
        <p:nvSpPr>
          <p:cNvPr id="35" name="矩形 34">
            <a:extLst>
              <a:ext uri="{FF2B5EF4-FFF2-40B4-BE49-F238E27FC236}">
                <a16:creationId xmlns:a16="http://schemas.microsoft.com/office/drawing/2014/main" id="{5A7A176E-53FC-47EF-89A8-A3C6A97E95CF}"/>
              </a:ext>
            </a:extLst>
          </p:cNvPr>
          <p:cNvSpPr/>
          <p:nvPr/>
        </p:nvSpPr>
        <p:spPr>
          <a:xfrm>
            <a:off x="8535975" y="2729171"/>
            <a:ext cx="1345222" cy="441203"/>
          </a:xfrm>
          <a:prstGeom prst="rect">
            <a:avLst/>
          </a:prstGeom>
        </p:spPr>
        <p:txBody>
          <a:bodyPr wrap="none" lIns="91431" tIns="45716" rIns="91431" bIns="45716">
            <a:spAutoFit/>
          </a:bodyPr>
          <a:lstStyle/>
          <a:p>
            <a:pPr algn="ctr" defTabSz="1219170"/>
            <a:r>
              <a:rPr lang="zh-CN" altLang="en-US" sz="2267" b="1" dirty="0">
                <a:solidFill>
                  <a:prstClr val="black">
                    <a:lumMod val="75000"/>
                    <a:lumOff val="25000"/>
                  </a:prstClr>
                </a:solidFill>
                <a:latin typeface="微软雅黑" pitchFamily="34" charset="-122"/>
                <a:ea typeface="微软雅黑" pitchFamily="34" charset="-122"/>
              </a:rPr>
              <a:t>添加标题</a:t>
            </a:r>
            <a:endParaRPr lang="en-US" altLang="zh-CN" sz="2267" b="1" dirty="0">
              <a:solidFill>
                <a:prstClr val="black">
                  <a:lumMod val="75000"/>
                  <a:lumOff val="25000"/>
                </a:prstClr>
              </a:solidFill>
              <a:latin typeface="微软雅黑" pitchFamily="34" charset="-122"/>
              <a:ea typeface="微软雅黑" pitchFamily="34" charset="-122"/>
            </a:endParaRPr>
          </a:p>
        </p:txBody>
      </p:sp>
      <p:sp>
        <p:nvSpPr>
          <p:cNvPr id="36" name="矩形 47">
            <a:extLst>
              <a:ext uri="{FF2B5EF4-FFF2-40B4-BE49-F238E27FC236}">
                <a16:creationId xmlns:a16="http://schemas.microsoft.com/office/drawing/2014/main" id="{0D2EC2E2-7C03-45D5-9308-EDF008711B4F}"/>
              </a:ext>
            </a:extLst>
          </p:cNvPr>
          <p:cNvSpPr>
            <a:spLocks noChangeArrowheads="1"/>
          </p:cNvSpPr>
          <p:nvPr/>
        </p:nvSpPr>
        <p:spPr bwMode="auto">
          <a:xfrm>
            <a:off x="8337830" y="3208292"/>
            <a:ext cx="1874993" cy="1423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marL="0" marR="0" lvl="0" indent="0" algn="ctr" defTabSz="1219170" eaLnBrk="1" fontAlgn="auto" latinLnBrk="0" hangingPunct="1">
              <a:lnSpc>
                <a:spcPct val="120000"/>
              </a:lnSpc>
              <a:spcBef>
                <a:spcPct val="0"/>
              </a:spcBef>
              <a:spcAft>
                <a:spcPts val="0"/>
              </a:spcAft>
              <a:buClrTx/>
              <a:buSzTx/>
              <a:buFont typeface="Arial" charset="0"/>
              <a:buNone/>
              <a:tabLst/>
              <a:defRPr/>
            </a:pPr>
            <a:r>
              <a:rPr kumimoji="0" lang="zh-CN" altLang="en-US" sz="1467" b="0" i="0" u="none" strike="noStrike" kern="0" cap="none" spc="0" normalizeH="0" baseline="0" noProof="0" dirty="0">
                <a:ln>
                  <a:noFill/>
                </a:ln>
                <a:solidFill>
                  <a:prstClr val="black">
                    <a:lumMod val="75000"/>
                    <a:lumOff val="25000"/>
                  </a:prstClr>
                </a:solidFill>
                <a:effectLst/>
                <a:uLnTx/>
                <a:uFillTx/>
                <a:latin typeface="微软雅黑" pitchFamily="34" charset="-122"/>
                <a:ea typeface="微软雅黑" pitchFamily="34" charset="-122"/>
                <a:sym typeface="微软雅黑" pitchFamily="34" charset="-122"/>
              </a:rPr>
              <a:t>在此录入上述图表的描述说明，在此录入上述图表的描述说明，在此录入上述图表的描述说明。</a:t>
            </a:r>
          </a:p>
        </p:txBody>
      </p:sp>
      <p:cxnSp>
        <p:nvCxnSpPr>
          <p:cNvPr id="37" name="直接连接符 8">
            <a:extLst>
              <a:ext uri="{FF2B5EF4-FFF2-40B4-BE49-F238E27FC236}">
                <a16:creationId xmlns:a16="http://schemas.microsoft.com/office/drawing/2014/main" id="{BE38E7DF-863C-4B00-9FA7-B215D0123898}"/>
              </a:ext>
            </a:extLst>
          </p:cNvPr>
          <p:cNvCxnSpPr/>
          <p:nvPr/>
        </p:nvCxnSpPr>
        <p:spPr>
          <a:xfrm>
            <a:off x="1230072" y="4745903"/>
            <a:ext cx="9359900" cy="0"/>
          </a:xfrm>
          <a:prstGeom prst="line">
            <a:avLst/>
          </a:prstGeom>
          <a:noFill/>
          <a:ln w="9525" cap="flat" cmpd="sng" algn="ctr">
            <a:solidFill>
              <a:sysClr val="windowText" lastClr="000000">
                <a:lumMod val="75000"/>
                <a:lumOff val="25000"/>
              </a:sysClr>
            </a:solidFill>
            <a:prstDash val="solid"/>
          </a:ln>
          <a:effectLst/>
        </p:spPr>
      </p:cxnSp>
    </p:spTree>
    <p:extLst>
      <p:ext uri="{BB962C8B-B14F-4D97-AF65-F5344CB8AC3E}">
        <p14:creationId xmlns:p14="http://schemas.microsoft.com/office/powerpoint/2010/main" val="2826081521"/>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ïšļide">
            <a:extLst>
              <a:ext uri="{FF2B5EF4-FFF2-40B4-BE49-F238E27FC236}">
                <a16:creationId xmlns:a16="http://schemas.microsoft.com/office/drawing/2014/main" id="{C3F9AC9E-452D-4DCA-BF5F-38597F50A730}"/>
              </a:ext>
            </a:extLst>
          </p:cNvPr>
          <p:cNvSpPr/>
          <p:nvPr/>
        </p:nvSpPr>
        <p:spPr>
          <a:xfrm>
            <a:off x="4137959" y="1512808"/>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a:ea typeface="微软雅黑 Light"/>
            </a:endParaRPr>
          </a:p>
        </p:txBody>
      </p:sp>
      <p:sp>
        <p:nvSpPr>
          <p:cNvPr id="17" name="ïšḷîḓe">
            <a:extLst>
              <a:ext uri="{FF2B5EF4-FFF2-40B4-BE49-F238E27FC236}">
                <a16:creationId xmlns:a16="http://schemas.microsoft.com/office/drawing/2014/main" id="{1A432E9C-1DC9-43B7-BAF5-016B2EAAE9BD}"/>
              </a:ext>
            </a:extLst>
          </p:cNvPr>
          <p:cNvSpPr/>
          <p:nvPr/>
        </p:nvSpPr>
        <p:spPr>
          <a:xfrm>
            <a:off x="4267180" y="1646446"/>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01</a:t>
            </a:r>
            <a:endParaRPr lang="zh-CN" altLang="en-US" sz="2000" b="1" kern="0" dirty="0">
              <a:solidFill>
                <a:prstClr val="white"/>
              </a:solidFill>
              <a:latin typeface="Arial"/>
              <a:ea typeface="微软雅黑 Light"/>
            </a:endParaRPr>
          </a:p>
        </p:txBody>
      </p:sp>
      <p:sp>
        <p:nvSpPr>
          <p:cNvPr id="18" name="ïŝḷiḑê">
            <a:extLst>
              <a:ext uri="{FF2B5EF4-FFF2-40B4-BE49-F238E27FC236}">
                <a16:creationId xmlns:a16="http://schemas.microsoft.com/office/drawing/2014/main" id="{9132A65F-96D8-4CF7-9316-FB04F67A9987}"/>
              </a:ext>
            </a:extLst>
          </p:cNvPr>
          <p:cNvSpPr/>
          <p:nvPr/>
        </p:nvSpPr>
        <p:spPr>
          <a:xfrm rot="10800000">
            <a:off x="5263667" y="1713445"/>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endParaRPr sz="2000" kern="0" dirty="0">
              <a:solidFill>
                <a:prstClr val="white"/>
              </a:solidFill>
              <a:latin typeface="Arial"/>
              <a:ea typeface="微软雅黑 Light"/>
            </a:endParaRPr>
          </a:p>
        </p:txBody>
      </p:sp>
      <p:sp>
        <p:nvSpPr>
          <p:cNvPr id="19" name="íṩļïďê">
            <a:extLst>
              <a:ext uri="{FF2B5EF4-FFF2-40B4-BE49-F238E27FC236}">
                <a16:creationId xmlns:a16="http://schemas.microsoft.com/office/drawing/2014/main" id="{69232363-FAC5-41BB-A9BB-D3E9A0BC1A8E}"/>
              </a:ext>
            </a:extLst>
          </p:cNvPr>
          <p:cNvSpPr/>
          <p:nvPr/>
        </p:nvSpPr>
        <p:spPr>
          <a:xfrm>
            <a:off x="7078476" y="1838430"/>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02</a:t>
            </a:r>
            <a:endParaRPr lang="zh-CN" altLang="en-US" sz="2000" b="1" kern="0" dirty="0">
              <a:solidFill>
                <a:prstClr val="white"/>
              </a:solidFill>
              <a:latin typeface="Arial"/>
              <a:ea typeface="微软雅黑 Light"/>
            </a:endParaRPr>
          </a:p>
        </p:txBody>
      </p:sp>
      <p:sp>
        <p:nvSpPr>
          <p:cNvPr id="20" name="ïsḷïḋê">
            <a:extLst>
              <a:ext uri="{FF2B5EF4-FFF2-40B4-BE49-F238E27FC236}">
                <a16:creationId xmlns:a16="http://schemas.microsoft.com/office/drawing/2014/main" id="{B1AC182A-5937-4599-936F-6759CE8D495B}"/>
              </a:ext>
            </a:extLst>
          </p:cNvPr>
          <p:cNvSpPr/>
          <p:nvPr/>
        </p:nvSpPr>
        <p:spPr>
          <a:xfrm>
            <a:off x="4137959" y="2985747"/>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a:ea typeface="微软雅黑 Light"/>
            </a:endParaRPr>
          </a:p>
        </p:txBody>
      </p:sp>
      <p:sp>
        <p:nvSpPr>
          <p:cNvPr id="21" name="í$ḻíḓê">
            <a:extLst>
              <a:ext uri="{FF2B5EF4-FFF2-40B4-BE49-F238E27FC236}">
                <a16:creationId xmlns:a16="http://schemas.microsoft.com/office/drawing/2014/main" id="{05D66E5C-95AD-4DFF-80BA-F745E7BC1040}"/>
              </a:ext>
            </a:extLst>
          </p:cNvPr>
          <p:cNvSpPr/>
          <p:nvPr/>
        </p:nvSpPr>
        <p:spPr>
          <a:xfrm>
            <a:off x="4267180" y="3119385"/>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03</a:t>
            </a:r>
            <a:endParaRPr lang="zh-CN" altLang="en-US" sz="2000" b="1" kern="0" dirty="0">
              <a:solidFill>
                <a:prstClr val="white"/>
              </a:solidFill>
              <a:latin typeface="Arial"/>
              <a:ea typeface="微软雅黑 Light"/>
            </a:endParaRPr>
          </a:p>
        </p:txBody>
      </p:sp>
      <p:sp>
        <p:nvSpPr>
          <p:cNvPr id="22" name="ïŝ1íḍé">
            <a:extLst>
              <a:ext uri="{FF2B5EF4-FFF2-40B4-BE49-F238E27FC236}">
                <a16:creationId xmlns:a16="http://schemas.microsoft.com/office/drawing/2014/main" id="{D227B8EF-CF58-48FB-A9CA-23A72FA3BC9F}"/>
              </a:ext>
            </a:extLst>
          </p:cNvPr>
          <p:cNvSpPr/>
          <p:nvPr/>
        </p:nvSpPr>
        <p:spPr>
          <a:xfrm rot="10800000">
            <a:off x="5263667" y="3186384"/>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endParaRPr sz="2000" kern="0" dirty="0">
              <a:solidFill>
                <a:prstClr val="white"/>
              </a:solidFill>
              <a:latin typeface="Arial"/>
              <a:ea typeface="微软雅黑 Light"/>
            </a:endParaRPr>
          </a:p>
        </p:txBody>
      </p:sp>
      <p:sp>
        <p:nvSpPr>
          <p:cNvPr id="23" name="ïśľiďê">
            <a:extLst>
              <a:ext uri="{FF2B5EF4-FFF2-40B4-BE49-F238E27FC236}">
                <a16:creationId xmlns:a16="http://schemas.microsoft.com/office/drawing/2014/main" id="{A69A6516-A72B-4D31-A244-92BA2790A859}"/>
              </a:ext>
            </a:extLst>
          </p:cNvPr>
          <p:cNvSpPr/>
          <p:nvPr/>
        </p:nvSpPr>
        <p:spPr>
          <a:xfrm>
            <a:off x="7078476" y="3311369"/>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04</a:t>
            </a:r>
            <a:endParaRPr lang="zh-CN" altLang="en-US" sz="2000" b="1" kern="0" dirty="0">
              <a:solidFill>
                <a:prstClr val="white"/>
              </a:solidFill>
              <a:latin typeface="Arial"/>
              <a:ea typeface="微软雅黑 Light"/>
            </a:endParaRPr>
          </a:p>
        </p:txBody>
      </p:sp>
      <p:sp>
        <p:nvSpPr>
          <p:cNvPr id="24" name="iṩḻîďè">
            <a:extLst>
              <a:ext uri="{FF2B5EF4-FFF2-40B4-BE49-F238E27FC236}">
                <a16:creationId xmlns:a16="http://schemas.microsoft.com/office/drawing/2014/main" id="{CACBEB9C-09D1-4918-9D78-4565C065EA22}"/>
              </a:ext>
            </a:extLst>
          </p:cNvPr>
          <p:cNvSpPr/>
          <p:nvPr/>
        </p:nvSpPr>
        <p:spPr>
          <a:xfrm>
            <a:off x="4137959" y="4458686"/>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2700" cap="flat">
            <a:noFill/>
            <a:miter lim="400000"/>
          </a:ln>
          <a:effectLst/>
        </p:spPr>
        <p:txBody>
          <a:bodyPr wrap="square" lIns="91440" tIns="45720" rIns="91440" bIns="45720" numCol="1"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sz="3200" cap="none">
                <a:solidFill>
                  <a:srgbClr val="000000"/>
                </a:solidFill>
              </a:defRPr>
            </a:pPr>
            <a:endParaRPr sz="3200" dirty="0">
              <a:solidFill>
                <a:srgbClr val="000000"/>
              </a:solidFill>
              <a:latin typeface="Arial"/>
              <a:ea typeface="微软雅黑 Light"/>
            </a:endParaRPr>
          </a:p>
        </p:txBody>
      </p:sp>
      <p:sp>
        <p:nvSpPr>
          <p:cNvPr id="25" name="îSḻîḋê">
            <a:extLst>
              <a:ext uri="{FF2B5EF4-FFF2-40B4-BE49-F238E27FC236}">
                <a16:creationId xmlns:a16="http://schemas.microsoft.com/office/drawing/2014/main" id="{CC63F8D0-89F8-4F16-A0F7-E8E61E616C2B}"/>
              </a:ext>
            </a:extLst>
          </p:cNvPr>
          <p:cNvSpPr/>
          <p:nvPr/>
        </p:nvSpPr>
        <p:spPr>
          <a:xfrm>
            <a:off x="4267180" y="4592324"/>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05</a:t>
            </a:r>
            <a:endParaRPr lang="zh-CN" altLang="en-US" sz="2000" b="1" kern="0" dirty="0">
              <a:solidFill>
                <a:prstClr val="white"/>
              </a:solidFill>
              <a:latin typeface="Arial"/>
              <a:ea typeface="微软雅黑 Light"/>
            </a:endParaRPr>
          </a:p>
        </p:txBody>
      </p:sp>
      <p:sp>
        <p:nvSpPr>
          <p:cNvPr id="26" name="íşļïdé">
            <a:extLst>
              <a:ext uri="{FF2B5EF4-FFF2-40B4-BE49-F238E27FC236}">
                <a16:creationId xmlns:a16="http://schemas.microsoft.com/office/drawing/2014/main" id="{F618DA74-9549-4DDB-9DD4-999EDC701FE7}"/>
              </a:ext>
            </a:extLst>
          </p:cNvPr>
          <p:cNvSpPr/>
          <p:nvPr/>
        </p:nvSpPr>
        <p:spPr>
          <a:xfrm rot="10800000">
            <a:off x="5263667" y="4659323"/>
            <a:ext cx="2777674" cy="1092268"/>
          </a:xfrm>
          <a:custGeom>
            <a:avLst/>
            <a:gdLst/>
            <a:ahLst/>
            <a:cxnLst>
              <a:cxn ang="0">
                <a:pos x="wd2" y="hd2"/>
              </a:cxn>
              <a:cxn ang="5400000">
                <a:pos x="wd2" y="hd2"/>
              </a:cxn>
              <a:cxn ang="10800000">
                <a:pos x="wd2" y="hd2"/>
              </a:cxn>
              <a:cxn ang="16200000">
                <a:pos x="wd2" y="hd2"/>
              </a:cxn>
            </a:cxnLst>
            <a:rect l="0" t="0" r="r" b="b"/>
            <a:pathLst>
              <a:path w="21043" h="21386" extrusionOk="0">
                <a:moveTo>
                  <a:pt x="4151" y="30"/>
                </a:moveTo>
                <a:cubicBezTo>
                  <a:pt x="3034" y="-26"/>
                  <a:pt x="1958" y="1128"/>
                  <a:pt x="1185" y="3213"/>
                </a:cubicBezTo>
                <a:cubicBezTo>
                  <a:pt x="-417" y="7532"/>
                  <a:pt x="-400" y="14374"/>
                  <a:pt x="1266" y="18470"/>
                </a:cubicBezTo>
                <a:cubicBezTo>
                  <a:pt x="1954" y="20160"/>
                  <a:pt x="2823" y="21094"/>
                  <a:pt x="3717" y="21328"/>
                </a:cubicBezTo>
                <a:cubicBezTo>
                  <a:pt x="4656" y="21574"/>
                  <a:pt x="5634" y="21052"/>
                  <a:pt x="6470" y="19636"/>
                </a:cubicBezTo>
                <a:cubicBezTo>
                  <a:pt x="6990" y="18756"/>
                  <a:pt x="7412" y="17571"/>
                  <a:pt x="7792" y="16300"/>
                </a:cubicBezTo>
                <a:cubicBezTo>
                  <a:pt x="8165" y="15052"/>
                  <a:pt x="8499" y="13715"/>
                  <a:pt x="8966" y="12702"/>
                </a:cubicBezTo>
                <a:cubicBezTo>
                  <a:pt x="9147" y="12309"/>
                  <a:pt x="9346" y="11973"/>
                  <a:pt x="9564" y="11748"/>
                </a:cubicBezTo>
                <a:cubicBezTo>
                  <a:pt x="9771" y="11535"/>
                  <a:pt x="9993" y="11427"/>
                  <a:pt x="10218" y="11431"/>
                </a:cubicBezTo>
                <a:lnTo>
                  <a:pt x="18848" y="11431"/>
                </a:lnTo>
                <a:cubicBezTo>
                  <a:pt x="20169" y="11380"/>
                  <a:pt x="21183" y="8383"/>
                  <a:pt x="21027" y="4992"/>
                </a:cubicBezTo>
                <a:cubicBezTo>
                  <a:pt x="20895" y="2149"/>
                  <a:pt x="19955" y="20"/>
                  <a:pt x="18848" y="58"/>
                </a:cubicBezTo>
                <a:lnTo>
                  <a:pt x="5175" y="0"/>
                </a:lnTo>
                <a:lnTo>
                  <a:pt x="4151" y="30"/>
                </a:lnTo>
                <a:close/>
              </a:path>
            </a:pathLst>
          </a:custGeom>
          <a:solidFill>
            <a:sysClr val="window" lastClr="FFFFFF">
              <a:lumMod val="95000"/>
            </a:sysClr>
          </a:solidFill>
          <a:ln w="19050" cap="flat"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endParaRPr sz="2000" kern="0" dirty="0">
              <a:solidFill>
                <a:prstClr val="white"/>
              </a:solidFill>
              <a:latin typeface="Arial"/>
              <a:ea typeface="微软雅黑 Light"/>
            </a:endParaRPr>
          </a:p>
        </p:txBody>
      </p:sp>
      <p:sp>
        <p:nvSpPr>
          <p:cNvPr id="27" name="iṡḻïdê">
            <a:extLst>
              <a:ext uri="{FF2B5EF4-FFF2-40B4-BE49-F238E27FC236}">
                <a16:creationId xmlns:a16="http://schemas.microsoft.com/office/drawing/2014/main" id="{0DB29CFF-DE61-4D6C-902D-53197D6CC9C4}"/>
              </a:ext>
            </a:extLst>
          </p:cNvPr>
          <p:cNvSpPr/>
          <p:nvPr/>
        </p:nvSpPr>
        <p:spPr>
          <a:xfrm>
            <a:off x="7078476" y="4784308"/>
            <a:ext cx="833646" cy="833647"/>
          </a:xfrm>
          <a:prstGeom prst="ellipse">
            <a:avLst/>
          </a:prstGeom>
          <a:solidFill>
            <a:srgbClr val="0C49B7"/>
          </a:solidFill>
          <a:ln w="3175" cap="flat"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a:bodyPr>
          <a:lstStyle/>
          <a:p>
            <a:pPr algn="ctr" defTabSz="914354">
              <a:defRPr/>
            </a:pPr>
            <a:r>
              <a:rPr lang="en-US" altLang="zh-CN" sz="2000" b="1" kern="0" dirty="0">
                <a:solidFill>
                  <a:prstClr val="white"/>
                </a:solidFill>
                <a:latin typeface="Arial"/>
                <a:ea typeface="微软雅黑 Light"/>
              </a:rPr>
              <a:t>06</a:t>
            </a:r>
            <a:endParaRPr lang="zh-CN" altLang="en-US" sz="2000" b="1" kern="0" dirty="0">
              <a:solidFill>
                <a:prstClr val="white"/>
              </a:solidFill>
              <a:latin typeface="Arial"/>
              <a:ea typeface="微软雅黑 Light"/>
            </a:endParaRPr>
          </a:p>
        </p:txBody>
      </p:sp>
      <p:sp>
        <p:nvSpPr>
          <p:cNvPr id="28" name="î$ḻïďé">
            <a:extLst>
              <a:ext uri="{FF2B5EF4-FFF2-40B4-BE49-F238E27FC236}">
                <a16:creationId xmlns:a16="http://schemas.microsoft.com/office/drawing/2014/main" id="{FB88B40B-967F-48A9-87DF-767545B9C8AE}"/>
              </a:ext>
            </a:extLst>
          </p:cNvPr>
          <p:cNvSpPr txBox="1"/>
          <p:nvPr/>
        </p:nvSpPr>
        <p:spPr>
          <a:xfrm>
            <a:off x="5751990" y="1614487"/>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29" name="îŝlïḓê">
            <a:extLst>
              <a:ext uri="{FF2B5EF4-FFF2-40B4-BE49-F238E27FC236}">
                <a16:creationId xmlns:a16="http://schemas.microsoft.com/office/drawing/2014/main" id="{88F6C1F5-EDFE-4984-9CA3-3CAF1CC424A6}"/>
              </a:ext>
            </a:extLst>
          </p:cNvPr>
          <p:cNvSpPr txBox="1"/>
          <p:nvPr/>
        </p:nvSpPr>
        <p:spPr>
          <a:xfrm>
            <a:off x="5327275" y="2332666"/>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30" name="işlîḓé">
            <a:extLst>
              <a:ext uri="{FF2B5EF4-FFF2-40B4-BE49-F238E27FC236}">
                <a16:creationId xmlns:a16="http://schemas.microsoft.com/office/drawing/2014/main" id="{E57A4E23-7C1A-4646-8763-A521B3A96E44}"/>
              </a:ext>
            </a:extLst>
          </p:cNvPr>
          <p:cNvSpPr txBox="1"/>
          <p:nvPr/>
        </p:nvSpPr>
        <p:spPr>
          <a:xfrm>
            <a:off x="5751990" y="3087426"/>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31" name="ïṡľiďé">
            <a:extLst>
              <a:ext uri="{FF2B5EF4-FFF2-40B4-BE49-F238E27FC236}">
                <a16:creationId xmlns:a16="http://schemas.microsoft.com/office/drawing/2014/main" id="{1D7AE853-2324-4599-8561-5F3F3697FFDF}"/>
              </a:ext>
            </a:extLst>
          </p:cNvPr>
          <p:cNvSpPr txBox="1"/>
          <p:nvPr/>
        </p:nvSpPr>
        <p:spPr>
          <a:xfrm>
            <a:off x="5327274" y="3805605"/>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32" name="islïdé">
            <a:extLst>
              <a:ext uri="{FF2B5EF4-FFF2-40B4-BE49-F238E27FC236}">
                <a16:creationId xmlns:a16="http://schemas.microsoft.com/office/drawing/2014/main" id="{E286E56B-86CC-4634-A554-D3AF7366D159}"/>
              </a:ext>
            </a:extLst>
          </p:cNvPr>
          <p:cNvSpPr txBox="1"/>
          <p:nvPr/>
        </p:nvSpPr>
        <p:spPr>
          <a:xfrm>
            <a:off x="5751990" y="4560365"/>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33" name="i$ľïďé">
            <a:extLst>
              <a:ext uri="{FF2B5EF4-FFF2-40B4-BE49-F238E27FC236}">
                <a16:creationId xmlns:a16="http://schemas.microsoft.com/office/drawing/2014/main" id="{DE282E4B-967D-464A-A71D-AF6467267787}"/>
              </a:ext>
            </a:extLst>
          </p:cNvPr>
          <p:cNvSpPr txBox="1"/>
          <p:nvPr/>
        </p:nvSpPr>
        <p:spPr>
          <a:xfrm>
            <a:off x="5327274" y="5278545"/>
            <a:ext cx="1092083" cy="371368"/>
          </a:xfrm>
          <a:prstGeom prst="rect">
            <a:avLst/>
          </a:prstGeom>
          <a:noFill/>
        </p:spPr>
        <p:txBody>
          <a:bodyPr wrap="square" lIns="91440" tIns="45720" rIns="91440" bIns="45720" anchor="ctr" anchorCtr="0">
            <a:normAutofit fontScale="85000" lnSpcReduction="10000"/>
          </a:bodyPr>
          <a:lstStyle>
            <a:defPPr>
              <a:defRPr lang="zh-CN"/>
            </a:defPPr>
            <a:lvl1pPr>
              <a:defRPr>
                <a:solidFill>
                  <a:schemeClr val="dk1">
                    <a:lumMod val="100000"/>
                  </a:schemeClr>
                </a:solidFill>
              </a:defRPr>
            </a:lvl1pPr>
          </a:lstStyle>
          <a:p>
            <a:pPr algn="ctr">
              <a:defRPr/>
            </a:pPr>
            <a:r>
              <a:rPr lang="zh-CN" altLang="en-US" sz="1600" dirty="0">
                <a:solidFill>
                  <a:prstClr val="black">
                    <a:lumMod val="100000"/>
                  </a:prstClr>
                </a:solidFill>
                <a:latin typeface="微软雅黑"/>
                <a:ea typeface="微软雅黑"/>
              </a:rPr>
              <a:t>输入小标题</a:t>
            </a:r>
          </a:p>
        </p:txBody>
      </p:sp>
      <p:sp>
        <p:nvSpPr>
          <p:cNvPr id="34" name="íŝ1idé">
            <a:extLst>
              <a:ext uri="{FF2B5EF4-FFF2-40B4-BE49-F238E27FC236}">
                <a16:creationId xmlns:a16="http://schemas.microsoft.com/office/drawing/2014/main" id="{A3BE6C93-218F-478E-B8CD-60CA0BC72465}"/>
              </a:ext>
            </a:extLst>
          </p:cNvPr>
          <p:cNvSpPr txBox="1"/>
          <p:nvPr/>
        </p:nvSpPr>
        <p:spPr>
          <a:xfrm>
            <a:off x="8190186" y="1734326"/>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在这里输入第二步骤的内容说明在这里在这里输入第二步骤的内容说明在这里</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在这里输入第二步骤的内容说明</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
        <p:nvSpPr>
          <p:cNvPr id="35" name="ïṩlïḓe">
            <a:extLst>
              <a:ext uri="{FF2B5EF4-FFF2-40B4-BE49-F238E27FC236}">
                <a16:creationId xmlns:a16="http://schemas.microsoft.com/office/drawing/2014/main" id="{2D8FA228-36C7-47B3-A8A5-63713AB9A41F}"/>
              </a:ext>
            </a:extLst>
          </p:cNvPr>
          <p:cNvSpPr txBox="1"/>
          <p:nvPr/>
        </p:nvSpPr>
        <p:spPr>
          <a:xfrm>
            <a:off x="8190186" y="3292748"/>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在这里输入第四步骤的内容说明在这里在这里输入第四步骤的内容说明在这里</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在这里输入第四步骤的内容说明</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
        <p:nvSpPr>
          <p:cNvPr id="36" name="íṥļiďê">
            <a:extLst>
              <a:ext uri="{FF2B5EF4-FFF2-40B4-BE49-F238E27FC236}">
                <a16:creationId xmlns:a16="http://schemas.microsoft.com/office/drawing/2014/main" id="{4235DDF1-310E-49C6-A824-52A4DD5C81B4}"/>
              </a:ext>
            </a:extLst>
          </p:cNvPr>
          <p:cNvSpPr txBox="1"/>
          <p:nvPr/>
        </p:nvSpPr>
        <p:spPr>
          <a:xfrm>
            <a:off x="8190186" y="4851170"/>
            <a:ext cx="31849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在这里输入第六步骤的内容说明在这里在这里输入第六步骤的内容说明在这里</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在这里输入第六步骤的内容说明</a:t>
            </a:r>
            <a:endParaRPr lang="en-US" altLang="zh-CN" sz="1100" dirty="0">
              <a:solidFill>
                <a:prstClr val="black">
                  <a:lumMod val="100000"/>
                </a:prstClr>
              </a:solidFill>
              <a:latin typeface="Arial"/>
              <a:ea typeface="微软雅黑 Light"/>
            </a:endParaRPr>
          </a:p>
          <a:p>
            <a:pPr marL="171450" indent="-171450">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
        <p:nvSpPr>
          <p:cNvPr id="37" name="îṩlíḓê">
            <a:extLst>
              <a:ext uri="{FF2B5EF4-FFF2-40B4-BE49-F238E27FC236}">
                <a16:creationId xmlns:a16="http://schemas.microsoft.com/office/drawing/2014/main" id="{F693F884-D907-4505-B9D4-D5C7DD85F5A6}"/>
              </a:ext>
            </a:extLst>
          </p:cNvPr>
          <p:cNvSpPr txBox="1"/>
          <p:nvPr/>
        </p:nvSpPr>
        <p:spPr>
          <a:xfrm>
            <a:off x="816864" y="1734326"/>
            <a:ext cx="3172250"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在这里输入第一步骤的内容说明在这里在这里输入第一步骤的内容说明在这里</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在这里输入第一步骤的内容说明</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
        <p:nvSpPr>
          <p:cNvPr id="38" name="íṧļîďè">
            <a:extLst>
              <a:ext uri="{FF2B5EF4-FFF2-40B4-BE49-F238E27FC236}">
                <a16:creationId xmlns:a16="http://schemas.microsoft.com/office/drawing/2014/main" id="{DB4FF091-6B27-4337-B57B-1AA9802B075E}"/>
              </a:ext>
            </a:extLst>
          </p:cNvPr>
          <p:cNvSpPr txBox="1"/>
          <p:nvPr/>
        </p:nvSpPr>
        <p:spPr>
          <a:xfrm>
            <a:off x="731520" y="3292748"/>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在这里输入第三步骤的内容说明在这里在这里输入第三步骤的内容说明在这里</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在这里输入第三步骤的内容说明</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
        <p:nvSpPr>
          <p:cNvPr id="43" name="í$1íde">
            <a:extLst>
              <a:ext uri="{FF2B5EF4-FFF2-40B4-BE49-F238E27FC236}">
                <a16:creationId xmlns:a16="http://schemas.microsoft.com/office/drawing/2014/main" id="{53292118-511D-4891-99F3-AD095E984854}"/>
              </a:ext>
            </a:extLst>
          </p:cNvPr>
          <p:cNvSpPr txBox="1"/>
          <p:nvPr/>
        </p:nvSpPr>
        <p:spPr>
          <a:xfrm>
            <a:off x="731520" y="4851170"/>
            <a:ext cx="3257594" cy="882028"/>
          </a:xfrm>
          <a:prstGeom prst="rect">
            <a:avLst/>
          </a:prstGeom>
          <a:noFill/>
        </p:spPr>
        <p:txBody>
          <a:bodyPr wrap="square" lIns="91440" tIns="45720" rIns="91440" bIns="4572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在这里输入第五步骤的内容说明在这里在这里输入第五步骤的内容说明在这里</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r>
              <a:rPr lang="zh-CN" altLang="en-US" sz="1100" dirty="0">
                <a:solidFill>
                  <a:prstClr val="black">
                    <a:lumMod val="100000"/>
                  </a:prstClr>
                </a:solidFill>
                <a:latin typeface="Arial"/>
                <a:ea typeface="微软雅黑 Light"/>
              </a:rPr>
              <a:t>在这里输入第五步骤的内容说明</a:t>
            </a:r>
            <a:endParaRPr lang="en-US" altLang="zh-CN" sz="1100" dirty="0">
              <a:solidFill>
                <a:prstClr val="black">
                  <a:lumMod val="100000"/>
                </a:prstClr>
              </a:solidFill>
              <a:latin typeface="Arial"/>
              <a:ea typeface="微软雅黑 Light"/>
            </a:endParaRPr>
          </a:p>
          <a:p>
            <a:pPr marL="171450" indent="-171450" algn="r">
              <a:lnSpc>
                <a:spcPct val="150000"/>
              </a:lnSpc>
              <a:buFont typeface="Arial" panose="020B0604020202020204" pitchFamily="34" charset="0"/>
              <a:buChar char="•"/>
              <a:defRPr/>
            </a:pPr>
            <a:endParaRPr lang="en-US" altLang="zh-CN" sz="1100" dirty="0">
              <a:solidFill>
                <a:prstClr val="black">
                  <a:lumMod val="100000"/>
                </a:prstClr>
              </a:solidFill>
              <a:latin typeface="Arial"/>
              <a:ea typeface="微软雅黑 Light"/>
            </a:endParaRPr>
          </a:p>
        </p:txBody>
      </p:sp>
    </p:spTree>
    <p:extLst>
      <p:ext uri="{BB962C8B-B14F-4D97-AF65-F5344CB8AC3E}">
        <p14:creationId xmlns:p14="http://schemas.microsoft.com/office/powerpoint/2010/main" val="1295664856"/>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pic>
        <p:nvPicPr>
          <p:cNvPr id="16" name="图片占位符 8">
            <a:extLst>
              <a:ext uri="{FF2B5EF4-FFF2-40B4-BE49-F238E27FC236}">
                <a16:creationId xmlns:a16="http://schemas.microsoft.com/office/drawing/2014/main" id="{A628FEDA-CF27-4AF1-AC93-E661C63F664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335360" y="1071436"/>
            <a:ext cx="11521280" cy="1461690"/>
          </a:xfrm>
          <a:prstGeom prst="rect">
            <a:avLst/>
          </a:prstGeom>
        </p:spPr>
      </p:pic>
      <p:sp>
        <p:nvSpPr>
          <p:cNvPr id="17" name="ïṧ1iďê">
            <a:extLst>
              <a:ext uri="{FF2B5EF4-FFF2-40B4-BE49-F238E27FC236}">
                <a16:creationId xmlns:a16="http://schemas.microsoft.com/office/drawing/2014/main" id="{C9454892-0D1F-4ECC-96DB-5DC610D06F06}"/>
              </a:ext>
            </a:extLst>
          </p:cNvPr>
          <p:cNvSpPr/>
          <p:nvPr/>
        </p:nvSpPr>
        <p:spPr>
          <a:xfrm>
            <a:off x="2563738" y="5376930"/>
            <a:ext cx="521294" cy="521294"/>
          </a:xfrm>
          <a:prstGeom prst="ellipse">
            <a:avLst/>
          </a:prstGeom>
          <a:solidFill>
            <a:srgbClr val="0C49B7"/>
          </a:solidFill>
          <a:ln w="28575" cap="rnd"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defRPr/>
            </a:pPr>
            <a:endParaRPr lang="zh-CN" altLang="en-US" sz="2000" b="1" kern="0" dirty="0">
              <a:solidFill>
                <a:prstClr val="white"/>
              </a:solidFill>
              <a:latin typeface="Arial"/>
              <a:ea typeface="微软雅黑 Light"/>
            </a:endParaRPr>
          </a:p>
        </p:txBody>
      </p:sp>
      <p:sp>
        <p:nvSpPr>
          <p:cNvPr id="18" name="îs1ïḓè">
            <a:extLst>
              <a:ext uri="{FF2B5EF4-FFF2-40B4-BE49-F238E27FC236}">
                <a16:creationId xmlns:a16="http://schemas.microsoft.com/office/drawing/2014/main" id="{14489991-77FA-4B92-B1A5-F81DA0AEDB9E}"/>
              </a:ext>
            </a:extLst>
          </p:cNvPr>
          <p:cNvSpPr/>
          <p:nvPr/>
        </p:nvSpPr>
        <p:spPr>
          <a:xfrm>
            <a:off x="2705909" y="5541293"/>
            <a:ext cx="236952" cy="192568"/>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defRPr/>
            </a:pPr>
            <a:endParaRPr lang="zh-CN" altLang="en-US" sz="2000" b="1" dirty="0">
              <a:solidFill>
                <a:prstClr val="white"/>
              </a:solidFill>
              <a:latin typeface="Arial"/>
              <a:ea typeface="微软雅黑 Light"/>
            </a:endParaRPr>
          </a:p>
        </p:txBody>
      </p:sp>
      <p:grpSp>
        <p:nvGrpSpPr>
          <p:cNvPr id="19" name="ïṡľídê">
            <a:extLst>
              <a:ext uri="{FF2B5EF4-FFF2-40B4-BE49-F238E27FC236}">
                <a16:creationId xmlns:a16="http://schemas.microsoft.com/office/drawing/2014/main" id="{975BD3D3-A158-40EF-924E-D61AF3E60187}"/>
              </a:ext>
            </a:extLst>
          </p:cNvPr>
          <p:cNvGrpSpPr/>
          <p:nvPr/>
        </p:nvGrpSpPr>
        <p:grpSpPr>
          <a:xfrm>
            <a:off x="660401" y="5141054"/>
            <a:ext cx="1627198" cy="993046"/>
            <a:chOff x="8645556" y="1416657"/>
            <a:chExt cx="2307366" cy="993046"/>
          </a:xfrm>
        </p:grpSpPr>
        <p:sp>
          <p:nvSpPr>
            <p:cNvPr id="20" name="ïṣḷíďe">
              <a:extLst>
                <a:ext uri="{FF2B5EF4-FFF2-40B4-BE49-F238E27FC236}">
                  <a16:creationId xmlns:a16="http://schemas.microsoft.com/office/drawing/2014/main" id="{969C506A-E46F-4A63-AE9D-AB5D92FB758B}"/>
                </a:ext>
              </a:extLst>
            </p:cNvPr>
            <p:cNvSpPr txBox="1"/>
            <p:nvPr/>
          </p:nvSpPr>
          <p:spPr>
            <a:xfrm>
              <a:off x="8645556" y="1416657"/>
              <a:ext cx="2307365" cy="42182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defTabSz="913765">
                <a:buSzPct val="25000"/>
                <a:defRPr/>
              </a:pPr>
              <a:r>
                <a:rPr lang="zh-CN" altLang="en-US" sz="1400" b="1" dirty="0">
                  <a:solidFill>
                    <a:prstClr val="black"/>
                  </a:solidFill>
                  <a:latin typeface="微软雅黑"/>
                  <a:ea typeface="微软雅黑"/>
                </a:rPr>
                <a:t>输入小标题</a:t>
              </a:r>
              <a:endParaRPr lang="de-DE" sz="1400" b="1" dirty="0">
                <a:solidFill>
                  <a:prstClr val="black"/>
                </a:solidFill>
                <a:latin typeface="微软雅黑"/>
                <a:ea typeface="微软雅黑"/>
              </a:endParaRPr>
            </a:p>
          </p:txBody>
        </p:sp>
        <p:sp>
          <p:nvSpPr>
            <p:cNvPr id="21" name="íŝḻíḑé">
              <a:extLst>
                <a:ext uri="{FF2B5EF4-FFF2-40B4-BE49-F238E27FC236}">
                  <a16:creationId xmlns:a16="http://schemas.microsoft.com/office/drawing/2014/main" id="{1D312460-E1B4-4314-9C2F-BD9FD699FD02}"/>
                </a:ext>
              </a:extLst>
            </p:cNvPr>
            <p:cNvSpPr txBox="1"/>
            <p:nvPr/>
          </p:nvSpPr>
          <p:spPr>
            <a:xfrm>
              <a:off x="8645557" y="1838478"/>
              <a:ext cx="2307365" cy="57122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3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a:p>
              <a:pPr algn="r">
                <a:lnSpc>
                  <a:spcPct val="130000"/>
                </a:lnSpc>
                <a:spcBef>
                  <a:spcPct val="0"/>
                </a:spcBef>
                <a:defRPr/>
              </a:pPr>
              <a:endParaRPr lang="en-US" altLang="zh-CN" sz="1100" dirty="0">
                <a:solidFill>
                  <a:prstClr val="black"/>
                </a:solidFill>
                <a:latin typeface="微软雅黑 Light"/>
                <a:ea typeface="微软雅黑 Light"/>
              </a:endParaRPr>
            </a:p>
          </p:txBody>
        </p:sp>
      </p:grpSp>
      <p:grpSp>
        <p:nvGrpSpPr>
          <p:cNvPr id="22" name="ïṡļíḓè">
            <a:extLst>
              <a:ext uri="{FF2B5EF4-FFF2-40B4-BE49-F238E27FC236}">
                <a16:creationId xmlns:a16="http://schemas.microsoft.com/office/drawing/2014/main" id="{BF2CF766-EA1D-4B09-B202-3E26224A8379}"/>
              </a:ext>
            </a:extLst>
          </p:cNvPr>
          <p:cNvGrpSpPr/>
          <p:nvPr/>
        </p:nvGrpSpPr>
        <p:grpSpPr>
          <a:xfrm>
            <a:off x="3862698" y="4131047"/>
            <a:ext cx="521294" cy="521294"/>
            <a:chOff x="4392540" y="3822226"/>
            <a:chExt cx="658024" cy="658024"/>
          </a:xfrm>
          <a:solidFill>
            <a:srgbClr val="004593"/>
          </a:solidFill>
        </p:grpSpPr>
        <p:sp>
          <p:nvSpPr>
            <p:cNvPr id="23" name="î$ḷïḍê">
              <a:extLst>
                <a:ext uri="{FF2B5EF4-FFF2-40B4-BE49-F238E27FC236}">
                  <a16:creationId xmlns:a16="http://schemas.microsoft.com/office/drawing/2014/main" id="{B6072640-05F7-4C13-8F29-3DF879487AFB}"/>
                </a:ext>
              </a:extLst>
            </p:cNvPr>
            <p:cNvSpPr/>
            <p:nvPr/>
          </p:nvSpPr>
          <p:spPr>
            <a:xfrm>
              <a:off x="4392540" y="3822226"/>
              <a:ext cx="658024" cy="658024"/>
            </a:xfrm>
            <a:prstGeom prst="ellipse">
              <a:avLst/>
            </a:prstGeom>
            <a:solidFill>
              <a:srgbClr val="0C49B7"/>
            </a:solidFill>
            <a:ln w="28575" cap="rnd"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defRPr/>
              </a:pPr>
              <a:endParaRPr lang="zh-CN" altLang="en-US" sz="2000" b="1" kern="0" dirty="0">
                <a:solidFill>
                  <a:prstClr val="white"/>
                </a:solidFill>
                <a:latin typeface="Arial"/>
                <a:ea typeface="微软雅黑 Light"/>
              </a:endParaRPr>
            </a:p>
          </p:txBody>
        </p:sp>
        <p:sp>
          <p:nvSpPr>
            <p:cNvPr id="24" name="íṧľïḓê">
              <a:extLst>
                <a:ext uri="{FF2B5EF4-FFF2-40B4-BE49-F238E27FC236}">
                  <a16:creationId xmlns:a16="http://schemas.microsoft.com/office/drawing/2014/main" id="{D71381C0-B909-4C0A-B901-97F72F449AEB}"/>
                </a:ext>
              </a:extLst>
            </p:cNvPr>
            <p:cNvSpPr/>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defRPr/>
              </a:pPr>
              <a:endParaRPr lang="zh-CN" altLang="en-US" sz="2000" b="1" dirty="0">
                <a:solidFill>
                  <a:prstClr val="white"/>
                </a:solidFill>
                <a:latin typeface="Arial"/>
                <a:ea typeface="微软雅黑 Light"/>
              </a:endParaRPr>
            </a:p>
          </p:txBody>
        </p:sp>
      </p:grpSp>
      <p:grpSp>
        <p:nvGrpSpPr>
          <p:cNvPr id="25" name="îṣľíḑe">
            <a:extLst>
              <a:ext uri="{FF2B5EF4-FFF2-40B4-BE49-F238E27FC236}">
                <a16:creationId xmlns:a16="http://schemas.microsoft.com/office/drawing/2014/main" id="{6ECFBEC1-4B06-4868-A8B2-B087A280C5A6}"/>
              </a:ext>
            </a:extLst>
          </p:cNvPr>
          <p:cNvGrpSpPr/>
          <p:nvPr/>
        </p:nvGrpSpPr>
        <p:grpSpPr>
          <a:xfrm>
            <a:off x="1959360" y="3895171"/>
            <a:ext cx="1627197" cy="993046"/>
            <a:chOff x="1959360" y="3895171"/>
            <a:chExt cx="1627197" cy="993046"/>
          </a:xfrm>
        </p:grpSpPr>
        <p:sp>
          <p:nvSpPr>
            <p:cNvPr id="26" name="ïṥļïḋe">
              <a:extLst>
                <a:ext uri="{FF2B5EF4-FFF2-40B4-BE49-F238E27FC236}">
                  <a16:creationId xmlns:a16="http://schemas.microsoft.com/office/drawing/2014/main" id="{855071E1-3BAF-4E0B-A0D3-7F130CD8BC2E}"/>
                </a:ext>
              </a:extLst>
            </p:cNvPr>
            <p:cNvSpPr txBox="1"/>
            <p:nvPr/>
          </p:nvSpPr>
          <p:spPr>
            <a:xfrm>
              <a:off x="1959360" y="3895171"/>
              <a:ext cx="1627197" cy="42182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defTabSz="913765">
                <a:buSzPct val="25000"/>
                <a:defRPr/>
              </a:pPr>
              <a:r>
                <a:rPr lang="zh-CN" altLang="en-US" sz="1400" b="1" dirty="0">
                  <a:solidFill>
                    <a:prstClr val="black"/>
                  </a:solidFill>
                  <a:latin typeface="微软雅黑"/>
                  <a:ea typeface="微软雅黑"/>
                </a:rPr>
                <a:t>输入小标题</a:t>
              </a:r>
              <a:endParaRPr lang="de-DE" altLang="zh-CN" sz="1400" b="1" dirty="0">
                <a:solidFill>
                  <a:prstClr val="black"/>
                </a:solidFill>
                <a:latin typeface="微软雅黑"/>
                <a:ea typeface="微软雅黑"/>
              </a:endParaRPr>
            </a:p>
          </p:txBody>
        </p:sp>
        <p:sp>
          <p:nvSpPr>
            <p:cNvPr id="27" name="ïş1iḑê">
              <a:extLst>
                <a:ext uri="{FF2B5EF4-FFF2-40B4-BE49-F238E27FC236}">
                  <a16:creationId xmlns:a16="http://schemas.microsoft.com/office/drawing/2014/main" id="{52D8C162-5520-441F-947F-BDAEF5C60DF8}"/>
                </a:ext>
              </a:extLst>
            </p:cNvPr>
            <p:cNvSpPr txBox="1"/>
            <p:nvPr/>
          </p:nvSpPr>
          <p:spPr>
            <a:xfrm>
              <a:off x="1959360" y="4316992"/>
              <a:ext cx="1627197" cy="57122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r">
                <a:lnSpc>
                  <a:spcPct val="13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p:txBody>
        </p:sp>
      </p:grpSp>
      <p:grpSp>
        <p:nvGrpSpPr>
          <p:cNvPr id="28" name="iśḷïďe">
            <a:extLst>
              <a:ext uri="{FF2B5EF4-FFF2-40B4-BE49-F238E27FC236}">
                <a16:creationId xmlns:a16="http://schemas.microsoft.com/office/drawing/2014/main" id="{6E57C84C-49BD-4A0A-9FC2-1C88AF420E76}"/>
              </a:ext>
            </a:extLst>
          </p:cNvPr>
          <p:cNvGrpSpPr/>
          <p:nvPr/>
        </p:nvGrpSpPr>
        <p:grpSpPr>
          <a:xfrm>
            <a:off x="5829003" y="3706804"/>
            <a:ext cx="521294" cy="521294"/>
            <a:chOff x="4392540" y="3822226"/>
            <a:chExt cx="658024" cy="658024"/>
          </a:xfrm>
        </p:grpSpPr>
        <p:sp>
          <p:nvSpPr>
            <p:cNvPr id="29" name="íṩḻiḍê">
              <a:extLst>
                <a:ext uri="{FF2B5EF4-FFF2-40B4-BE49-F238E27FC236}">
                  <a16:creationId xmlns:a16="http://schemas.microsoft.com/office/drawing/2014/main" id="{F43A4429-AC30-4DA5-83A7-5A2552AFE17D}"/>
                </a:ext>
              </a:extLst>
            </p:cNvPr>
            <p:cNvSpPr/>
            <p:nvPr/>
          </p:nvSpPr>
          <p:spPr>
            <a:xfrm>
              <a:off x="4392540" y="3822226"/>
              <a:ext cx="658024" cy="658024"/>
            </a:xfrm>
            <a:prstGeom prst="ellipse">
              <a:avLst/>
            </a:prstGeom>
            <a:solidFill>
              <a:srgbClr val="0C49B7"/>
            </a:solidFill>
            <a:ln w="28575" cap="rnd"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defRPr/>
              </a:pPr>
              <a:endParaRPr lang="zh-CN" altLang="en-US" sz="2000" b="1" kern="0" dirty="0">
                <a:solidFill>
                  <a:prstClr val="white"/>
                </a:solidFill>
                <a:latin typeface="Arial"/>
                <a:ea typeface="微软雅黑 Light"/>
              </a:endParaRPr>
            </a:p>
          </p:txBody>
        </p:sp>
        <p:sp>
          <p:nvSpPr>
            <p:cNvPr id="30" name="íś1íḓé">
              <a:extLst>
                <a:ext uri="{FF2B5EF4-FFF2-40B4-BE49-F238E27FC236}">
                  <a16:creationId xmlns:a16="http://schemas.microsoft.com/office/drawing/2014/main" id="{B0602A62-E562-4634-856D-FBA9515A37BB}"/>
                </a:ext>
              </a:extLst>
            </p:cNvPr>
            <p:cNvSpPr/>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defRPr/>
              </a:pPr>
              <a:endParaRPr lang="zh-CN" altLang="en-US" sz="2000" b="1" dirty="0">
                <a:solidFill>
                  <a:prstClr val="white"/>
                </a:solidFill>
                <a:latin typeface="Arial"/>
                <a:ea typeface="微软雅黑 Light"/>
              </a:endParaRPr>
            </a:p>
          </p:txBody>
        </p:sp>
      </p:grpSp>
      <p:grpSp>
        <p:nvGrpSpPr>
          <p:cNvPr id="31" name="íšľíḋe">
            <a:extLst>
              <a:ext uri="{FF2B5EF4-FFF2-40B4-BE49-F238E27FC236}">
                <a16:creationId xmlns:a16="http://schemas.microsoft.com/office/drawing/2014/main" id="{A6B58A11-7B82-4049-84F6-D0D723E38C09}"/>
              </a:ext>
            </a:extLst>
          </p:cNvPr>
          <p:cNvGrpSpPr/>
          <p:nvPr/>
        </p:nvGrpSpPr>
        <p:grpSpPr>
          <a:xfrm>
            <a:off x="4271147" y="2675032"/>
            <a:ext cx="3637006" cy="989311"/>
            <a:chOff x="4271147" y="2671706"/>
            <a:chExt cx="3637006" cy="989311"/>
          </a:xfrm>
        </p:grpSpPr>
        <p:sp>
          <p:nvSpPr>
            <p:cNvPr id="32" name="iṣḷiḍê">
              <a:extLst>
                <a:ext uri="{FF2B5EF4-FFF2-40B4-BE49-F238E27FC236}">
                  <a16:creationId xmlns:a16="http://schemas.microsoft.com/office/drawing/2014/main" id="{BBF97D93-1666-4038-824E-0EE1F1A1A21D}"/>
                </a:ext>
              </a:extLst>
            </p:cNvPr>
            <p:cNvSpPr txBox="1"/>
            <p:nvPr/>
          </p:nvSpPr>
          <p:spPr>
            <a:xfrm>
              <a:off x="4271147" y="2671706"/>
              <a:ext cx="3637006" cy="421821"/>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defTabSz="913765">
                <a:buSzPct val="25000"/>
                <a:defRPr/>
              </a:pPr>
              <a:r>
                <a:rPr lang="zh-CN" altLang="en-US" sz="1400" b="1" dirty="0">
                  <a:solidFill>
                    <a:prstClr val="black"/>
                  </a:solidFill>
                  <a:latin typeface="微软雅黑"/>
                  <a:ea typeface="微软雅黑"/>
                </a:rPr>
                <a:t>输入小标题</a:t>
              </a:r>
            </a:p>
          </p:txBody>
        </p:sp>
        <p:sp>
          <p:nvSpPr>
            <p:cNvPr id="33" name="ïSḻîḍè">
              <a:extLst>
                <a:ext uri="{FF2B5EF4-FFF2-40B4-BE49-F238E27FC236}">
                  <a16:creationId xmlns:a16="http://schemas.microsoft.com/office/drawing/2014/main" id="{D26DA423-F09A-4238-B640-02293FF15D2D}"/>
                </a:ext>
              </a:extLst>
            </p:cNvPr>
            <p:cNvSpPr/>
            <p:nvPr/>
          </p:nvSpPr>
          <p:spPr bwMode="auto">
            <a:xfrm>
              <a:off x="4271147" y="3093527"/>
              <a:ext cx="3637006" cy="567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4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a:p>
              <a:pPr algn="ctr">
                <a:lnSpc>
                  <a:spcPct val="14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a:p>
              <a:pPr algn="ctr">
                <a:lnSpc>
                  <a:spcPct val="140000"/>
                </a:lnSpc>
                <a:spcBef>
                  <a:spcPct val="0"/>
                </a:spcBef>
                <a:defRPr/>
              </a:pPr>
              <a:endParaRPr lang="en-US" altLang="zh-CN" sz="1100" dirty="0">
                <a:solidFill>
                  <a:prstClr val="black"/>
                </a:solidFill>
                <a:latin typeface="微软雅黑 Light"/>
                <a:ea typeface="微软雅黑 Light"/>
              </a:endParaRPr>
            </a:p>
          </p:txBody>
        </p:sp>
      </p:grpSp>
      <p:grpSp>
        <p:nvGrpSpPr>
          <p:cNvPr id="34" name="íśľiďê">
            <a:extLst>
              <a:ext uri="{FF2B5EF4-FFF2-40B4-BE49-F238E27FC236}">
                <a16:creationId xmlns:a16="http://schemas.microsoft.com/office/drawing/2014/main" id="{84BDDF82-ED8C-4E5B-8975-A6EC2DB44721}"/>
              </a:ext>
            </a:extLst>
          </p:cNvPr>
          <p:cNvGrpSpPr/>
          <p:nvPr/>
        </p:nvGrpSpPr>
        <p:grpSpPr>
          <a:xfrm>
            <a:off x="9094268" y="5376930"/>
            <a:ext cx="521294" cy="521294"/>
            <a:chOff x="4392540" y="3822226"/>
            <a:chExt cx="658024" cy="658024"/>
          </a:xfrm>
        </p:grpSpPr>
        <p:sp>
          <p:nvSpPr>
            <p:cNvPr id="35" name="îṩľîḓé">
              <a:extLst>
                <a:ext uri="{FF2B5EF4-FFF2-40B4-BE49-F238E27FC236}">
                  <a16:creationId xmlns:a16="http://schemas.microsoft.com/office/drawing/2014/main" id="{E8226AE5-C24F-4679-BC07-6C00C3920A9D}"/>
                </a:ext>
              </a:extLst>
            </p:cNvPr>
            <p:cNvSpPr/>
            <p:nvPr/>
          </p:nvSpPr>
          <p:spPr>
            <a:xfrm>
              <a:off x="4392540" y="3822226"/>
              <a:ext cx="658024" cy="658024"/>
            </a:xfrm>
            <a:prstGeom prst="ellipse">
              <a:avLst/>
            </a:prstGeom>
            <a:solidFill>
              <a:srgbClr val="0C49B7"/>
            </a:solidFill>
            <a:ln w="28575" cap="rnd"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defRPr/>
              </a:pPr>
              <a:endParaRPr lang="zh-CN" altLang="en-US" sz="2000" b="1" kern="0" dirty="0">
                <a:solidFill>
                  <a:prstClr val="white"/>
                </a:solidFill>
                <a:latin typeface="Arial"/>
                <a:ea typeface="微软雅黑 Light"/>
              </a:endParaRPr>
            </a:p>
          </p:txBody>
        </p:sp>
        <p:sp>
          <p:nvSpPr>
            <p:cNvPr id="36" name="îṡļïḑê">
              <a:extLst>
                <a:ext uri="{FF2B5EF4-FFF2-40B4-BE49-F238E27FC236}">
                  <a16:creationId xmlns:a16="http://schemas.microsoft.com/office/drawing/2014/main" id="{6A04DF7A-C312-40D0-BB5E-03A54C71515B}"/>
                </a:ext>
              </a:extLst>
            </p:cNvPr>
            <p:cNvSpPr/>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defRPr/>
              </a:pPr>
              <a:endParaRPr lang="zh-CN" altLang="en-US" sz="2000" b="1" dirty="0">
                <a:solidFill>
                  <a:prstClr val="white"/>
                </a:solidFill>
                <a:latin typeface="Arial"/>
                <a:ea typeface="微软雅黑 Light"/>
              </a:endParaRPr>
            </a:p>
          </p:txBody>
        </p:sp>
      </p:grpSp>
      <p:grpSp>
        <p:nvGrpSpPr>
          <p:cNvPr id="37" name="îślîḓé">
            <a:extLst>
              <a:ext uri="{FF2B5EF4-FFF2-40B4-BE49-F238E27FC236}">
                <a16:creationId xmlns:a16="http://schemas.microsoft.com/office/drawing/2014/main" id="{83AC640F-9B68-4453-83C3-5D75DC5EE173}"/>
              </a:ext>
            </a:extLst>
          </p:cNvPr>
          <p:cNvGrpSpPr/>
          <p:nvPr/>
        </p:nvGrpSpPr>
        <p:grpSpPr>
          <a:xfrm>
            <a:off x="9891703" y="5141054"/>
            <a:ext cx="1627197" cy="993046"/>
            <a:chOff x="8645557" y="1416657"/>
            <a:chExt cx="2307365" cy="993046"/>
          </a:xfrm>
        </p:grpSpPr>
        <p:sp>
          <p:nvSpPr>
            <p:cNvPr id="38" name="ï$lîḑè">
              <a:extLst>
                <a:ext uri="{FF2B5EF4-FFF2-40B4-BE49-F238E27FC236}">
                  <a16:creationId xmlns:a16="http://schemas.microsoft.com/office/drawing/2014/main" id="{79039D58-3602-4617-B2B7-259272A787C6}"/>
                </a:ext>
              </a:extLst>
            </p:cNvPr>
            <p:cNvSpPr txBox="1"/>
            <p:nvPr/>
          </p:nvSpPr>
          <p:spPr>
            <a:xfrm>
              <a:off x="8645557" y="1416657"/>
              <a:ext cx="2307365" cy="42182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3765">
                <a:buSzPct val="25000"/>
                <a:defRPr/>
              </a:pPr>
              <a:r>
                <a:rPr lang="zh-CN" altLang="en-US" sz="1400" b="1" dirty="0">
                  <a:solidFill>
                    <a:prstClr val="black"/>
                  </a:solidFill>
                  <a:latin typeface="微软雅黑"/>
                  <a:ea typeface="微软雅黑"/>
                </a:rPr>
                <a:t>输入小标题</a:t>
              </a:r>
            </a:p>
          </p:txBody>
        </p:sp>
        <p:sp>
          <p:nvSpPr>
            <p:cNvPr id="43" name="ïṡḷïḑé">
              <a:extLst>
                <a:ext uri="{FF2B5EF4-FFF2-40B4-BE49-F238E27FC236}">
                  <a16:creationId xmlns:a16="http://schemas.microsoft.com/office/drawing/2014/main" id="{32300A15-F956-47C2-A5A1-8DFCC35BF90F}"/>
                </a:ext>
              </a:extLst>
            </p:cNvPr>
            <p:cNvSpPr txBox="1"/>
            <p:nvPr/>
          </p:nvSpPr>
          <p:spPr>
            <a:xfrm>
              <a:off x="8645557" y="1838478"/>
              <a:ext cx="2307365" cy="57122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p:txBody>
        </p:sp>
      </p:grpSp>
      <p:grpSp>
        <p:nvGrpSpPr>
          <p:cNvPr id="44" name="ísḻíďé">
            <a:extLst>
              <a:ext uri="{FF2B5EF4-FFF2-40B4-BE49-F238E27FC236}">
                <a16:creationId xmlns:a16="http://schemas.microsoft.com/office/drawing/2014/main" id="{849DF018-0F8B-4AEC-890C-FFF66242920B}"/>
              </a:ext>
            </a:extLst>
          </p:cNvPr>
          <p:cNvGrpSpPr/>
          <p:nvPr/>
        </p:nvGrpSpPr>
        <p:grpSpPr>
          <a:xfrm>
            <a:off x="7795308" y="4131047"/>
            <a:ext cx="521294" cy="521294"/>
            <a:chOff x="4392539" y="3822232"/>
            <a:chExt cx="658024" cy="658025"/>
          </a:xfrm>
        </p:grpSpPr>
        <p:sp>
          <p:nvSpPr>
            <p:cNvPr id="45" name="íṣļiḋé">
              <a:extLst>
                <a:ext uri="{FF2B5EF4-FFF2-40B4-BE49-F238E27FC236}">
                  <a16:creationId xmlns:a16="http://schemas.microsoft.com/office/drawing/2014/main" id="{83E27520-CEE5-4489-A3E3-47A7C823E8A7}"/>
                </a:ext>
              </a:extLst>
            </p:cNvPr>
            <p:cNvSpPr/>
            <p:nvPr/>
          </p:nvSpPr>
          <p:spPr>
            <a:xfrm>
              <a:off x="4392539" y="3822232"/>
              <a:ext cx="658024" cy="658025"/>
            </a:xfrm>
            <a:prstGeom prst="ellipse">
              <a:avLst/>
            </a:prstGeom>
            <a:solidFill>
              <a:srgbClr val="0C49B7"/>
            </a:solidFill>
            <a:ln w="28575" cap="rnd" cmpd="sng" algn="ctr">
              <a:solidFill>
                <a:sysClr val="window" lastClr="FFFFFF"/>
              </a:solid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lnSpcReduction="10000"/>
            </a:bodyPr>
            <a:lstStyle/>
            <a:p>
              <a:pPr algn="ctr" defTabSz="914354">
                <a:defRPr/>
              </a:pPr>
              <a:endParaRPr lang="zh-CN" altLang="en-US" sz="2000" b="1" kern="0" dirty="0">
                <a:solidFill>
                  <a:prstClr val="white"/>
                </a:solidFill>
                <a:latin typeface="Arial"/>
                <a:ea typeface="微软雅黑 Light"/>
              </a:endParaRPr>
            </a:p>
          </p:txBody>
        </p:sp>
        <p:sp>
          <p:nvSpPr>
            <p:cNvPr id="46" name="ïṣḻíḓe">
              <a:extLst>
                <a:ext uri="{FF2B5EF4-FFF2-40B4-BE49-F238E27FC236}">
                  <a16:creationId xmlns:a16="http://schemas.microsoft.com/office/drawing/2014/main" id="{0C35E57E-33B7-44D4-AF93-40A30276E266}"/>
                </a:ext>
              </a:extLst>
            </p:cNvPr>
            <p:cNvSpPr/>
            <p:nvPr/>
          </p:nvSpPr>
          <p:spPr>
            <a:xfrm>
              <a:off x="4572001" y="4029700"/>
              <a:ext cx="299102" cy="24307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1409" h="488759">
                  <a:moveTo>
                    <a:pt x="0" y="418641"/>
                  </a:moveTo>
                  <a:lnTo>
                    <a:pt x="231090" y="418641"/>
                  </a:lnTo>
                  <a:lnTo>
                    <a:pt x="231090" y="454416"/>
                  </a:lnTo>
                  <a:lnTo>
                    <a:pt x="371754" y="454416"/>
                  </a:lnTo>
                  <a:lnTo>
                    <a:pt x="371754" y="418641"/>
                  </a:lnTo>
                  <a:lnTo>
                    <a:pt x="601409" y="418641"/>
                  </a:lnTo>
                  <a:lnTo>
                    <a:pt x="601409" y="488759"/>
                  </a:lnTo>
                  <a:lnTo>
                    <a:pt x="0" y="488759"/>
                  </a:lnTo>
                  <a:close/>
                  <a:moveTo>
                    <a:pt x="284242" y="126825"/>
                  </a:moveTo>
                  <a:cubicBezTo>
                    <a:pt x="271673" y="126825"/>
                    <a:pt x="259105" y="131847"/>
                    <a:pt x="249768" y="141890"/>
                  </a:cubicBezTo>
                  <a:cubicBezTo>
                    <a:pt x="231094" y="160542"/>
                    <a:pt x="231094" y="192106"/>
                    <a:pt x="249768" y="210758"/>
                  </a:cubicBezTo>
                  <a:cubicBezTo>
                    <a:pt x="268441" y="230844"/>
                    <a:pt x="300043" y="230844"/>
                    <a:pt x="318716" y="210758"/>
                  </a:cubicBezTo>
                  <a:cubicBezTo>
                    <a:pt x="338826" y="192106"/>
                    <a:pt x="338826" y="160542"/>
                    <a:pt x="318716" y="141890"/>
                  </a:cubicBezTo>
                  <a:cubicBezTo>
                    <a:pt x="309380" y="131847"/>
                    <a:pt x="296811" y="126825"/>
                    <a:pt x="284242" y="126825"/>
                  </a:cubicBezTo>
                  <a:close/>
                  <a:moveTo>
                    <a:pt x="284422" y="100282"/>
                  </a:moveTo>
                  <a:cubicBezTo>
                    <a:pt x="303993" y="100282"/>
                    <a:pt x="323744" y="107456"/>
                    <a:pt x="338826" y="121803"/>
                  </a:cubicBezTo>
                  <a:cubicBezTo>
                    <a:pt x="361809" y="144759"/>
                    <a:pt x="366119" y="179193"/>
                    <a:pt x="353191" y="207888"/>
                  </a:cubicBezTo>
                  <a:lnTo>
                    <a:pt x="397720" y="250931"/>
                  </a:lnTo>
                  <a:lnTo>
                    <a:pt x="360373" y="289669"/>
                  </a:lnTo>
                  <a:lnTo>
                    <a:pt x="315843" y="245192"/>
                  </a:lnTo>
                  <a:cubicBezTo>
                    <a:pt x="288551" y="258105"/>
                    <a:pt x="254077" y="252366"/>
                    <a:pt x="231094" y="229410"/>
                  </a:cubicBezTo>
                  <a:cubicBezTo>
                    <a:pt x="200929" y="200715"/>
                    <a:pt x="200929" y="151933"/>
                    <a:pt x="231094" y="121803"/>
                  </a:cubicBezTo>
                  <a:cubicBezTo>
                    <a:pt x="245459" y="107456"/>
                    <a:pt x="264850" y="100282"/>
                    <a:pt x="284422" y="100282"/>
                  </a:cubicBezTo>
                  <a:close/>
                  <a:moveTo>
                    <a:pt x="100420" y="57336"/>
                  </a:moveTo>
                  <a:lnTo>
                    <a:pt x="100420" y="326820"/>
                  </a:lnTo>
                  <a:lnTo>
                    <a:pt x="500990" y="326820"/>
                  </a:lnTo>
                  <a:lnTo>
                    <a:pt x="500990" y="57336"/>
                  </a:lnTo>
                  <a:close/>
                  <a:moveTo>
                    <a:pt x="42991" y="0"/>
                  </a:moveTo>
                  <a:lnTo>
                    <a:pt x="558419" y="0"/>
                  </a:lnTo>
                  <a:lnTo>
                    <a:pt x="558419" y="384156"/>
                  </a:lnTo>
                  <a:lnTo>
                    <a:pt x="42991" y="384156"/>
                  </a:lnTo>
                  <a:close/>
                </a:path>
              </a:pathLst>
            </a:custGeom>
            <a:solidFill>
              <a:sysClr val="window" lastClr="FFFFFF"/>
            </a:solidFill>
            <a:ln w="28575" cap="rnd" cmpd="sng" algn="ctr">
              <a:noFill/>
              <a:prstDash val="solid"/>
              <a:round/>
              <a:headEnd/>
              <a:tailEnd/>
            </a:ln>
            <a:effectLst/>
          </p:spPr>
          <p:txBody>
            <a:bodyPr rot="0" spcFirstLastPara="0" vert="horz" wrap="square" lIns="91440" tIns="45720" rIns="91440" bIns="45720" numCol="1" spcCol="0" rtlCol="0" fromWordArt="0" anchor="ctr" anchorCtr="0" forceAA="0" compatLnSpc="1">
              <a:prstTxWarp prst="textNoShape">
                <a:avLst/>
              </a:prstTxWarp>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defRPr/>
              </a:pPr>
              <a:endParaRPr lang="zh-CN" altLang="en-US" sz="2000" b="1" dirty="0">
                <a:solidFill>
                  <a:prstClr val="white"/>
                </a:solidFill>
                <a:latin typeface="Arial"/>
                <a:ea typeface="微软雅黑 Light"/>
              </a:endParaRPr>
            </a:p>
          </p:txBody>
        </p:sp>
      </p:grpSp>
      <p:grpSp>
        <p:nvGrpSpPr>
          <p:cNvPr id="47" name="ïš1iḓé">
            <a:extLst>
              <a:ext uri="{FF2B5EF4-FFF2-40B4-BE49-F238E27FC236}">
                <a16:creationId xmlns:a16="http://schemas.microsoft.com/office/drawing/2014/main" id="{98DAB216-CCB0-4F0C-A651-82C52441137B}"/>
              </a:ext>
            </a:extLst>
          </p:cNvPr>
          <p:cNvGrpSpPr/>
          <p:nvPr/>
        </p:nvGrpSpPr>
        <p:grpSpPr>
          <a:xfrm>
            <a:off x="8592743" y="3895171"/>
            <a:ext cx="1627197" cy="993046"/>
            <a:chOff x="1959360" y="3895171"/>
            <a:chExt cx="1627197" cy="993046"/>
          </a:xfrm>
        </p:grpSpPr>
        <p:sp>
          <p:nvSpPr>
            <p:cNvPr id="48" name="îŝļíḓè">
              <a:extLst>
                <a:ext uri="{FF2B5EF4-FFF2-40B4-BE49-F238E27FC236}">
                  <a16:creationId xmlns:a16="http://schemas.microsoft.com/office/drawing/2014/main" id="{F6B718CA-95D8-407A-94F1-A344B2FEC8CA}"/>
                </a:ext>
              </a:extLst>
            </p:cNvPr>
            <p:cNvSpPr txBox="1"/>
            <p:nvPr/>
          </p:nvSpPr>
          <p:spPr>
            <a:xfrm>
              <a:off x="1959360" y="3895171"/>
              <a:ext cx="1627197" cy="421821"/>
            </a:xfrm>
            <a:prstGeom prst="rect">
              <a:avLst/>
            </a:prstGeom>
            <a:noFill/>
            <a:ln>
              <a:noFill/>
            </a:ln>
          </p:spPr>
          <p:txBody>
            <a:bodyPr wrap="square" lIns="91440" tIns="45720" rIns="91440" bIns="45720" anchor="ctr"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defTabSz="913765">
                <a:buSzPct val="25000"/>
                <a:defRPr/>
              </a:pPr>
              <a:r>
                <a:rPr lang="zh-CN" altLang="en-US" sz="1400" b="1" dirty="0">
                  <a:solidFill>
                    <a:prstClr val="black"/>
                  </a:solidFill>
                  <a:latin typeface="微软雅黑"/>
                  <a:ea typeface="微软雅黑"/>
                </a:rPr>
                <a:t>输入小标题</a:t>
              </a:r>
            </a:p>
          </p:txBody>
        </p:sp>
        <p:sp>
          <p:nvSpPr>
            <p:cNvPr id="49" name="iṡ1ïḋe">
              <a:extLst>
                <a:ext uri="{FF2B5EF4-FFF2-40B4-BE49-F238E27FC236}">
                  <a16:creationId xmlns:a16="http://schemas.microsoft.com/office/drawing/2014/main" id="{A09775EC-4B1F-485D-9DAE-194F36C6C819}"/>
                </a:ext>
              </a:extLst>
            </p:cNvPr>
            <p:cNvSpPr txBox="1"/>
            <p:nvPr/>
          </p:nvSpPr>
          <p:spPr>
            <a:xfrm>
              <a:off x="1959360" y="4316992"/>
              <a:ext cx="1627197" cy="571225"/>
            </a:xfrm>
            <a:prstGeom prst="rect">
              <a:avLst/>
            </a:prstGeom>
            <a:noFill/>
            <a:ln>
              <a:noFill/>
            </a:ln>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nSpc>
                  <a:spcPct val="130000"/>
                </a:lnSpc>
                <a:spcBef>
                  <a:spcPct val="0"/>
                </a:spcBef>
                <a:defRPr/>
              </a:pPr>
              <a:r>
                <a:rPr lang="zh-CN" altLang="en-US" sz="1100" dirty="0">
                  <a:solidFill>
                    <a:prstClr val="black"/>
                  </a:solidFill>
                  <a:latin typeface="微软雅黑 Light"/>
                  <a:ea typeface="微软雅黑 Light"/>
                </a:rPr>
                <a:t>输入相关文字说明输入相关文字说明</a:t>
              </a:r>
              <a:endParaRPr lang="en-US" altLang="zh-CN" sz="1100" dirty="0">
                <a:solidFill>
                  <a:prstClr val="black"/>
                </a:solidFill>
                <a:latin typeface="微软雅黑 Light"/>
                <a:ea typeface="微软雅黑 Light"/>
              </a:endParaRPr>
            </a:p>
          </p:txBody>
        </p:sp>
      </p:grpSp>
      <p:sp>
        <p:nvSpPr>
          <p:cNvPr id="50" name="îśļîďe">
            <a:extLst>
              <a:ext uri="{FF2B5EF4-FFF2-40B4-BE49-F238E27FC236}">
                <a16:creationId xmlns:a16="http://schemas.microsoft.com/office/drawing/2014/main" id="{3B1315D5-FE2C-43D3-89DF-BC14FA2DDE90}"/>
              </a:ext>
            </a:extLst>
          </p:cNvPr>
          <p:cNvSpPr txBox="1"/>
          <p:nvPr/>
        </p:nvSpPr>
        <p:spPr>
          <a:xfrm>
            <a:off x="3646739" y="5004892"/>
            <a:ext cx="4885821" cy="1022801"/>
          </a:xfrm>
          <a:prstGeom prst="rect">
            <a:avLst/>
          </a:prstGeom>
          <a:noFill/>
          <a:ln>
            <a:noFill/>
          </a:ln>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lnSpc>
                <a:spcPct val="150000"/>
              </a:lnSpc>
              <a:buSzPct val="25000"/>
              <a:defRPr/>
            </a:pPr>
            <a:r>
              <a:rPr lang="zh-CN" altLang="en-US" sz="1200" dirty="0">
                <a:solidFill>
                  <a:prstClr val="black"/>
                </a:solidFill>
                <a:latin typeface="Arial"/>
                <a:ea typeface="微软雅黑 Light"/>
              </a:rPr>
              <a:t>请在这里输入补充说明请在这里输入补充说明</a:t>
            </a:r>
            <a:endParaRPr lang="en-US" altLang="zh-CN" sz="1200" dirty="0">
              <a:solidFill>
                <a:prstClr val="black"/>
              </a:solidFill>
              <a:latin typeface="Arial"/>
              <a:ea typeface="微软雅黑 Light"/>
            </a:endParaRPr>
          </a:p>
          <a:p>
            <a:pPr algn="ctr">
              <a:lnSpc>
                <a:spcPct val="150000"/>
              </a:lnSpc>
              <a:buSzPct val="25000"/>
              <a:defRPr/>
            </a:pPr>
            <a:r>
              <a:rPr lang="zh-CN" altLang="en-US" sz="1200" dirty="0">
                <a:solidFill>
                  <a:prstClr val="black"/>
                </a:solidFill>
                <a:latin typeface="Arial"/>
                <a:ea typeface="微软雅黑 Light"/>
              </a:rPr>
              <a:t>请在这里输入补充说明请在这里输入补充说明</a:t>
            </a:r>
            <a:endParaRPr lang="en-US" altLang="zh-CN" sz="1200" dirty="0">
              <a:solidFill>
                <a:prstClr val="black"/>
              </a:solidFill>
              <a:latin typeface="Arial"/>
              <a:ea typeface="微软雅黑 Light"/>
            </a:endParaRPr>
          </a:p>
          <a:p>
            <a:pPr algn="ctr">
              <a:lnSpc>
                <a:spcPct val="150000"/>
              </a:lnSpc>
              <a:buSzPct val="25000"/>
              <a:defRPr/>
            </a:pPr>
            <a:r>
              <a:rPr lang="zh-CN" altLang="en-US" sz="1200" dirty="0">
                <a:solidFill>
                  <a:prstClr val="black"/>
                </a:solidFill>
                <a:latin typeface="Arial"/>
                <a:ea typeface="微软雅黑 Light"/>
              </a:rPr>
              <a:t>请在这里输入补充说明请在这里输入补充说明</a:t>
            </a:r>
            <a:endParaRPr lang="en-US" altLang="zh-CN" sz="1200" dirty="0">
              <a:solidFill>
                <a:prstClr val="black"/>
              </a:solidFill>
              <a:latin typeface="Arial"/>
              <a:ea typeface="微软雅黑 Light"/>
            </a:endParaRPr>
          </a:p>
          <a:p>
            <a:pPr algn="ctr">
              <a:lnSpc>
                <a:spcPct val="150000"/>
              </a:lnSpc>
              <a:buSzPct val="25000"/>
              <a:defRPr/>
            </a:pPr>
            <a:endParaRPr lang="en-US" altLang="zh-CN" sz="1200" dirty="0">
              <a:solidFill>
                <a:prstClr val="black"/>
              </a:solidFill>
              <a:latin typeface="Arial"/>
              <a:ea typeface="微软雅黑 Light"/>
            </a:endParaRPr>
          </a:p>
          <a:p>
            <a:pPr algn="ctr">
              <a:lnSpc>
                <a:spcPct val="150000"/>
              </a:lnSpc>
              <a:buSzPct val="25000"/>
              <a:defRPr/>
            </a:pPr>
            <a:endParaRPr lang="en-US" altLang="zh-CN" sz="1200" dirty="0">
              <a:solidFill>
                <a:prstClr val="black"/>
              </a:solidFill>
              <a:latin typeface="Arial"/>
              <a:ea typeface="微软雅黑 Light"/>
            </a:endParaRPr>
          </a:p>
          <a:p>
            <a:pPr algn="ctr">
              <a:lnSpc>
                <a:spcPct val="150000"/>
              </a:lnSpc>
              <a:buSzPct val="25000"/>
              <a:defRPr/>
            </a:pPr>
            <a:endParaRPr lang="en-US" altLang="zh-CN" sz="1200" dirty="0">
              <a:solidFill>
                <a:prstClr val="black"/>
              </a:solidFill>
              <a:latin typeface="Arial"/>
              <a:ea typeface="微软雅黑 Light"/>
            </a:endParaRPr>
          </a:p>
        </p:txBody>
      </p:sp>
      <p:sp>
        <p:nvSpPr>
          <p:cNvPr id="51" name="矩形 50">
            <a:extLst>
              <a:ext uri="{FF2B5EF4-FFF2-40B4-BE49-F238E27FC236}">
                <a16:creationId xmlns:a16="http://schemas.microsoft.com/office/drawing/2014/main" id="{ADF78CE6-358F-4C09-BA99-9654AE8E0E75}"/>
              </a:ext>
            </a:extLst>
          </p:cNvPr>
          <p:cNvSpPr/>
          <p:nvPr/>
        </p:nvSpPr>
        <p:spPr>
          <a:xfrm>
            <a:off x="335360" y="1081628"/>
            <a:ext cx="11521280" cy="1451498"/>
          </a:xfrm>
          <a:prstGeom prst="rect">
            <a:avLst/>
          </a:prstGeom>
          <a:solidFill>
            <a:srgbClr val="0C49B7">
              <a:alpha val="70000"/>
            </a:srgbClr>
          </a:solidFill>
          <a:ln w="12700" cap="flat" cmpd="sng" algn="ctr">
            <a:noFill/>
            <a:prstDash val="solid"/>
            <a:miter lim="800000"/>
          </a:ln>
          <a:effectLst/>
        </p:spPr>
        <p:txBody>
          <a:bodyPr rtlCol="0" anchor="ctr"/>
          <a:lstStyle/>
          <a:p>
            <a:pPr algn="ctr">
              <a:defRPr/>
            </a:pPr>
            <a:endParaRPr lang="zh-CN" altLang="en-US" kern="0">
              <a:solidFill>
                <a:prstClr val="white"/>
              </a:solidFill>
              <a:latin typeface="Arial"/>
              <a:ea typeface="微软雅黑 Light"/>
            </a:endParaRPr>
          </a:p>
        </p:txBody>
      </p:sp>
      <p:grpSp>
        <p:nvGrpSpPr>
          <p:cNvPr id="52" name="îṣḷîḋe">
            <a:extLst>
              <a:ext uri="{FF2B5EF4-FFF2-40B4-BE49-F238E27FC236}">
                <a16:creationId xmlns:a16="http://schemas.microsoft.com/office/drawing/2014/main" id="{1828CD63-DCFB-4DCD-A116-D2A4A0B471FE}"/>
              </a:ext>
            </a:extLst>
          </p:cNvPr>
          <p:cNvGrpSpPr/>
          <p:nvPr/>
        </p:nvGrpSpPr>
        <p:grpSpPr>
          <a:xfrm>
            <a:off x="696912" y="1415409"/>
            <a:ext cx="10858500" cy="834085"/>
            <a:chOff x="660400" y="1400024"/>
            <a:chExt cx="10858500" cy="834085"/>
          </a:xfrm>
        </p:grpSpPr>
        <p:sp>
          <p:nvSpPr>
            <p:cNvPr id="53" name="îṥḻïḍê">
              <a:extLst>
                <a:ext uri="{FF2B5EF4-FFF2-40B4-BE49-F238E27FC236}">
                  <a16:creationId xmlns:a16="http://schemas.microsoft.com/office/drawing/2014/main" id="{7367EC59-2FB5-43EB-AAE4-3ED1BDB19854}"/>
                </a:ext>
              </a:extLst>
            </p:cNvPr>
            <p:cNvSpPr txBox="1"/>
            <p:nvPr/>
          </p:nvSpPr>
          <p:spPr>
            <a:xfrm>
              <a:off x="660400" y="1756644"/>
              <a:ext cx="10858500" cy="477465"/>
            </a:xfrm>
            <a:prstGeom prst="rect">
              <a:avLst/>
            </a:prstGeom>
            <a:noFill/>
            <a:ln>
              <a:noFill/>
            </a:ln>
          </p:spPr>
          <p:txBody>
            <a:bodyPr wrap="square" lIns="91440" tIns="45720" rIns="91440" bIns="45720" anchor="t" anchorCtr="0">
              <a:normAutofit fontScale="925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buSzPct val="25000"/>
                <a:defRPr/>
              </a:pPr>
              <a:r>
                <a:rPr lang="zh-CN" altLang="en-US" sz="2000" b="1" dirty="0">
                  <a:solidFill>
                    <a:prstClr val="white"/>
                  </a:solidFill>
                  <a:latin typeface="微软雅黑 Light"/>
                  <a:ea typeface="微软雅黑 Light"/>
                </a:rPr>
                <a:t>在这个地方输入文字说明在这个地方输入文字说明在这个地方输入文字说明在这个地方输入文字说明</a:t>
              </a:r>
            </a:p>
          </p:txBody>
        </p:sp>
        <p:sp>
          <p:nvSpPr>
            <p:cNvPr id="54" name="ïŝľîḑe">
              <a:extLst>
                <a:ext uri="{FF2B5EF4-FFF2-40B4-BE49-F238E27FC236}">
                  <a16:creationId xmlns:a16="http://schemas.microsoft.com/office/drawing/2014/main" id="{13200CDA-0749-478F-951A-298B50CB4277}"/>
                </a:ext>
              </a:extLst>
            </p:cNvPr>
            <p:cNvSpPr/>
            <p:nvPr/>
          </p:nvSpPr>
          <p:spPr bwMode="auto">
            <a:xfrm>
              <a:off x="660400" y="1400024"/>
              <a:ext cx="10858500" cy="324721"/>
            </a:xfrm>
            <a:prstGeom prst="rect">
              <a:avLst/>
            </a:prstGeom>
            <a:noFill/>
            <a:ln w="3175">
              <a:noFill/>
              <a:miter lim="800000"/>
              <a:headEnd/>
              <a:tailEnd/>
            </a:ln>
            <a:extLst>
              <a:ext uri="{909E8E84-426E-40DD-AFC4-6F175D3DCCD1}">
                <a14:hiddenFill xmlns:a14="http://schemas.microsoft.com/office/drawing/2010/main">
                  <a:solidFill>
                    <a:srgbClr val="FFFFFF"/>
                  </a:solidFill>
                </a14:hiddenFill>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defRPr/>
              </a:pPr>
              <a:r>
                <a:rPr lang="zh-CN" altLang="en-US" sz="1200" dirty="0">
                  <a:solidFill>
                    <a:prstClr val="white"/>
                  </a:solidFill>
                  <a:latin typeface="Arial"/>
                  <a:ea typeface="微软雅黑 Light"/>
                </a:rPr>
                <a:t>在这个地方输入文字说明在这个地方输入文字说明在这个地方输入文字说明在这个地方输入文字说明</a:t>
              </a:r>
            </a:p>
          </p:txBody>
        </p:sp>
      </p:grpSp>
    </p:spTree>
    <p:extLst>
      <p:ext uri="{BB962C8B-B14F-4D97-AF65-F5344CB8AC3E}">
        <p14:creationId xmlns:p14="http://schemas.microsoft.com/office/powerpoint/2010/main" val="3843757336"/>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B585F5BC-0D6E-404E-A5B4-308421149BF3}"/>
              </a:ext>
            </a:extLst>
          </p:cNvPr>
          <p:cNvGrpSpPr/>
          <p:nvPr/>
        </p:nvGrpSpPr>
        <p:grpSpPr>
          <a:xfrm>
            <a:off x="0" y="-1"/>
            <a:ext cx="12192000" cy="6858002"/>
            <a:chOff x="0" y="-1"/>
            <a:chExt cx="12192000" cy="6858002"/>
          </a:xfrm>
        </p:grpSpPr>
        <p:grpSp>
          <p:nvGrpSpPr>
            <p:cNvPr id="3" name="组合 2">
              <a:extLst>
                <a:ext uri="{FF2B5EF4-FFF2-40B4-BE49-F238E27FC236}">
                  <a16:creationId xmlns:a16="http://schemas.microsoft.com/office/drawing/2014/main" id="{67F754ED-A75C-4B25-9FF7-CB0486DF7039}"/>
                </a:ext>
              </a:extLst>
            </p:cNvPr>
            <p:cNvGrpSpPr/>
            <p:nvPr/>
          </p:nvGrpSpPr>
          <p:grpSpPr>
            <a:xfrm>
              <a:off x="0" y="-1"/>
              <a:ext cx="12192000" cy="6858002"/>
              <a:chOff x="0" y="-1"/>
              <a:chExt cx="12192000" cy="6858002"/>
            </a:xfrm>
          </p:grpSpPr>
          <p:sp>
            <p:nvSpPr>
              <p:cNvPr id="9" name="矩形 8">
                <a:extLst>
                  <a:ext uri="{FF2B5EF4-FFF2-40B4-BE49-F238E27FC236}">
                    <a16:creationId xmlns:a16="http://schemas.microsoft.com/office/drawing/2014/main" id="{95DB5A92-B221-4426-9177-8B68612E8D53}"/>
                  </a:ext>
                </a:extLst>
              </p:cNvPr>
              <p:cNvSpPr/>
              <p:nvPr/>
            </p:nvSpPr>
            <p:spPr>
              <a:xfrm>
                <a:off x="0" y="-1"/>
                <a:ext cx="12192000" cy="706266"/>
              </a:xfrm>
              <a:prstGeom prst="rect">
                <a:avLst/>
              </a:prstGeom>
              <a:solidFill>
                <a:srgbClr val="0C49B7"/>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0" name="矩形 9">
                <a:extLst>
                  <a:ext uri="{FF2B5EF4-FFF2-40B4-BE49-F238E27FC236}">
                    <a16:creationId xmlns:a16="http://schemas.microsoft.com/office/drawing/2014/main" id="{89A6F977-15B9-49EE-82D2-AD7D3720996E}"/>
                  </a:ext>
                </a:extLst>
              </p:cNvPr>
              <p:cNvSpPr/>
              <p:nvPr/>
            </p:nvSpPr>
            <p:spPr>
              <a:xfrm>
                <a:off x="0" y="708047"/>
                <a:ext cx="12192000" cy="132378"/>
              </a:xfrm>
              <a:prstGeom prst="rect">
                <a:avLst/>
              </a:prstGeom>
              <a:solidFill>
                <a:srgbClr val="0C49B7">
                  <a:alpha val="5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sp>
            <p:nvSpPr>
              <p:cNvPr id="11" name="矩形 10">
                <a:extLst>
                  <a:ext uri="{FF2B5EF4-FFF2-40B4-BE49-F238E27FC236}">
                    <a16:creationId xmlns:a16="http://schemas.microsoft.com/office/drawing/2014/main" id="{8F2CC4A1-2DE9-4B49-AD2E-BAB7A3A4ACA2}"/>
                  </a:ext>
                </a:extLst>
              </p:cNvPr>
              <p:cNvSpPr/>
              <p:nvPr/>
            </p:nvSpPr>
            <p:spPr>
              <a:xfrm>
                <a:off x="0" y="6453336"/>
                <a:ext cx="12192000" cy="404665"/>
              </a:xfrm>
              <a:prstGeom prst="rect">
                <a:avLst/>
              </a:prstGeom>
              <a:solidFill>
                <a:srgbClr val="0C49B7"/>
              </a:solidFill>
              <a:ln w="12700" cap="flat" cmpd="sng" algn="ctr">
                <a:solidFill>
                  <a:srgbClr val="4F81BD"/>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endParaRPr>
              </a:p>
            </p:txBody>
          </p:sp>
        </p:grpSp>
        <p:sp>
          <p:nvSpPr>
            <p:cNvPr id="4" name="文本框 3">
              <a:extLst>
                <a:ext uri="{FF2B5EF4-FFF2-40B4-BE49-F238E27FC236}">
                  <a16:creationId xmlns:a16="http://schemas.microsoft.com/office/drawing/2014/main" id="{923CF80E-2AA7-48AE-A333-D190ED5B1E97}"/>
                </a:ext>
              </a:extLst>
            </p:cNvPr>
            <p:cNvSpPr txBox="1"/>
            <p:nvPr/>
          </p:nvSpPr>
          <p:spPr>
            <a:xfrm>
              <a:off x="175107" y="116852"/>
              <a:ext cx="595035"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XX</a:t>
              </a:r>
              <a:endParaRPr kumimoji="1" lang="zh-CN" altLang="en-US" sz="2400" b="1" i="0" u="none" strike="noStrike" kern="0" cap="none" spc="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endParaRPr>
            </a:p>
          </p:txBody>
        </p:sp>
        <p:cxnSp>
          <p:nvCxnSpPr>
            <p:cNvPr id="5" name="直线连接符 26">
              <a:extLst>
                <a:ext uri="{FF2B5EF4-FFF2-40B4-BE49-F238E27FC236}">
                  <a16:creationId xmlns:a16="http://schemas.microsoft.com/office/drawing/2014/main" id="{88311795-5472-4B7D-9FCF-939BE8BE9789}"/>
                </a:ext>
              </a:extLst>
            </p:cNvPr>
            <p:cNvCxnSpPr/>
            <p:nvPr/>
          </p:nvCxnSpPr>
          <p:spPr>
            <a:xfrm>
              <a:off x="839416" y="124472"/>
              <a:ext cx="0" cy="418800"/>
            </a:xfrm>
            <a:prstGeom prst="line">
              <a:avLst/>
            </a:prstGeom>
            <a:noFill/>
            <a:ln w="6350" cap="flat" cmpd="sng" algn="ctr">
              <a:solidFill>
                <a:sysClr val="window" lastClr="FFFFFF"/>
              </a:solidFill>
              <a:prstDash val="solid"/>
              <a:miter lim="800000"/>
            </a:ln>
            <a:effectLst/>
          </p:spPr>
        </p:cxnSp>
        <p:sp>
          <p:nvSpPr>
            <p:cNvPr id="6" name="文本框 5">
              <a:extLst>
                <a:ext uri="{FF2B5EF4-FFF2-40B4-BE49-F238E27FC236}">
                  <a16:creationId xmlns:a16="http://schemas.microsoft.com/office/drawing/2014/main" id="{14BD7972-4346-4D13-8738-C2C3F79B2627}"/>
                </a:ext>
              </a:extLst>
            </p:cNvPr>
            <p:cNvSpPr txBox="1"/>
            <p:nvPr/>
          </p:nvSpPr>
          <p:spPr>
            <a:xfrm>
              <a:off x="1008331" y="124472"/>
              <a:ext cx="260840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300" normalizeH="0" baseline="0" noProof="0" dirty="0">
                  <a:ln>
                    <a:noFill/>
                  </a:ln>
                  <a:solidFill>
                    <a:prstClr val="white"/>
                  </a:solidFill>
                  <a:effectLst>
                    <a:outerShdw blurRad="50800" dist="38100" dir="5400000" algn="t" rotWithShape="0">
                      <a:prstClr val="black">
                        <a:alpha val="40000"/>
                      </a:prstClr>
                    </a:outerShdw>
                  </a:effectLst>
                  <a:uLnTx/>
                  <a:uFillTx/>
                  <a:latin typeface="Arial" panose="020B0604020202020204" pitchFamily="34" charset="0"/>
                  <a:ea typeface="Microsoft YaHei" panose="020B0503020204020204" pitchFamily="34" charset="-122"/>
                  <a:cs typeface="Arial" panose="020B0604020202020204" pitchFamily="34" charset="0"/>
                </a:rPr>
                <a:t>请输入你的标题</a:t>
              </a:r>
            </a:p>
          </p:txBody>
        </p:sp>
        <p:pic>
          <p:nvPicPr>
            <p:cNvPr id="7" name="图片 6">
              <a:extLst>
                <a:ext uri="{FF2B5EF4-FFF2-40B4-BE49-F238E27FC236}">
                  <a16:creationId xmlns:a16="http://schemas.microsoft.com/office/drawing/2014/main" id="{676F62FD-B59A-493B-8E5E-121DDDEEC0F3}"/>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9068" y="6486933"/>
              <a:ext cx="2222085" cy="355044"/>
            </a:xfrm>
            <a:prstGeom prst="rect">
              <a:avLst/>
            </a:prstGeom>
          </p:spPr>
        </p:pic>
        <p:sp>
          <p:nvSpPr>
            <p:cNvPr id="8" name="矩形 7">
              <a:extLst>
                <a:ext uri="{FF2B5EF4-FFF2-40B4-BE49-F238E27FC236}">
                  <a16:creationId xmlns:a16="http://schemas.microsoft.com/office/drawing/2014/main" id="{6D776543-88D1-449A-82E4-3C31613BF55E}"/>
                </a:ext>
              </a:extLst>
            </p:cNvPr>
            <p:cNvSpPr/>
            <p:nvPr/>
          </p:nvSpPr>
          <p:spPr>
            <a:xfrm>
              <a:off x="10878182" y="6516824"/>
              <a:ext cx="1003801" cy="307777"/>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0" cap="none" spc="0" normalizeH="0" baseline="0" noProof="0" dirty="0">
                  <a:ln>
                    <a:noFill/>
                  </a:ln>
                  <a:solidFill>
                    <a:srgbClr val="FFFFFF"/>
                  </a:solidFill>
                  <a:effectLst/>
                  <a:uLnTx/>
                  <a:uFillTx/>
                  <a:latin typeface="Arial" panose="020F0502020204030204"/>
                  <a:ea typeface="微软雅黑"/>
                  <a:cs typeface="+mn-cs"/>
                </a:rPr>
                <a:t>JUNE 12</a:t>
              </a:r>
              <a:r>
                <a:rPr kumimoji="0" lang="en-US" altLang="zh-CN" sz="1400" b="0" i="0" u="none" strike="noStrike" kern="0" cap="none" spc="0" normalizeH="0" baseline="30000" noProof="0" dirty="0">
                  <a:ln>
                    <a:noFill/>
                  </a:ln>
                  <a:solidFill>
                    <a:srgbClr val="FFFFFF"/>
                  </a:solidFill>
                  <a:effectLst/>
                  <a:uLnTx/>
                  <a:uFillTx/>
                  <a:latin typeface="Arial" panose="020F0502020204030204"/>
                  <a:ea typeface="微软雅黑"/>
                  <a:cs typeface="+mn-cs"/>
                </a:rPr>
                <a:t>th</a:t>
              </a:r>
            </a:p>
          </p:txBody>
        </p:sp>
      </p:grpSp>
      <p:grpSp>
        <p:nvGrpSpPr>
          <p:cNvPr id="39" name="组合 38">
            <a:extLst>
              <a:ext uri="{FF2B5EF4-FFF2-40B4-BE49-F238E27FC236}">
                <a16:creationId xmlns:a16="http://schemas.microsoft.com/office/drawing/2014/main" id="{3CCCDB27-228F-4DB4-AF59-3E7854C0BD09}"/>
              </a:ext>
            </a:extLst>
          </p:cNvPr>
          <p:cNvGrpSpPr/>
          <p:nvPr/>
        </p:nvGrpSpPr>
        <p:grpSpPr>
          <a:xfrm>
            <a:off x="9570847" y="58796"/>
            <a:ext cx="2506700" cy="574142"/>
            <a:chOff x="849660" y="486412"/>
            <a:chExt cx="5474659" cy="1253932"/>
          </a:xfrm>
        </p:grpSpPr>
        <p:pic>
          <p:nvPicPr>
            <p:cNvPr id="40" name="图片 39">
              <a:extLst>
                <a:ext uri="{FF2B5EF4-FFF2-40B4-BE49-F238E27FC236}">
                  <a16:creationId xmlns:a16="http://schemas.microsoft.com/office/drawing/2014/main" id="{5CF04C44-70CA-407E-9187-1CACF766D28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49660" y="486412"/>
              <a:ext cx="1253932" cy="1253932"/>
            </a:xfrm>
            <a:prstGeom prst="rect">
              <a:avLst/>
            </a:prstGeom>
          </p:spPr>
        </p:pic>
        <p:pic>
          <p:nvPicPr>
            <p:cNvPr id="41" name="图片 40">
              <a:extLst>
                <a:ext uri="{FF2B5EF4-FFF2-40B4-BE49-F238E27FC236}">
                  <a16:creationId xmlns:a16="http://schemas.microsoft.com/office/drawing/2014/main" id="{2138BCF5-5AC4-43D6-909E-8B40A8563FEA}"/>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047586" y="550301"/>
              <a:ext cx="4144264" cy="679074"/>
            </a:xfrm>
            <a:prstGeom prst="rect">
              <a:avLst/>
            </a:prstGeom>
          </p:spPr>
        </p:pic>
        <p:sp>
          <p:nvSpPr>
            <p:cNvPr id="42" name="矩形 41">
              <a:extLst>
                <a:ext uri="{FF2B5EF4-FFF2-40B4-BE49-F238E27FC236}">
                  <a16:creationId xmlns:a16="http://schemas.microsoft.com/office/drawing/2014/main" id="{68CA9194-6BBE-4C20-A6CA-2BD07385F28F}"/>
                </a:ext>
              </a:extLst>
            </p:cNvPr>
            <p:cNvSpPr/>
            <p:nvPr/>
          </p:nvSpPr>
          <p:spPr>
            <a:xfrm>
              <a:off x="2103592" y="1179451"/>
              <a:ext cx="4220727" cy="504139"/>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900" b="0" i="0" u="none" strike="noStrike" kern="1200" cap="none" spc="0" normalizeH="0" baseline="0" noProof="0" dirty="0">
                  <a:ln>
                    <a:noFill/>
                  </a:ln>
                  <a:solidFill>
                    <a:prstClr val="white"/>
                  </a:solidFill>
                  <a:effectLst/>
                  <a:uLnTx/>
                  <a:uFillTx/>
                  <a:latin typeface="Arial" panose="020B0604020202020204" pitchFamily="34" charset="0"/>
                  <a:ea typeface="等线" panose="02010600030101010101" pitchFamily="2" charset="-122"/>
                  <a:cs typeface="Arial" panose="020B0604020202020204" pitchFamily="34" charset="0"/>
                </a:rPr>
                <a:t>BEIHANG UNIVERSITY</a:t>
              </a:r>
              <a:endParaRPr kumimoji="0" lang="zh-CN" altLang="en-US" sz="900" b="0" i="0" u="none" strike="noStrike" kern="1200" cap="none" spc="0" normalizeH="0" baseline="0" noProof="0" dirty="0">
                <a:ln>
                  <a:noFill/>
                </a:ln>
                <a:solidFill>
                  <a:prstClr val="white"/>
                </a:solidFill>
                <a:effectLst/>
                <a:uLnTx/>
                <a:uFillTx/>
                <a:latin typeface="Arial" panose="020B0604020202020204" pitchFamily="34" charset="0"/>
                <a:ea typeface="宋体" panose="02010600030101010101" pitchFamily="2" charset="-122"/>
                <a:cs typeface="Arial" panose="020B0604020202020204" pitchFamily="34" charset="0"/>
              </a:endParaRPr>
            </a:p>
          </p:txBody>
        </p:sp>
      </p:grpSp>
      <p:sp>
        <p:nvSpPr>
          <p:cNvPr id="16" name="矩形 15">
            <a:extLst>
              <a:ext uri="{FF2B5EF4-FFF2-40B4-BE49-F238E27FC236}">
                <a16:creationId xmlns:a16="http://schemas.microsoft.com/office/drawing/2014/main" id="{5A1FE6DB-9E3B-423C-965E-EF7D6770367C}"/>
              </a:ext>
            </a:extLst>
          </p:cNvPr>
          <p:cNvSpPr/>
          <p:nvPr/>
        </p:nvSpPr>
        <p:spPr>
          <a:xfrm>
            <a:off x="1004117" y="1928513"/>
            <a:ext cx="10183766" cy="2959849"/>
          </a:xfrm>
          <a:prstGeom prst="rect">
            <a:avLst/>
          </a:prstGeom>
        </p:spPr>
        <p:txBody>
          <a:bodyPr wrap="square">
            <a:spAutoFit/>
          </a:bodyPr>
          <a:lstStyle/>
          <a:p>
            <a:pPr algn="ctr">
              <a:lnSpc>
                <a:spcPct val="150000"/>
              </a:lnSpc>
              <a:defRPr/>
            </a:pPr>
            <a:r>
              <a:rPr lang="zh-CN" altLang="en-US" sz="6600" b="1" i="1" dirty="0">
                <a:solidFill>
                  <a:srgbClr val="0C49B7"/>
                </a:solidFill>
                <a:latin typeface="微软雅黑" panose="020B0503020204020204" pitchFamily="34" charset="-122"/>
                <a:ea typeface="微软雅黑" panose="020B0503020204020204" pitchFamily="34" charset="-122"/>
              </a:rPr>
              <a:t>你的模板你做主！</a:t>
            </a:r>
            <a:endParaRPr lang="en-US" altLang="zh-CN" sz="6600" b="1" i="1" dirty="0">
              <a:solidFill>
                <a:srgbClr val="0C49B7"/>
              </a:solidFill>
              <a:latin typeface="微软雅黑" panose="020B0503020204020204" pitchFamily="34" charset="-122"/>
              <a:ea typeface="微软雅黑" panose="020B0503020204020204" pitchFamily="34" charset="-122"/>
            </a:endParaRPr>
          </a:p>
          <a:p>
            <a:pPr algn="ctr">
              <a:lnSpc>
                <a:spcPct val="150000"/>
              </a:lnSpc>
              <a:defRPr/>
            </a:pPr>
            <a:r>
              <a:rPr lang="zh-CN" altLang="en-US" sz="6600" b="1" i="1" dirty="0">
                <a:solidFill>
                  <a:srgbClr val="0C49B7"/>
                </a:solidFill>
                <a:latin typeface="微软雅黑" panose="020B0503020204020204" pitchFamily="34" charset="-122"/>
                <a:ea typeface="微软雅黑" panose="020B0503020204020204" pitchFamily="34" charset="-122"/>
              </a:rPr>
              <a:t>（请输入你的内容）</a:t>
            </a:r>
          </a:p>
        </p:txBody>
      </p:sp>
      <p:pic>
        <p:nvPicPr>
          <p:cNvPr id="17" name="图片 16">
            <a:extLst>
              <a:ext uri="{FF2B5EF4-FFF2-40B4-BE49-F238E27FC236}">
                <a16:creationId xmlns:a16="http://schemas.microsoft.com/office/drawing/2014/main" id="{BEA4856C-3D5E-4E90-8FE8-269BD521D3E7}"/>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158893" y="895023"/>
            <a:ext cx="6858000" cy="6858000"/>
          </a:xfrm>
          <a:prstGeom prst="rect">
            <a:avLst/>
          </a:prstGeom>
        </p:spPr>
      </p:pic>
    </p:spTree>
    <p:extLst>
      <p:ext uri="{BB962C8B-B14F-4D97-AF65-F5344CB8AC3E}">
        <p14:creationId xmlns:p14="http://schemas.microsoft.com/office/powerpoint/2010/main" val="2035064827"/>
      </p:ext>
    </p:extLst>
  </p:cSld>
  <p:clrMapOvr>
    <a:masterClrMapping/>
  </p:clrMapOvr>
  <mc:AlternateContent xmlns:mc="http://schemas.openxmlformats.org/markup-compatibility/2006" xmlns:p14="http://schemas.microsoft.com/office/powerpoint/2010/main">
    <mc:Choice Requires="p14">
      <p:transition spd="slow" p14:dur="1250">
        <p14:gallery dir="l"/>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AEEAAFB-5A26-465A-B1D3-12572DA84B97}"/>
              </a:ext>
            </a:extLst>
          </p:cNvPr>
          <p:cNvSpPr/>
          <p:nvPr/>
        </p:nvSpPr>
        <p:spPr>
          <a:xfrm>
            <a:off x="0" y="0"/>
            <a:ext cx="12192000" cy="6858000"/>
          </a:xfrm>
          <a:prstGeom prst="rect">
            <a:avLst/>
          </a:prstGeom>
          <a:gradFill flip="none" rotWithShape="1">
            <a:gsLst>
              <a:gs pos="0">
                <a:srgbClr val="0C49B7"/>
              </a:gs>
              <a:gs pos="100000">
                <a:srgbClr val="0C49B7"/>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3" name="任意多边形: 形状 2">
            <a:extLst>
              <a:ext uri="{FF2B5EF4-FFF2-40B4-BE49-F238E27FC236}">
                <a16:creationId xmlns:a16="http://schemas.microsoft.com/office/drawing/2014/main" id="{38844F5E-6E12-4CAB-A0AC-6B960F78BCA5}"/>
              </a:ext>
            </a:extLst>
          </p:cNvPr>
          <p:cNvSpPr/>
          <p:nvPr/>
        </p:nvSpPr>
        <p:spPr>
          <a:xfrm rot="246287">
            <a:off x="7553087" y="57910"/>
            <a:ext cx="4712293" cy="2626258"/>
          </a:xfrm>
          <a:custGeom>
            <a:avLst/>
            <a:gdLst>
              <a:gd name="connsiteX0" fmla="*/ 0 w 4712293"/>
              <a:gd name="connsiteY0" fmla="*/ 107653 h 2626258"/>
              <a:gd name="connsiteX1" fmla="*/ 1500082 w 4712293"/>
              <a:gd name="connsiteY1" fmla="*/ 0 h 2626258"/>
              <a:gd name="connsiteX2" fmla="*/ 1526651 w 4712293"/>
              <a:gd name="connsiteY2" fmla="*/ 71368 h 2626258"/>
              <a:gd name="connsiteX3" fmla="*/ 3191005 w 4712293"/>
              <a:gd name="connsiteY3" fmla="*/ 1155960 h 2626258"/>
              <a:gd name="connsiteX4" fmla="*/ 4584835 w 4712293"/>
              <a:gd name="connsiteY4" fmla="*/ 509726 h 2626258"/>
              <a:gd name="connsiteX5" fmla="*/ 4586931 w 4712293"/>
              <a:gd name="connsiteY5" fmla="*/ 506970 h 2626258"/>
              <a:gd name="connsiteX6" fmla="*/ 4712293 w 4712293"/>
              <a:gd name="connsiteY6" fmla="*/ 2253813 h 2626258"/>
              <a:gd name="connsiteX7" fmla="*/ 4466405 w 4712293"/>
              <a:gd name="connsiteY7" fmla="*/ 2371162 h 2626258"/>
              <a:gd name="connsiteX8" fmla="*/ 3191005 w 4712293"/>
              <a:gd name="connsiteY8" fmla="*/ 2626258 h 2626258"/>
              <a:gd name="connsiteX9" fmla="*/ 61714 w 4712293"/>
              <a:gd name="connsiteY9" fmla="*/ 345435 h 262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12293" h="2626258">
                <a:moveTo>
                  <a:pt x="0" y="107653"/>
                </a:moveTo>
                <a:lnTo>
                  <a:pt x="1500082" y="0"/>
                </a:lnTo>
                <a:lnTo>
                  <a:pt x="1526651" y="71368"/>
                </a:lnTo>
                <a:cubicBezTo>
                  <a:pt x="1800862" y="708737"/>
                  <a:pt x="2442810" y="1155960"/>
                  <a:pt x="3191005" y="1155960"/>
                </a:cubicBezTo>
                <a:cubicBezTo>
                  <a:pt x="3752151" y="1155960"/>
                  <a:pt x="4253533" y="904397"/>
                  <a:pt x="4584835" y="509726"/>
                </a:cubicBezTo>
                <a:lnTo>
                  <a:pt x="4586931" y="506970"/>
                </a:lnTo>
                <a:lnTo>
                  <a:pt x="4712293" y="2253813"/>
                </a:lnTo>
                <a:lnTo>
                  <a:pt x="4466405" y="2371162"/>
                </a:lnTo>
                <a:cubicBezTo>
                  <a:pt x="4074398" y="2535425"/>
                  <a:pt x="3643408" y="2626258"/>
                  <a:pt x="3191005" y="2626258"/>
                </a:cubicBezTo>
                <a:cubicBezTo>
                  <a:pt x="1720692" y="2626258"/>
                  <a:pt x="476569" y="1666829"/>
                  <a:pt x="61714" y="345435"/>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sp>
        <p:nvSpPr>
          <p:cNvPr id="4" name="任意多边形: 形状 3">
            <a:extLst>
              <a:ext uri="{FF2B5EF4-FFF2-40B4-BE49-F238E27FC236}">
                <a16:creationId xmlns:a16="http://schemas.microsoft.com/office/drawing/2014/main" id="{33213F33-8A70-4FFE-9512-9301AC545588}"/>
              </a:ext>
            </a:extLst>
          </p:cNvPr>
          <p:cNvSpPr/>
          <p:nvPr/>
        </p:nvSpPr>
        <p:spPr>
          <a:xfrm rot="8748610">
            <a:off x="644445" y="4307628"/>
            <a:ext cx="2472119" cy="3370375"/>
          </a:xfrm>
          <a:custGeom>
            <a:avLst/>
            <a:gdLst>
              <a:gd name="connsiteX0" fmla="*/ 1006087 w 2472119"/>
              <a:gd name="connsiteY0" fmla="*/ 2984280 h 3370375"/>
              <a:gd name="connsiteX1" fmla="*/ 0 w 2472119"/>
              <a:gd name="connsiteY1" fmla="*/ 1109660 h 3370375"/>
              <a:gd name="connsiteX2" fmla="*/ 275418 w 2472119"/>
              <a:gd name="connsiteY2" fmla="*/ 32069 h 3370375"/>
              <a:gd name="connsiteX3" fmla="*/ 295083 w 2472119"/>
              <a:gd name="connsiteY3" fmla="*/ 0 h 3370375"/>
              <a:gd name="connsiteX4" fmla="*/ 418081 w 2472119"/>
              <a:gd name="connsiteY4" fmla="*/ 83557 h 3370375"/>
              <a:gd name="connsiteX5" fmla="*/ 406180 w 2472119"/>
              <a:gd name="connsiteY5" fmla="*/ 102953 h 3370375"/>
              <a:gd name="connsiteX6" fmla="*/ 148710 w 2472119"/>
              <a:gd name="connsiteY6" fmla="*/ 1109660 h 3370375"/>
              <a:gd name="connsiteX7" fmla="*/ 2281943 w 2472119"/>
              <a:gd name="connsiteY7" fmla="*/ 3221665 h 3370375"/>
              <a:gd name="connsiteX8" fmla="*/ 2472119 w 2472119"/>
              <a:gd name="connsiteY8" fmla="*/ 3212157 h 3370375"/>
              <a:gd name="connsiteX9" fmla="*/ 2367545 w 2472119"/>
              <a:gd name="connsiteY9" fmla="*/ 3366092 h 3370375"/>
              <a:gd name="connsiteX10" fmla="*/ 2281943 w 2472119"/>
              <a:gd name="connsiteY10" fmla="*/ 3370375 h 3370375"/>
              <a:gd name="connsiteX11" fmla="*/ 1006087 w 2472119"/>
              <a:gd name="connsiteY11" fmla="*/ 2984280 h 33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2119" h="3370375">
                <a:moveTo>
                  <a:pt x="1006087" y="2984280"/>
                </a:moveTo>
                <a:cubicBezTo>
                  <a:pt x="399086" y="2578013"/>
                  <a:pt x="0" y="1890008"/>
                  <a:pt x="0" y="1109660"/>
                </a:cubicBezTo>
                <a:cubicBezTo>
                  <a:pt x="0" y="719485"/>
                  <a:pt x="99771" y="352397"/>
                  <a:pt x="275418" y="32069"/>
                </a:cubicBezTo>
                <a:lnTo>
                  <a:pt x="295083" y="0"/>
                </a:lnTo>
                <a:lnTo>
                  <a:pt x="418081" y="83557"/>
                </a:lnTo>
                <a:lnTo>
                  <a:pt x="406180" y="102953"/>
                </a:lnTo>
                <a:cubicBezTo>
                  <a:pt x="241979" y="402210"/>
                  <a:pt x="148710" y="745151"/>
                  <a:pt x="148710" y="1109660"/>
                </a:cubicBezTo>
                <a:cubicBezTo>
                  <a:pt x="148710" y="2276088"/>
                  <a:pt x="1103791" y="3221665"/>
                  <a:pt x="2281943" y="3221665"/>
                </a:cubicBezTo>
                <a:lnTo>
                  <a:pt x="2472119" y="3212157"/>
                </a:lnTo>
                <a:lnTo>
                  <a:pt x="2367545" y="3366092"/>
                </a:lnTo>
                <a:lnTo>
                  <a:pt x="2281943" y="3370375"/>
                </a:lnTo>
                <a:cubicBezTo>
                  <a:pt x="1809337" y="3370375"/>
                  <a:pt x="1370288" y="3228040"/>
                  <a:pt x="1006087" y="2984280"/>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sp>
        <p:nvSpPr>
          <p:cNvPr id="5" name="任意多边形: 形状 4">
            <a:extLst>
              <a:ext uri="{FF2B5EF4-FFF2-40B4-BE49-F238E27FC236}">
                <a16:creationId xmlns:a16="http://schemas.microsoft.com/office/drawing/2014/main" id="{A71507F1-FB61-46BF-BE26-B8C4EFA4E73B}"/>
              </a:ext>
            </a:extLst>
          </p:cNvPr>
          <p:cNvSpPr/>
          <p:nvPr/>
        </p:nvSpPr>
        <p:spPr>
          <a:xfrm rot="9454676">
            <a:off x="662174" y="5933399"/>
            <a:ext cx="2347203" cy="1424152"/>
          </a:xfrm>
          <a:custGeom>
            <a:avLst/>
            <a:gdLst>
              <a:gd name="connsiteX0" fmla="*/ 816914 w 2347203"/>
              <a:gd name="connsiteY0" fmla="*/ 1320018 h 1424152"/>
              <a:gd name="connsiteX1" fmla="*/ 0 w 2347203"/>
              <a:gd name="connsiteY1" fmla="*/ 99045 h 1424152"/>
              <a:gd name="connsiteX2" fmla="*/ 5048 w 2347203"/>
              <a:gd name="connsiteY2" fmla="*/ 0 h 1424152"/>
              <a:gd name="connsiteX3" fmla="*/ 90421 w 2347203"/>
              <a:gd name="connsiteY3" fmla="*/ 35227 h 1424152"/>
              <a:gd name="connsiteX4" fmla="*/ 87166 w 2347203"/>
              <a:gd name="connsiteY4" fmla="*/ 99045 h 1424152"/>
              <a:gd name="connsiteX5" fmla="*/ 1337549 w 2347203"/>
              <a:gd name="connsiteY5" fmla="*/ 1336986 h 1424152"/>
              <a:gd name="connsiteX6" fmla="*/ 2221703 w 2347203"/>
              <a:gd name="connsiteY6" fmla="*/ 974401 h 1424152"/>
              <a:gd name="connsiteX7" fmla="*/ 2261493 w 2347203"/>
              <a:gd name="connsiteY7" fmla="*/ 931057 h 1424152"/>
              <a:gd name="connsiteX8" fmla="*/ 2347203 w 2347203"/>
              <a:gd name="connsiteY8" fmla="*/ 966422 h 1424152"/>
              <a:gd name="connsiteX9" fmla="*/ 2283339 w 2347203"/>
              <a:gd name="connsiteY9" fmla="*/ 1036037 h 1424152"/>
              <a:gd name="connsiteX10" fmla="*/ 1337549 w 2347203"/>
              <a:gd name="connsiteY10" fmla="*/ 1424152 h 1424152"/>
              <a:gd name="connsiteX11" fmla="*/ 816914 w 2347203"/>
              <a:gd name="connsiteY11" fmla="*/ 1320018 h 142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7203" h="1424152">
                <a:moveTo>
                  <a:pt x="816914" y="1320018"/>
                </a:moveTo>
                <a:cubicBezTo>
                  <a:pt x="336848" y="1118856"/>
                  <a:pt x="0" y="647922"/>
                  <a:pt x="0" y="99045"/>
                </a:cubicBezTo>
                <a:lnTo>
                  <a:pt x="5048" y="0"/>
                </a:lnTo>
                <a:lnTo>
                  <a:pt x="90421" y="35227"/>
                </a:lnTo>
                <a:lnTo>
                  <a:pt x="87166" y="99045"/>
                </a:lnTo>
                <a:cubicBezTo>
                  <a:pt x="87166" y="782741"/>
                  <a:pt x="646982" y="1336986"/>
                  <a:pt x="1337549" y="1336986"/>
                </a:cubicBezTo>
                <a:cubicBezTo>
                  <a:pt x="1682832" y="1336986"/>
                  <a:pt x="1995428" y="1198424"/>
                  <a:pt x="2221703" y="974401"/>
                </a:cubicBezTo>
                <a:lnTo>
                  <a:pt x="2261493" y="931057"/>
                </a:lnTo>
                <a:lnTo>
                  <a:pt x="2347203" y="966422"/>
                </a:lnTo>
                <a:lnTo>
                  <a:pt x="2283339" y="1036037"/>
                </a:lnTo>
                <a:cubicBezTo>
                  <a:pt x="2041290" y="1275834"/>
                  <a:pt x="1706903" y="1424152"/>
                  <a:pt x="1337549" y="1424152"/>
                </a:cubicBezTo>
                <a:cubicBezTo>
                  <a:pt x="1152872" y="1424152"/>
                  <a:pt x="976936" y="1387073"/>
                  <a:pt x="816914" y="1320018"/>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sp>
        <p:nvSpPr>
          <p:cNvPr id="6" name="iconfont-1191-801550">
            <a:extLst>
              <a:ext uri="{FF2B5EF4-FFF2-40B4-BE49-F238E27FC236}">
                <a16:creationId xmlns:a16="http://schemas.microsoft.com/office/drawing/2014/main" id="{3407E28D-154E-4D9A-BE97-1CC96041B916}"/>
              </a:ext>
            </a:extLst>
          </p:cNvPr>
          <p:cNvSpPr>
            <a:spLocks noChangeAspect="1"/>
          </p:cNvSpPr>
          <p:nvPr/>
        </p:nvSpPr>
        <p:spPr bwMode="auto">
          <a:xfrm>
            <a:off x="935735" y="1662587"/>
            <a:ext cx="436103" cy="420564"/>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7" name="iconfont-1187-868307">
            <a:extLst>
              <a:ext uri="{FF2B5EF4-FFF2-40B4-BE49-F238E27FC236}">
                <a16:creationId xmlns:a16="http://schemas.microsoft.com/office/drawing/2014/main" id="{4B516DCB-E3D1-4848-9EA3-316EC2DCD999}"/>
              </a:ext>
            </a:extLst>
          </p:cNvPr>
          <p:cNvSpPr>
            <a:spLocks noChangeAspect="1"/>
          </p:cNvSpPr>
          <p:nvPr/>
        </p:nvSpPr>
        <p:spPr bwMode="auto">
          <a:xfrm>
            <a:off x="2334259" y="1665763"/>
            <a:ext cx="436103" cy="426915"/>
          </a:xfrm>
          <a:custGeom>
            <a:avLst/>
            <a:gdLst>
              <a:gd name="T0" fmla="*/ 2895 w 12754"/>
              <a:gd name="T1" fmla="*/ 3482 h 12486"/>
              <a:gd name="T2" fmla="*/ 6377 w 12754"/>
              <a:gd name="T3" fmla="*/ 0 h 12486"/>
              <a:gd name="T4" fmla="*/ 9859 w 12754"/>
              <a:gd name="T5" fmla="*/ 3482 h 12486"/>
              <a:gd name="T6" fmla="*/ 6377 w 12754"/>
              <a:gd name="T7" fmla="*/ 6963 h 12486"/>
              <a:gd name="T8" fmla="*/ 2895 w 12754"/>
              <a:gd name="T9" fmla="*/ 3482 h 12486"/>
              <a:gd name="T10" fmla="*/ 0 w 12754"/>
              <a:gd name="T11" fmla="*/ 12468 h 12486"/>
              <a:gd name="T12" fmla="*/ 3586 w 12754"/>
              <a:gd name="T13" fmla="*/ 7045 h 12486"/>
              <a:gd name="T14" fmla="*/ 6377 w 12754"/>
              <a:gd name="T15" fmla="*/ 8014 h 12486"/>
              <a:gd name="T16" fmla="*/ 9182 w 12754"/>
              <a:gd name="T17" fmla="*/ 7036 h 12486"/>
              <a:gd name="T18" fmla="*/ 12754 w 12754"/>
              <a:gd name="T19" fmla="*/ 12468 h 12486"/>
              <a:gd name="T20" fmla="*/ 0 w 12754"/>
              <a:gd name="T21" fmla="*/ 12468 h 12486"/>
              <a:gd name="T22" fmla="*/ 0 w 12754"/>
              <a:gd name="T23" fmla="*/ 12468 h 12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754" h="12486">
                <a:moveTo>
                  <a:pt x="2895" y="3482"/>
                </a:moveTo>
                <a:cubicBezTo>
                  <a:pt x="2895" y="1562"/>
                  <a:pt x="4457" y="0"/>
                  <a:pt x="6377" y="0"/>
                </a:cubicBezTo>
                <a:cubicBezTo>
                  <a:pt x="8297" y="0"/>
                  <a:pt x="9859" y="1562"/>
                  <a:pt x="9859" y="3482"/>
                </a:cubicBezTo>
                <a:cubicBezTo>
                  <a:pt x="9859" y="5402"/>
                  <a:pt x="8297" y="6963"/>
                  <a:pt x="6377" y="6963"/>
                </a:cubicBezTo>
                <a:cubicBezTo>
                  <a:pt x="4457" y="6963"/>
                  <a:pt x="2895" y="5402"/>
                  <a:pt x="2895" y="3482"/>
                </a:cubicBezTo>
                <a:close/>
                <a:moveTo>
                  <a:pt x="0" y="12468"/>
                </a:moveTo>
                <a:cubicBezTo>
                  <a:pt x="75" y="11626"/>
                  <a:pt x="479" y="8643"/>
                  <a:pt x="3586" y="7045"/>
                </a:cubicBezTo>
                <a:cubicBezTo>
                  <a:pt x="4356" y="7650"/>
                  <a:pt x="5324" y="8014"/>
                  <a:pt x="6377" y="8014"/>
                </a:cubicBezTo>
                <a:cubicBezTo>
                  <a:pt x="7436" y="8014"/>
                  <a:pt x="8409" y="7647"/>
                  <a:pt x="9182" y="7036"/>
                </a:cubicBezTo>
                <a:cubicBezTo>
                  <a:pt x="12302" y="8627"/>
                  <a:pt x="12678" y="11589"/>
                  <a:pt x="12754" y="12468"/>
                </a:cubicBezTo>
                <a:cubicBezTo>
                  <a:pt x="12736" y="12486"/>
                  <a:pt x="18" y="12470"/>
                  <a:pt x="0" y="12468"/>
                </a:cubicBezTo>
                <a:close/>
                <a:moveTo>
                  <a:pt x="0" y="12468"/>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8" name="iconfont-1187-867825">
            <a:extLst>
              <a:ext uri="{FF2B5EF4-FFF2-40B4-BE49-F238E27FC236}">
                <a16:creationId xmlns:a16="http://schemas.microsoft.com/office/drawing/2014/main" id="{BDED8EE5-5028-44A5-BB5B-788E98BDE135}"/>
              </a:ext>
            </a:extLst>
          </p:cNvPr>
          <p:cNvSpPr>
            <a:spLocks noChangeAspect="1"/>
          </p:cNvSpPr>
          <p:nvPr/>
        </p:nvSpPr>
        <p:spPr bwMode="auto">
          <a:xfrm>
            <a:off x="3754046" y="1646088"/>
            <a:ext cx="436103" cy="355282"/>
          </a:xfrm>
          <a:custGeom>
            <a:avLst/>
            <a:gdLst>
              <a:gd name="T0" fmla="*/ 8666 w 12803"/>
              <a:gd name="T1" fmla="*/ 3155 h 10430"/>
              <a:gd name="T2" fmla="*/ 9103 w 12803"/>
              <a:gd name="T3" fmla="*/ 3183 h 10430"/>
              <a:gd name="T4" fmla="*/ 4531 w 12803"/>
              <a:gd name="T5" fmla="*/ 0 h 10430"/>
              <a:gd name="T6" fmla="*/ 0 w 12803"/>
              <a:gd name="T7" fmla="*/ 3854 h 10430"/>
              <a:gd name="T8" fmla="*/ 1813 w 12803"/>
              <a:gd name="T9" fmla="*/ 6914 h 10430"/>
              <a:gd name="T10" fmla="*/ 1360 w 12803"/>
              <a:gd name="T11" fmla="*/ 8276 h 10430"/>
              <a:gd name="T12" fmla="*/ 2945 w 12803"/>
              <a:gd name="T13" fmla="*/ 7483 h 10430"/>
              <a:gd name="T14" fmla="*/ 4531 w 12803"/>
              <a:gd name="T15" fmla="*/ 7709 h 10430"/>
              <a:gd name="T16" fmla="*/ 4954 w 12803"/>
              <a:gd name="T17" fmla="*/ 7692 h 10430"/>
              <a:gd name="T18" fmla="*/ 4814 w 12803"/>
              <a:gd name="T19" fmla="*/ 6742 h 10430"/>
              <a:gd name="T20" fmla="*/ 8666 w 12803"/>
              <a:gd name="T21" fmla="*/ 3155 h 10430"/>
              <a:gd name="T22" fmla="*/ 6230 w 12803"/>
              <a:gd name="T23" fmla="*/ 1927 h 10430"/>
              <a:gd name="T24" fmla="*/ 6797 w 12803"/>
              <a:gd name="T25" fmla="*/ 2493 h 10430"/>
              <a:gd name="T26" fmla="*/ 6230 w 12803"/>
              <a:gd name="T27" fmla="*/ 3059 h 10430"/>
              <a:gd name="T28" fmla="*/ 5551 w 12803"/>
              <a:gd name="T29" fmla="*/ 2493 h 10430"/>
              <a:gd name="T30" fmla="*/ 6230 w 12803"/>
              <a:gd name="T31" fmla="*/ 1927 h 10430"/>
              <a:gd name="T32" fmla="*/ 3059 w 12803"/>
              <a:gd name="T33" fmla="*/ 3059 h 10430"/>
              <a:gd name="T34" fmla="*/ 2376 w 12803"/>
              <a:gd name="T35" fmla="*/ 2493 h 10430"/>
              <a:gd name="T36" fmla="*/ 3059 w 12803"/>
              <a:gd name="T37" fmla="*/ 1927 h 10430"/>
              <a:gd name="T38" fmla="*/ 3625 w 12803"/>
              <a:gd name="T39" fmla="*/ 2493 h 10430"/>
              <a:gd name="T40" fmla="*/ 3059 w 12803"/>
              <a:gd name="T41" fmla="*/ 3059 h 10430"/>
              <a:gd name="T42" fmla="*/ 3059 w 12803"/>
              <a:gd name="T43" fmla="*/ 3059 h 10430"/>
              <a:gd name="T44" fmla="*/ 12803 w 12803"/>
              <a:gd name="T45" fmla="*/ 6687 h 10430"/>
              <a:gd name="T46" fmla="*/ 8953 w 12803"/>
              <a:gd name="T47" fmla="*/ 3399 h 10430"/>
              <a:gd name="T48" fmla="*/ 5099 w 12803"/>
              <a:gd name="T49" fmla="*/ 6687 h 10430"/>
              <a:gd name="T50" fmla="*/ 8953 w 12803"/>
              <a:gd name="T51" fmla="*/ 9975 h 10430"/>
              <a:gd name="T52" fmla="*/ 10313 w 12803"/>
              <a:gd name="T53" fmla="*/ 9749 h 10430"/>
              <a:gd name="T54" fmla="*/ 11555 w 12803"/>
              <a:gd name="T55" fmla="*/ 10430 h 10430"/>
              <a:gd name="T56" fmla="*/ 11214 w 12803"/>
              <a:gd name="T57" fmla="*/ 9297 h 10430"/>
              <a:gd name="T58" fmla="*/ 12803 w 12803"/>
              <a:gd name="T59" fmla="*/ 6687 h 10430"/>
              <a:gd name="T60" fmla="*/ 7703 w 12803"/>
              <a:gd name="T61" fmla="*/ 6120 h 10430"/>
              <a:gd name="T62" fmla="*/ 7250 w 12803"/>
              <a:gd name="T63" fmla="*/ 5667 h 10430"/>
              <a:gd name="T64" fmla="*/ 7703 w 12803"/>
              <a:gd name="T65" fmla="*/ 5214 h 10430"/>
              <a:gd name="T66" fmla="*/ 8270 w 12803"/>
              <a:gd name="T67" fmla="*/ 5667 h 10430"/>
              <a:gd name="T68" fmla="*/ 7703 w 12803"/>
              <a:gd name="T69" fmla="*/ 6120 h 10430"/>
              <a:gd name="T70" fmla="*/ 10196 w 12803"/>
              <a:gd name="T71" fmla="*/ 6120 h 10430"/>
              <a:gd name="T72" fmla="*/ 9745 w 12803"/>
              <a:gd name="T73" fmla="*/ 5667 h 10430"/>
              <a:gd name="T74" fmla="*/ 10196 w 12803"/>
              <a:gd name="T75" fmla="*/ 5214 h 10430"/>
              <a:gd name="T76" fmla="*/ 10763 w 12803"/>
              <a:gd name="T77" fmla="*/ 5667 h 10430"/>
              <a:gd name="T78" fmla="*/ 10196 w 12803"/>
              <a:gd name="T79" fmla="*/ 6120 h 10430"/>
              <a:gd name="T80" fmla="*/ 10196 w 12803"/>
              <a:gd name="T81" fmla="*/ 6120 h 104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803" h="10430">
                <a:moveTo>
                  <a:pt x="8666" y="3155"/>
                </a:moveTo>
                <a:cubicBezTo>
                  <a:pt x="8813" y="3155"/>
                  <a:pt x="8958" y="3167"/>
                  <a:pt x="9103" y="3183"/>
                </a:cubicBezTo>
                <a:cubicBezTo>
                  <a:pt x="8711" y="1357"/>
                  <a:pt x="6760" y="0"/>
                  <a:pt x="4531" y="0"/>
                </a:cubicBezTo>
                <a:cubicBezTo>
                  <a:pt x="2040" y="0"/>
                  <a:pt x="0" y="1697"/>
                  <a:pt x="0" y="3854"/>
                </a:cubicBezTo>
                <a:cubicBezTo>
                  <a:pt x="0" y="5098"/>
                  <a:pt x="679" y="6120"/>
                  <a:pt x="1813" y="6914"/>
                </a:cubicBezTo>
                <a:lnTo>
                  <a:pt x="1360" y="8276"/>
                </a:lnTo>
                <a:lnTo>
                  <a:pt x="2945" y="7483"/>
                </a:lnTo>
                <a:cubicBezTo>
                  <a:pt x="3511" y="7594"/>
                  <a:pt x="3966" y="7709"/>
                  <a:pt x="4531" y="7709"/>
                </a:cubicBezTo>
                <a:cubicBezTo>
                  <a:pt x="4674" y="7709"/>
                  <a:pt x="4815" y="7703"/>
                  <a:pt x="4954" y="7692"/>
                </a:cubicBezTo>
                <a:cubicBezTo>
                  <a:pt x="4866" y="7389"/>
                  <a:pt x="4814" y="7072"/>
                  <a:pt x="4814" y="6742"/>
                </a:cubicBezTo>
                <a:cubicBezTo>
                  <a:pt x="4815" y="4762"/>
                  <a:pt x="6514" y="3155"/>
                  <a:pt x="8666" y="3155"/>
                </a:cubicBezTo>
                <a:close/>
                <a:moveTo>
                  <a:pt x="6230" y="1927"/>
                </a:moveTo>
                <a:cubicBezTo>
                  <a:pt x="6573" y="1927"/>
                  <a:pt x="6797" y="2152"/>
                  <a:pt x="6797" y="2493"/>
                </a:cubicBezTo>
                <a:cubicBezTo>
                  <a:pt x="6797" y="2832"/>
                  <a:pt x="6573" y="3059"/>
                  <a:pt x="6230" y="3059"/>
                </a:cubicBezTo>
                <a:cubicBezTo>
                  <a:pt x="5892" y="3059"/>
                  <a:pt x="5551" y="2832"/>
                  <a:pt x="5551" y="2493"/>
                </a:cubicBezTo>
                <a:cubicBezTo>
                  <a:pt x="5551" y="2151"/>
                  <a:pt x="5891" y="1927"/>
                  <a:pt x="6230" y="1927"/>
                </a:cubicBezTo>
                <a:close/>
                <a:moveTo>
                  <a:pt x="3059" y="3059"/>
                </a:moveTo>
                <a:cubicBezTo>
                  <a:pt x="2719" y="3059"/>
                  <a:pt x="2376" y="2832"/>
                  <a:pt x="2376" y="2493"/>
                </a:cubicBezTo>
                <a:cubicBezTo>
                  <a:pt x="2376" y="2152"/>
                  <a:pt x="2719" y="1927"/>
                  <a:pt x="3059" y="1927"/>
                </a:cubicBezTo>
                <a:cubicBezTo>
                  <a:pt x="3399" y="1927"/>
                  <a:pt x="3625" y="2151"/>
                  <a:pt x="3625" y="2493"/>
                </a:cubicBezTo>
                <a:cubicBezTo>
                  <a:pt x="3625" y="2832"/>
                  <a:pt x="3399" y="3059"/>
                  <a:pt x="3059" y="3059"/>
                </a:cubicBezTo>
                <a:close/>
                <a:moveTo>
                  <a:pt x="3059" y="3059"/>
                </a:moveTo>
                <a:close/>
                <a:moveTo>
                  <a:pt x="12803" y="6687"/>
                </a:moveTo>
                <a:cubicBezTo>
                  <a:pt x="12803" y="4876"/>
                  <a:pt x="10989" y="3399"/>
                  <a:pt x="8953" y="3399"/>
                </a:cubicBezTo>
                <a:cubicBezTo>
                  <a:pt x="6797" y="3399"/>
                  <a:pt x="5099" y="4877"/>
                  <a:pt x="5099" y="6687"/>
                </a:cubicBezTo>
                <a:cubicBezTo>
                  <a:pt x="5099" y="8504"/>
                  <a:pt x="6797" y="9975"/>
                  <a:pt x="8953" y="9975"/>
                </a:cubicBezTo>
                <a:cubicBezTo>
                  <a:pt x="9404" y="9975"/>
                  <a:pt x="9860" y="9862"/>
                  <a:pt x="10313" y="9749"/>
                </a:cubicBezTo>
                <a:lnTo>
                  <a:pt x="11555" y="10430"/>
                </a:lnTo>
                <a:lnTo>
                  <a:pt x="11214" y="9297"/>
                </a:lnTo>
                <a:cubicBezTo>
                  <a:pt x="12124" y="8614"/>
                  <a:pt x="12803" y="7709"/>
                  <a:pt x="12803" y="6687"/>
                </a:cubicBezTo>
                <a:close/>
                <a:moveTo>
                  <a:pt x="7703" y="6120"/>
                </a:moveTo>
                <a:cubicBezTo>
                  <a:pt x="7478" y="6120"/>
                  <a:pt x="7250" y="5896"/>
                  <a:pt x="7250" y="5667"/>
                </a:cubicBezTo>
                <a:cubicBezTo>
                  <a:pt x="7250" y="5441"/>
                  <a:pt x="7478" y="5214"/>
                  <a:pt x="7703" y="5214"/>
                </a:cubicBezTo>
                <a:cubicBezTo>
                  <a:pt x="8047" y="5214"/>
                  <a:pt x="8270" y="5441"/>
                  <a:pt x="8270" y="5667"/>
                </a:cubicBezTo>
                <a:cubicBezTo>
                  <a:pt x="8270" y="5896"/>
                  <a:pt x="8047" y="6120"/>
                  <a:pt x="7703" y="6120"/>
                </a:cubicBezTo>
                <a:close/>
                <a:moveTo>
                  <a:pt x="10196" y="6120"/>
                </a:moveTo>
                <a:cubicBezTo>
                  <a:pt x="9972" y="6120"/>
                  <a:pt x="9745" y="5896"/>
                  <a:pt x="9745" y="5667"/>
                </a:cubicBezTo>
                <a:cubicBezTo>
                  <a:pt x="9745" y="5441"/>
                  <a:pt x="9972" y="5214"/>
                  <a:pt x="10196" y="5214"/>
                </a:cubicBezTo>
                <a:cubicBezTo>
                  <a:pt x="10537" y="5214"/>
                  <a:pt x="10763" y="5441"/>
                  <a:pt x="10763" y="5667"/>
                </a:cubicBezTo>
                <a:cubicBezTo>
                  <a:pt x="10763" y="5896"/>
                  <a:pt x="10537" y="6120"/>
                  <a:pt x="10196" y="6120"/>
                </a:cubicBezTo>
                <a:close/>
                <a:moveTo>
                  <a:pt x="10196" y="6120"/>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9" name="iconfont-1187-868319">
            <a:extLst>
              <a:ext uri="{FF2B5EF4-FFF2-40B4-BE49-F238E27FC236}">
                <a16:creationId xmlns:a16="http://schemas.microsoft.com/office/drawing/2014/main" id="{128922A5-89BE-4D2F-90B0-267C037A1105}"/>
              </a:ext>
            </a:extLst>
          </p:cNvPr>
          <p:cNvSpPr>
            <a:spLocks noChangeAspect="1"/>
          </p:cNvSpPr>
          <p:nvPr/>
        </p:nvSpPr>
        <p:spPr bwMode="auto">
          <a:xfrm>
            <a:off x="5131307" y="1670177"/>
            <a:ext cx="436103" cy="435743"/>
          </a:xfrm>
          <a:custGeom>
            <a:avLst/>
            <a:gdLst>
              <a:gd name="T0" fmla="*/ 11212 w 12607"/>
              <a:gd name="T1" fmla="*/ 4855 h 12594"/>
              <a:gd name="T2" fmla="*/ 11019 w 12607"/>
              <a:gd name="T3" fmla="*/ 4855 h 12594"/>
              <a:gd name="T4" fmla="*/ 10644 w 12607"/>
              <a:gd name="T5" fmla="*/ 3981 h 12594"/>
              <a:gd name="T6" fmla="*/ 10796 w 12607"/>
              <a:gd name="T7" fmla="*/ 3830 h 12594"/>
              <a:gd name="T8" fmla="*/ 10796 w 12607"/>
              <a:gd name="T9" fmla="*/ 1864 h 12594"/>
              <a:gd name="T10" fmla="*/ 10755 w 12607"/>
              <a:gd name="T11" fmla="*/ 1823 h 12594"/>
              <a:gd name="T12" fmla="*/ 8781 w 12607"/>
              <a:gd name="T13" fmla="*/ 1823 h 12594"/>
              <a:gd name="T14" fmla="*/ 8611 w 12607"/>
              <a:gd name="T15" fmla="*/ 1992 h 12594"/>
              <a:gd name="T16" fmla="*/ 7729 w 12607"/>
              <a:gd name="T17" fmla="*/ 1634 h 12594"/>
              <a:gd name="T18" fmla="*/ 7729 w 12607"/>
              <a:gd name="T19" fmla="*/ 1390 h 12594"/>
              <a:gd name="T20" fmla="*/ 6333 w 12607"/>
              <a:gd name="T21" fmla="*/ 0 h 12594"/>
              <a:gd name="T22" fmla="*/ 6274 w 12607"/>
              <a:gd name="T23" fmla="*/ 0 h 12594"/>
              <a:gd name="T24" fmla="*/ 4878 w 12607"/>
              <a:gd name="T25" fmla="*/ 1390 h 12594"/>
              <a:gd name="T26" fmla="*/ 4878 w 12607"/>
              <a:gd name="T27" fmla="*/ 1652 h 12594"/>
              <a:gd name="T28" fmla="*/ 4033 w 12607"/>
              <a:gd name="T29" fmla="*/ 2003 h 12594"/>
              <a:gd name="T30" fmla="*/ 3852 w 12607"/>
              <a:gd name="T31" fmla="*/ 1823 h 12594"/>
              <a:gd name="T32" fmla="*/ 1878 w 12607"/>
              <a:gd name="T33" fmla="*/ 1823 h 12594"/>
              <a:gd name="T34" fmla="*/ 1837 w 12607"/>
              <a:gd name="T35" fmla="*/ 1864 h 12594"/>
              <a:gd name="T36" fmla="*/ 1837 w 12607"/>
              <a:gd name="T37" fmla="*/ 3830 h 12594"/>
              <a:gd name="T38" fmla="*/ 2012 w 12607"/>
              <a:gd name="T39" fmla="*/ 4004 h 12594"/>
              <a:gd name="T40" fmla="*/ 1650 w 12607"/>
              <a:gd name="T41" fmla="*/ 4855 h 12594"/>
              <a:gd name="T42" fmla="*/ 1396 w 12607"/>
              <a:gd name="T43" fmla="*/ 4855 h 12594"/>
              <a:gd name="T44" fmla="*/ 0 w 12607"/>
              <a:gd name="T45" fmla="*/ 6245 h 12594"/>
              <a:gd name="T46" fmla="*/ 0 w 12607"/>
              <a:gd name="T47" fmla="*/ 6304 h 12594"/>
              <a:gd name="T48" fmla="*/ 1396 w 12607"/>
              <a:gd name="T49" fmla="*/ 7694 h 12594"/>
              <a:gd name="T50" fmla="*/ 1618 w 12607"/>
              <a:gd name="T51" fmla="*/ 7694 h 12594"/>
              <a:gd name="T52" fmla="*/ 1983 w 12607"/>
              <a:gd name="T53" fmla="*/ 8593 h 12594"/>
              <a:gd name="T54" fmla="*/ 1814 w 12607"/>
              <a:gd name="T55" fmla="*/ 8761 h 12594"/>
              <a:gd name="T56" fmla="*/ 1814 w 12607"/>
              <a:gd name="T57" fmla="*/ 10728 h 12594"/>
              <a:gd name="T58" fmla="*/ 1855 w 12607"/>
              <a:gd name="T59" fmla="*/ 10769 h 12594"/>
              <a:gd name="T60" fmla="*/ 3829 w 12607"/>
              <a:gd name="T61" fmla="*/ 10769 h 12594"/>
              <a:gd name="T62" fmla="*/ 3981 w 12607"/>
              <a:gd name="T63" fmla="*/ 10618 h 12594"/>
              <a:gd name="T64" fmla="*/ 4878 w 12607"/>
              <a:gd name="T65" fmla="*/ 10999 h 12594"/>
              <a:gd name="T66" fmla="*/ 4878 w 12607"/>
              <a:gd name="T67" fmla="*/ 11204 h 12594"/>
              <a:gd name="T68" fmla="*/ 6274 w 12607"/>
              <a:gd name="T69" fmla="*/ 12594 h 12594"/>
              <a:gd name="T70" fmla="*/ 6333 w 12607"/>
              <a:gd name="T71" fmla="*/ 12594 h 12594"/>
              <a:gd name="T72" fmla="*/ 7729 w 12607"/>
              <a:gd name="T73" fmla="*/ 11204 h 12594"/>
              <a:gd name="T74" fmla="*/ 7729 w 12607"/>
              <a:gd name="T75" fmla="*/ 11016 h 12594"/>
              <a:gd name="T76" fmla="*/ 8664 w 12607"/>
              <a:gd name="T77" fmla="*/ 10630 h 12594"/>
              <a:gd name="T78" fmla="*/ 8803 w 12607"/>
              <a:gd name="T79" fmla="*/ 10769 h 12594"/>
              <a:gd name="T80" fmla="*/ 10777 w 12607"/>
              <a:gd name="T81" fmla="*/ 10769 h 12594"/>
              <a:gd name="T82" fmla="*/ 10819 w 12607"/>
              <a:gd name="T83" fmla="*/ 10728 h 12594"/>
              <a:gd name="T84" fmla="*/ 10819 w 12607"/>
              <a:gd name="T85" fmla="*/ 8761 h 12594"/>
              <a:gd name="T86" fmla="*/ 10673 w 12607"/>
              <a:gd name="T87" fmla="*/ 8616 h 12594"/>
              <a:gd name="T88" fmla="*/ 11051 w 12607"/>
              <a:gd name="T89" fmla="*/ 7694 h 12594"/>
              <a:gd name="T90" fmla="*/ 11211 w 12607"/>
              <a:gd name="T91" fmla="*/ 7694 h 12594"/>
              <a:gd name="T92" fmla="*/ 12607 w 12607"/>
              <a:gd name="T93" fmla="*/ 6304 h 12594"/>
              <a:gd name="T94" fmla="*/ 12607 w 12607"/>
              <a:gd name="T95" fmla="*/ 6245 h 12594"/>
              <a:gd name="T96" fmla="*/ 11212 w 12607"/>
              <a:gd name="T97" fmla="*/ 4855 h 12594"/>
              <a:gd name="T98" fmla="*/ 6337 w 12607"/>
              <a:gd name="T99" fmla="*/ 8498 h 12594"/>
              <a:gd name="T100" fmla="*/ 4152 w 12607"/>
              <a:gd name="T101" fmla="*/ 6323 h 12594"/>
              <a:gd name="T102" fmla="*/ 6337 w 12607"/>
              <a:gd name="T103" fmla="*/ 4146 h 12594"/>
              <a:gd name="T104" fmla="*/ 8521 w 12607"/>
              <a:gd name="T105" fmla="*/ 6323 h 12594"/>
              <a:gd name="T106" fmla="*/ 6337 w 12607"/>
              <a:gd name="T107" fmla="*/ 8498 h 12594"/>
              <a:gd name="T108" fmla="*/ 6337 w 12607"/>
              <a:gd name="T109" fmla="*/ 8498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607" h="12594">
                <a:moveTo>
                  <a:pt x="11212" y="4855"/>
                </a:moveTo>
                <a:lnTo>
                  <a:pt x="11019" y="4855"/>
                </a:lnTo>
                <a:cubicBezTo>
                  <a:pt x="10923" y="4550"/>
                  <a:pt x="10796" y="4258"/>
                  <a:pt x="10644" y="3981"/>
                </a:cubicBezTo>
                <a:lnTo>
                  <a:pt x="10796" y="3830"/>
                </a:lnTo>
                <a:cubicBezTo>
                  <a:pt x="11341" y="3287"/>
                  <a:pt x="11341" y="2407"/>
                  <a:pt x="10796" y="1864"/>
                </a:cubicBezTo>
                <a:lnTo>
                  <a:pt x="10755" y="1823"/>
                </a:lnTo>
                <a:cubicBezTo>
                  <a:pt x="10209" y="1279"/>
                  <a:pt x="9326" y="1279"/>
                  <a:pt x="8781" y="1823"/>
                </a:cubicBezTo>
                <a:lnTo>
                  <a:pt x="8611" y="1992"/>
                </a:lnTo>
                <a:cubicBezTo>
                  <a:pt x="8332" y="1846"/>
                  <a:pt x="8037" y="1725"/>
                  <a:pt x="7729" y="1634"/>
                </a:cubicBezTo>
                <a:lnTo>
                  <a:pt x="7729" y="1390"/>
                </a:lnTo>
                <a:cubicBezTo>
                  <a:pt x="7729" y="622"/>
                  <a:pt x="7104" y="0"/>
                  <a:pt x="6333" y="0"/>
                </a:cubicBezTo>
                <a:lnTo>
                  <a:pt x="6274" y="0"/>
                </a:lnTo>
                <a:cubicBezTo>
                  <a:pt x="5503" y="0"/>
                  <a:pt x="4878" y="622"/>
                  <a:pt x="4878" y="1390"/>
                </a:cubicBezTo>
                <a:lnTo>
                  <a:pt x="4878" y="1652"/>
                </a:lnTo>
                <a:cubicBezTo>
                  <a:pt x="4584" y="1742"/>
                  <a:pt x="4301" y="1861"/>
                  <a:pt x="4033" y="2003"/>
                </a:cubicBezTo>
                <a:lnTo>
                  <a:pt x="3852" y="1823"/>
                </a:lnTo>
                <a:cubicBezTo>
                  <a:pt x="3307" y="1280"/>
                  <a:pt x="2423" y="1280"/>
                  <a:pt x="1878" y="1823"/>
                </a:cubicBezTo>
                <a:lnTo>
                  <a:pt x="1837" y="1864"/>
                </a:lnTo>
                <a:cubicBezTo>
                  <a:pt x="1292" y="2407"/>
                  <a:pt x="1292" y="3287"/>
                  <a:pt x="1837" y="3830"/>
                </a:cubicBezTo>
                <a:lnTo>
                  <a:pt x="2012" y="4004"/>
                </a:lnTo>
                <a:cubicBezTo>
                  <a:pt x="1865" y="4274"/>
                  <a:pt x="1743" y="4558"/>
                  <a:pt x="1650" y="4855"/>
                </a:cubicBezTo>
                <a:lnTo>
                  <a:pt x="1396" y="4855"/>
                </a:lnTo>
                <a:cubicBezTo>
                  <a:pt x="625" y="4855"/>
                  <a:pt x="0" y="5478"/>
                  <a:pt x="0" y="6245"/>
                </a:cubicBezTo>
                <a:lnTo>
                  <a:pt x="0" y="6304"/>
                </a:lnTo>
                <a:cubicBezTo>
                  <a:pt x="0" y="7072"/>
                  <a:pt x="625" y="7694"/>
                  <a:pt x="1396" y="7694"/>
                </a:cubicBezTo>
                <a:lnTo>
                  <a:pt x="1618" y="7694"/>
                </a:lnTo>
                <a:cubicBezTo>
                  <a:pt x="1710" y="8008"/>
                  <a:pt x="1833" y="8308"/>
                  <a:pt x="1983" y="8593"/>
                </a:cubicBezTo>
                <a:lnTo>
                  <a:pt x="1814" y="8761"/>
                </a:lnTo>
                <a:cubicBezTo>
                  <a:pt x="1269" y="9304"/>
                  <a:pt x="1269" y="10185"/>
                  <a:pt x="1814" y="10728"/>
                </a:cubicBezTo>
                <a:lnTo>
                  <a:pt x="1855" y="10769"/>
                </a:lnTo>
                <a:cubicBezTo>
                  <a:pt x="2400" y="11312"/>
                  <a:pt x="3284" y="11312"/>
                  <a:pt x="3829" y="10769"/>
                </a:cubicBezTo>
                <a:lnTo>
                  <a:pt x="3981" y="10618"/>
                </a:lnTo>
                <a:cubicBezTo>
                  <a:pt x="4264" y="10773"/>
                  <a:pt x="4564" y="10902"/>
                  <a:pt x="4878" y="10999"/>
                </a:cubicBezTo>
                <a:lnTo>
                  <a:pt x="4878" y="11204"/>
                </a:lnTo>
                <a:cubicBezTo>
                  <a:pt x="4878" y="11972"/>
                  <a:pt x="5503" y="12594"/>
                  <a:pt x="6274" y="12594"/>
                </a:cubicBezTo>
                <a:lnTo>
                  <a:pt x="6333" y="12594"/>
                </a:lnTo>
                <a:cubicBezTo>
                  <a:pt x="7104" y="12594"/>
                  <a:pt x="7729" y="11972"/>
                  <a:pt x="7729" y="11204"/>
                </a:cubicBezTo>
                <a:lnTo>
                  <a:pt x="7729" y="11016"/>
                </a:lnTo>
                <a:cubicBezTo>
                  <a:pt x="8056" y="10920"/>
                  <a:pt x="8368" y="10788"/>
                  <a:pt x="8664" y="10630"/>
                </a:cubicBezTo>
                <a:lnTo>
                  <a:pt x="8803" y="10769"/>
                </a:lnTo>
                <a:cubicBezTo>
                  <a:pt x="9348" y="11312"/>
                  <a:pt x="10233" y="11312"/>
                  <a:pt x="10777" y="10769"/>
                </a:cubicBezTo>
                <a:lnTo>
                  <a:pt x="10819" y="10728"/>
                </a:lnTo>
                <a:cubicBezTo>
                  <a:pt x="11364" y="10185"/>
                  <a:pt x="11364" y="9304"/>
                  <a:pt x="10819" y="8761"/>
                </a:cubicBezTo>
                <a:lnTo>
                  <a:pt x="10673" y="8616"/>
                </a:lnTo>
                <a:cubicBezTo>
                  <a:pt x="10828" y="8324"/>
                  <a:pt x="10956" y="8017"/>
                  <a:pt x="11051" y="7694"/>
                </a:cubicBezTo>
                <a:lnTo>
                  <a:pt x="11211" y="7694"/>
                </a:lnTo>
                <a:cubicBezTo>
                  <a:pt x="11982" y="7694"/>
                  <a:pt x="12607" y="7071"/>
                  <a:pt x="12607" y="6304"/>
                </a:cubicBezTo>
                <a:lnTo>
                  <a:pt x="12607" y="6245"/>
                </a:lnTo>
                <a:cubicBezTo>
                  <a:pt x="12607" y="5477"/>
                  <a:pt x="11982" y="4855"/>
                  <a:pt x="11212" y="4855"/>
                </a:cubicBezTo>
                <a:close/>
                <a:moveTo>
                  <a:pt x="6337" y="8498"/>
                </a:moveTo>
                <a:cubicBezTo>
                  <a:pt x="5130" y="8498"/>
                  <a:pt x="4152" y="7524"/>
                  <a:pt x="4152" y="6323"/>
                </a:cubicBezTo>
                <a:cubicBezTo>
                  <a:pt x="4152" y="5120"/>
                  <a:pt x="5130" y="4146"/>
                  <a:pt x="6337" y="4146"/>
                </a:cubicBezTo>
                <a:cubicBezTo>
                  <a:pt x="7544" y="4146"/>
                  <a:pt x="8521" y="5120"/>
                  <a:pt x="8521" y="6323"/>
                </a:cubicBezTo>
                <a:cubicBezTo>
                  <a:pt x="8521" y="7524"/>
                  <a:pt x="7544" y="8498"/>
                  <a:pt x="6337" y="8498"/>
                </a:cubicBezTo>
                <a:close/>
                <a:moveTo>
                  <a:pt x="6337" y="8498"/>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0" name="iconfont-11899-5650878">
            <a:extLst>
              <a:ext uri="{FF2B5EF4-FFF2-40B4-BE49-F238E27FC236}">
                <a16:creationId xmlns:a16="http://schemas.microsoft.com/office/drawing/2014/main" id="{E5D03803-9FEB-4BA2-A775-C62577D58C89}"/>
              </a:ext>
            </a:extLst>
          </p:cNvPr>
          <p:cNvSpPr>
            <a:spLocks noChangeAspect="1"/>
          </p:cNvSpPr>
          <p:nvPr/>
        </p:nvSpPr>
        <p:spPr bwMode="auto">
          <a:xfrm>
            <a:off x="6529830" y="1670313"/>
            <a:ext cx="436103" cy="436014"/>
          </a:xfrm>
          <a:custGeom>
            <a:avLst/>
            <a:gdLst>
              <a:gd name="T0" fmla="*/ 6176 w 10375"/>
              <a:gd name="T1" fmla="*/ 2754 h 10375"/>
              <a:gd name="T2" fmla="*/ 2741 w 10375"/>
              <a:gd name="T3" fmla="*/ 6188 h 10375"/>
              <a:gd name="T4" fmla="*/ 2741 w 10375"/>
              <a:gd name="T5" fmla="*/ 6549 h 10375"/>
              <a:gd name="T6" fmla="*/ 3826 w 10375"/>
              <a:gd name="T7" fmla="*/ 7634 h 10375"/>
              <a:gd name="T8" fmla="*/ 4188 w 10375"/>
              <a:gd name="T9" fmla="*/ 7634 h 10375"/>
              <a:gd name="T10" fmla="*/ 7623 w 10375"/>
              <a:gd name="T11" fmla="*/ 4199 h 10375"/>
              <a:gd name="T12" fmla="*/ 7623 w 10375"/>
              <a:gd name="T13" fmla="*/ 3838 h 10375"/>
              <a:gd name="T14" fmla="*/ 6538 w 10375"/>
              <a:gd name="T15" fmla="*/ 2754 h 10375"/>
              <a:gd name="T16" fmla="*/ 6176 w 10375"/>
              <a:gd name="T17" fmla="*/ 2754 h 10375"/>
              <a:gd name="T18" fmla="*/ 7441 w 10375"/>
              <a:gd name="T19" fmla="*/ 1850 h 10375"/>
              <a:gd name="T20" fmla="*/ 8526 w 10375"/>
              <a:gd name="T21" fmla="*/ 2935 h 10375"/>
              <a:gd name="T22" fmla="*/ 8526 w 10375"/>
              <a:gd name="T23" fmla="*/ 3296 h 10375"/>
              <a:gd name="T24" fmla="*/ 8165 w 10375"/>
              <a:gd name="T25" fmla="*/ 3658 h 10375"/>
              <a:gd name="T26" fmla="*/ 7804 w 10375"/>
              <a:gd name="T27" fmla="*/ 3658 h 10375"/>
              <a:gd name="T28" fmla="*/ 6719 w 10375"/>
              <a:gd name="T29" fmla="*/ 2573 h 10375"/>
              <a:gd name="T30" fmla="*/ 6719 w 10375"/>
              <a:gd name="T31" fmla="*/ 2211 h 10375"/>
              <a:gd name="T32" fmla="*/ 7080 w 10375"/>
              <a:gd name="T33" fmla="*/ 1850 h 10375"/>
              <a:gd name="T34" fmla="*/ 7441 w 10375"/>
              <a:gd name="T35" fmla="*/ 1850 h 10375"/>
              <a:gd name="T36" fmla="*/ 2583 w 10375"/>
              <a:gd name="T37" fmla="*/ 6639 h 10375"/>
              <a:gd name="T38" fmla="*/ 3738 w 10375"/>
              <a:gd name="T39" fmla="*/ 7794 h 10375"/>
              <a:gd name="T40" fmla="*/ 3688 w 10375"/>
              <a:gd name="T41" fmla="*/ 8005 h 10375"/>
              <a:gd name="T42" fmla="*/ 1943 w 10375"/>
              <a:gd name="T43" fmla="*/ 8595 h 10375"/>
              <a:gd name="T44" fmla="*/ 1780 w 10375"/>
              <a:gd name="T45" fmla="*/ 8433 h 10375"/>
              <a:gd name="T46" fmla="*/ 2370 w 10375"/>
              <a:gd name="T47" fmla="*/ 6688 h 10375"/>
              <a:gd name="T48" fmla="*/ 2583 w 10375"/>
              <a:gd name="T49" fmla="*/ 6639 h 10375"/>
              <a:gd name="T50" fmla="*/ 10375 w 10375"/>
              <a:gd name="T51" fmla="*/ 10375 h 10375"/>
              <a:gd name="T52" fmla="*/ 0 w 10375"/>
              <a:gd name="T53" fmla="*/ 10375 h 10375"/>
              <a:gd name="T54" fmla="*/ 0 w 10375"/>
              <a:gd name="T55" fmla="*/ 0 h 10375"/>
              <a:gd name="T56" fmla="*/ 10375 w 10375"/>
              <a:gd name="T57" fmla="*/ 0 h 10375"/>
              <a:gd name="T58" fmla="*/ 10375 w 10375"/>
              <a:gd name="T59" fmla="*/ 10375 h 10375"/>
              <a:gd name="T60" fmla="*/ 9565 w 10375"/>
              <a:gd name="T61" fmla="*/ 812 h 10375"/>
              <a:gd name="T62" fmla="*/ 810 w 10375"/>
              <a:gd name="T63" fmla="*/ 812 h 10375"/>
              <a:gd name="T64" fmla="*/ 810 w 10375"/>
              <a:gd name="T65" fmla="*/ 9565 h 10375"/>
              <a:gd name="T66" fmla="*/ 9564 w 10375"/>
              <a:gd name="T67" fmla="*/ 9565 h 10375"/>
              <a:gd name="T68" fmla="*/ 9564 w 10375"/>
              <a:gd name="T69" fmla="*/ 812 h 10375"/>
              <a:gd name="T70" fmla="*/ 9565 w 10375"/>
              <a:gd name="T71" fmla="*/ 812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75" h="10375">
                <a:moveTo>
                  <a:pt x="6176" y="2754"/>
                </a:moveTo>
                <a:lnTo>
                  <a:pt x="2741" y="6188"/>
                </a:lnTo>
                <a:cubicBezTo>
                  <a:pt x="2641" y="6288"/>
                  <a:pt x="2641" y="6449"/>
                  <a:pt x="2741" y="6549"/>
                </a:cubicBezTo>
                <a:lnTo>
                  <a:pt x="3826" y="7634"/>
                </a:lnTo>
                <a:cubicBezTo>
                  <a:pt x="3926" y="7734"/>
                  <a:pt x="4088" y="7734"/>
                  <a:pt x="4188" y="7634"/>
                </a:cubicBezTo>
                <a:lnTo>
                  <a:pt x="7623" y="4199"/>
                </a:lnTo>
                <a:cubicBezTo>
                  <a:pt x="7723" y="4099"/>
                  <a:pt x="7723" y="3938"/>
                  <a:pt x="7623" y="3838"/>
                </a:cubicBezTo>
                <a:lnTo>
                  <a:pt x="6538" y="2754"/>
                </a:lnTo>
                <a:cubicBezTo>
                  <a:pt x="6438" y="2654"/>
                  <a:pt x="6276" y="2654"/>
                  <a:pt x="6176" y="2754"/>
                </a:cubicBezTo>
                <a:close/>
                <a:moveTo>
                  <a:pt x="7441" y="1850"/>
                </a:moveTo>
                <a:lnTo>
                  <a:pt x="8526" y="2935"/>
                </a:lnTo>
                <a:cubicBezTo>
                  <a:pt x="8626" y="3035"/>
                  <a:pt x="8626" y="3196"/>
                  <a:pt x="8526" y="3296"/>
                </a:cubicBezTo>
                <a:lnTo>
                  <a:pt x="8165" y="3658"/>
                </a:lnTo>
                <a:cubicBezTo>
                  <a:pt x="8065" y="3758"/>
                  <a:pt x="7904" y="3758"/>
                  <a:pt x="7804" y="3658"/>
                </a:cubicBezTo>
                <a:lnTo>
                  <a:pt x="6719" y="2573"/>
                </a:lnTo>
                <a:cubicBezTo>
                  <a:pt x="6619" y="2473"/>
                  <a:pt x="6619" y="2311"/>
                  <a:pt x="6719" y="2211"/>
                </a:cubicBezTo>
                <a:lnTo>
                  <a:pt x="7080" y="1850"/>
                </a:lnTo>
                <a:cubicBezTo>
                  <a:pt x="7180" y="1750"/>
                  <a:pt x="7341" y="1750"/>
                  <a:pt x="7441" y="1850"/>
                </a:cubicBezTo>
                <a:close/>
                <a:moveTo>
                  <a:pt x="2583" y="6639"/>
                </a:moveTo>
                <a:lnTo>
                  <a:pt x="3738" y="7794"/>
                </a:lnTo>
                <a:cubicBezTo>
                  <a:pt x="3805" y="7862"/>
                  <a:pt x="3778" y="7975"/>
                  <a:pt x="3688" y="8005"/>
                </a:cubicBezTo>
                <a:lnTo>
                  <a:pt x="1943" y="8595"/>
                </a:lnTo>
                <a:cubicBezTo>
                  <a:pt x="1843" y="8629"/>
                  <a:pt x="1746" y="8534"/>
                  <a:pt x="1780" y="8433"/>
                </a:cubicBezTo>
                <a:lnTo>
                  <a:pt x="2370" y="6688"/>
                </a:lnTo>
                <a:cubicBezTo>
                  <a:pt x="2401" y="6599"/>
                  <a:pt x="2515" y="6572"/>
                  <a:pt x="2583" y="6639"/>
                </a:cubicBezTo>
                <a:close/>
                <a:moveTo>
                  <a:pt x="10375" y="10375"/>
                </a:moveTo>
                <a:lnTo>
                  <a:pt x="0" y="10375"/>
                </a:lnTo>
                <a:lnTo>
                  <a:pt x="0" y="0"/>
                </a:lnTo>
                <a:lnTo>
                  <a:pt x="10375" y="0"/>
                </a:lnTo>
                <a:lnTo>
                  <a:pt x="10375" y="10375"/>
                </a:lnTo>
                <a:close/>
                <a:moveTo>
                  <a:pt x="9565" y="812"/>
                </a:moveTo>
                <a:lnTo>
                  <a:pt x="810" y="812"/>
                </a:lnTo>
                <a:lnTo>
                  <a:pt x="810" y="9565"/>
                </a:lnTo>
                <a:lnTo>
                  <a:pt x="9564" y="9565"/>
                </a:lnTo>
                <a:lnTo>
                  <a:pt x="9564" y="812"/>
                </a:lnTo>
                <a:lnTo>
                  <a:pt x="9565" y="812"/>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1" name="iconfont-11899-5650918">
            <a:extLst>
              <a:ext uri="{FF2B5EF4-FFF2-40B4-BE49-F238E27FC236}">
                <a16:creationId xmlns:a16="http://schemas.microsoft.com/office/drawing/2014/main" id="{4D556F33-B866-4407-9B37-3506EBCE03E4}"/>
              </a:ext>
            </a:extLst>
          </p:cNvPr>
          <p:cNvSpPr>
            <a:spLocks noChangeAspect="1"/>
          </p:cNvSpPr>
          <p:nvPr/>
        </p:nvSpPr>
        <p:spPr bwMode="auto">
          <a:xfrm>
            <a:off x="7873851" y="1670359"/>
            <a:ext cx="436103" cy="581431"/>
          </a:xfrm>
          <a:custGeom>
            <a:avLst/>
            <a:gdLst>
              <a:gd name="T0" fmla="*/ 649 w 7781"/>
              <a:gd name="T1" fmla="*/ 0 h 10375"/>
              <a:gd name="T2" fmla="*/ 7132 w 7781"/>
              <a:gd name="T3" fmla="*/ 0 h 10375"/>
              <a:gd name="T4" fmla="*/ 7781 w 7781"/>
              <a:gd name="T5" fmla="*/ 649 h 10375"/>
              <a:gd name="T6" fmla="*/ 7781 w 7781"/>
              <a:gd name="T7" fmla="*/ 9726 h 10375"/>
              <a:gd name="T8" fmla="*/ 7132 w 7781"/>
              <a:gd name="T9" fmla="*/ 10375 h 10375"/>
              <a:gd name="T10" fmla="*/ 649 w 7781"/>
              <a:gd name="T11" fmla="*/ 10375 h 10375"/>
              <a:gd name="T12" fmla="*/ 0 w 7781"/>
              <a:gd name="T13" fmla="*/ 9726 h 10375"/>
              <a:gd name="T14" fmla="*/ 0 w 7781"/>
              <a:gd name="T15" fmla="*/ 649 h 10375"/>
              <a:gd name="T16" fmla="*/ 649 w 7781"/>
              <a:gd name="T17" fmla="*/ 0 h 10375"/>
              <a:gd name="T18" fmla="*/ 1297 w 7781"/>
              <a:gd name="T19" fmla="*/ 1296 h 10375"/>
              <a:gd name="T20" fmla="*/ 1297 w 7781"/>
              <a:gd name="T21" fmla="*/ 8429 h 10375"/>
              <a:gd name="T22" fmla="*/ 6485 w 7781"/>
              <a:gd name="T23" fmla="*/ 8429 h 10375"/>
              <a:gd name="T24" fmla="*/ 6485 w 7781"/>
              <a:gd name="T25" fmla="*/ 1296 h 10375"/>
              <a:gd name="T26" fmla="*/ 1297 w 7781"/>
              <a:gd name="T27" fmla="*/ 1296 h 10375"/>
              <a:gd name="T28" fmla="*/ 3891 w 7781"/>
              <a:gd name="T29" fmla="*/ 8915 h 10375"/>
              <a:gd name="T30" fmla="*/ 3405 w 7781"/>
              <a:gd name="T31" fmla="*/ 9401 h 10375"/>
              <a:gd name="T32" fmla="*/ 3891 w 7781"/>
              <a:gd name="T33" fmla="*/ 9888 h 10375"/>
              <a:gd name="T34" fmla="*/ 4377 w 7781"/>
              <a:gd name="T35" fmla="*/ 9401 h 10375"/>
              <a:gd name="T36" fmla="*/ 3891 w 7781"/>
              <a:gd name="T37" fmla="*/ 8915 h 10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81" h="10375">
                <a:moveTo>
                  <a:pt x="649" y="0"/>
                </a:moveTo>
                <a:lnTo>
                  <a:pt x="7132" y="0"/>
                </a:lnTo>
                <a:cubicBezTo>
                  <a:pt x="7490" y="0"/>
                  <a:pt x="7781" y="290"/>
                  <a:pt x="7781" y="649"/>
                </a:cubicBezTo>
                <a:lnTo>
                  <a:pt x="7781" y="9726"/>
                </a:lnTo>
                <a:cubicBezTo>
                  <a:pt x="7781" y="10084"/>
                  <a:pt x="7491" y="10375"/>
                  <a:pt x="7132" y="10375"/>
                </a:cubicBezTo>
                <a:lnTo>
                  <a:pt x="649" y="10375"/>
                </a:lnTo>
                <a:cubicBezTo>
                  <a:pt x="291" y="10375"/>
                  <a:pt x="0" y="10085"/>
                  <a:pt x="0" y="9726"/>
                </a:cubicBezTo>
                <a:lnTo>
                  <a:pt x="0" y="649"/>
                </a:lnTo>
                <a:cubicBezTo>
                  <a:pt x="1" y="290"/>
                  <a:pt x="291" y="0"/>
                  <a:pt x="649" y="0"/>
                </a:cubicBezTo>
                <a:close/>
                <a:moveTo>
                  <a:pt x="1297" y="1296"/>
                </a:moveTo>
                <a:lnTo>
                  <a:pt x="1297" y="8429"/>
                </a:lnTo>
                <a:lnTo>
                  <a:pt x="6485" y="8429"/>
                </a:lnTo>
                <a:lnTo>
                  <a:pt x="6485" y="1296"/>
                </a:lnTo>
                <a:lnTo>
                  <a:pt x="1297" y="1296"/>
                </a:lnTo>
                <a:close/>
                <a:moveTo>
                  <a:pt x="3891" y="8915"/>
                </a:moveTo>
                <a:cubicBezTo>
                  <a:pt x="3622" y="8915"/>
                  <a:pt x="3405" y="9133"/>
                  <a:pt x="3405" y="9401"/>
                </a:cubicBezTo>
                <a:cubicBezTo>
                  <a:pt x="3405" y="9670"/>
                  <a:pt x="3622" y="9888"/>
                  <a:pt x="3891" y="9888"/>
                </a:cubicBezTo>
                <a:cubicBezTo>
                  <a:pt x="4160" y="9888"/>
                  <a:pt x="4377" y="9670"/>
                  <a:pt x="4377" y="9401"/>
                </a:cubicBezTo>
                <a:cubicBezTo>
                  <a:pt x="4377" y="9133"/>
                  <a:pt x="4160" y="8915"/>
                  <a:pt x="3891" y="8915"/>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2" name="iconfont-1191-801510">
            <a:extLst>
              <a:ext uri="{FF2B5EF4-FFF2-40B4-BE49-F238E27FC236}">
                <a16:creationId xmlns:a16="http://schemas.microsoft.com/office/drawing/2014/main" id="{B16BEFA4-3709-4917-A753-CE700F49D4F7}"/>
              </a:ext>
            </a:extLst>
          </p:cNvPr>
          <p:cNvSpPr>
            <a:spLocks noChangeAspect="1"/>
          </p:cNvSpPr>
          <p:nvPr/>
        </p:nvSpPr>
        <p:spPr bwMode="auto">
          <a:xfrm>
            <a:off x="9326879" y="1646088"/>
            <a:ext cx="436103" cy="387562"/>
          </a:xfrm>
          <a:custGeom>
            <a:avLst/>
            <a:gdLst>
              <a:gd name="T0" fmla="*/ 7727 w 8478"/>
              <a:gd name="T1" fmla="*/ 1215 h 7536"/>
              <a:gd name="T2" fmla="*/ 727 w 8478"/>
              <a:gd name="T3" fmla="*/ 1215 h 7536"/>
              <a:gd name="T4" fmla="*/ 0 w 8478"/>
              <a:gd name="T5" fmla="*/ 3124 h 7536"/>
              <a:gd name="T6" fmla="*/ 1054 w 8478"/>
              <a:gd name="T7" fmla="*/ 4169 h 7536"/>
              <a:gd name="T8" fmla="*/ 2119 w 8478"/>
              <a:gd name="T9" fmla="*/ 3124 h 7536"/>
              <a:gd name="T10" fmla="*/ 3173 w 8478"/>
              <a:gd name="T11" fmla="*/ 4169 h 7536"/>
              <a:gd name="T12" fmla="*/ 4239 w 8478"/>
              <a:gd name="T13" fmla="*/ 3124 h 7536"/>
              <a:gd name="T14" fmla="*/ 5293 w 8478"/>
              <a:gd name="T15" fmla="*/ 4169 h 7536"/>
              <a:gd name="T16" fmla="*/ 6346 w 8478"/>
              <a:gd name="T17" fmla="*/ 3124 h 7536"/>
              <a:gd name="T18" fmla="*/ 7412 w 8478"/>
              <a:gd name="T19" fmla="*/ 4169 h 7536"/>
              <a:gd name="T20" fmla="*/ 8478 w 8478"/>
              <a:gd name="T21" fmla="*/ 3124 h 7536"/>
              <a:gd name="T22" fmla="*/ 7727 w 8478"/>
              <a:gd name="T23" fmla="*/ 1215 h 7536"/>
              <a:gd name="T24" fmla="*/ 7146 w 8478"/>
              <a:gd name="T25" fmla="*/ 4497 h 7536"/>
              <a:gd name="T26" fmla="*/ 7146 w 8478"/>
              <a:gd name="T27" fmla="*/ 6928 h 7536"/>
              <a:gd name="T28" fmla="*/ 1332 w 8478"/>
              <a:gd name="T29" fmla="*/ 6928 h 7536"/>
              <a:gd name="T30" fmla="*/ 1332 w 8478"/>
              <a:gd name="T31" fmla="*/ 4497 h 7536"/>
              <a:gd name="T32" fmla="*/ 727 w 8478"/>
              <a:gd name="T33" fmla="*/ 4497 h 7536"/>
              <a:gd name="T34" fmla="*/ 727 w 8478"/>
              <a:gd name="T35" fmla="*/ 7050 h 7536"/>
              <a:gd name="T36" fmla="*/ 1187 w 8478"/>
              <a:gd name="T37" fmla="*/ 7536 h 7536"/>
              <a:gd name="T38" fmla="*/ 7279 w 8478"/>
              <a:gd name="T39" fmla="*/ 7536 h 7536"/>
              <a:gd name="T40" fmla="*/ 7739 w 8478"/>
              <a:gd name="T41" fmla="*/ 7050 h 7536"/>
              <a:gd name="T42" fmla="*/ 7739 w 8478"/>
              <a:gd name="T43" fmla="*/ 4497 h 7536"/>
              <a:gd name="T44" fmla="*/ 7146 w 8478"/>
              <a:gd name="T45" fmla="*/ 4497 h 7536"/>
              <a:gd name="T46" fmla="*/ 7727 w 8478"/>
              <a:gd name="T47" fmla="*/ 1203 h 7536"/>
              <a:gd name="T48" fmla="*/ 1211 w 8478"/>
              <a:gd name="T49" fmla="*/ 729 h 7536"/>
              <a:gd name="T50" fmla="*/ 7267 w 8478"/>
              <a:gd name="T51" fmla="*/ 729 h 7536"/>
              <a:gd name="T52" fmla="*/ 7630 w 8478"/>
              <a:gd name="T53" fmla="*/ 365 h 7536"/>
              <a:gd name="T54" fmla="*/ 7267 w 8478"/>
              <a:gd name="T55" fmla="*/ 0 h 7536"/>
              <a:gd name="T56" fmla="*/ 1211 w 8478"/>
              <a:gd name="T57" fmla="*/ 0 h 7536"/>
              <a:gd name="T58" fmla="*/ 848 w 8478"/>
              <a:gd name="T59" fmla="*/ 365 h 7536"/>
              <a:gd name="T60" fmla="*/ 1211 w 8478"/>
              <a:gd name="T61" fmla="*/ 729 h 7536"/>
              <a:gd name="T62" fmla="*/ 1211 w 8478"/>
              <a:gd name="T63" fmla="*/ 729 h 7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478" h="7536">
                <a:moveTo>
                  <a:pt x="7727" y="1215"/>
                </a:moveTo>
                <a:lnTo>
                  <a:pt x="727" y="1215"/>
                </a:lnTo>
                <a:lnTo>
                  <a:pt x="0" y="3124"/>
                </a:lnTo>
                <a:cubicBezTo>
                  <a:pt x="0" y="3695"/>
                  <a:pt x="472" y="4169"/>
                  <a:pt x="1054" y="4169"/>
                </a:cubicBezTo>
                <a:cubicBezTo>
                  <a:pt x="1635" y="4169"/>
                  <a:pt x="2119" y="3707"/>
                  <a:pt x="2119" y="3124"/>
                </a:cubicBezTo>
                <a:cubicBezTo>
                  <a:pt x="2119" y="3695"/>
                  <a:pt x="2592" y="4169"/>
                  <a:pt x="3173" y="4169"/>
                </a:cubicBezTo>
                <a:cubicBezTo>
                  <a:pt x="3755" y="4169"/>
                  <a:pt x="4239" y="3707"/>
                  <a:pt x="4239" y="3124"/>
                </a:cubicBezTo>
                <a:cubicBezTo>
                  <a:pt x="4239" y="3695"/>
                  <a:pt x="4711" y="4169"/>
                  <a:pt x="5293" y="4169"/>
                </a:cubicBezTo>
                <a:cubicBezTo>
                  <a:pt x="5874" y="4169"/>
                  <a:pt x="6346" y="3707"/>
                  <a:pt x="6346" y="3124"/>
                </a:cubicBezTo>
                <a:cubicBezTo>
                  <a:pt x="6346" y="3695"/>
                  <a:pt x="6819" y="4169"/>
                  <a:pt x="7412" y="4169"/>
                </a:cubicBezTo>
                <a:cubicBezTo>
                  <a:pt x="7994" y="4169"/>
                  <a:pt x="8478" y="3707"/>
                  <a:pt x="8478" y="3124"/>
                </a:cubicBezTo>
                <a:lnTo>
                  <a:pt x="7727" y="1215"/>
                </a:lnTo>
                <a:close/>
                <a:moveTo>
                  <a:pt x="7146" y="4497"/>
                </a:moveTo>
                <a:lnTo>
                  <a:pt x="7146" y="6928"/>
                </a:lnTo>
                <a:lnTo>
                  <a:pt x="1332" y="6928"/>
                </a:lnTo>
                <a:lnTo>
                  <a:pt x="1332" y="4497"/>
                </a:lnTo>
                <a:lnTo>
                  <a:pt x="727" y="4497"/>
                </a:lnTo>
                <a:lnTo>
                  <a:pt x="727" y="7050"/>
                </a:lnTo>
                <a:cubicBezTo>
                  <a:pt x="727" y="7269"/>
                  <a:pt x="969" y="7536"/>
                  <a:pt x="1187" y="7536"/>
                </a:cubicBezTo>
                <a:lnTo>
                  <a:pt x="7279" y="7536"/>
                </a:lnTo>
                <a:cubicBezTo>
                  <a:pt x="7497" y="7536"/>
                  <a:pt x="7739" y="7269"/>
                  <a:pt x="7739" y="7050"/>
                </a:cubicBezTo>
                <a:lnTo>
                  <a:pt x="7739" y="4497"/>
                </a:lnTo>
                <a:lnTo>
                  <a:pt x="7146" y="4497"/>
                </a:lnTo>
                <a:close/>
                <a:moveTo>
                  <a:pt x="7727" y="1203"/>
                </a:moveTo>
                <a:close/>
                <a:moveTo>
                  <a:pt x="1211" y="729"/>
                </a:moveTo>
                <a:lnTo>
                  <a:pt x="7267" y="729"/>
                </a:lnTo>
                <a:cubicBezTo>
                  <a:pt x="7473" y="729"/>
                  <a:pt x="7630" y="571"/>
                  <a:pt x="7630" y="365"/>
                </a:cubicBezTo>
                <a:cubicBezTo>
                  <a:pt x="7630" y="158"/>
                  <a:pt x="7473" y="0"/>
                  <a:pt x="7267" y="0"/>
                </a:cubicBezTo>
                <a:lnTo>
                  <a:pt x="1211" y="0"/>
                </a:lnTo>
                <a:cubicBezTo>
                  <a:pt x="1005" y="0"/>
                  <a:pt x="848" y="158"/>
                  <a:pt x="848" y="365"/>
                </a:cubicBezTo>
                <a:cubicBezTo>
                  <a:pt x="848" y="571"/>
                  <a:pt x="1005" y="729"/>
                  <a:pt x="1211" y="729"/>
                </a:cubicBezTo>
                <a:close/>
                <a:moveTo>
                  <a:pt x="1211" y="729"/>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3" name="iconfont-11868-5667997">
            <a:extLst>
              <a:ext uri="{FF2B5EF4-FFF2-40B4-BE49-F238E27FC236}">
                <a16:creationId xmlns:a16="http://schemas.microsoft.com/office/drawing/2014/main" id="{814298FF-F142-43AF-A772-0C37ABCB3615}"/>
              </a:ext>
            </a:extLst>
          </p:cNvPr>
          <p:cNvSpPr>
            <a:spLocks noChangeAspect="1"/>
          </p:cNvSpPr>
          <p:nvPr/>
        </p:nvSpPr>
        <p:spPr bwMode="auto">
          <a:xfrm>
            <a:off x="10695666" y="1670357"/>
            <a:ext cx="436103" cy="504968"/>
          </a:xfrm>
          <a:custGeom>
            <a:avLst/>
            <a:gdLst>
              <a:gd name="T0" fmla="*/ 6017 w 11054"/>
              <a:gd name="T1" fmla="*/ 11184 h 12800"/>
              <a:gd name="T2" fmla="*/ 9438 w 11054"/>
              <a:gd name="T3" fmla="*/ 7763 h 12800"/>
              <a:gd name="T4" fmla="*/ 8436 w 11054"/>
              <a:gd name="T5" fmla="*/ 12800 h 12800"/>
              <a:gd name="T6" fmla="*/ 7092 w 11054"/>
              <a:gd name="T7" fmla="*/ 9625 h 12800"/>
              <a:gd name="T8" fmla="*/ 8993 w 11054"/>
              <a:gd name="T9" fmla="*/ 11526 h 12800"/>
              <a:gd name="T10" fmla="*/ 8436 w 11054"/>
              <a:gd name="T11" fmla="*/ 8727 h 12800"/>
              <a:gd name="T12" fmla="*/ 8436 w 11054"/>
              <a:gd name="T13" fmla="*/ 10473 h 12800"/>
              <a:gd name="T14" fmla="*/ 8145 w 11054"/>
              <a:gd name="T15" fmla="*/ 9309 h 12800"/>
              <a:gd name="T16" fmla="*/ 8727 w 11054"/>
              <a:gd name="T17" fmla="*/ 9309 h 12800"/>
              <a:gd name="T18" fmla="*/ 9018 w 11054"/>
              <a:gd name="T19" fmla="*/ 9891 h 12800"/>
              <a:gd name="T20" fmla="*/ 9018 w 11054"/>
              <a:gd name="T21" fmla="*/ 10473 h 12800"/>
              <a:gd name="T22" fmla="*/ 6691 w 11054"/>
              <a:gd name="T23" fmla="*/ 7564 h 12800"/>
              <a:gd name="T24" fmla="*/ 5236 w 11054"/>
              <a:gd name="T25" fmla="*/ 7855 h 12800"/>
              <a:gd name="T26" fmla="*/ 4945 w 11054"/>
              <a:gd name="T27" fmla="*/ 9309 h 12800"/>
              <a:gd name="T28" fmla="*/ 4654 w 11054"/>
              <a:gd name="T29" fmla="*/ 7855 h 12800"/>
              <a:gd name="T30" fmla="*/ 3200 w 11054"/>
              <a:gd name="T31" fmla="*/ 7564 h 12800"/>
              <a:gd name="T32" fmla="*/ 4654 w 11054"/>
              <a:gd name="T33" fmla="*/ 7273 h 12800"/>
              <a:gd name="T34" fmla="*/ 3491 w 11054"/>
              <a:gd name="T35" fmla="*/ 6691 h 12800"/>
              <a:gd name="T36" fmla="*/ 3491 w 11054"/>
              <a:gd name="T37" fmla="*/ 6109 h 12800"/>
              <a:gd name="T38" fmla="*/ 3283 w 11054"/>
              <a:gd name="T39" fmla="*/ 5127 h 12800"/>
              <a:gd name="T40" fmla="*/ 3677 w 11054"/>
              <a:gd name="T41" fmla="*/ 4730 h 12800"/>
              <a:gd name="T42" fmla="*/ 5089 w 11054"/>
              <a:gd name="T43" fmla="*/ 5861 h 12800"/>
              <a:gd name="T44" fmla="*/ 6605 w 11054"/>
              <a:gd name="T45" fmla="*/ 4741 h 12800"/>
              <a:gd name="T46" fmla="*/ 5632 w 11054"/>
              <a:gd name="T47" fmla="*/ 6109 h 12800"/>
              <a:gd name="T48" fmla="*/ 6691 w 11054"/>
              <a:gd name="T49" fmla="*/ 6400 h 12800"/>
              <a:gd name="T50" fmla="*/ 5236 w 11054"/>
              <a:gd name="T51" fmla="*/ 6691 h 12800"/>
              <a:gd name="T52" fmla="*/ 6400 w 11054"/>
              <a:gd name="T53" fmla="*/ 7273 h 12800"/>
              <a:gd name="T54" fmla="*/ 8727 w 11054"/>
              <a:gd name="T55" fmla="*/ 6400 h 12800"/>
              <a:gd name="T56" fmla="*/ 8145 w 11054"/>
              <a:gd name="T57" fmla="*/ 2327 h 12800"/>
              <a:gd name="T58" fmla="*/ 6691 w 11054"/>
              <a:gd name="T59" fmla="*/ 3491 h 12800"/>
              <a:gd name="T60" fmla="*/ 2036 w 11054"/>
              <a:gd name="T61" fmla="*/ 2327 h 12800"/>
              <a:gd name="T62" fmla="*/ 1163 w 11054"/>
              <a:gd name="T63" fmla="*/ 2909 h 12800"/>
              <a:gd name="T64" fmla="*/ 1745 w 11054"/>
              <a:gd name="T65" fmla="*/ 11636 h 12800"/>
              <a:gd name="T66" fmla="*/ 5236 w 11054"/>
              <a:gd name="T67" fmla="*/ 12218 h 12800"/>
              <a:gd name="T68" fmla="*/ 1163 w 11054"/>
              <a:gd name="T69" fmla="*/ 12800 h 12800"/>
              <a:gd name="T70" fmla="*/ 0 w 11054"/>
              <a:gd name="T71" fmla="*/ 2327 h 12800"/>
              <a:gd name="T72" fmla="*/ 2036 w 11054"/>
              <a:gd name="T73" fmla="*/ 1164 h 12800"/>
              <a:gd name="T74" fmla="*/ 6691 w 11054"/>
              <a:gd name="T75" fmla="*/ 0 h 12800"/>
              <a:gd name="T76" fmla="*/ 8727 w 11054"/>
              <a:gd name="T77" fmla="*/ 1164 h 12800"/>
              <a:gd name="T78" fmla="*/ 9891 w 11054"/>
              <a:gd name="T79" fmla="*/ 6400 h 12800"/>
              <a:gd name="T80" fmla="*/ 6691 w 11054"/>
              <a:gd name="T81" fmla="*/ 1455 h 12800"/>
              <a:gd name="T82" fmla="*/ 3491 w 11054"/>
              <a:gd name="T83" fmla="*/ 1164 h 12800"/>
              <a:gd name="T84" fmla="*/ 3200 w 11054"/>
              <a:gd name="T85" fmla="*/ 2036 h 12800"/>
              <a:gd name="T86" fmla="*/ 6400 w 11054"/>
              <a:gd name="T87" fmla="*/ 2327 h 12800"/>
              <a:gd name="T88" fmla="*/ 6691 w 11054"/>
              <a:gd name="T89" fmla="*/ 1455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054" h="12800">
                <a:moveTo>
                  <a:pt x="8436" y="12800"/>
                </a:moveTo>
                <a:cubicBezTo>
                  <a:pt x="7377" y="12800"/>
                  <a:pt x="6422" y="12162"/>
                  <a:pt x="6017" y="11184"/>
                </a:cubicBezTo>
                <a:cubicBezTo>
                  <a:pt x="5612" y="10205"/>
                  <a:pt x="5836" y="9079"/>
                  <a:pt x="6585" y="8331"/>
                </a:cubicBezTo>
                <a:cubicBezTo>
                  <a:pt x="7334" y="7582"/>
                  <a:pt x="8460" y="7358"/>
                  <a:pt x="9438" y="7763"/>
                </a:cubicBezTo>
                <a:cubicBezTo>
                  <a:pt x="10416" y="8168"/>
                  <a:pt x="11054" y="9123"/>
                  <a:pt x="11054" y="10182"/>
                </a:cubicBezTo>
                <a:cubicBezTo>
                  <a:pt x="11054" y="11628"/>
                  <a:pt x="9882" y="12800"/>
                  <a:pt x="8436" y="12800"/>
                </a:cubicBezTo>
                <a:close/>
                <a:moveTo>
                  <a:pt x="8436" y="8727"/>
                </a:moveTo>
                <a:cubicBezTo>
                  <a:pt x="7848" y="8727"/>
                  <a:pt x="7317" y="9082"/>
                  <a:pt x="7092" y="9625"/>
                </a:cubicBezTo>
                <a:cubicBezTo>
                  <a:pt x="6867" y="10169"/>
                  <a:pt x="6992" y="10794"/>
                  <a:pt x="7408" y="11210"/>
                </a:cubicBezTo>
                <a:cubicBezTo>
                  <a:pt x="7824" y="11626"/>
                  <a:pt x="8449" y="11751"/>
                  <a:pt x="8993" y="11526"/>
                </a:cubicBezTo>
                <a:cubicBezTo>
                  <a:pt x="9536" y="11301"/>
                  <a:pt x="9891" y="10770"/>
                  <a:pt x="9891" y="10182"/>
                </a:cubicBezTo>
                <a:cubicBezTo>
                  <a:pt x="9891" y="9378"/>
                  <a:pt x="9239" y="8727"/>
                  <a:pt x="8436" y="8727"/>
                </a:cubicBezTo>
                <a:close/>
                <a:moveTo>
                  <a:pt x="9018" y="10473"/>
                </a:moveTo>
                <a:lnTo>
                  <a:pt x="8436" y="10473"/>
                </a:lnTo>
                <a:cubicBezTo>
                  <a:pt x="8275" y="10473"/>
                  <a:pt x="8145" y="10342"/>
                  <a:pt x="8145" y="10182"/>
                </a:cubicBezTo>
                <a:lnTo>
                  <a:pt x="8145" y="9309"/>
                </a:lnTo>
                <a:cubicBezTo>
                  <a:pt x="8145" y="9148"/>
                  <a:pt x="8275" y="9018"/>
                  <a:pt x="8436" y="9018"/>
                </a:cubicBezTo>
                <a:cubicBezTo>
                  <a:pt x="8597" y="9018"/>
                  <a:pt x="8727" y="9148"/>
                  <a:pt x="8727" y="9309"/>
                </a:cubicBezTo>
                <a:lnTo>
                  <a:pt x="8727" y="9891"/>
                </a:lnTo>
                <a:lnTo>
                  <a:pt x="9018" y="9891"/>
                </a:lnTo>
                <a:cubicBezTo>
                  <a:pt x="9179" y="9891"/>
                  <a:pt x="9309" y="10021"/>
                  <a:pt x="9309" y="10182"/>
                </a:cubicBezTo>
                <a:cubicBezTo>
                  <a:pt x="9309" y="10342"/>
                  <a:pt x="9179" y="10473"/>
                  <a:pt x="9018" y="10473"/>
                </a:cubicBezTo>
                <a:close/>
                <a:moveTo>
                  <a:pt x="6400" y="7273"/>
                </a:moveTo>
                <a:cubicBezTo>
                  <a:pt x="6560" y="7273"/>
                  <a:pt x="6691" y="7403"/>
                  <a:pt x="6691" y="7564"/>
                </a:cubicBezTo>
                <a:cubicBezTo>
                  <a:pt x="6691" y="7724"/>
                  <a:pt x="6560" y="7855"/>
                  <a:pt x="6400" y="7855"/>
                </a:cubicBezTo>
                <a:lnTo>
                  <a:pt x="5236" y="7855"/>
                </a:lnTo>
                <a:lnTo>
                  <a:pt x="5236" y="9018"/>
                </a:lnTo>
                <a:cubicBezTo>
                  <a:pt x="5236" y="9179"/>
                  <a:pt x="5106" y="9309"/>
                  <a:pt x="4945" y="9309"/>
                </a:cubicBezTo>
                <a:cubicBezTo>
                  <a:pt x="4785" y="9309"/>
                  <a:pt x="4654" y="9179"/>
                  <a:pt x="4654" y="9018"/>
                </a:cubicBezTo>
                <a:lnTo>
                  <a:pt x="4654" y="7855"/>
                </a:lnTo>
                <a:lnTo>
                  <a:pt x="3491" y="7855"/>
                </a:lnTo>
                <a:cubicBezTo>
                  <a:pt x="3330" y="7855"/>
                  <a:pt x="3200" y="7724"/>
                  <a:pt x="3200" y="7564"/>
                </a:cubicBezTo>
                <a:cubicBezTo>
                  <a:pt x="3200" y="7403"/>
                  <a:pt x="3330" y="7273"/>
                  <a:pt x="3491" y="7273"/>
                </a:cubicBezTo>
                <a:lnTo>
                  <a:pt x="4654" y="7273"/>
                </a:lnTo>
                <a:lnTo>
                  <a:pt x="4654" y="6691"/>
                </a:lnTo>
                <a:lnTo>
                  <a:pt x="3491" y="6691"/>
                </a:lnTo>
                <a:cubicBezTo>
                  <a:pt x="3330" y="6691"/>
                  <a:pt x="3200" y="6561"/>
                  <a:pt x="3200" y="6400"/>
                </a:cubicBezTo>
                <a:cubicBezTo>
                  <a:pt x="3200" y="6239"/>
                  <a:pt x="3330" y="6109"/>
                  <a:pt x="3491" y="6109"/>
                </a:cubicBezTo>
                <a:lnTo>
                  <a:pt x="4260" y="6109"/>
                </a:lnTo>
                <a:lnTo>
                  <a:pt x="3283" y="5127"/>
                </a:lnTo>
                <a:cubicBezTo>
                  <a:pt x="3174" y="5017"/>
                  <a:pt x="3174" y="4840"/>
                  <a:pt x="3283" y="4730"/>
                </a:cubicBezTo>
                <a:cubicBezTo>
                  <a:pt x="3391" y="4620"/>
                  <a:pt x="3569" y="4620"/>
                  <a:pt x="3677" y="4730"/>
                </a:cubicBezTo>
                <a:lnTo>
                  <a:pt x="4803" y="5861"/>
                </a:lnTo>
                <a:cubicBezTo>
                  <a:pt x="4890" y="5803"/>
                  <a:pt x="5003" y="5803"/>
                  <a:pt x="5089" y="5861"/>
                </a:cubicBezTo>
                <a:lnTo>
                  <a:pt x="6213" y="4738"/>
                </a:lnTo>
                <a:cubicBezTo>
                  <a:pt x="6323" y="4631"/>
                  <a:pt x="6497" y="4633"/>
                  <a:pt x="6605" y="4741"/>
                </a:cubicBezTo>
                <a:cubicBezTo>
                  <a:pt x="6713" y="4849"/>
                  <a:pt x="6714" y="5023"/>
                  <a:pt x="6608" y="5133"/>
                </a:cubicBezTo>
                <a:lnTo>
                  <a:pt x="5632" y="6109"/>
                </a:lnTo>
                <a:lnTo>
                  <a:pt x="6400" y="6109"/>
                </a:lnTo>
                <a:cubicBezTo>
                  <a:pt x="6560" y="6109"/>
                  <a:pt x="6691" y="6239"/>
                  <a:pt x="6691" y="6400"/>
                </a:cubicBezTo>
                <a:cubicBezTo>
                  <a:pt x="6691" y="6561"/>
                  <a:pt x="6560" y="6691"/>
                  <a:pt x="6400" y="6691"/>
                </a:cubicBezTo>
                <a:lnTo>
                  <a:pt x="5236" y="6691"/>
                </a:lnTo>
                <a:lnTo>
                  <a:pt x="5236" y="7273"/>
                </a:lnTo>
                <a:lnTo>
                  <a:pt x="6400" y="7273"/>
                </a:lnTo>
                <a:close/>
                <a:moveTo>
                  <a:pt x="9309" y="6982"/>
                </a:moveTo>
                <a:cubicBezTo>
                  <a:pt x="8987" y="6982"/>
                  <a:pt x="8727" y="6721"/>
                  <a:pt x="8727" y="6400"/>
                </a:cubicBezTo>
                <a:lnTo>
                  <a:pt x="8727" y="2909"/>
                </a:lnTo>
                <a:cubicBezTo>
                  <a:pt x="8727" y="2588"/>
                  <a:pt x="8467" y="2327"/>
                  <a:pt x="8145" y="2327"/>
                </a:cubicBezTo>
                <a:lnTo>
                  <a:pt x="7854" y="2327"/>
                </a:lnTo>
                <a:cubicBezTo>
                  <a:pt x="7854" y="2970"/>
                  <a:pt x="7333" y="3491"/>
                  <a:pt x="6691" y="3491"/>
                </a:cubicBezTo>
                <a:lnTo>
                  <a:pt x="3200" y="3491"/>
                </a:lnTo>
                <a:cubicBezTo>
                  <a:pt x="2557" y="3491"/>
                  <a:pt x="2036" y="2970"/>
                  <a:pt x="2036" y="2327"/>
                </a:cubicBezTo>
                <a:lnTo>
                  <a:pt x="1745" y="2327"/>
                </a:lnTo>
                <a:cubicBezTo>
                  <a:pt x="1424" y="2327"/>
                  <a:pt x="1163" y="2588"/>
                  <a:pt x="1163" y="2909"/>
                </a:cubicBezTo>
                <a:lnTo>
                  <a:pt x="1163" y="11055"/>
                </a:lnTo>
                <a:cubicBezTo>
                  <a:pt x="1163" y="11376"/>
                  <a:pt x="1424" y="11636"/>
                  <a:pt x="1745" y="11636"/>
                </a:cubicBezTo>
                <a:lnTo>
                  <a:pt x="4654" y="11636"/>
                </a:lnTo>
                <a:cubicBezTo>
                  <a:pt x="4976" y="11636"/>
                  <a:pt x="5236" y="11897"/>
                  <a:pt x="5236" y="12218"/>
                </a:cubicBezTo>
                <a:cubicBezTo>
                  <a:pt x="5236" y="12539"/>
                  <a:pt x="4976" y="12800"/>
                  <a:pt x="4654" y="12800"/>
                </a:cubicBezTo>
                <a:lnTo>
                  <a:pt x="1163" y="12800"/>
                </a:lnTo>
                <a:cubicBezTo>
                  <a:pt x="521" y="12800"/>
                  <a:pt x="0" y="12279"/>
                  <a:pt x="0" y="11636"/>
                </a:cubicBezTo>
                <a:lnTo>
                  <a:pt x="0" y="2327"/>
                </a:lnTo>
                <a:cubicBezTo>
                  <a:pt x="0" y="1685"/>
                  <a:pt x="521" y="1164"/>
                  <a:pt x="1163" y="1164"/>
                </a:cubicBezTo>
                <a:lnTo>
                  <a:pt x="2036" y="1164"/>
                </a:lnTo>
                <a:cubicBezTo>
                  <a:pt x="2036" y="521"/>
                  <a:pt x="2557" y="0"/>
                  <a:pt x="3200" y="0"/>
                </a:cubicBezTo>
                <a:lnTo>
                  <a:pt x="6691" y="0"/>
                </a:lnTo>
                <a:cubicBezTo>
                  <a:pt x="7333" y="0"/>
                  <a:pt x="7854" y="521"/>
                  <a:pt x="7854" y="1164"/>
                </a:cubicBezTo>
                <a:lnTo>
                  <a:pt x="8727" y="1164"/>
                </a:lnTo>
                <a:cubicBezTo>
                  <a:pt x="9370" y="1164"/>
                  <a:pt x="9891" y="1685"/>
                  <a:pt x="9891" y="2327"/>
                </a:cubicBezTo>
                <a:lnTo>
                  <a:pt x="9891" y="6400"/>
                </a:lnTo>
                <a:cubicBezTo>
                  <a:pt x="9891" y="6721"/>
                  <a:pt x="9630" y="6982"/>
                  <a:pt x="9309" y="6982"/>
                </a:cubicBezTo>
                <a:close/>
                <a:moveTo>
                  <a:pt x="6691" y="1455"/>
                </a:moveTo>
                <a:cubicBezTo>
                  <a:pt x="6691" y="1294"/>
                  <a:pt x="6560" y="1164"/>
                  <a:pt x="6400" y="1164"/>
                </a:cubicBezTo>
                <a:lnTo>
                  <a:pt x="3491" y="1164"/>
                </a:lnTo>
                <a:cubicBezTo>
                  <a:pt x="3330" y="1164"/>
                  <a:pt x="3200" y="1294"/>
                  <a:pt x="3200" y="1455"/>
                </a:cubicBezTo>
                <a:lnTo>
                  <a:pt x="3200" y="2036"/>
                </a:lnTo>
                <a:cubicBezTo>
                  <a:pt x="3200" y="2197"/>
                  <a:pt x="3330" y="2327"/>
                  <a:pt x="3491" y="2327"/>
                </a:cubicBezTo>
                <a:lnTo>
                  <a:pt x="6400" y="2327"/>
                </a:lnTo>
                <a:cubicBezTo>
                  <a:pt x="6560" y="2327"/>
                  <a:pt x="6691" y="2197"/>
                  <a:pt x="6691" y="2036"/>
                </a:cubicBezTo>
                <a:lnTo>
                  <a:pt x="6691" y="1455"/>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4" name="iconfont-10123-4910608">
            <a:extLst>
              <a:ext uri="{FF2B5EF4-FFF2-40B4-BE49-F238E27FC236}">
                <a16:creationId xmlns:a16="http://schemas.microsoft.com/office/drawing/2014/main" id="{490D71B0-849C-4795-8BDE-66D90FC53164}"/>
              </a:ext>
            </a:extLst>
          </p:cNvPr>
          <p:cNvSpPr>
            <a:spLocks noChangeAspect="1"/>
          </p:cNvSpPr>
          <p:nvPr/>
        </p:nvSpPr>
        <p:spPr bwMode="auto">
          <a:xfrm>
            <a:off x="935735" y="2478785"/>
            <a:ext cx="436103" cy="279498"/>
          </a:xfrm>
          <a:custGeom>
            <a:avLst/>
            <a:gdLst>
              <a:gd name="T0" fmla="*/ 5676 w 9811"/>
              <a:gd name="T1" fmla="*/ 3089 h 6286"/>
              <a:gd name="T2" fmla="*/ 5187 w 9811"/>
              <a:gd name="T3" fmla="*/ 645 h 6286"/>
              <a:gd name="T4" fmla="*/ 4512 w 9811"/>
              <a:gd name="T5" fmla="*/ 2326 h 6286"/>
              <a:gd name="T6" fmla="*/ 6270 w 9811"/>
              <a:gd name="T7" fmla="*/ 2678 h 6286"/>
              <a:gd name="T8" fmla="*/ 8273 w 9811"/>
              <a:gd name="T9" fmla="*/ 1196 h 6286"/>
              <a:gd name="T10" fmla="*/ 5854 w 9811"/>
              <a:gd name="T11" fmla="*/ 596 h 6286"/>
              <a:gd name="T12" fmla="*/ 6270 w 9811"/>
              <a:gd name="T13" fmla="*/ 2678 h 6286"/>
              <a:gd name="T14" fmla="*/ 3097 w 9811"/>
              <a:gd name="T15" fmla="*/ 4048 h 6286"/>
              <a:gd name="T16" fmla="*/ 2411 w 9811"/>
              <a:gd name="T17" fmla="*/ 4048 h 6286"/>
              <a:gd name="T18" fmla="*/ 4629 w 9811"/>
              <a:gd name="T19" fmla="*/ 4058 h 6286"/>
              <a:gd name="T20" fmla="*/ 4818 w 9811"/>
              <a:gd name="T21" fmla="*/ 3704 h 6286"/>
              <a:gd name="T22" fmla="*/ 4999 w 9811"/>
              <a:gd name="T23" fmla="*/ 4111 h 6286"/>
              <a:gd name="T24" fmla="*/ 5789 w 9811"/>
              <a:gd name="T25" fmla="*/ 4837 h 6286"/>
              <a:gd name="T26" fmla="*/ 7160 w 9811"/>
              <a:gd name="T27" fmla="*/ 3979 h 6286"/>
              <a:gd name="T28" fmla="*/ 7573 w 9811"/>
              <a:gd name="T29" fmla="*/ 5343 h 6286"/>
              <a:gd name="T30" fmla="*/ 5844 w 9811"/>
              <a:gd name="T31" fmla="*/ 5769 h 6286"/>
              <a:gd name="T32" fmla="*/ 5851 w 9811"/>
              <a:gd name="T33" fmla="*/ 5184 h 6286"/>
              <a:gd name="T34" fmla="*/ 5879 w 9811"/>
              <a:gd name="T35" fmla="*/ 3531 h 6286"/>
              <a:gd name="T36" fmla="*/ 4649 w 9811"/>
              <a:gd name="T37" fmla="*/ 3532 h 6286"/>
              <a:gd name="T38" fmla="*/ 5879 w 9811"/>
              <a:gd name="T39" fmla="*/ 3531 h 6286"/>
              <a:gd name="T40" fmla="*/ 6781 w 9811"/>
              <a:gd name="T41" fmla="*/ 3325 h 6286"/>
              <a:gd name="T42" fmla="*/ 7332 w 9811"/>
              <a:gd name="T43" fmla="*/ 3325 h 6286"/>
              <a:gd name="T44" fmla="*/ 6868 w 9811"/>
              <a:gd name="T45" fmla="*/ 3541 h 6286"/>
              <a:gd name="T46" fmla="*/ 8296 w 9811"/>
              <a:gd name="T47" fmla="*/ 3187 h 6286"/>
              <a:gd name="T48" fmla="*/ 9811 w 9811"/>
              <a:gd name="T49" fmla="*/ 4323 h 6286"/>
              <a:gd name="T50" fmla="*/ 9384 w 9811"/>
              <a:gd name="T51" fmla="*/ 5253 h 6286"/>
              <a:gd name="T52" fmla="*/ 8090 w 9811"/>
              <a:gd name="T53" fmla="*/ 5171 h 6286"/>
              <a:gd name="T54" fmla="*/ 8027 w 9811"/>
              <a:gd name="T55" fmla="*/ 4321 h 6286"/>
              <a:gd name="T56" fmla="*/ 1515 w 9811"/>
              <a:gd name="T57" fmla="*/ 4220 h 6286"/>
              <a:gd name="T58" fmla="*/ 2617 w 9811"/>
              <a:gd name="T59" fmla="*/ 5735 h 6286"/>
              <a:gd name="T60" fmla="*/ 2575 w 9811"/>
              <a:gd name="T61" fmla="*/ 4633 h 6286"/>
              <a:gd name="T62" fmla="*/ 2755 w 9811"/>
              <a:gd name="T63" fmla="*/ 4220 h 6286"/>
              <a:gd name="T64" fmla="*/ 2935 w 9811"/>
              <a:gd name="T65" fmla="*/ 4633 h 6286"/>
              <a:gd name="T66" fmla="*/ 2893 w 9811"/>
              <a:gd name="T67" fmla="*/ 5735 h 6286"/>
              <a:gd name="T68" fmla="*/ 3995 w 9811"/>
              <a:gd name="T69" fmla="*/ 4220 h 6286"/>
              <a:gd name="T70" fmla="*/ 5510 w 9811"/>
              <a:gd name="T71" fmla="*/ 5356 h 6286"/>
              <a:gd name="T72" fmla="*/ 5083 w 9811"/>
              <a:gd name="T73" fmla="*/ 6286 h 6286"/>
              <a:gd name="T74" fmla="*/ 0 w 9811"/>
              <a:gd name="T75" fmla="*/ 5859 h 6286"/>
              <a:gd name="T76" fmla="*/ 414 w 9811"/>
              <a:gd name="T77" fmla="*/ 4495 h 6286"/>
              <a:gd name="T78" fmla="*/ 1378 w 9811"/>
              <a:gd name="T79" fmla="*/ 2498 h 6286"/>
              <a:gd name="T80" fmla="*/ 4132 w 9811"/>
              <a:gd name="T81" fmla="*/ 2498 h 6286"/>
              <a:gd name="T82" fmla="*/ 1378 w 9811"/>
              <a:gd name="T83" fmla="*/ 2498 h 62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11" h="6286">
                <a:moveTo>
                  <a:pt x="4204" y="3195"/>
                </a:moveTo>
                <a:cubicBezTo>
                  <a:pt x="4674" y="3447"/>
                  <a:pt x="5247" y="3406"/>
                  <a:pt x="5676" y="3089"/>
                </a:cubicBezTo>
                <a:cubicBezTo>
                  <a:pt x="6105" y="2771"/>
                  <a:pt x="6311" y="2235"/>
                  <a:pt x="6207" y="1712"/>
                </a:cubicBezTo>
                <a:cubicBezTo>
                  <a:pt x="6102" y="1189"/>
                  <a:pt x="5705" y="773"/>
                  <a:pt x="5187" y="645"/>
                </a:cubicBezTo>
                <a:cubicBezTo>
                  <a:pt x="4670" y="517"/>
                  <a:pt x="4124" y="699"/>
                  <a:pt x="3788" y="1113"/>
                </a:cubicBezTo>
                <a:cubicBezTo>
                  <a:pt x="4234" y="1353"/>
                  <a:pt x="4513" y="1819"/>
                  <a:pt x="4512" y="2326"/>
                </a:cubicBezTo>
                <a:cubicBezTo>
                  <a:pt x="4513" y="2643"/>
                  <a:pt x="4404" y="2949"/>
                  <a:pt x="4204" y="3195"/>
                </a:cubicBezTo>
                <a:close/>
                <a:moveTo>
                  <a:pt x="6270" y="2678"/>
                </a:moveTo>
                <a:cubicBezTo>
                  <a:pt x="6740" y="2931"/>
                  <a:pt x="7313" y="2890"/>
                  <a:pt x="7742" y="2572"/>
                </a:cubicBezTo>
                <a:cubicBezTo>
                  <a:pt x="8171" y="2255"/>
                  <a:pt x="8378" y="1719"/>
                  <a:pt x="8273" y="1196"/>
                </a:cubicBezTo>
                <a:cubicBezTo>
                  <a:pt x="8169" y="672"/>
                  <a:pt x="7771" y="257"/>
                  <a:pt x="7254" y="129"/>
                </a:cubicBezTo>
                <a:cubicBezTo>
                  <a:pt x="6736" y="0"/>
                  <a:pt x="6191" y="183"/>
                  <a:pt x="5854" y="596"/>
                </a:cubicBezTo>
                <a:cubicBezTo>
                  <a:pt x="6300" y="837"/>
                  <a:pt x="6579" y="1303"/>
                  <a:pt x="6578" y="1810"/>
                </a:cubicBezTo>
                <a:cubicBezTo>
                  <a:pt x="6579" y="2126"/>
                  <a:pt x="6470" y="2433"/>
                  <a:pt x="6270" y="2678"/>
                </a:cubicBezTo>
                <a:close/>
                <a:moveTo>
                  <a:pt x="3641" y="4048"/>
                </a:moveTo>
                <a:lnTo>
                  <a:pt x="3097" y="4048"/>
                </a:lnTo>
                <a:cubicBezTo>
                  <a:pt x="3047" y="4048"/>
                  <a:pt x="2819" y="4049"/>
                  <a:pt x="2411" y="4048"/>
                </a:cubicBezTo>
                <a:lnTo>
                  <a:pt x="2411" y="4048"/>
                </a:lnTo>
                <a:lnTo>
                  <a:pt x="3641" y="4048"/>
                </a:lnTo>
                <a:close/>
                <a:moveTo>
                  <a:pt x="4629" y="4058"/>
                </a:moveTo>
                <a:cubicBezTo>
                  <a:pt x="4602" y="3967"/>
                  <a:pt x="4518" y="3891"/>
                  <a:pt x="4543" y="3841"/>
                </a:cubicBezTo>
                <a:cubicBezTo>
                  <a:pt x="4612" y="3704"/>
                  <a:pt x="4716" y="3704"/>
                  <a:pt x="4818" y="3704"/>
                </a:cubicBezTo>
                <a:cubicBezTo>
                  <a:pt x="4922" y="3703"/>
                  <a:pt x="5025" y="3703"/>
                  <a:pt x="5094" y="3841"/>
                </a:cubicBezTo>
                <a:cubicBezTo>
                  <a:pt x="5123" y="3900"/>
                  <a:pt x="5001" y="3995"/>
                  <a:pt x="4999" y="4111"/>
                </a:cubicBezTo>
                <a:cubicBezTo>
                  <a:pt x="4891" y="4085"/>
                  <a:pt x="4768" y="4068"/>
                  <a:pt x="4629" y="4058"/>
                </a:cubicBezTo>
                <a:close/>
                <a:moveTo>
                  <a:pt x="5789" y="4837"/>
                </a:moveTo>
                <a:cubicBezTo>
                  <a:pt x="5888" y="4566"/>
                  <a:pt x="5977" y="4188"/>
                  <a:pt x="6058" y="3704"/>
                </a:cubicBezTo>
                <a:cubicBezTo>
                  <a:pt x="6609" y="3704"/>
                  <a:pt x="6976" y="3795"/>
                  <a:pt x="7160" y="3979"/>
                </a:cubicBezTo>
                <a:cubicBezTo>
                  <a:pt x="7435" y="4254"/>
                  <a:pt x="7573" y="4530"/>
                  <a:pt x="7573" y="4840"/>
                </a:cubicBezTo>
                <a:lnTo>
                  <a:pt x="7573" y="5343"/>
                </a:lnTo>
                <a:cubicBezTo>
                  <a:pt x="7573" y="5578"/>
                  <a:pt x="7382" y="5769"/>
                  <a:pt x="7146" y="5769"/>
                </a:cubicBezTo>
                <a:lnTo>
                  <a:pt x="5844" y="5769"/>
                </a:lnTo>
                <a:cubicBezTo>
                  <a:pt x="5849" y="5742"/>
                  <a:pt x="5851" y="5715"/>
                  <a:pt x="5851" y="5687"/>
                </a:cubicBezTo>
                <a:lnTo>
                  <a:pt x="5851" y="5184"/>
                </a:lnTo>
                <a:cubicBezTo>
                  <a:pt x="5851" y="5064"/>
                  <a:pt x="5831" y="4949"/>
                  <a:pt x="5789" y="4837"/>
                </a:cubicBezTo>
                <a:close/>
                <a:moveTo>
                  <a:pt x="5879" y="3531"/>
                </a:moveTo>
                <a:cubicBezTo>
                  <a:pt x="5560" y="3531"/>
                  <a:pt x="5379" y="3531"/>
                  <a:pt x="5335" y="3532"/>
                </a:cubicBezTo>
                <a:cubicBezTo>
                  <a:pt x="5285" y="3532"/>
                  <a:pt x="5057" y="3532"/>
                  <a:pt x="4649" y="3532"/>
                </a:cubicBezTo>
                <a:cubicBezTo>
                  <a:pt x="4649" y="3532"/>
                  <a:pt x="4649" y="3532"/>
                  <a:pt x="4649" y="3531"/>
                </a:cubicBezTo>
                <a:lnTo>
                  <a:pt x="5879" y="3531"/>
                </a:lnTo>
                <a:close/>
                <a:moveTo>
                  <a:pt x="6868" y="3541"/>
                </a:moveTo>
                <a:cubicBezTo>
                  <a:pt x="6840" y="3450"/>
                  <a:pt x="6757" y="3374"/>
                  <a:pt x="6781" y="3325"/>
                </a:cubicBezTo>
                <a:cubicBezTo>
                  <a:pt x="6850" y="3188"/>
                  <a:pt x="6954" y="3188"/>
                  <a:pt x="7057" y="3187"/>
                </a:cubicBezTo>
                <a:cubicBezTo>
                  <a:pt x="7160" y="3186"/>
                  <a:pt x="7263" y="3186"/>
                  <a:pt x="7332" y="3325"/>
                </a:cubicBezTo>
                <a:cubicBezTo>
                  <a:pt x="7361" y="3384"/>
                  <a:pt x="7239" y="3479"/>
                  <a:pt x="7237" y="3594"/>
                </a:cubicBezTo>
                <a:cubicBezTo>
                  <a:pt x="7129" y="3569"/>
                  <a:pt x="7006" y="3551"/>
                  <a:pt x="6868" y="3541"/>
                </a:cubicBezTo>
                <a:close/>
                <a:moveTo>
                  <a:pt x="8027" y="4321"/>
                </a:moveTo>
                <a:cubicBezTo>
                  <a:pt x="8126" y="4049"/>
                  <a:pt x="8215" y="3671"/>
                  <a:pt x="8296" y="3187"/>
                </a:cubicBezTo>
                <a:cubicBezTo>
                  <a:pt x="8847" y="3187"/>
                  <a:pt x="9214" y="3279"/>
                  <a:pt x="9398" y="3462"/>
                </a:cubicBezTo>
                <a:cubicBezTo>
                  <a:pt x="9673" y="3738"/>
                  <a:pt x="9811" y="4013"/>
                  <a:pt x="9811" y="4323"/>
                </a:cubicBezTo>
                <a:lnTo>
                  <a:pt x="9811" y="4826"/>
                </a:lnTo>
                <a:cubicBezTo>
                  <a:pt x="9811" y="5062"/>
                  <a:pt x="9620" y="5253"/>
                  <a:pt x="9384" y="5253"/>
                </a:cubicBezTo>
                <a:lnTo>
                  <a:pt x="8082" y="5253"/>
                </a:lnTo>
                <a:cubicBezTo>
                  <a:pt x="8087" y="5226"/>
                  <a:pt x="8090" y="5198"/>
                  <a:pt x="8090" y="5171"/>
                </a:cubicBezTo>
                <a:lnTo>
                  <a:pt x="8090" y="4668"/>
                </a:lnTo>
                <a:cubicBezTo>
                  <a:pt x="8090" y="4548"/>
                  <a:pt x="8069" y="4433"/>
                  <a:pt x="8027" y="4321"/>
                </a:cubicBezTo>
                <a:close/>
                <a:moveTo>
                  <a:pt x="414" y="4495"/>
                </a:moveTo>
                <a:cubicBezTo>
                  <a:pt x="597" y="4312"/>
                  <a:pt x="964" y="4220"/>
                  <a:pt x="1515" y="4220"/>
                </a:cubicBezTo>
                <a:cubicBezTo>
                  <a:pt x="1699" y="5322"/>
                  <a:pt x="1929" y="5873"/>
                  <a:pt x="2204" y="5873"/>
                </a:cubicBezTo>
                <a:cubicBezTo>
                  <a:pt x="2617" y="5873"/>
                  <a:pt x="2617" y="5873"/>
                  <a:pt x="2617" y="5735"/>
                </a:cubicBezTo>
                <a:cubicBezTo>
                  <a:pt x="2617" y="5694"/>
                  <a:pt x="2457" y="5512"/>
                  <a:pt x="2474" y="5460"/>
                </a:cubicBezTo>
                <a:cubicBezTo>
                  <a:pt x="2554" y="5225"/>
                  <a:pt x="2570" y="4886"/>
                  <a:pt x="2575" y="4633"/>
                </a:cubicBezTo>
                <a:cubicBezTo>
                  <a:pt x="2577" y="4516"/>
                  <a:pt x="2450" y="4417"/>
                  <a:pt x="2479" y="4358"/>
                </a:cubicBezTo>
                <a:cubicBezTo>
                  <a:pt x="2548" y="4221"/>
                  <a:pt x="2652" y="4221"/>
                  <a:pt x="2755" y="4220"/>
                </a:cubicBezTo>
                <a:cubicBezTo>
                  <a:pt x="2859" y="4219"/>
                  <a:pt x="2961" y="4219"/>
                  <a:pt x="3031" y="4358"/>
                </a:cubicBezTo>
                <a:cubicBezTo>
                  <a:pt x="3060" y="4417"/>
                  <a:pt x="2933" y="4515"/>
                  <a:pt x="2935" y="4633"/>
                </a:cubicBezTo>
                <a:cubicBezTo>
                  <a:pt x="2940" y="4886"/>
                  <a:pt x="2956" y="5225"/>
                  <a:pt x="3036" y="5459"/>
                </a:cubicBezTo>
                <a:cubicBezTo>
                  <a:pt x="3053" y="5511"/>
                  <a:pt x="2893" y="5694"/>
                  <a:pt x="2893" y="5735"/>
                </a:cubicBezTo>
                <a:cubicBezTo>
                  <a:pt x="2893" y="5873"/>
                  <a:pt x="2893" y="5873"/>
                  <a:pt x="3306" y="5873"/>
                </a:cubicBezTo>
                <a:cubicBezTo>
                  <a:pt x="3581" y="5873"/>
                  <a:pt x="3811" y="5322"/>
                  <a:pt x="3995" y="4220"/>
                </a:cubicBezTo>
                <a:cubicBezTo>
                  <a:pt x="4545" y="4220"/>
                  <a:pt x="4913" y="4312"/>
                  <a:pt x="5096" y="4495"/>
                </a:cubicBezTo>
                <a:cubicBezTo>
                  <a:pt x="5372" y="4771"/>
                  <a:pt x="5510" y="5046"/>
                  <a:pt x="5510" y="5356"/>
                </a:cubicBezTo>
                <a:lnTo>
                  <a:pt x="5510" y="5859"/>
                </a:lnTo>
                <a:cubicBezTo>
                  <a:pt x="5510" y="6095"/>
                  <a:pt x="5319" y="6286"/>
                  <a:pt x="5083" y="6286"/>
                </a:cubicBezTo>
                <a:lnTo>
                  <a:pt x="427" y="6286"/>
                </a:lnTo>
                <a:cubicBezTo>
                  <a:pt x="191" y="6286"/>
                  <a:pt x="0" y="6095"/>
                  <a:pt x="0" y="5859"/>
                </a:cubicBezTo>
                <a:lnTo>
                  <a:pt x="0" y="5356"/>
                </a:lnTo>
                <a:cubicBezTo>
                  <a:pt x="0" y="5046"/>
                  <a:pt x="138" y="4771"/>
                  <a:pt x="414" y="4495"/>
                </a:cubicBezTo>
                <a:close/>
                <a:moveTo>
                  <a:pt x="2755" y="2498"/>
                </a:moveTo>
                <a:close/>
                <a:moveTo>
                  <a:pt x="1378" y="2498"/>
                </a:moveTo>
                <a:cubicBezTo>
                  <a:pt x="1378" y="3259"/>
                  <a:pt x="1994" y="3876"/>
                  <a:pt x="2755" y="3876"/>
                </a:cubicBezTo>
                <a:cubicBezTo>
                  <a:pt x="3516" y="3876"/>
                  <a:pt x="4132" y="3259"/>
                  <a:pt x="4132" y="2498"/>
                </a:cubicBezTo>
                <a:cubicBezTo>
                  <a:pt x="4132" y="1738"/>
                  <a:pt x="3516" y="1121"/>
                  <a:pt x="2755" y="1121"/>
                </a:cubicBezTo>
                <a:cubicBezTo>
                  <a:pt x="1994" y="1121"/>
                  <a:pt x="1378" y="1738"/>
                  <a:pt x="1378" y="2498"/>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5" name="crowd-of-users_33887">
            <a:extLst>
              <a:ext uri="{FF2B5EF4-FFF2-40B4-BE49-F238E27FC236}">
                <a16:creationId xmlns:a16="http://schemas.microsoft.com/office/drawing/2014/main" id="{7F4D9A50-4639-4D45-B2F3-74B319FD33AD}"/>
              </a:ext>
            </a:extLst>
          </p:cNvPr>
          <p:cNvSpPr>
            <a:spLocks noChangeAspect="1"/>
          </p:cNvSpPr>
          <p:nvPr/>
        </p:nvSpPr>
        <p:spPr bwMode="auto">
          <a:xfrm>
            <a:off x="2334259" y="2505772"/>
            <a:ext cx="436103" cy="333471"/>
          </a:xfrm>
          <a:custGeom>
            <a:avLst/>
            <a:gdLst>
              <a:gd name="connsiteX0" fmla="*/ 279380 w 602133"/>
              <a:gd name="connsiteY0" fmla="*/ 303917 h 460429"/>
              <a:gd name="connsiteX1" fmla="*/ 329638 w 602133"/>
              <a:gd name="connsiteY1" fmla="*/ 303917 h 460429"/>
              <a:gd name="connsiteX2" fmla="*/ 405716 w 602133"/>
              <a:gd name="connsiteY2" fmla="*/ 379871 h 460429"/>
              <a:gd name="connsiteX3" fmla="*/ 405716 w 602133"/>
              <a:gd name="connsiteY3" fmla="*/ 441555 h 460429"/>
              <a:gd name="connsiteX4" fmla="*/ 405255 w 602133"/>
              <a:gd name="connsiteY4" fmla="*/ 441555 h 460429"/>
              <a:gd name="connsiteX5" fmla="*/ 401566 w 602133"/>
              <a:gd name="connsiteY5" fmla="*/ 443857 h 460429"/>
              <a:gd name="connsiteX6" fmla="*/ 311195 w 602133"/>
              <a:gd name="connsiteY6" fmla="*/ 460429 h 460429"/>
              <a:gd name="connsiteX7" fmla="*/ 207452 w 602133"/>
              <a:gd name="connsiteY7" fmla="*/ 443857 h 460429"/>
              <a:gd name="connsiteX8" fmla="*/ 203302 w 602133"/>
              <a:gd name="connsiteY8" fmla="*/ 442476 h 460429"/>
              <a:gd name="connsiteX9" fmla="*/ 203302 w 602133"/>
              <a:gd name="connsiteY9" fmla="*/ 441555 h 460429"/>
              <a:gd name="connsiteX10" fmla="*/ 203302 w 602133"/>
              <a:gd name="connsiteY10" fmla="*/ 379871 h 460429"/>
              <a:gd name="connsiteX11" fmla="*/ 279380 w 602133"/>
              <a:gd name="connsiteY11" fmla="*/ 303917 h 460429"/>
              <a:gd name="connsiteX12" fmla="*/ 378044 w 602133"/>
              <a:gd name="connsiteY12" fmla="*/ 242690 h 460429"/>
              <a:gd name="connsiteX13" fmla="*/ 428312 w 602133"/>
              <a:gd name="connsiteY13" fmla="*/ 242690 h 460429"/>
              <a:gd name="connsiteX14" fmla="*/ 504406 w 602133"/>
              <a:gd name="connsiteY14" fmla="*/ 318644 h 460429"/>
              <a:gd name="connsiteX15" fmla="*/ 504406 w 602133"/>
              <a:gd name="connsiteY15" fmla="*/ 380329 h 460429"/>
              <a:gd name="connsiteX16" fmla="*/ 503945 w 602133"/>
              <a:gd name="connsiteY16" fmla="*/ 380329 h 460429"/>
              <a:gd name="connsiteX17" fmla="*/ 499794 w 602133"/>
              <a:gd name="connsiteY17" fmla="*/ 382630 h 460429"/>
              <a:gd name="connsiteX18" fmla="*/ 420011 w 602133"/>
              <a:gd name="connsiteY18" fmla="*/ 399202 h 460429"/>
              <a:gd name="connsiteX19" fmla="*/ 420011 w 602133"/>
              <a:gd name="connsiteY19" fmla="*/ 380329 h 460429"/>
              <a:gd name="connsiteX20" fmla="*/ 355446 w 602133"/>
              <a:gd name="connsiteY20" fmla="*/ 293787 h 460429"/>
              <a:gd name="connsiteX21" fmla="*/ 378044 w 602133"/>
              <a:gd name="connsiteY21" fmla="*/ 242690 h 460429"/>
              <a:gd name="connsiteX22" fmla="*/ 175210 w 602133"/>
              <a:gd name="connsiteY22" fmla="*/ 242690 h 460429"/>
              <a:gd name="connsiteX23" fmla="*/ 225454 w 602133"/>
              <a:gd name="connsiteY23" fmla="*/ 242690 h 460429"/>
              <a:gd name="connsiteX24" fmla="*/ 230986 w 602133"/>
              <a:gd name="connsiteY24" fmla="*/ 243150 h 460429"/>
              <a:gd name="connsiteX25" fmla="*/ 253573 w 602133"/>
              <a:gd name="connsiteY25" fmla="*/ 293792 h 460429"/>
              <a:gd name="connsiteX26" fmla="*/ 189038 w 602133"/>
              <a:gd name="connsiteY26" fmla="*/ 380343 h 460429"/>
              <a:gd name="connsiteX27" fmla="*/ 189038 w 602133"/>
              <a:gd name="connsiteY27" fmla="*/ 398758 h 460429"/>
              <a:gd name="connsiteX28" fmla="*/ 103300 w 602133"/>
              <a:gd name="connsiteY28" fmla="*/ 382645 h 460429"/>
              <a:gd name="connsiteX29" fmla="*/ 99151 w 602133"/>
              <a:gd name="connsiteY29" fmla="*/ 381264 h 460429"/>
              <a:gd name="connsiteX30" fmla="*/ 98690 w 602133"/>
              <a:gd name="connsiteY30" fmla="*/ 380343 h 460429"/>
              <a:gd name="connsiteX31" fmla="*/ 98690 w 602133"/>
              <a:gd name="connsiteY31" fmla="*/ 318652 h 460429"/>
              <a:gd name="connsiteX32" fmla="*/ 175210 w 602133"/>
              <a:gd name="connsiteY32" fmla="*/ 242690 h 460429"/>
              <a:gd name="connsiteX33" fmla="*/ 76056 w 602133"/>
              <a:gd name="connsiteY33" fmla="*/ 185090 h 460429"/>
              <a:gd name="connsiteX34" fmla="*/ 126300 w 602133"/>
              <a:gd name="connsiteY34" fmla="*/ 185090 h 460429"/>
              <a:gd name="connsiteX35" fmla="*/ 148886 w 602133"/>
              <a:gd name="connsiteY35" fmla="*/ 235732 h 460429"/>
              <a:gd name="connsiteX36" fmla="*/ 84353 w 602133"/>
              <a:gd name="connsiteY36" fmla="*/ 322283 h 460429"/>
              <a:gd name="connsiteX37" fmla="*/ 84353 w 602133"/>
              <a:gd name="connsiteY37" fmla="*/ 341158 h 460429"/>
              <a:gd name="connsiteX38" fmla="*/ 4609 w 602133"/>
              <a:gd name="connsiteY38" fmla="*/ 324584 h 460429"/>
              <a:gd name="connsiteX39" fmla="*/ 461 w 602133"/>
              <a:gd name="connsiteY39" fmla="*/ 322743 h 460429"/>
              <a:gd name="connsiteX40" fmla="*/ 0 w 602133"/>
              <a:gd name="connsiteY40" fmla="*/ 322743 h 460429"/>
              <a:gd name="connsiteX41" fmla="*/ 0 w 602133"/>
              <a:gd name="connsiteY41" fmla="*/ 261052 h 460429"/>
              <a:gd name="connsiteX42" fmla="*/ 76056 w 602133"/>
              <a:gd name="connsiteY42" fmla="*/ 185090 h 460429"/>
              <a:gd name="connsiteX43" fmla="*/ 476280 w 602133"/>
              <a:gd name="connsiteY43" fmla="*/ 183239 h 460429"/>
              <a:gd name="connsiteX44" fmla="*/ 526068 w 602133"/>
              <a:gd name="connsiteY44" fmla="*/ 183239 h 460429"/>
              <a:gd name="connsiteX45" fmla="*/ 602133 w 602133"/>
              <a:gd name="connsiteY45" fmla="*/ 259201 h 460429"/>
              <a:gd name="connsiteX46" fmla="*/ 602133 w 602133"/>
              <a:gd name="connsiteY46" fmla="*/ 320432 h 460429"/>
              <a:gd name="connsiteX47" fmla="*/ 601672 w 602133"/>
              <a:gd name="connsiteY47" fmla="*/ 320432 h 460429"/>
              <a:gd name="connsiteX48" fmla="*/ 597984 w 602133"/>
              <a:gd name="connsiteY48" fmla="*/ 322733 h 460429"/>
              <a:gd name="connsiteX49" fmla="*/ 518231 w 602133"/>
              <a:gd name="connsiteY49" fmla="*/ 339307 h 460429"/>
              <a:gd name="connsiteX50" fmla="*/ 518231 w 602133"/>
              <a:gd name="connsiteY50" fmla="*/ 320432 h 460429"/>
              <a:gd name="connsiteX51" fmla="*/ 453691 w 602133"/>
              <a:gd name="connsiteY51" fmla="*/ 233881 h 460429"/>
              <a:gd name="connsiteX52" fmla="*/ 476280 w 602133"/>
              <a:gd name="connsiteY52" fmla="*/ 183239 h 460429"/>
              <a:gd name="connsiteX53" fmla="*/ 304510 w 602133"/>
              <a:gd name="connsiteY53" fmla="*/ 181462 h 460429"/>
              <a:gd name="connsiteX54" fmla="*/ 363739 w 602133"/>
              <a:gd name="connsiteY54" fmla="*/ 240839 h 460429"/>
              <a:gd name="connsiteX55" fmla="*/ 304510 w 602133"/>
              <a:gd name="connsiteY55" fmla="*/ 300216 h 460429"/>
              <a:gd name="connsiteX56" fmla="*/ 245281 w 602133"/>
              <a:gd name="connsiteY56" fmla="*/ 240839 h 460429"/>
              <a:gd name="connsiteX57" fmla="*/ 304510 w 602133"/>
              <a:gd name="connsiteY57" fmla="*/ 181462 h 460429"/>
              <a:gd name="connsiteX58" fmla="*/ 274338 w 602133"/>
              <a:gd name="connsiteY58" fmla="*/ 133116 h 460429"/>
              <a:gd name="connsiteX59" fmla="*/ 328757 w 602133"/>
              <a:gd name="connsiteY59" fmla="*/ 133116 h 460429"/>
              <a:gd name="connsiteX60" fmla="*/ 345821 w 602133"/>
              <a:gd name="connsiteY60" fmla="*/ 134957 h 460429"/>
              <a:gd name="connsiteX61" fmla="*/ 332447 w 602133"/>
              <a:gd name="connsiteY61" fmla="*/ 172703 h 460429"/>
              <a:gd name="connsiteX62" fmla="*/ 304776 w 602133"/>
              <a:gd name="connsiteY62" fmla="*/ 166719 h 460429"/>
              <a:gd name="connsiteX63" fmla="*/ 270648 w 602133"/>
              <a:gd name="connsiteY63" fmla="*/ 175465 h 460429"/>
              <a:gd name="connsiteX64" fmla="*/ 257274 w 602133"/>
              <a:gd name="connsiteY64" fmla="*/ 134957 h 460429"/>
              <a:gd name="connsiteX65" fmla="*/ 274338 w 602133"/>
              <a:gd name="connsiteY65" fmla="*/ 133116 h 460429"/>
              <a:gd name="connsiteX66" fmla="*/ 402940 w 602133"/>
              <a:gd name="connsiteY66" fmla="*/ 120160 h 460429"/>
              <a:gd name="connsiteX67" fmla="*/ 462427 w 602133"/>
              <a:gd name="connsiteY67" fmla="*/ 179582 h 460429"/>
              <a:gd name="connsiteX68" fmla="*/ 402940 w 602133"/>
              <a:gd name="connsiteY68" fmla="*/ 238543 h 460429"/>
              <a:gd name="connsiteX69" fmla="*/ 377577 w 602133"/>
              <a:gd name="connsiteY69" fmla="*/ 233015 h 460429"/>
              <a:gd name="connsiteX70" fmla="*/ 343452 w 602133"/>
              <a:gd name="connsiteY70" fmla="*/ 178661 h 460429"/>
              <a:gd name="connsiteX71" fmla="*/ 402940 w 602133"/>
              <a:gd name="connsiteY71" fmla="*/ 120160 h 460429"/>
              <a:gd name="connsiteX72" fmla="*/ 200081 w 602133"/>
              <a:gd name="connsiteY72" fmla="*/ 120160 h 460429"/>
              <a:gd name="connsiteX73" fmla="*/ 259569 w 602133"/>
              <a:gd name="connsiteY73" fmla="*/ 179582 h 460429"/>
              <a:gd name="connsiteX74" fmla="*/ 259569 w 602133"/>
              <a:gd name="connsiteY74" fmla="*/ 182806 h 460429"/>
              <a:gd name="connsiteX75" fmla="*/ 231900 w 602133"/>
              <a:gd name="connsiteY75" fmla="*/ 229791 h 460429"/>
              <a:gd name="connsiteX76" fmla="*/ 200081 w 602133"/>
              <a:gd name="connsiteY76" fmla="*/ 238543 h 460429"/>
              <a:gd name="connsiteX77" fmla="*/ 140594 w 602133"/>
              <a:gd name="connsiteY77" fmla="*/ 179582 h 460429"/>
              <a:gd name="connsiteX78" fmla="*/ 200081 w 602133"/>
              <a:gd name="connsiteY78" fmla="*/ 120160 h 460429"/>
              <a:gd name="connsiteX79" fmla="*/ 101428 w 602133"/>
              <a:gd name="connsiteY79" fmla="*/ 62190 h 460429"/>
              <a:gd name="connsiteX80" fmla="*/ 160879 w 602133"/>
              <a:gd name="connsiteY80" fmla="*/ 120646 h 460429"/>
              <a:gd name="connsiteX81" fmla="*/ 126315 w 602133"/>
              <a:gd name="connsiteY81" fmla="*/ 175421 h 460429"/>
              <a:gd name="connsiteX82" fmla="*/ 101428 w 602133"/>
              <a:gd name="connsiteY82" fmla="*/ 180944 h 460429"/>
              <a:gd name="connsiteX83" fmla="*/ 41978 w 602133"/>
              <a:gd name="connsiteY83" fmla="*/ 121567 h 460429"/>
              <a:gd name="connsiteX84" fmla="*/ 101428 w 602133"/>
              <a:gd name="connsiteY84" fmla="*/ 62190 h 460429"/>
              <a:gd name="connsiteX85" fmla="*/ 500695 w 602133"/>
              <a:gd name="connsiteY85" fmla="*/ 60339 h 460429"/>
              <a:gd name="connsiteX86" fmla="*/ 560154 w 602133"/>
              <a:gd name="connsiteY86" fmla="*/ 119716 h 460429"/>
              <a:gd name="connsiteX87" fmla="*/ 500695 w 602133"/>
              <a:gd name="connsiteY87" fmla="*/ 179093 h 460429"/>
              <a:gd name="connsiteX88" fmla="*/ 475805 w 602133"/>
              <a:gd name="connsiteY88" fmla="*/ 173570 h 460429"/>
              <a:gd name="connsiteX89" fmla="*/ 441697 w 602133"/>
              <a:gd name="connsiteY89" fmla="*/ 118795 h 460429"/>
              <a:gd name="connsiteX90" fmla="*/ 500695 w 602133"/>
              <a:gd name="connsiteY90" fmla="*/ 60339 h 460429"/>
              <a:gd name="connsiteX91" fmla="*/ 413085 w 602133"/>
              <a:gd name="connsiteY91" fmla="*/ 16140 h 460429"/>
              <a:gd name="connsiteX92" fmla="*/ 468869 w 602133"/>
              <a:gd name="connsiteY92" fmla="*/ 55274 h 460429"/>
              <a:gd name="connsiteX93" fmla="*/ 429221 w 602133"/>
              <a:gd name="connsiteY93" fmla="*/ 112824 h 460429"/>
              <a:gd name="connsiteX94" fmla="*/ 402020 w 602133"/>
              <a:gd name="connsiteY94" fmla="*/ 107760 h 460429"/>
              <a:gd name="connsiteX95" fmla="*/ 370670 w 602133"/>
              <a:gd name="connsiteY95" fmla="*/ 115126 h 460429"/>
              <a:gd name="connsiteX96" fmla="*/ 363294 w 602133"/>
              <a:gd name="connsiteY96" fmla="*/ 105918 h 460429"/>
              <a:gd name="connsiteX97" fmla="*/ 376664 w 602133"/>
              <a:gd name="connsiteY97" fmla="*/ 63561 h 460429"/>
              <a:gd name="connsiteX98" fmla="*/ 370670 w 602133"/>
              <a:gd name="connsiteY98" fmla="*/ 34556 h 460429"/>
              <a:gd name="connsiteX99" fmla="*/ 413085 w 602133"/>
              <a:gd name="connsiteY99" fmla="*/ 16140 h 460429"/>
              <a:gd name="connsiteX100" fmla="*/ 192697 w 602133"/>
              <a:gd name="connsiteY100" fmla="*/ 16140 h 460429"/>
              <a:gd name="connsiteX101" fmla="*/ 231875 w 602133"/>
              <a:gd name="connsiteY101" fmla="*/ 31337 h 460429"/>
              <a:gd name="connsiteX102" fmla="*/ 224501 w 602133"/>
              <a:gd name="connsiteY102" fmla="*/ 63573 h 460429"/>
              <a:gd name="connsiteX103" fmla="*/ 240172 w 602133"/>
              <a:gd name="connsiteY103" fmla="*/ 109165 h 460429"/>
              <a:gd name="connsiteX104" fmla="*/ 233719 w 602133"/>
              <a:gd name="connsiteY104" fmla="*/ 116533 h 460429"/>
              <a:gd name="connsiteX105" fmla="*/ 199150 w 602133"/>
              <a:gd name="connsiteY105" fmla="*/ 107783 h 460429"/>
              <a:gd name="connsiteX106" fmla="*/ 171034 w 602133"/>
              <a:gd name="connsiteY106" fmla="*/ 114230 h 460429"/>
              <a:gd name="connsiteX107" fmla="*/ 136004 w 602133"/>
              <a:gd name="connsiteY107" fmla="*/ 59429 h 460429"/>
              <a:gd name="connsiteX108" fmla="*/ 192697 w 602133"/>
              <a:gd name="connsiteY108" fmla="*/ 16140 h 460429"/>
              <a:gd name="connsiteX109" fmla="*/ 301511 w 602133"/>
              <a:gd name="connsiteY109" fmla="*/ 0 h 460429"/>
              <a:gd name="connsiteX110" fmla="*/ 366033 w 602133"/>
              <a:gd name="connsiteY110" fmla="*/ 64485 h 460429"/>
              <a:gd name="connsiteX111" fmla="*/ 301511 w 602133"/>
              <a:gd name="connsiteY111" fmla="*/ 128970 h 460429"/>
              <a:gd name="connsiteX112" fmla="*/ 236989 w 602133"/>
              <a:gd name="connsiteY112" fmla="*/ 64485 h 460429"/>
              <a:gd name="connsiteX113" fmla="*/ 301511 w 602133"/>
              <a:gd name="connsiteY113" fmla="*/ 0 h 460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602133" h="460429">
                <a:moveTo>
                  <a:pt x="279380" y="303917"/>
                </a:moveTo>
                <a:lnTo>
                  <a:pt x="329638" y="303917"/>
                </a:lnTo>
                <a:cubicBezTo>
                  <a:pt x="371596" y="303917"/>
                  <a:pt x="405716" y="337981"/>
                  <a:pt x="405716" y="379871"/>
                </a:cubicBezTo>
                <a:lnTo>
                  <a:pt x="405716" y="441555"/>
                </a:lnTo>
                <a:lnTo>
                  <a:pt x="405255" y="441555"/>
                </a:lnTo>
                <a:lnTo>
                  <a:pt x="401566" y="443857"/>
                </a:lnTo>
                <a:cubicBezTo>
                  <a:pt x="399261" y="444778"/>
                  <a:pt x="366985" y="460429"/>
                  <a:pt x="311195" y="460429"/>
                </a:cubicBezTo>
                <a:cubicBezTo>
                  <a:pt x="282608" y="460429"/>
                  <a:pt x="247566" y="456286"/>
                  <a:pt x="207452" y="443857"/>
                </a:cubicBezTo>
                <a:lnTo>
                  <a:pt x="203302" y="442476"/>
                </a:lnTo>
                <a:lnTo>
                  <a:pt x="203302" y="441555"/>
                </a:lnTo>
                <a:lnTo>
                  <a:pt x="203302" y="379871"/>
                </a:lnTo>
                <a:cubicBezTo>
                  <a:pt x="203302" y="337981"/>
                  <a:pt x="237422" y="303917"/>
                  <a:pt x="279380" y="303917"/>
                </a:cubicBezTo>
                <a:close/>
                <a:moveTo>
                  <a:pt x="378044" y="242690"/>
                </a:moveTo>
                <a:lnTo>
                  <a:pt x="428312" y="242690"/>
                </a:lnTo>
                <a:cubicBezTo>
                  <a:pt x="470279" y="242690"/>
                  <a:pt x="504406" y="276754"/>
                  <a:pt x="504406" y="318644"/>
                </a:cubicBezTo>
                <a:lnTo>
                  <a:pt x="504406" y="380329"/>
                </a:lnTo>
                <a:lnTo>
                  <a:pt x="503945" y="380329"/>
                </a:lnTo>
                <a:lnTo>
                  <a:pt x="499794" y="382630"/>
                </a:lnTo>
                <a:cubicBezTo>
                  <a:pt x="497950" y="383551"/>
                  <a:pt x="469357" y="397361"/>
                  <a:pt x="420011" y="399202"/>
                </a:cubicBezTo>
                <a:lnTo>
                  <a:pt x="420011" y="380329"/>
                </a:lnTo>
                <a:cubicBezTo>
                  <a:pt x="420011" y="339359"/>
                  <a:pt x="392801" y="304834"/>
                  <a:pt x="355446" y="293787"/>
                </a:cubicBezTo>
                <a:cubicBezTo>
                  <a:pt x="368820" y="280897"/>
                  <a:pt x="377583" y="262944"/>
                  <a:pt x="378044" y="242690"/>
                </a:cubicBezTo>
                <a:close/>
                <a:moveTo>
                  <a:pt x="175210" y="242690"/>
                </a:moveTo>
                <a:lnTo>
                  <a:pt x="225454" y="242690"/>
                </a:lnTo>
                <a:cubicBezTo>
                  <a:pt x="227298" y="242690"/>
                  <a:pt x="229142" y="243150"/>
                  <a:pt x="230986" y="243150"/>
                </a:cubicBezTo>
                <a:cubicBezTo>
                  <a:pt x="231447" y="262947"/>
                  <a:pt x="240205" y="280901"/>
                  <a:pt x="253573" y="293792"/>
                </a:cubicBezTo>
                <a:cubicBezTo>
                  <a:pt x="216235" y="304841"/>
                  <a:pt x="189038" y="339369"/>
                  <a:pt x="189038" y="380343"/>
                </a:cubicBezTo>
                <a:lnTo>
                  <a:pt x="189038" y="398758"/>
                </a:lnTo>
                <a:cubicBezTo>
                  <a:pt x="164146" y="397377"/>
                  <a:pt x="135567" y="392773"/>
                  <a:pt x="103300" y="382645"/>
                </a:cubicBezTo>
                <a:lnTo>
                  <a:pt x="99151" y="381264"/>
                </a:lnTo>
                <a:lnTo>
                  <a:pt x="98690" y="380343"/>
                </a:lnTo>
                <a:lnTo>
                  <a:pt x="98690" y="318652"/>
                </a:lnTo>
                <a:cubicBezTo>
                  <a:pt x="98690" y="276758"/>
                  <a:pt x="133262" y="242690"/>
                  <a:pt x="175210" y="242690"/>
                </a:cubicBezTo>
                <a:close/>
                <a:moveTo>
                  <a:pt x="76056" y="185090"/>
                </a:moveTo>
                <a:lnTo>
                  <a:pt x="126300" y="185090"/>
                </a:lnTo>
                <a:cubicBezTo>
                  <a:pt x="126760" y="204886"/>
                  <a:pt x="135058" y="222841"/>
                  <a:pt x="148886" y="235732"/>
                </a:cubicBezTo>
                <a:cubicBezTo>
                  <a:pt x="111549" y="246781"/>
                  <a:pt x="84353" y="281309"/>
                  <a:pt x="84353" y="322283"/>
                </a:cubicBezTo>
                <a:lnTo>
                  <a:pt x="84353" y="341158"/>
                </a:lnTo>
                <a:cubicBezTo>
                  <a:pt x="34571" y="339316"/>
                  <a:pt x="6453" y="325505"/>
                  <a:pt x="4609" y="324584"/>
                </a:cubicBezTo>
                <a:lnTo>
                  <a:pt x="461" y="322743"/>
                </a:lnTo>
                <a:lnTo>
                  <a:pt x="0" y="322743"/>
                </a:lnTo>
                <a:lnTo>
                  <a:pt x="0" y="261052"/>
                </a:lnTo>
                <a:cubicBezTo>
                  <a:pt x="0" y="219158"/>
                  <a:pt x="34110" y="185090"/>
                  <a:pt x="76056" y="185090"/>
                </a:cubicBezTo>
                <a:close/>
                <a:moveTo>
                  <a:pt x="476280" y="183239"/>
                </a:moveTo>
                <a:lnTo>
                  <a:pt x="526068" y="183239"/>
                </a:lnTo>
                <a:cubicBezTo>
                  <a:pt x="568019" y="183239"/>
                  <a:pt x="602133" y="217307"/>
                  <a:pt x="602133" y="259201"/>
                </a:cubicBezTo>
                <a:lnTo>
                  <a:pt x="602133" y="320432"/>
                </a:lnTo>
                <a:lnTo>
                  <a:pt x="601672" y="320432"/>
                </a:lnTo>
                <a:lnTo>
                  <a:pt x="597984" y="322733"/>
                </a:lnTo>
                <a:cubicBezTo>
                  <a:pt x="596140" y="323654"/>
                  <a:pt x="567558" y="337465"/>
                  <a:pt x="518231" y="339307"/>
                </a:cubicBezTo>
                <a:lnTo>
                  <a:pt x="518231" y="320432"/>
                </a:lnTo>
                <a:cubicBezTo>
                  <a:pt x="518231" y="279458"/>
                  <a:pt x="490571" y="244930"/>
                  <a:pt x="453691" y="233881"/>
                </a:cubicBezTo>
                <a:cubicBezTo>
                  <a:pt x="467060" y="220990"/>
                  <a:pt x="475358" y="203035"/>
                  <a:pt x="476280" y="183239"/>
                </a:cubicBezTo>
                <a:close/>
                <a:moveTo>
                  <a:pt x="304510" y="181462"/>
                </a:moveTo>
                <a:cubicBezTo>
                  <a:pt x="337221" y="181462"/>
                  <a:pt x="363739" y="208046"/>
                  <a:pt x="363739" y="240839"/>
                </a:cubicBezTo>
                <a:cubicBezTo>
                  <a:pt x="363739" y="273632"/>
                  <a:pt x="337221" y="300216"/>
                  <a:pt x="304510" y="300216"/>
                </a:cubicBezTo>
                <a:cubicBezTo>
                  <a:pt x="271799" y="300216"/>
                  <a:pt x="245281" y="273632"/>
                  <a:pt x="245281" y="240839"/>
                </a:cubicBezTo>
                <a:cubicBezTo>
                  <a:pt x="245281" y="208046"/>
                  <a:pt x="271799" y="181462"/>
                  <a:pt x="304510" y="181462"/>
                </a:cubicBezTo>
                <a:close/>
                <a:moveTo>
                  <a:pt x="274338" y="133116"/>
                </a:moveTo>
                <a:lnTo>
                  <a:pt x="328757" y="133116"/>
                </a:lnTo>
                <a:cubicBezTo>
                  <a:pt x="334753" y="133116"/>
                  <a:pt x="340287" y="134037"/>
                  <a:pt x="345821" y="134957"/>
                </a:cubicBezTo>
                <a:cubicBezTo>
                  <a:pt x="337981" y="145545"/>
                  <a:pt x="333369" y="158894"/>
                  <a:pt x="332447" y="172703"/>
                </a:cubicBezTo>
                <a:cubicBezTo>
                  <a:pt x="324145" y="169021"/>
                  <a:pt x="314461" y="166719"/>
                  <a:pt x="304776" y="166719"/>
                </a:cubicBezTo>
                <a:cubicBezTo>
                  <a:pt x="292324" y="166719"/>
                  <a:pt x="280794" y="169941"/>
                  <a:pt x="270648" y="175465"/>
                </a:cubicBezTo>
                <a:cubicBezTo>
                  <a:pt x="270648" y="160275"/>
                  <a:pt x="265575" y="146465"/>
                  <a:pt x="257274" y="134957"/>
                </a:cubicBezTo>
                <a:cubicBezTo>
                  <a:pt x="262808" y="134037"/>
                  <a:pt x="268342" y="133116"/>
                  <a:pt x="274338" y="133116"/>
                </a:cubicBezTo>
                <a:close/>
                <a:moveTo>
                  <a:pt x="402940" y="120160"/>
                </a:moveTo>
                <a:cubicBezTo>
                  <a:pt x="435681" y="120160"/>
                  <a:pt x="462427" y="146416"/>
                  <a:pt x="462427" y="179582"/>
                </a:cubicBezTo>
                <a:cubicBezTo>
                  <a:pt x="462427" y="212287"/>
                  <a:pt x="435681" y="238543"/>
                  <a:pt x="402940" y="238543"/>
                </a:cubicBezTo>
                <a:cubicBezTo>
                  <a:pt x="393717" y="238543"/>
                  <a:pt x="385416" y="236700"/>
                  <a:pt x="377577" y="233015"/>
                </a:cubicBezTo>
                <a:cubicBezTo>
                  <a:pt x="375271" y="209984"/>
                  <a:pt x="362359" y="190176"/>
                  <a:pt x="343452" y="178661"/>
                </a:cubicBezTo>
                <a:cubicBezTo>
                  <a:pt x="343913" y="145956"/>
                  <a:pt x="370198" y="120160"/>
                  <a:pt x="402940" y="120160"/>
                </a:cubicBezTo>
                <a:close/>
                <a:moveTo>
                  <a:pt x="200081" y="120160"/>
                </a:moveTo>
                <a:cubicBezTo>
                  <a:pt x="232823" y="120160"/>
                  <a:pt x="259569" y="146416"/>
                  <a:pt x="259569" y="179582"/>
                </a:cubicBezTo>
                <a:cubicBezTo>
                  <a:pt x="259569" y="180503"/>
                  <a:pt x="259569" y="181424"/>
                  <a:pt x="259569" y="182806"/>
                </a:cubicBezTo>
                <a:cubicBezTo>
                  <a:pt x="244812" y="193861"/>
                  <a:pt x="234667" y="210444"/>
                  <a:pt x="231900" y="229791"/>
                </a:cubicBezTo>
                <a:cubicBezTo>
                  <a:pt x="222677" y="235319"/>
                  <a:pt x="212071" y="238543"/>
                  <a:pt x="200081" y="238543"/>
                </a:cubicBezTo>
                <a:cubicBezTo>
                  <a:pt x="167340" y="238543"/>
                  <a:pt x="140594" y="212287"/>
                  <a:pt x="140594" y="179582"/>
                </a:cubicBezTo>
                <a:cubicBezTo>
                  <a:pt x="140594" y="146416"/>
                  <a:pt x="167340" y="120160"/>
                  <a:pt x="200081" y="120160"/>
                </a:cubicBezTo>
                <a:close/>
                <a:moveTo>
                  <a:pt x="101428" y="62190"/>
                </a:moveTo>
                <a:cubicBezTo>
                  <a:pt x="133688" y="62190"/>
                  <a:pt x="160418" y="88426"/>
                  <a:pt x="160879" y="120646"/>
                </a:cubicBezTo>
                <a:cubicBezTo>
                  <a:pt x="141984" y="132154"/>
                  <a:pt x="128619" y="152406"/>
                  <a:pt x="126315" y="175421"/>
                </a:cubicBezTo>
                <a:cubicBezTo>
                  <a:pt x="118941" y="178643"/>
                  <a:pt x="110185" y="180944"/>
                  <a:pt x="101428" y="180944"/>
                </a:cubicBezTo>
                <a:cubicBezTo>
                  <a:pt x="68708" y="180944"/>
                  <a:pt x="41978" y="154247"/>
                  <a:pt x="41978" y="121567"/>
                </a:cubicBezTo>
                <a:cubicBezTo>
                  <a:pt x="41978" y="88887"/>
                  <a:pt x="68708" y="62190"/>
                  <a:pt x="101428" y="62190"/>
                </a:cubicBezTo>
                <a:close/>
                <a:moveTo>
                  <a:pt x="500695" y="60339"/>
                </a:moveTo>
                <a:cubicBezTo>
                  <a:pt x="533882" y="60339"/>
                  <a:pt x="560154" y="87036"/>
                  <a:pt x="560154" y="119716"/>
                </a:cubicBezTo>
                <a:cubicBezTo>
                  <a:pt x="560154" y="152396"/>
                  <a:pt x="533882" y="179093"/>
                  <a:pt x="500695" y="179093"/>
                </a:cubicBezTo>
                <a:cubicBezTo>
                  <a:pt x="491938" y="179093"/>
                  <a:pt x="483180" y="176792"/>
                  <a:pt x="475805" y="173570"/>
                </a:cubicBezTo>
                <a:cubicBezTo>
                  <a:pt x="473501" y="150095"/>
                  <a:pt x="460134" y="130303"/>
                  <a:pt x="441697" y="118795"/>
                </a:cubicBezTo>
                <a:cubicBezTo>
                  <a:pt x="442158" y="86575"/>
                  <a:pt x="468431" y="60339"/>
                  <a:pt x="500695" y="60339"/>
                </a:cubicBezTo>
                <a:close/>
                <a:moveTo>
                  <a:pt x="413085" y="16140"/>
                </a:moveTo>
                <a:cubicBezTo>
                  <a:pt x="438441" y="16140"/>
                  <a:pt x="460571" y="31794"/>
                  <a:pt x="468869" y="55274"/>
                </a:cubicBezTo>
                <a:cubicBezTo>
                  <a:pt x="446279" y="66324"/>
                  <a:pt x="431526" y="87962"/>
                  <a:pt x="429221" y="112824"/>
                </a:cubicBezTo>
                <a:cubicBezTo>
                  <a:pt x="422766" y="110522"/>
                  <a:pt x="412624" y="107760"/>
                  <a:pt x="402020" y="107760"/>
                </a:cubicBezTo>
                <a:cubicBezTo>
                  <a:pt x="390956" y="107760"/>
                  <a:pt x="380352" y="110062"/>
                  <a:pt x="370670" y="115126"/>
                </a:cubicBezTo>
                <a:cubicBezTo>
                  <a:pt x="367904" y="112364"/>
                  <a:pt x="365599" y="109141"/>
                  <a:pt x="363294" y="105918"/>
                </a:cubicBezTo>
                <a:cubicBezTo>
                  <a:pt x="372054" y="93487"/>
                  <a:pt x="376664" y="78754"/>
                  <a:pt x="376664" y="63561"/>
                </a:cubicBezTo>
                <a:cubicBezTo>
                  <a:pt x="376664" y="53432"/>
                  <a:pt x="374359" y="43764"/>
                  <a:pt x="370670" y="34556"/>
                </a:cubicBezTo>
                <a:cubicBezTo>
                  <a:pt x="381735" y="22586"/>
                  <a:pt x="396949" y="16140"/>
                  <a:pt x="413085" y="16140"/>
                </a:cubicBezTo>
                <a:close/>
                <a:moveTo>
                  <a:pt x="192697" y="16140"/>
                </a:moveTo>
                <a:cubicBezTo>
                  <a:pt x="207447" y="16140"/>
                  <a:pt x="221274" y="21206"/>
                  <a:pt x="231875" y="31337"/>
                </a:cubicBezTo>
                <a:cubicBezTo>
                  <a:pt x="227266" y="41008"/>
                  <a:pt x="224501" y="52060"/>
                  <a:pt x="224501" y="63573"/>
                </a:cubicBezTo>
                <a:cubicBezTo>
                  <a:pt x="224501" y="80152"/>
                  <a:pt x="230032" y="96270"/>
                  <a:pt x="240172" y="109165"/>
                </a:cubicBezTo>
                <a:cubicBezTo>
                  <a:pt x="238328" y="111928"/>
                  <a:pt x="236024" y="114230"/>
                  <a:pt x="233719" y="116533"/>
                </a:cubicBezTo>
                <a:cubicBezTo>
                  <a:pt x="223118" y="111007"/>
                  <a:pt x="211134" y="107783"/>
                  <a:pt x="199150" y="107783"/>
                </a:cubicBezTo>
                <a:cubicBezTo>
                  <a:pt x="189010" y="107783"/>
                  <a:pt x="177948" y="111467"/>
                  <a:pt x="171034" y="114230"/>
                </a:cubicBezTo>
                <a:cubicBezTo>
                  <a:pt x="168729" y="91204"/>
                  <a:pt x="155824" y="70942"/>
                  <a:pt x="136004" y="59429"/>
                </a:cubicBezTo>
                <a:cubicBezTo>
                  <a:pt x="142457" y="34100"/>
                  <a:pt x="165964" y="16140"/>
                  <a:pt x="192697" y="16140"/>
                </a:cubicBezTo>
                <a:close/>
                <a:moveTo>
                  <a:pt x="301511" y="0"/>
                </a:moveTo>
                <a:cubicBezTo>
                  <a:pt x="337146" y="0"/>
                  <a:pt x="366033" y="28871"/>
                  <a:pt x="366033" y="64485"/>
                </a:cubicBezTo>
                <a:cubicBezTo>
                  <a:pt x="366033" y="100099"/>
                  <a:pt x="337146" y="128970"/>
                  <a:pt x="301511" y="128970"/>
                </a:cubicBezTo>
                <a:cubicBezTo>
                  <a:pt x="265876" y="128970"/>
                  <a:pt x="236989" y="100099"/>
                  <a:pt x="236989" y="64485"/>
                </a:cubicBezTo>
                <a:cubicBezTo>
                  <a:pt x="236989" y="28871"/>
                  <a:pt x="265876" y="0"/>
                  <a:pt x="301511"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6" name="iconfont-1018-792304">
            <a:extLst>
              <a:ext uri="{FF2B5EF4-FFF2-40B4-BE49-F238E27FC236}">
                <a16:creationId xmlns:a16="http://schemas.microsoft.com/office/drawing/2014/main" id="{6FEDC56F-0B31-4D65-B280-F2A3741CA923}"/>
              </a:ext>
            </a:extLst>
          </p:cNvPr>
          <p:cNvSpPr>
            <a:spLocks noChangeAspect="1"/>
          </p:cNvSpPr>
          <p:nvPr/>
        </p:nvSpPr>
        <p:spPr bwMode="auto">
          <a:xfrm>
            <a:off x="3754046" y="2573229"/>
            <a:ext cx="436103" cy="443297"/>
          </a:xfrm>
          <a:custGeom>
            <a:avLst/>
            <a:gdLst>
              <a:gd name="T0" fmla="*/ 12612 w 12630"/>
              <a:gd name="T1" fmla="*/ 10374 h 12836"/>
              <a:gd name="T2" fmla="*/ 12263 w 12630"/>
              <a:gd name="T3" fmla="*/ 11171 h 12836"/>
              <a:gd name="T4" fmla="*/ 11130 w 12630"/>
              <a:gd name="T5" fmla="*/ 12360 h 12836"/>
              <a:gd name="T6" fmla="*/ 9103 w 12630"/>
              <a:gd name="T7" fmla="*/ 12598 h 12836"/>
              <a:gd name="T8" fmla="*/ 4517 w 12630"/>
              <a:gd name="T9" fmla="*/ 9522 h 12836"/>
              <a:gd name="T10" fmla="*/ 1064 w 12630"/>
              <a:gd name="T11" fmla="*/ 5341 h 12836"/>
              <a:gd name="T12" fmla="*/ 99 w 12630"/>
              <a:gd name="T13" fmla="*/ 3146 h 12836"/>
              <a:gd name="T14" fmla="*/ 406 w 12630"/>
              <a:gd name="T15" fmla="*/ 1734 h 12836"/>
              <a:gd name="T16" fmla="*/ 1595 w 12630"/>
              <a:gd name="T17" fmla="*/ 573 h 12836"/>
              <a:gd name="T18" fmla="*/ 2601 w 12630"/>
              <a:gd name="T19" fmla="*/ 252 h 12836"/>
              <a:gd name="T20" fmla="*/ 3188 w 12630"/>
              <a:gd name="T21" fmla="*/ 755 h 12836"/>
              <a:gd name="T22" fmla="*/ 4755 w 12630"/>
              <a:gd name="T23" fmla="*/ 3915 h 12836"/>
              <a:gd name="T24" fmla="*/ 4349 w 12630"/>
              <a:gd name="T25" fmla="*/ 4642 h 12836"/>
              <a:gd name="T26" fmla="*/ 4139 w 12630"/>
              <a:gd name="T27" fmla="*/ 5313 h 12836"/>
              <a:gd name="T28" fmla="*/ 7522 w 12630"/>
              <a:gd name="T29" fmla="*/ 8696 h 12836"/>
              <a:gd name="T30" fmla="*/ 8305 w 12630"/>
              <a:gd name="T31" fmla="*/ 8388 h 12836"/>
              <a:gd name="T32" fmla="*/ 9844 w 12630"/>
              <a:gd name="T33" fmla="*/ 8138 h 12836"/>
              <a:gd name="T34" fmla="*/ 12081 w 12630"/>
              <a:gd name="T35" fmla="*/ 9676 h 12836"/>
              <a:gd name="T36" fmla="*/ 12192 w 12630"/>
              <a:gd name="T37" fmla="*/ 6264 h 12836"/>
              <a:gd name="T38" fmla="*/ 10655 w 12630"/>
              <a:gd name="T39" fmla="*/ 1761 h 12836"/>
              <a:gd name="T40" fmla="*/ 6153 w 12630"/>
              <a:gd name="T41" fmla="*/ 224 h 12836"/>
              <a:gd name="T42" fmla="*/ 10320 w 12630"/>
              <a:gd name="T43" fmla="*/ 2098 h 12836"/>
              <a:gd name="T44" fmla="*/ 12192 w 12630"/>
              <a:gd name="T45" fmla="*/ 6264 h 12836"/>
              <a:gd name="T46" fmla="*/ 10627 w 12630"/>
              <a:gd name="T47" fmla="*/ 6040 h 12836"/>
              <a:gd name="T48" fmla="*/ 6377 w 12630"/>
              <a:gd name="T49" fmla="*/ 1789 h 12836"/>
              <a:gd name="T50" fmla="*/ 6377 w 12630"/>
              <a:gd name="T51" fmla="*/ 2237 h 12836"/>
              <a:gd name="T52" fmla="*/ 10179 w 12630"/>
              <a:gd name="T53" fmla="*/ 6040 h 12836"/>
              <a:gd name="T54" fmla="*/ 8614 w 12630"/>
              <a:gd name="T55" fmla="*/ 6264 h 12836"/>
              <a:gd name="T56" fmla="*/ 8111 w 12630"/>
              <a:gd name="T57" fmla="*/ 4306 h 12836"/>
              <a:gd name="T58" fmla="*/ 6153 w 12630"/>
              <a:gd name="T59" fmla="*/ 3803 h 12836"/>
              <a:gd name="T60" fmla="*/ 7802 w 12630"/>
              <a:gd name="T61" fmla="*/ 4614 h 12836"/>
              <a:gd name="T62" fmla="*/ 8614 w 12630"/>
              <a:gd name="T63" fmla="*/ 6264 h 12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630" h="12836">
                <a:moveTo>
                  <a:pt x="12445" y="10010"/>
                </a:moveTo>
                <a:cubicBezTo>
                  <a:pt x="12575" y="10141"/>
                  <a:pt x="12630" y="10262"/>
                  <a:pt x="12612" y="10374"/>
                </a:cubicBezTo>
                <a:lnTo>
                  <a:pt x="12584" y="10569"/>
                </a:lnTo>
                <a:cubicBezTo>
                  <a:pt x="12510" y="10756"/>
                  <a:pt x="12402" y="10957"/>
                  <a:pt x="12263" y="11171"/>
                </a:cubicBezTo>
                <a:cubicBezTo>
                  <a:pt x="12122" y="11386"/>
                  <a:pt x="11954" y="11595"/>
                  <a:pt x="11758" y="11801"/>
                </a:cubicBezTo>
                <a:cubicBezTo>
                  <a:pt x="11563" y="12005"/>
                  <a:pt x="11354" y="12191"/>
                  <a:pt x="11130" y="12360"/>
                </a:cubicBezTo>
                <a:cubicBezTo>
                  <a:pt x="10906" y="12528"/>
                  <a:pt x="10682" y="12667"/>
                  <a:pt x="10459" y="12780"/>
                </a:cubicBezTo>
                <a:cubicBezTo>
                  <a:pt x="10011" y="12836"/>
                  <a:pt x="9560" y="12775"/>
                  <a:pt x="9103" y="12598"/>
                </a:cubicBezTo>
                <a:cubicBezTo>
                  <a:pt x="8646" y="12419"/>
                  <a:pt x="8222" y="12219"/>
                  <a:pt x="7830" y="11996"/>
                </a:cubicBezTo>
                <a:cubicBezTo>
                  <a:pt x="6675" y="11344"/>
                  <a:pt x="5570" y="10519"/>
                  <a:pt x="4517" y="9522"/>
                </a:cubicBezTo>
                <a:cubicBezTo>
                  <a:pt x="3463" y="8524"/>
                  <a:pt x="2536" y="7494"/>
                  <a:pt x="1734" y="6431"/>
                </a:cubicBezTo>
                <a:cubicBezTo>
                  <a:pt x="1510" y="6096"/>
                  <a:pt x="1286" y="5733"/>
                  <a:pt x="1064" y="5341"/>
                </a:cubicBezTo>
                <a:cubicBezTo>
                  <a:pt x="840" y="4949"/>
                  <a:pt x="644" y="4568"/>
                  <a:pt x="476" y="4194"/>
                </a:cubicBezTo>
                <a:cubicBezTo>
                  <a:pt x="309" y="3822"/>
                  <a:pt x="183" y="3472"/>
                  <a:pt x="99" y="3146"/>
                </a:cubicBezTo>
                <a:cubicBezTo>
                  <a:pt x="14" y="2821"/>
                  <a:pt x="0" y="2555"/>
                  <a:pt x="56" y="2349"/>
                </a:cubicBezTo>
                <a:cubicBezTo>
                  <a:pt x="131" y="2163"/>
                  <a:pt x="248" y="1957"/>
                  <a:pt x="406" y="1734"/>
                </a:cubicBezTo>
                <a:cubicBezTo>
                  <a:pt x="563" y="1512"/>
                  <a:pt x="746" y="1300"/>
                  <a:pt x="951" y="1105"/>
                </a:cubicBezTo>
                <a:cubicBezTo>
                  <a:pt x="1156" y="909"/>
                  <a:pt x="1371" y="732"/>
                  <a:pt x="1595" y="573"/>
                </a:cubicBezTo>
                <a:cubicBezTo>
                  <a:pt x="1819" y="416"/>
                  <a:pt x="2043" y="307"/>
                  <a:pt x="2265" y="252"/>
                </a:cubicBezTo>
                <a:lnTo>
                  <a:pt x="2601" y="252"/>
                </a:lnTo>
                <a:cubicBezTo>
                  <a:pt x="2751" y="291"/>
                  <a:pt x="2862" y="355"/>
                  <a:pt x="2936" y="448"/>
                </a:cubicBezTo>
                <a:cubicBezTo>
                  <a:pt x="3012" y="541"/>
                  <a:pt x="3095" y="644"/>
                  <a:pt x="3188" y="755"/>
                </a:cubicBezTo>
                <a:cubicBezTo>
                  <a:pt x="3636" y="1482"/>
                  <a:pt x="4139" y="2228"/>
                  <a:pt x="4699" y="2992"/>
                </a:cubicBezTo>
                <a:cubicBezTo>
                  <a:pt x="4885" y="3291"/>
                  <a:pt x="4903" y="3598"/>
                  <a:pt x="4755" y="3915"/>
                </a:cubicBezTo>
                <a:cubicBezTo>
                  <a:pt x="4718" y="3972"/>
                  <a:pt x="4661" y="4069"/>
                  <a:pt x="4587" y="4208"/>
                </a:cubicBezTo>
                <a:cubicBezTo>
                  <a:pt x="4512" y="4348"/>
                  <a:pt x="4432" y="4492"/>
                  <a:pt x="4349" y="4642"/>
                </a:cubicBezTo>
                <a:cubicBezTo>
                  <a:pt x="4265" y="4792"/>
                  <a:pt x="4199" y="4931"/>
                  <a:pt x="4153" y="5061"/>
                </a:cubicBezTo>
                <a:cubicBezTo>
                  <a:pt x="4106" y="5191"/>
                  <a:pt x="4102" y="5276"/>
                  <a:pt x="4139" y="5313"/>
                </a:cubicBezTo>
                <a:cubicBezTo>
                  <a:pt x="4624" y="5984"/>
                  <a:pt x="5164" y="6571"/>
                  <a:pt x="5761" y="7074"/>
                </a:cubicBezTo>
                <a:cubicBezTo>
                  <a:pt x="6357" y="7577"/>
                  <a:pt x="6945" y="8118"/>
                  <a:pt x="7522" y="8696"/>
                </a:cubicBezTo>
                <a:cubicBezTo>
                  <a:pt x="7615" y="8734"/>
                  <a:pt x="7690" y="8734"/>
                  <a:pt x="7746" y="8696"/>
                </a:cubicBezTo>
                <a:cubicBezTo>
                  <a:pt x="7914" y="8602"/>
                  <a:pt x="8101" y="8500"/>
                  <a:pt x="8305" y="8388"/>
                </a:cubicBezTo>
                <a:cubicBezTo>
                  <a:pt x="8510" y="8277"/>
                  <a:pt x="8715" y="8175"/>
                  <a:pt x="8921" y="8081"/>
                </a:cubicBezTo>
                <a:cubicBezTo>
                  <a:pt x="9200" y="7951"/>
                  <a:pt x="9508" y="7970"/>
                  <a:pt x="9844" y="8138"/>
                </a:cubicBezTo>
                <a:cubicBezTo>
                  <a:pt x="10216" y="8399"/>
                  <a:pt x="10594" y="8655"/>
                  <a:pt x="10976" y="8907"/>
                </a:cubicBezTo>
                <a:cubicBezTo>
                  <a:pt x="11359" y="9159"/>
                  <a:pt x="11726" y="9415"/>
                  <a:pt x="12081" y="9676"/>
                </a:cubicBezTo>
                <a:cubicBezTo>
                  <a:pt x="12192" y="9769"/>
                  <a:pt x="12314" y="9881"/>
                  <a:pt x="12445" y="10010"/>
                </a:cubicBezTo>
                <a:close/>
                <a:moveTo>
                  <a:pt x="12192" y="6264"/>
                </a:moveTo>
                <a:cubicBezTo>
                  <a:pt x="12342" y="6264"/>
                  <a:pt x="12416" y="6190"/>
                  <a:pt x="12416" y="6040"/>
                </a:cubicBezTo>
                <a:cubicBezTo>
                  <a:pt x="12416" y="4362"/>
                  <a:pt x="11829" y="2936"/>
                  <a:pt x="10655" y="1761"/>
                </a:cubicBezTo>
                <a:cubicBezTo>
                  <a:pt x="9480" y="587"/>
                  <a:pt x="8054" y="0"/>
                  <a:pt x="6377" y="0"/>
                </a:cubicBezTo>
                <a:cubicBezTo>
                  <a:pt x="6227" y="0"/>
                  <a:pt x="6153" y="74"/>
                  <a:pt x="6153" y="224"/>
                </a:cubicBezTo>
                <a:cubicBezTo>
                  <a:pt x="6153" y="374"/>
                  <a:pt x="6227" y="448"/>
                  <a:pt x="6377" y="448"/>
                </a:cubicBezTo>
                <a:cubicBezTo>
                  <a:pt x="7942" y="448"/>
                  <a:pt x="9256" y="998"/>
                  <a:pt x="10320" y="2098"/>
                </a:cubicBezTo>
                <a:cubicBezTo>
                  <a:pt x="11419" y="3160"/>
                  <a:pt x="11970" y="4475"/>
                  <a:pt x="11970" y="6041"/>
                </a:cubicBezTo>
                <a:cubicBezTo>
                  <a:pt x="11968" y="6190"/>
                  <a:pt x="12044" y="6264"/>
                  <a:pt x="12192" y="6264"/>
                </a:cubicBezTo>
                <a:close/>
                <a:moveTo>
                  <a:pt x="10403" y="6264"/>
                </a:moveTo>
                <a:cubicBezTo>
                  <a:pt x="10553" y="6264"/>
                  <a:pt x="10627" y="6190"/>
                  <a:pt x="10627" y="6040"/>
                </a:cubicBezTo>
                <a:cubicBezTo>
                  <a:pt x="10627" y="4847"/>
                  <a:pt x="10207" y="3850"/>
                  <a:pt x="9369" y="3047"/>
                </a:cubicBezTo>
                <a:cubicBezTo>
                  <a:pt x="8566" y="2209"/>
                  <a:pt x="7569" y="1789"/>
                  <a:pt x="6377" y="1789"/>
                </a:cubicBezTo>
                <a:cubicBezTo>
                  <a:pt x="6227" y="1789"/>
                  <a:pt x="6153" y="1864"/>
                  <a:pt x="6153" y="2013"/>
                </a:cubicBezTo>
                <a:cubicBezTo>
                  <a:pt x="6153" y="2163"/>
                  <a:pt x="6227" y="2237"/>
                  <a:pt x="6377" y="2237"/>
                </a:cubicBezTo>
                <a:cubicBezTo>
                  <a:pt x="7421" y="2237"/>
                  <a:pt x="8316" y="2611"/>
                  <a:pt x="9060" y="3356"/>
                </a:cubicBezTo>
                <a:cubicBezTo>
                  <a:pt x="9807" y="4102"/>
                  <a:pt x="10179" y="4997"/>
                  <a:pt x="10179" y="6040"/>
                </a:cubicBezTo>
                <a:cubicBezTo>
                  <a:pt x="10179" y="6190"/>
                  <a:pt x="10253" y="6264"/>
                  <a:pt x="10403" y="6264"/>
                </a:cubicBezTo>
                <a:close/>
                <a:moveTo>
                  <a:pt x="8614" y="6264"/>
                </a:moveTo>
                <a:cubicBezTo>
                  <a:pt x="8764" y="6264"/>
                  <a:pt x="8838" y="6190"/>
                  <a:pt x="8838" y="6040"/>
                </a:cubicBezTo>
                <a:cubicBezTo>
                  <a:pt x="8838" y="5331"/>
                  <a:pt x="8596" y="4754"/>
                  <a:pt x="8111" y="4306"/>
                </a:cubicBezTo>
                <a:cubicBezTo>
                  <a:pt x="7663" y="3820"/>
                  <a:pt x="7086" y="3579"/>
                  <a:pt x="6377" y="3579"/>
                </a:cubicBezTo>
                <a:cubicBezTo>
                  <a:pt x="6227" y="3579"/>
                  <a:pt x="6153" y="3653"/>
                  <a:pt x="6153" y="3803"/>
                </a:cubicBezTo>
                <a:cubicBezTo>
                  <a:pt x="6153" y="3952"/>
                  <a:pt x="6227" y="4027"/>
                  <a:pt x="6377" y="4027"/>
                </a:cubicBezTo>
                <a:cubicBezTo>
                  <a:pt x="6936" y="4027"/>
                  <a:pt x="7411" y="4222"/>
                  <a:pt x="7802" y="4614"/>
                </a:cubicBezTo>
                <a:cubicBezTo>
                  <a:pt x="8194" y="5006"/>
                  <a:pt x="8390" y="5481"/>
                  <a:pt x="8390" y="6040"/>
                </a:cubicBezTo>
                <a:cubicBezTo>
                  <a:pt x="8390" y="6190"/>
                  <a:pt x="8464" y="6264"/>
                  <a:pt x="8614" y="6264"/>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7" name="world-grid-with-placeholder_45861">
            <a:extLst>
              <a:ext uri="{FF2B5EF4-FFF2-40B4-BE49-F238E27FC236}">
                <a16:creationId xmlns:a16="http://schemas.microsoft.com/office/drawing/2014/main" id="{508B21F0-97B7-4AE0-A7B3-203D35AD5366}"/>
              </a:ext>
            </a:extLst>
          </p:cNvPr>
          <p:cNvSpPr>
            <a:spLocks noChangeAspect="1"/>
          </p:cNvSpPr>
          <p:nvPr/>
        </p:nvSpPr>
        <p:spPr bwMode="auto">
          <a:xfrm>
            <a:off x="5111951" y="2557090"/>
            <a:ext cx="436103" cy="478588"/>
          </a:xfrm>
          <a:custGeom>
            <a:avLst/>
            <a:gdLst>
              <a:gd name="T0" fmla="*/ 6111 w 7506"/>
              <a:gd name="T1" fmla="*/ 5088 h 8249"/>
              <a:gd name="T2" fmla="*/ 5870 w 7506"/>
              <a:gd name="T3" fmla="*/ 6398 h 8249"/>
              <a:gd name="T4" fmla="*/ 5288 w 7506"/>
              <a:gd name="T5" fmla="*/ 5088 h 8249"/>
              <a:gd name="T6" fmla="*/ 5224 w 7506"/>
              <a:gd name="T7" fmla="*/ 4795 h 8249"/>
              <a:gd name="T8" fmla="*/ 4797 w 7506"/>
              <a:gd name="T9" fmla="*/ 4596 h 8249"/>
              <a:gd name="T10" fmla="*/ 3677 w 7506"/>
              <a:gd name="T11" fmla="*/ 3512 h 8249"/>
              <a:gd name="T12" fmla="*/ 3914 w 7506"/>
              <a:gd name="T13" fmla="*/ 3010 h 8249"/>
              <a:gd name="T14" fmla="*/ 3677 w 7506"/>
              <a:gd name="T15" fmla="*/ 2464 h 8249"/>
              <a:gd name="T16" fmla="*/ 3630 w 7506"/>
              <a:gd name="T17" fmla="*/ 1444 h 8249"/>
              <a:gd name="T18" fmla="*/ 0 w 7506"/>
              <a:gd name="T19" fmla="*/ 4842 h 8249"/>
              <a:gd name="T20" fmla="*/ 6813 w 7506"/>
              <a:gd name="T21" fmla="*/ 4842 h 8249"/>
              <a:gd name="T22" fmla="*/ 6362 w 7506"/>
              <a:gd name="T23" fmla="*/ 4795 h 8249"/>
              <a:gd name="T24" fmla="*/ 1802 w 7506"/>
              <a:gd name="T25" fmla="*/ 2908 h 8249"/>
              <a:gd name="T26" fmla="*/ 1923 w 7506"/>
              <a:gd name="T27" fmla="*/ 2335 h 8249"/>
              <a:gd name="T28" fmla="*/ 1728 w 7506"/>
              <a:gd name="T29" fmla="*/ 3394 h 8249"/>
              <a:gd name="T30" fmla="*/ 503 w 7506"/>
              <a:gd name="T31" fmla="*/ 4596 h 8249"/>
              <a:gd name="T32" fmla="*/ 944 w 7506"/>
              <a:gd name="T33" fmla="*/ 6399 h 8249"/>
              <a:gd name="T34" fmla="*/ 1644 w 7506"/>
              <a:gd name="T35" fmla="*/ 5088 h 8249"/>
              <a:gd name="T36" fmla="*/ 944 w 7506"/>
              <a:gd name="T37" fmla="*/ 6399 h 8249"/>
              <a:gd name="T38" fmla="*/ 1802 w 7506"/>
              <a:gd name="T39" fmla="*/ 6730 h 8249"/>
              <a:gd name="T40" fmla="*/ 1275 w 7506"/>
              <a:gd name="T41" fmla="*/ 6827 h 8249"/>
              <a:gd name="T42" fmla="*/ 2528 w 7506"/>
              <a:gd name="T43" fmla="*/ 7621 h 8249"/>
              <a:gd name="T44" fmla="*/ 3185 w 7506"/>
              <a:gd name="T45" fmla="*/ 6616 h 8249"/>
              <a:gd name="T46" fmla="*/ 3185 w 7506"/>
              <a:gd name="T47" fmla="*/ 6124 h 8249"/>
              <a:gd name="T48" fmla="*/ 2136 w 7506"/>
              <a:gd name="T49" fmla="*/ 5088 h 8249"/>
              <a:gd name="T50" fmla="*/ 3185 w 7506"/>
              <a:gd name="T51" fmla="*/ 6124 h 8249"/>
              <a:gd name="T52" fmla="*/ 2136 w 7506"/>
              <a:gd name="T53" fmla="*/ 4596 h 8249"/>
              <a:gd name="T54" fmla="*/ 3185 w 7506"/>
              <a:gd name="T55" fmla="*/ 3513 h 8249"/>
              <a:gd name="T56" fmla="*/ 3185 w 7506"/>
              <a:gd name="T57" fmla="*/ 4596 h 8249"/>
              <a:gd name="T58" fmla="*/ 2290 w 7506"/>
              <a:gd name="T59" fmla="*/ 2968 h 8249"/>
              <a:gd name="T60" fmla="*/ 3185 w 7506"/>
              <a:gd name="T61" fmla="*/ 1937 h 8249"/>
              <a:gd name="T62" fmla="*/ 4420 w 7506"/>
              <a:gd name="T63" fmla="*/ 7575 h 8249"/>
              <a:gd name="T64" fmla="*/ 3677 w 7506"/>
              <a:gd name="T65" fmla="*/ 6618 h 8249"/>
              <a:gd name="T66" fmla="*/ 4420 w 7506"/>
              <a:gd name="T67" fmla="*/ 7575 h 8249"/>
              <a:gd name="T68" fmla="*/ 3677 w 7506"/>
              <a:gd name="T69" fmla="*/ 6126 h 8249"/>
              <a:gd name="T70" fmla="*/ 4796 w 7506"/>
              <a:gd name="T71" fmla="*/ 5088 h 8249"/>
              <a:gd name="T72" fmla="*/ 5018 w 7506"/>
              <a:gd name="T73" fmla="*/ 7269 h 8249"/>
              <a:gd name="T74" fmla="*/ 5539 w 7506"/>
              <a:gd name="T75" fmla="*/ 6827 h 8249"/>
              <a:gd name="T76" fmla="*/ 5626 w 7506"/>
              <a:gd name="T77" fmla="*/ 97 h 8249"/>
              <a:gd name="T78" fmla="*/ 5680 w 7506"/>
              <a:gd name="T79" fmla="*/ 4609 h 8249"/>
              <a:gd name="T80" fmla="*/ 7506 w 7506"/>
              <a:gd name="T81" fmla="*/ 1802 h 8249"/>
              <a:gd name="T82" fmla="*/ 5793 w 7506"/>
              <a:gd name="T83" fmla="*/ 2707 h 8249"/>
              <a:gd name="T84" fmla="*/ 5793 w 7506"/>
              <a:gd name="T85" fmla="*/ 897 h 8249"/>
              <a:gd name="T86" fmla="*/ 5793 w 7506"/>
              <a:gd name="T87" fmla="*/ 2707 h 8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06" h="8249">
                <a:moveTo>
                  <a:pt x="6362" y="4795"/>
                </a:moveTo>
                <a:cubicBezTo>
                  <a:pt x="6311" y="4921"/>
                  <a:pt x="6221" y="5021"/>
                  <a:pt x="6111" y="5088"/>
                </a:cubicBezTo>
                <a:lnTo>
                  <a:pt x="6310" y="5088"/>
                </a:lnTo>
                <a:cubicBezTo>
                  <a:pt x="6270" y="5567"/>
                  <a:pt x="6114" y="6013"/>
                  <a:pt x="5870" y="6398"/>
                </a:cubicBezTo>
                <a:cubicBezTo>
                  <a:pt x="5656" y="6345"/>
                  <a:pt x="5433" y="6300"/>
                  <a:pt x="5202" y="6262"/>
                </a:cubicBezTo>
                <a:cubicBezTo>
                  <a:pt x="5250" y="5883"/>
                  <a:pt x="5279" y="5490"/>
                  <a:pt x="5288" y="5088"/>
                </a:cubicBezTo>
                <a:lnTo>
                  <a:pt x="5475" y="5088"/>
                </a:lnTo>
                <a:cubicBezTo>
                  <a:pt x="5365" y="5021"/>
                  <a:pt x="5275" y="4921"/>
                  <a:pt x="5224" y="4795"/>
                </a:cubicBezTo>
                <a:cubicBezTo>
                  <a:pt x="5104" y="4502"/>
                  <a:pt x="4948" y="4274"/>
                  <a:pt x="4774" y="4064"/>
                </a:cubicBezTo>
                <a:cubicBezTo>
                  <a:pt x="4785" y="4239"/>
                  <a:pt x="4794" y="4417"/>
                  <a:pt x="4797" y="4596"/>
                </a:cubicBezTo>
                <a:lnTo>
                  <a:pt x="3677" y="4596"/>
                </a:lnTo>
                <a:lnTo>
                  <a:pt x="3677" y="3512"/>
                </a:lnTo>
                <a:cubicBezTo>
                  <a:pt x="3875" y="3508"/>
                  <a:pt x="4069" y="3497"/>
                  <a:pt x="4262" y="3483"/>
                </a:cubicBezTo>
                <a:cubicBezTo>
                  <a:pt x="4136" y="3337"/>
                  <a:pt x="4017" y="3182"/>
                  <a:pt x="3914" y="3010"/>
                </a:cubicBezTo>
                <a:cubicBezTo>
                  <a:pt x="3835" y="3013"/>
                  <a:pt x="3757" y="3018"/>
                  <a:pt x="3677" y="3020"/>
                </a:cubicBezTo>
                <a:lnTo>
                  <a:pt x="3677" y="2464"/>
                </a:lnTo>
                <a:cubicBezTo>
                  <a:pt x="3657" y="2393"/>
                  <a:pt x="3639" y="2320"/>
                  <a:pt x="3625" y="2243"/>
                </a:cubicBezTo>
                <a:cubicBezTo>
                  <a:pt x="3578" y="1976"/>
                  <a:pt x="3583" y="1706"/>
                  <a:pt x="3630" y="1444"/>
                </a:cubicBezTo>
                <a:cubicBezTo>
                  <a:pt x="3556" y="1439"/>
                  <a:pt x="3482" y="1436"/>
                  <a:pt x="3407" y="1436"/>
                </a:cubicBezTo>
                <a:cubicBezTo>
                  <a:pt x="1528" y="1436"/>
                  <a:pt x="0" y="2964"/>
                  <a:pt x="0" y="4842"/>
                </a:cubicBezTo>
                <a:cubicBezTo>
                  <a:pt x="0" y="6721"/>
                  <a:pt x="1528" y="8249"/>
                  <a:pt x="3407" y="8249"/>
                </a:cubicBezTo>
                <a:cubicBezTo>
                  <a:pt x="5285" y="8249"/>
                  <a:pt x="6813" y="6721"/>
                  <a:pt x="6813" y="4842"/>
                </a:cubicBezTo>
                <a:cubicBezTo>
                  <a:pt x="6813" y="4605"/>
                  <a:pt x="6789" y="4374"/>
                  <a:pt x="6743" y="4151"/>
                </a:cubicBezTo>
                <a:cubicBezTo>
                  <a:pt x="6597" y="4338"/>
                  <a:pt x="6465" y="4542"/>
                  <a:pt x="6362" y="4795"/>
                </a:cubicBezTo>
                <a:close/>
                <a:moveTo>
                  <a:pt x="1923" y="2335"/>
                </a:moveTo>
                <a:cubicBezTo>
                  <a:pt x="1877" y="2517"/>
                  <a:pt x="1837" y="2708"/>
                  <a:pt x="1802" y="2908"/>
                </a:cubicBezTo>
                <a:cubicBezTo>
                  <a:pt x="1634" y="2882"/>
                  <a:pt x="1471" y="2852"/>
                  <a:pt x="1312" y="2819"/>
                </a:cubicBezTo>
                <a:cubicBezTo>
                  <a:pt x="1493" y="2632"/>
                  <a:pt x="1698" y="2469"/>
                  <a:pt x="1923" y="2335"/>
                </a:cubicBezTo>
                <a:close/>
                <a:moveTo>
                  <a:pt x="970" y="3245"/>
                </a:moveTo>
                <a:cubicBezTo>
                  <a:pt x="1213" y="3304"/>
                  <a:pt x="1466" y="3354"/>
                  <a:pt x="1728" y="3394"/>
                </a:cubicBezTo>
                <a:cubicBezTo>
                  <a:pt x="1679" y="3782"/>
                  <a:pt x="1651" y="4184"/>
                  <a:pt x="1643" y="4596"/>
                </a:cubicBezTo>
                <a:lnTo>
                  <a:pt x="503" y="4596"/>
                </a:lnTo>
                <a:cubicBezTo>
                  <a:pt x="545" y="4100"/>
                  <a:pt x="711" y="3640"/>
                  <a:pt x="970" y="3245"/>
                </a:cubicBezTo>
                <a:close/>
                <a:moveTo>
                  <a:pt x="944" y="6399"/>
                </a:moveTo>
                <a:cubicBezTo>
                  <a:pt x="700" y="6013"/>
                  <a:pt x="543" y="5567"/>
                  <a:pt x="503" y="5088"/>
                </a:cubicBezTo>
                <a:lnTo>
                  <a:pt x="1644" y="5088"/>
                </a:lnTo>
                <a:cubicBezTo>
                  <a:pt x="1653" y="5484"/>
                  <a:pt x="1681" y="5871"/>
                  <a:pt x="1728" y="6244"/>
                </a:cubicBezTo>
                <a:cubicBezTo>
                  <a:pt x="1455" y="6285"/>
                  <a:pt x="1193" y="6337"/>
                  <a:pt x="944" y="6399"/>
                </a:cubicBezTo>
                <a:close/>
                <a:moveTo>
                  <a:pt x="1275" y="6827"/>
                </a:moveTo>
                <a:cubicBezTo>
                  <a:pt x="1445" y="6790"/>
                  <a:pt x="1620" y="6757"/>
                  <a:pt x="1802" y="6730"/>
                </a:cubicBezTo>
                <a:cubicBezTo>
                  <a:pt x="1841" y="6950"/>
                  <a:pt x="1886" y="7160"/>
                  <a:pt x="1938" y="7358"/>
                </a:cubicBezTo>
                <a:cubicBezTo>
                  <a:pt x="1691" y="7214"/>
                  <a:pt x="1468" y="7034"/>
                  <a:pt x="1275" y="6827"/>
                </a:cubicBezTo>
                <a:close/>
                <a:moveTo>
                  <a:pt x="3185" y="7748"/>
                </a:moveTo>
                <a:cubicBezTo>
                  <a:pt x="2957" y="7730"/>
                  <a:pt x="2737" y="7688"/>
                  <a:pt x="2528" y="7621"/>
                </a:cubicBezTo>
                <a:cubicBezTo>
                  <a:pt x="2433" y="7336"/>
                  <a:pt x="2353" y="7018"/>
                  <a:pt x="2291" y="6669"/>
                </a:cubicBezTo>
                <a:cubicBezTo>
                  <a:pt x="2583" y="6640"/>
                  <a:pt x="2882" y="6622"/>
                  <a:pt x="3185" y="6616"/>
                </a:cubicBezTo>
                <a:lnTo>
                  <a:pt x="3185" y="7748"/>
                </a:lnTo>
                <a:close/>
                <a:moveTo>
                  <a:pt x="3185" y="6124"/>
                </a:moveTo>
                <a:cubicBezTo>
                  <a:pt x="2857" y="6130"/>
                  <a:pt x="2533" y="6150"/>
                  <a:pt x="2216" y="6182"/>
                </a:cubicBezTo>
                <a:cubicBezTo>
                  <a:pt x="2172" y="5830"/>
                  <a:pt x="2145" y="5463"/>
                  <a:pt x="2136" y="5088"/>
                </a:cubicBezTo>
                <a:lnTo>
                  <a:pt x="3185" y="5088"/>
                </a:lnTo>
                <a:lnTo>
                  <a:pt x="3185" y="6124"/>
                </a:lnTo>
                <a:close/>
                <a:moveTo>
                  <a:pt x="3185" y="4596"/>
                </a:moveTo>
                <a:lnTo>
                  <a:pt x="2136" y="4596"/>
                </a:lnTo>
                <a:cubicBezTo>
                  <a:pt x="2143" y="4205"/>
                  <a:pt x="2170" y="3823"/>
                  <a:pt x="2216" y="3455"/>
                </a:cubicBezTo>
                <a:cubicBezTo>
                  <a:pt x="2534" y="3488"/>
                  <a:pt x="2857" y="3507"/>
                  <a:pt x="3185" y="3513"/>
                </a:cubicBezTo>
                <a:lnTo>
                  <a:pt x="3185" y="4596"/>
                </a:lnTo>
                <a:lnTo>
                  <a:pt x="3185" y="4596"/>
                </a:lnTo>
                <a:close/>
                <a:moveTo>
                  <a:pt x="3185" y="3021"/>
                </a:moveTo>
                <a:cubicBezTo>
                  <a:pt x="2882" y="3015"/>
                  <a:pt x="2583" y="2998"/>
                  <a:pt x="2290" y="2968"/>
                </a:cubicBezTo>
                <a:cubicBezTo>
                  <a:pt x="2349" y="2640"/>
                  <a:pt x="2423" y="2340"/>
                  <a:pt x="2510" y="2069"/>
                </a:cubicBezTo>
                <a:cubicBezTo>
                  <a:pt x="2725" y="2000"/>
                  <a:pt x="2951" y="1955"/>
                  <a:pt x="3185" y="1937"/>
                </a:cubicBezTo>
                <a:lnTo>
                  <a:pt x="3185" y="3021"/>
                </a:lnTo>
                <a:close/>
                <a:moveTo>
                  <a:pt x="4420" y="7575"/>
                </a:moveTo>
                <a:cubicBezTo>
                  <a:pt x="4185" y="7662"/>
                  <a:pt x="3936" y="7720"/>
                  <a:pt x="3677" y="7744"/>
                </a:cubicBezTo>
                <a:lnTo>
                  <a:pt x="3677" y="6618"/>
                </a:lnTo>
                <a:cubicBezTo>
                  <a:pt x="4006" y="6625"/>
                  <a:pt x="4329" y="6647"/>
                  <a:pt x="4640" y="6682"/>
                </a:cubicBezTo>
                <a:cubicBezTo>
                  <a:pt x="4581" y="7006"/>
                  <a:pt x="4507" y="7305"/>
                  <a:pt x="4420" y="7575"/>
                </a:cubicBezTo>
                <a:close/>
                <a:moveTo>
                  <a:pt x="4714" y="6196"/>
                </a:moveTo>
                <a:cubicBezTo>
                  <a:pt x="4379" y="6157"/>
                  <a:pt x="4032" y="6133"/>
                  <a:pt x="3677" y="6126"/>
                </a:cubicBezTo>
                <a:lnTo>
                  <a:pt x="3677" y="5088"/>
                </a:lnTo>
                <a:lnTo>
                  <a:pt x="4796" y="5088"/>
                </a:lnTo>
                <a:cubicBezTo>
                  <a:pt x="4787" y="5468"/>
                  <a:pt x="4760" y="5838"/>
                  <a:pt x="4714" y="6196"/>
                </a:cubicBezTo>
                <a:close/>
                <a:moveTo>
                  <a:pt x="5018" y="7269"/>
                </a:moveTo>
                <a:cubicBezTo>
                  <a:pt x="5059" y="7103"/>
                  <a:pt x="5095" y="6929"/>
                  <a:pt x="5128" y="6748"/>
                </a:cubicBezTo>
                <a:cubicBezTo>
                  <a:pt x="5269" y="6771"/>
                  <a:pt x="5405" y="6798"/>
                  <a:pt x="5539" y="6827"/>
                </a:cubicBezTo>
                <a:cubicBezTo>
                  <a:pt x="5383" y="6994"/>
                  <a:pt x="5209" y="7143"/>
                  <a:pt x="5018" y="7269"/>
                </a:cubicBezTo>
                <a:close/>
                <a:moveTo>
                  <a:pt x="5626" y="97"/>
                </a:moveTo>
                <a:cubicBezTo>
                  <a:pt x="4622" y="192"/>
                  <a:pt x="3935" y="1165"/>
                  <a:pt x="4110" y="2158"/>
                </a:cubicBezTo>
                <a:cubicBezTo>
                  <a:pt x="4288" y="3166"/>
                  <a:pt x="5218" y="3477"/>
                  <a:pt x="5680" y="4609"/>
                </a:cubicBezTo>
                <a:cubicBezTo>
                  <a:pt x="5721" y="4711"/>
                  <a:pt x="5865" y="4712"/>
                  <a:pt x="5906" y="4610"/>
                </a:cubicBezTo>
                <a:cubicBezTo>
                  <a:pt x="6418" y="3354"/>
                  <a:pt x="7506" y="3109"/>
                  <a:pt x="7506" y="1802"/>
                </a:cubicBezTo>
                <a:cubicBezTo>
                  <a:pt x="7506" y="801"/>
                  <a:pt x="6647" y="0"/>
                  <a:pt x="5626" y="97"/>
                </a:cubicBezTo>
                <a:close/>
                <a:moveTo>
                  <a:pt x="5793" y="2707"/>
                </a:moveTo>
                <a:cubicBezTo>
                  <a:pt x="5293" y="2707"/>
                  <a:pt x="4888" y="2302"/>
                  <a:pt x="4888" y="1802"/>
                </a:cubicBezTo>
                <a:cubicBezTo>
                  <a:pt x="4888" y="1302"/>
                  <a:pt x="5293" y="897"/>
                  <a:pt x="5793" y="897"/>
                </a:cubicBezTo>
                <a:cubicBezTo>
                  <a:pt x="6293" y="897"/>
                  <a:pt x="6698" y="1302"/>
                  <a:pt x="6698" y="1802"/>
                </a:cubicBezTo>
                <a:cubicBezTo>
                  <a:pt x="6698" y="2302"/>
                  <a:pt x="6293" y="2707"/>
                  <a:pt x="5793" y="2707"/>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8" name="working-man-with-a-bow-and-a-hat_57080">
            <a:extLst>
              <a:ext uri="{FF2B5EF4-FFF2-40B4-BE49-F238E27FC236}">
                <a16:creationId xmlns:a16="http://schemas.microsoft.com/office/drawing/2014/main" id="{21E4F099-8B35-4BBB-A47F-C484A2D7A1B6}"/>
              </a:ext>
            </a:extLst>
          </p:cNvPr>
          <p:cNvSpPr>
            <a:spLocks noChangeAspect="1"/>
          </p:cNvSpPr>
          <p:nvPr/>
        </p:nvSpPr>
        <p:spPr bwMode="auto">
          <a:xfrm>
            <a:off x="6499408" y="2557090"/>
            <a:ext cx="436103" cy="506811"/>
          </a:xfrm>
          <a:custGeom>
            <a:avLst/>
            <a:gdLst>
              <a:gd name="connsiteX0" fmla="*/ 176656 w 521831"/>
              <a:gd name="connsiteY0" fmla="*/ 380983 h 606439"/>
              <a:gd name="connsiteX1" fmla="*/ 186943 w 521831"/>
              <a:gd name="connsiteY1" fmla="*/ 387521 h 606439"/>
              <a:gd name="connsiteX2" fmla="*/ 260916 w 521831"/>
              <a:gd name="connsiteY2" fmla="*/ 497073 h 606439"/>
              <a:gd name="connsiteX3" fmla="*/ 334888 w 521831"/>
              <a:gd name="connsiteY3" fmla="*/ 387521 h 606439"/>
              <a:gd name="connsiteX4" fmla="*/ 345082 w 521831"/>
              <a:gd name="connsiteY4" fmla="*/ 380983 h 606439"/>
              <a:gd name="connsiteX5" fmla="*/ 350786 w 521831"/>
              <a:gd name="connsiteY5" fmla="*/ 382571 h 606439"/>
              <a:gd name="connsiteX6" fmla="*/ 416530 w 521831"/>
              <a:gd name="connsiteY6" fmla="*/ 416286 h 606439"/>
              <a:gd name="connsiteX7" fmla="*/ 521831 w 521831"/>
              <a:gd name="connsiteY7" fmla="*/ 487267 h 606439"/>
              <a:gd name="connsiteX8" fmla="*/ 521831 w 521831"/>
              <a:gd name="connsiteY8" fmla="*/ 606439 h 606439"/>
              <a:gd name="connsiteX9" fmla="*/ 260916 w 521831"/>
              <a:gd name="connsiteY9" fmla="*/ 606439 h 606439"/>
              <a:gd name="connsiteX10" fmla="*/ 0 w 521831"/>
              <a:gd name="connsiteY10" fmla="*/ 606439 h 606439"/>
              <a:gd name="connsiteX11" fmla="*/ 0 w 521831"/>
              <a:gd name="connsiteY11" fmla="*/ 487267 h 606439"/>
              <a:gd name="connsiteX12" fmla="*/ 105301 w 521831"/>
              <a:gd name="connsiteY12" fmla="*/ 416286 h 606439"/>
              <a:gd name="connsiteX13" fmla="*/ 170951 w 521831"/>
              <a:gd name="connsiteY13" fmla="*/ 382571 h 606439"/>
              <a:gd name="connsiteX14" fmla="*/ 176656 w 521831"/>
              <a:gd name="connsiteY14" fmla="*/ 380983 h 606439"/>
              <a:gd name="connsiteX15" fmla="*/ 218033 w 521831"/>
              <a:gd name="connsiteY15" fmla="*/ 348240 h 606439"/>
              <a:gd name="connsiteX16" fmla="*/ 220372 w 521831"/>
              <a:gd name="connsiteY16" fmla="*/ 348427 h 606439"/>
              <a:gd name="connsiteX17" fmla="*/ 221027 w 521831"/>
              <a:gd name="connsiteY17" fmla="*/ 348520 h 606439"/>
              <a:gd name="connsiteX18" fmla="*/ 221120 w 521831"/>
              <a:gd name="connsiteY18" fmla="*/ 348613 h 606439"/>
              <a:gd name="connsiteX19" fmla="*/ 222336 w 521831"/>
              <a:gd name="connsiteY19" fmla="*/ 348893 h 606439"/>
              <a:gd name="connsiteX20" fmla="*/ 222898 w 521831"/>
              <a:gd name="connsiteY20" fmla="*/ 349080 h 606439"/>
              <a:gd name="connsiteX21" fmla="*/ 223553 w 521831"/>
              <a:gd name="connsiteY21" fmla="*/ 349266 h 606439"/>
              <a:gd name="connsiteX22" fmla="*/ 227575 w 521831"/>
              <a:gd name="connsiteY22" fmla="*/ 351693 h 606439"/>
              <a:gd name="connsiteX23" fmla="*/ 247783 w 521831"/>
              <a:gd name="connsiteY23" fmla="*/ 367836 h 606439"/>
              <a:gd name="connsiteX24" fmla="*/ 250309 w 521831"/>
              <a:gd name="connsiteY24" fmla="*/ 367929 h 606439"/>
              <a:gd name="connsiteX25" fmla="*/ 260880 w 521831"/>
              <a:gd name="connsiteY25" fmla="*/ 367836 h 606439"/>
              <a:gd name="connsiteX26" fmla="*/ 271358 w 521831"/>
              <a:gd name="connsiteY26" fmla="*/ 367929 h 606439"/>
              <a:gd name="connsiteX27" fmla="*/ 273978 w 521831"/>
              <a:gd name="connsiteY27" fmla="*/ 367836 h 606439"/>
              <a:gd name="connsiteX28" fmla="*/ 294186 w 521831"/>
              <a:gd name="connsiteY28" fmla="*/ 351693 h 606439"/>
              <a:gd name="connsiteX29" fmla="*/ 298208 w 521831"/>
              <a:gd name="connsiteY29" fmla="*/ 349266 h 606439"/>
              <a:gd name="connsiteX30" fmla="*/ 298863 w 521831"/>
              <a:gd name="connsiteY30" fmla="*/ 349080 h 606439"/>
              <a:gd name="connsiteX31" fmla="*/ 299331 w 521831"/>
              <a:gd name="connsiteY31" fmla="*/ 348893 h 606439"/>
              <a:gd name="connsiteX32" fmla="*/ 300547 w 521831"/>
              <a:gd name="connsiteY32" fmla="*/ 348613 h 606439"/>
              <a:gd name="connsiteX33" fmla="*/ 300734 w 521831"/>
              <a:gd name="connsiteY33" fmla="*/ 348520 h 606439"/>
              <a:gd name="connsiteX34" fmla="*/ 301296 w 521831"/>
              <a:gd name="connsiteY34" fmla="*/ 348427 h 606439"/>
              <a:gd name="connsiteX35" fmla="*/ 303728 w 521831"/>
              <a:gd name="connsiteY35" fmla="*/ 348240 h 606439"/>
              <a:gd name="connsiteX36" fmla="*/ 318603 w 521831"/>
              <a:gd name="connsiteY36" fmla="*/ 362330 h 606439"/>
              <a:gd name="connsiteX37" fmla="*/ 318603 w 521831"/>
              <a:gd name="connsiteY37" fmla="*/ 393404 h 606439"/>
              <a:gd name="connsiteX38" fmla="*/ 303728 w 521831"/>
              <a:gd name="connsiteY38" fmla="*/ 407868 h 606439"/>
              <a:gd name="connsiteX39" fmla="*/ 294747 w 521831"/>
              <a:gd name="connsiteY39" fmla="*/ 404882 h 606439"/>
              <a:gd name="connsiteX40" fmla="*/ 275475 w 521831"/>
              <a:gd name="connsiteY40" fmla="*/ 387619 h 606439"/>
              <a:gd name="connsiteX41" fmla="*/ 260880 w 521831"/>
              <a:gd name="connsiteY41" fmla="*/ 387712 h 606439"/>
              <a:gd name="connsiteX42" fmla="*/ 246193 w 521831"/>
              <a:gd name="connsiteY42" fmla="*/ 387619 h 606439"/>
              <a:gd name="connsiteX43" fmla="*/ 227014 w 521831"/>
              <a:gd name="connsiteY43" fmla="*/ 404882 h 606439"/>
              <a:gd name="connsiteX44" fmla="*/ 218033 w 521831"/>
              <a:gd name="connsiteY44" fmla="*/ 407868 h 606439"/>
              <a:gd name="connsiteX45" fmla="*/ 203158 w 521831"/>
              <a:gd name="connsiteY45" fmla="*/ 393404 h 606439"/>
              <a:gd name="connsiteX46" fmla="*/ 203158 w 521831"/>
              <a:gd name="connsiteY46" fmla="*/ 362330 h 606439"/>
              <a:gd name="connsiteX47" fmla="*/ 218033 w 521831"/>
              <a:gd name="connsiteY47" fmla="*/ 348240 h 606439"/>
              <a:gd name="connsiteX48" fmla="*/ 260891 w 521831"/>
              <a:gd name="connsiteY48" fmla="*/ 0 h 606439"/>
              <a:gd name="connsiteX49" fmla="*/ 433412 w 521831"/>
              <a:gd name="connsiteY49" fmla="*/ 57425 h 606439"/>
              <a:gd name="connsiteX50" fmla="*/ 400591 w 521831"/>
              <a:gd name="connsiteY50" fmla="*/ 80301 h 606439"/>
              <a:gd name="connsiteX51" fmla="*/ 389183 w 521831"/>
              <a:gd name="connsiteY51" fmla="*/ 96361 h 606439"/>
              <a:gd name="connsiteX52" fmla="*/ 378149 w 521831"/>
              <a:gd name="connsiteY52" fmla="*/ 134457 h 606439"/>
              <a:gd name="connsiteX53" fmla="*/ 378056 w 521831"/>
              <a:gd name="connsiteY53" fmla="*/ 135578 h 606439"/>
              <a:gd name="connsiteX54" fmla="*/ 370575 w 521831"/>
              <a:gd name="connsiteY54" fmla="*/ 186560 h 606439"/>
              <a:gd name="connsiteX55" fmla="*/ 381142 w 521831"/>
              <a:gd name="connsiteY55" fmla="*/ 210837 h 606439"/>
              <a:gd name="connsiteX56" fmla="*/ 353931 w 521831"/>
              <a:gd name="connsiteY56" fmla="*/ 260044 h 606439"/>
              <a:gd name="connsiteX57" fmla="*/ 296143 w 521831"/>
              <a:gd name="connsiteY57" fmla="*/ 330261 h 606439"/>
              <a:gd name="connsiteX58" fmla="*/ 260891 w 521831"/>
              <a:gd name="connsiteY58" fmla="*/ 338291 h 606439"/>
              <a:gd name="connsiteX59" fmla="*/ 225639 w 521831"/>
              <a:gd name="connsiteY59" fmla="*/ 330261 h 606439"/>
              <a:gd name="connsiteX60" fmla="*/ 167758 w 521831"/>
              <a:gd name="connsiteY60" fmla="*/ 260044 h 606439"/>
              <a:gd name="connsiteX61" fmla="*/ 140548 w 521831"/>
              <a:gd name="connsiteY61" fmla="*/ 210837 h 606439"/>
              <a:gd name="connsiteX62" fmla="*/ 151207 w 521831"/>
              <a:gd name="connsiteY62" fmla="*/ 186560 h 606439"/>
              <a:gd name="connsiteX63" fmla="*/ 143727 w 521831"/>
              <a:gd name="connsiteY63" fmla="*/ 135578 h 606439"/>
              <a:gd name="connsiteX64" fmla="*/ 143633 w 521831"/>
              <a:gd name="connsiteY64" fmla="*/ 134457 h 606439"/>
              <a:gd name="connsiteX65" fmla="*/ 132599 w 521831"/>
              <a:gd name="connsiteY65" fmla="*/ 96361 h 606439"/>
              <a:gd name="connsiteX66" fmla="*/ 121192 w 521831"/>
              <a:gd name="connsiteY66" fmla="*/ 80301 h 606439"/>
              <a:gd name="connsiteX67" fmla="*/ 88277 w 521831"/>
              <a:gd name="connsiteY67" fmla="*/ 57425 h 606439"/>
              <a:gd name="connsiteX68" fmla="*/ 260891 w 521831"/>
              <a:gd name="connsiteY68" fmla="*/ 0 h 606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21831" h="606439">
                <a:moveTo>
                  <a:pt x="176656" y="380983"/>
                </a:moveTo>
                <a:cubicBezTo>
                  <a:pt x="181238" y="380983"/>
                  <a:pt x="185072" y="383691"/>
                  <a:pt x="186943" y="387521"/>
                </a:cubicBezTo>
                <a:cubicBezTo>
                  <a:pt x="204711" y="417314"/>
                  <a:pt x="237817" y="495486"/>
                  <a:pt x="260916" y="497073"/>
                </a:cubicBezTo>
                <a:cubicBezTo>
                  <a:pt x="284014" y="495486"/>
                  <a:pt x="317026" y="417314"/>
                  <a:pt x="334888" y="387521"/>
                </a:cubicBezTo>
                <a:cubicBezTo>
                  <a:pt x="336665" y="383691"/>
                  <a:pt x="340593" y="380983"/>
                  <a:pt x="345082" y="380983"/>
                </a:cubicBezTo>
                <a:cubicBezTo>
                  <a:pt x="347233" y="380983"/>
                  <a:pt x="349103" y="381637"/>
                  <a:pt x="350786" y="382571"/>
                </a:cubicBezTo>
                <a:cubicBezTo>
                  <a:pt x="357239" y="386026"/>
                  <a:pt x="394927" y="408441"/>
                  <a:pt x="416530" y="416286"/>
                </a:cubicBezTo>
                <a:cubicBezTo>
                  <a:pt x="489193" y="442437"/>
                  <a:pt x="521831" y="469055"/>
                  <a:pt x="521831" y="487267"/>
                </a:cubicBezTo>
                <a:lnTo>
                  <a:pt x="521831" y="606439"/>
                </a:lnTo>
                <a:lnTo>
                  <a:pt x="260916" y="606439"/>
                </a:lnTo>
                <a:lnTo>
                  <a:pt x="0" y="606439"/>
                </a:lnTo>
                <a:lnTo>
                  <a:pt x="0" y="487267"/>
                </a:lnTo>
                <a:cubicBezTo>
                  <a:pt x="0" y="469055"/>
                  <a:pt x="32638" y="442437"/>
                  <a:pt x="105301" y="416286"/>
                </a:cubicBezTo>
                <a:cubicBezTo>
                  <a:pt x="126904" y="408441"/>
                  <a:pt x="164592" y="386026"/>
                  <a:pt x="170951" y="382571"/>
                </a:cubicBezTo>
                <a:cubicBezTo>
                  <a:pt x="172634" y="381637"/>
                  <a:pt x="174598" y="380983"/>
                  <a:pt x="176656" y="380983"/>
                </a:cubicBezTo>
                <a:close/>
                <a:moveTo>
                  <a:pt x="218033" y="348240"/>
                </a:moveTo>
                <a:cubicBezTo>
                  <a:pt x="218875" y="348240"/>
                  <a:pt x="219623" y="348333"/>
                  <a:pt x="220372" y="348427"/>
                </a:cubicBezTo>
                <a:cubicBezTo>
                  <a:pt x="220559" y="348520"/>
                  <a:pt x="220840" y="348520"/>
                  <a:pt x="221027" y="348520"/>
                </a:cubicBezTo>
                <a:cubicBezTo>
                  <a:pt x="221027" y="348520"/>
                  <a:pt x="221120" y="348613"/>
                  <a:pt x="221120" y="348613"/>
                </a:cubicBezTo>
                <a:cubicBezTo>
                  <a:pt x="221588" y="348707"/>
                  <a:pt x="221962" y="348800"/>
                  <a:pt x="222336" y="348893"/>
                </a:cubicBezTo>
                <a:cubicBezTo>
                  <a:pt x="222524" y="348893"/>
                  <a:pt x="222711" y="348987"/>
                  <a:pt x="222898" y="349080"/>
                </a:cubicBezTo>
                <a:cubicBezTo>
                  <a:pt x="223085" y="349173"/>
                  <a:pt x="223272" y="349173"/>
                  <a:pt x="223553" y="349266"/>
                </a:cubicBezTo>
                <a:cubicBezTo>
                  <a:pt x="224956" y="349920"/>
                  <a:pt x="226359" y="350666"/>
                  <a:pt x="227575" y="351693"/>
                </a:cubicBezTo>
                <a:cubicBezTo>
                  <a:pt x="234498" y="357105"/>
                  <a:pt x="238989" y="367183"/>
                  <a:pt x="247783" y="367836"/>
                </a:cubicBezTo>
                <a:cubicBezTo>
                  <a:pt x="248625" y="367929"/>
                  <a:pt x="249467" y="367929"/>
                  <a:pt x="250309" y="367929"/>
                </a:cubicBezTo>
                <a:cubicBezTo>
                  <a:pt x="251151" y="367929"/>
                  <a:pt x="256390" y="367836"/>
                  <a:pt x="260880" y="367836"/>
                </a:cubicBezTo>
                <a:cubicBezTo>
                  <a:pt x="265371" y="367836"/>
                  <a:pt x="270610" y="367929"/>
                  <a:pt x="271358" y="367929"/>
                </a:cubicBezTo>
                <a:cubicBezTo>
                  <a:pt x="272294" y="367929"/>
                  <a:pt x="273136" y="367929"/>
                  <a:pt x="273978" y="367836"/>
                </a:cubicBezTo>
                <a:cubicBezTo>
                  <a:pt x="282772" y="367183"/>
                  <a:pt x="287169" y="357105"/>
                  <a:pt x="294186" y="351693"/>
                </a:cubicBezTo>
                <a:cubicBezTo>
                  <a:pt x="295402" y="350666"/>
                  <a:pt x="296711" y="349920"/>
                  <a:pt x="298208" y="349266"/>
                </a:cubicBezTo>
                <a:cubicBezTo>
                  <a:pt x="298395" y="349173"/>
                  <a:pt x="298676" y="349173"/>
                  <a:pt x="298863" y="349080"/>
                </a:cubicBezTo>
                <a:cubicBezTo>
                  <a:pt x="299050" y="348987"/>
                  <a:pt x="299237" y="348893"/>
                  <a:pt x="299331" y="348893"/>
                </a:cubicBezTo>
                <a:cubicBezTo>
                  <a:pt x="299799" y="348800"/>
                  <a:pt x="300173" y="348707"/>
                  <a:pt x="300547" y="348613"/>
                </a:cubicBezTo>
                <a:cubicBezTo>
                  <a:pt x="300641" y="348613"/>
                  <a:pt x="300641" y="348520"/>
                  <a:pt x="300734" y="348520"/>
                </a:cubicBezTo>
                <a:cubicBezTo>
                  <a:pt x="300921" y="348520"/>
                  <a:pt x="301108" y="348520"/>
                  <a:pt x="301296" y="348427"/>
                </a:cubicBezTo>
                <a:cubicBezTo>
                  <a:pt x="302138" y="348333"/>
                  <a:pt x="302886" y="348240"/>
                  <a:pt x="303728" y="348240"/>
                </a:cubicBezTo>
                <a:cubicBezTo>
                  <a:pt x="311680" y="348240"/>
                  <a:pt x="318135" y="354492"/>
                  <a:pt x="318603" y="362330"/>
                </a:cubicBezTo>
                <a:lnTo>
                  <a:pt x="318603" y="393404"/>
                </a:lnTo>
                <a:cubicBezTo>
                  <a:pt x="318322" y="401429"/>
                  <a:pt x="311774" y="407868"/>
                  <a:pt x="303728" y="407868"/>
                </a:cubicBezTo>
                <a:cubicBezTo>
                  <a:pt x="300360" y="407868"/>
                  <a:pt x="297273" y="406748"/>
                  <a:pt x="294747" y="404882"/>
                </a:cubicBezTo>
                <a:cubicBezTo>
                  <a:pt x="286327" y="399376"/>
                  <a:pt x="280620" y="387899"/>
                  <a:pt x="275475" y="387619"/>
                </a:cubicBezTo>
                <a:lnTo>
                  <a:pt x="260880" y="387712"/>
                </a:lnTo>
                <a:lnTo>
                  <a:pt x="246193" y="387619"/>
                </a:lnTo>
                <a:cubicBezTo>
                  <a:pt x="241047" y="387899"/>
                  <a:pt x="235434" y="399376"/>
                  <a:pt x="227014" y="404882"/>
                </a:cubicBezTo>
                <a:cubicBezTo>
                  <a:pt x="224488" y="406748"/>
                  <a:pt x="221401" y="407868"/>
                  <a:pt x="218033" y="407868"/>
                </a:cubicBezTo>
                <a:cubicBezTo>
                  <a:pt x="209894" y="407868"/>
                  <a:pt x="203345" y="401429"/>
                  <a:pt x="203158" y="393404"/>
                </a:cubicBezTo>
                <a:lnTo>
                  <a:pt x="203158" y="362330"/>
                </a:lnTo>
                <a:cubicBezTo>
                  <a:pt x="203532" y="354492"/>
                  <a:pt x="210081" y="348240"/>
                  <a:pt x="218033" y="348240"/>
                </a:cubicBezTo>
                <a:close/>
                <a:moveTo>
                  <a:pt x="260891" y="0"/>
                </a:moveTo>
                <a:cubicBezTo>
                  <a:pt x="317557" y="0"/>
                  <a:pt x="433412" y="35949"/>
                  <a:pt x="433412" y="57425"/>
                </a:cubicBezTo>
                <a:cubicBezTo>
                  <a:pt x="433412" y="66015"/>
                  <a:pt x="421256" y="73858"/>
                  <a:pt x="400591" y="80301"/>
                </a:cubicBezTo>
                <a:cubicBezTo>
                  <a:pt x="399375" y="85997"/>
                  <a:pt x="395355" y="91412"/>
                  <a:pt x="389183" y="96361"/>
                </a:cubicBezTo>
                <a:cubicBezTo>
                  <a:pt x="388155" y="111394"/>
                  <a:pt x="384134" y="123906"/>
                  <a:pt x="378149" y="134457"/>
                </a:cubicBezTo>
                <a:cubicBezTo>
                  <a:pt x="378149" y="134831"/>
                  <a:pt x="378056" y="135204"/>
                  <a:pt x="378056" y="135578"/>
                </a:cubicBezTo>
                <a:cubicBezTo>
                  <a:pt x="375905" y="157801"/>
                  <a:pt x="370575" y="186560"/>
                  <a:pt x="370575" y="186560"/>
                </a:cubicBezTo>
                <a:cubicBezTo>
                  <a:pt x="370575" y="186560"/>
                  <a:pt x="381142" y="191415"/>
                  <a:pt x="381142" y="210837"/>
                </a:cubicBezTo>
                <a:cubicBezTo>
                  <a:pt x="377401" y="259764"/>
                  <a:pt x="357952" y="238662"/>
                  <a:pt x="353931" y="260044"/>
                </a:cubicBezTo>
                <a:cubicBezTo>
                  <a:pt x="347292" y="295713"/>
                  <a:pt x="315780" y="321390"/>
                  <a:pt x="296143" y="330261"/>
                </a:cubicBezTo>
                <a:cubicBezTo>
                  <a:pt x="284736" y="335396"/>
                  <a:pt x="273141" y="338011"/>
                  <a:pt x="260891" y="338291"/>
                </a:cubicBezTo>
                <a:cubicBezTo>
                  <a:pt x="248642" y="338011"/>
                  <a:pt x="236953" y="335396"/>
                  <a:pt x="225639" y="330261"/>
                </a:cubicBezTo>
                <a:cubicBezTo>
                  <a:pt x="206003" y="321390"/>
                  <a:pt x="174491" y="295713"/>
                  <a:pt x="167758" y="260044"/>
                </a:cubicBezTo>
                <a:cubicBezTo>
                  <a:pt x="163737" y="238662"/>
                  <a:pt x="144288" y="259764"/>
                  <a:pt x="140548" y="210837"/>
                </a:cubicBezTo>
                <a:cubicBezTo>
                  <a:pt x="140548" y="191415"/>
                  <a:pt x="151207" y="186560"/>
                  <a:pt x="151207" y="186560"/>
                </a:cubicBezTo>
                <a:cubicBezTo>
                  <a:pt x="151207" y="186560"/>
                  <a:pt x="145784" y="157801"/>
                  <a:pt x="143727" y="135578"/>
                </a:cubicBezTo>
                <a:cubicBezTo>
                  <a:pt x="143633" y="135204"/>
                  <a:pt x="143633" y="134831"/>
                  <a:pt x="143633" y="134457"/>
                </a:cubicBezTo>
                <a:cubicBezTo>
                  <a:pt x="137555" y="123906"/>
                  <a:pt x="133534" y="111394"/>
                  <a:pt x="132599" y="96361"/>
                </a:cubicBezTo>
                <a:cubicBezTo>
                  <a:pt x="126428" y="91412"/>
                  <a:pt x="122407" y="85997"/>
                  <a:pt x="121192" y="80301"/>
                </a:cubicBezTo>
                <a:cubicBezTo>
                  <a:pt x="100526" y="73858"/>
                  <a:pt x="88277" y="66015"/>
                  <a:pt x="88277" y="57425"/>
                </a:cubicBezTo>
                <a:cubicBezTo>
                  <a:pt x="88277" y="35949"/>
                  <a:pt x="204132" y="0"/>
                  <a:pt x="260891"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9" name="gingerbread-house_104204">
            <a:extLst>
              <a:ext uri="{FF2B5EF4-FFF2-40B4-BE49-F238E27FC236}">
                <a16:creationId xmlns:a16="http://schemas.microsoft.com/office/drawing/2014/main" id="{6E522226-F2B3-435F-9B3C-62DEBC42C7F5}"/>
              </a:ext>
            </a:extLst>
          </p:cNvPr>
          <p:cNvSpPr>
            <a:spLocks noChangeAspect="1"/>
          </p:cNvSpPr>
          <p:nvPr/>
        </p:nvSpPr>
        <p:spPr bwMode="auto">
          <a:xfrm>
            <a:off x="7922915" y="2557086"/>
            <a:ext cx="436103" cy="447258"/>
          </a:xfrm>
          <a:custGeom>
            <a:avLst/>
            <a:gdLst>
              <a:gd name="connsiteX0" fmla="*/ 207074 w 592070"/>
              <a:gd name="connsiteY0" fmla="*/ 530088 h 607216"/>
              <a:gd name="connsiteX1" fmla="*/ 217412 w 592070"/>
              <a:gd name="connsiteY1" fmla="*/ 540426 h 607216"/>
              <a:gd name="connsiteX2" fmla="*/ 207074 w 592070"/>
              <a:gd name="connsiteY2" fmla="*/ 550764 h 607216"/>
              <a:gd name="connsiteX3" fmla="*/ 196736 w 592070"/>
              <a:gd name="connsiteY3" fmla="*/ 540426 h 607216"/>
              <a:gd name="connsiteX4" fmla="*/ 207074 w 592070"/>
              <a:gd name="connsiteY4" fmla="*/ 530088 h 607216"/>
              <a:gd name="connsiteX5" fmla="*/ 245921 w 592070"/>
              <a:gd name="connsiteY5" fmla="*/ 504261 h 607216"/>
              <a:gd name="connsiteX6" fmla="*/ 256224 w 592070"/>
              <a:gd name="connsiteY6" fmla="*/ 514599 h 607216"/>
              <a:gd name="connsiteX7" fmla="*/ 245921 w 592070"/>
              <a:gd name="connsiteY7" fmla="*/ 524937 h 607216"/>
              <a:gd name="connsiteX8" fmla="*/ 235618 w 592070"/>
              <a:gd name="connsiteY8" fmla="*/ 514599 h 607216"/>
              <a:gd name="connsiteX9" fmla="*/ 245921 w 592070"/>
              <a:gd name="connsiteY9" fmla="*/ 504261 h 607216"/>
              <a:gd name="connsiteX10" fmla="*/ 360462 w 592070"/>
              <a:gd name="connsiteY10" fmla="*/ 473700 h 607216"/>
              <a:gd name="connsiteX11" fmla="*/ 354641 w 592070"/>
              <a:gd name="connsiteY11" fmla="*/ 479514 h 607216"/>
              <a:gd name="connsiteX12" fmla="*/ 354641 w 592070"/>
              <a:gd name="connsiteY12" fmla="*/ 505093 h 607216"/>
              <a:gd name="connsiteX13" fmla="*/ 367545 w 592070"/>
              <a:gd name="connsiteY13" fmla="*/ 517980 h 607216"/>
              <a:gd name="connsiteX14" fmla="*/ 380547 w 592070"/>
              <a:gd name="connsiteY14" fmla="*/ 505093 h 607216"/>
              <a:gd name="connsiteX15" fmla="*/ 390250 w 592070"/>
              <a:gd name="connsiteY15" fmla="*/ 495404 h 607216"/>
              <a:gd name="connsiteX16" fmla="*/ 399953 w 592070"/>
              <a:gd name="connsiteY16" fmla="*/ 505093 h 607216"/>
              <a:gd name="connsiteX17" fmla="*/ 412858 w 592070"/>
              <a:gd name="connsiteY17" fmla="*/ 517980 h 607216"/>
              <a:gd name="connsiteX18" fmla="*/ 425763 w 592070"/>
              <a:gd name="connsiteY18" fmla="*/ 505093 h 607216"/>
              <a:gd name="connsiteX19" fmla="*/ 435466 w 592070"/>
              <a:gd name="connsiteY19" fmla="*/ 495404 h 607216"/>
              <a:gd name="connsiteX20" fmla="*/ 445168 w 592070"/>
              <a:gd name="connsiteY20" fmla="*/ 505093 h 607216"/>
              <a:gd name="connsiteX21" fmla="*/ 458170 w 592070"/>
              <a:gd name="connsiteY21" fmla="*/ 517980 h 607216"/>
              <a:gd name="connsiteX22" fmla="*/ 471075 w 592070"/>
              <a:gd name="connsiteY22" fmla="*/ 505093 h 607216"/>
              <a:gd name="connsiteX23" fmla="*/ 471075 w 592070"/>
              <a:gd name="connsiteY23" fmla="*/ 479514 h 607216"/>
              <a:gd name="connsiteX24" fmla="*/ 465253 w 592070"/>
              <a:gd name="connsiteY24" fmla="*/ 473700 h 607216"/>
              <a:gd name="connsiteX25" fmla="*/ 69375 w 592070"/>
              <a:gd name="connsiteY25" fmla="*/ 434072 h 607216"/>
              <a:gd name="connsiteX26" fmla="*/ 69375 w 592070"/>
              <a:gd name="connsiteY26" fmla="*/ 587838 h 607216"/>
              <a:gd name="connsiteX27" fmla="*/ 101686 w 592070"/>
              <a:gd name="connsiteY27" fmla="*/ 587838 h 607216"/>
              <a:gd name="connsiteX28" fmla="*/ 101686 w 592070"/>
              <a:gd name="connsiteY28" fmla="*/ 434072 h 607216"/>
              <a:gd name="connsiteX29" fmla="*/ 202276 w 592070"/>
              <a:gd name="connsiteY29" fmla="*/ 393668 h 607216"/>
              <a:gd name="connsiteX30" fmla="*/ 180930 w 592070"/>
              <a:gd name="connsiteY30" fmla="*/ 414996 h 607216"/>
              <a:gd name="connsiteX31" fmla="*/ 202276 w 592070"/>
              <a:gd name="connsiteY31" fmla="*/ 436323 h 607216"/>
              <a:gd name="connsiteX32" fmla="*/ 223622 w 592070"/>
              <a:gd name="connsiteY32" fmla="*/ 414996 h 607216"/>
              <a:gd name="connsiteX33" fmla="*/ 202276 w 592070"/>
              <a:gd name="connsiteY33" fmla="*/ 393668 h 607216"/>
              <a:gd name="connsiteX34" fmla="*/ 202276 w 592070"/>
              <a:gd name="connsiteY34" fmla="*/ 374279 h 607216"/>
              <a:gd name="connsiteX35" fmla="*/ 243027 w 592070"/>
              <a:gd name="connsiteY35" fmla="*/ 414996 h 607216"/>
              <a:gd name="connsiteX36" fmla="*/ 202276 w 592070"/>
              <a:gd name="connsiteY36" fmla="*/ 455712 h 607216"/>
              <a:gd name="connsiteX37" fmla="*/ 161524 w 592070"/>
              <a:gd name="connsiteY37" fmla="*/ 414996 h 607216"/>
              <a:gd name="connsiteX38" fmla="*/ 202276 w 592070"/>
              <a:gd name="connsiteY38" fmla="*/ 374279 h 607216"/>
              <a:gd name="connsiteX39" fmla="*/ 422561 w 592070"/>
              <a:gd name="connsiteY39" fmla="*/ 343285 h 607216"/>
              <a:gd name="connsiteX40" fmla="*/ 422561 w 592070"/>
              <a:gd name="connsiteY40" fmla="*/ 454322 h 607216"/>
              <a:gd name="connsiteX41" fmla="*/ 465253 w 592070"/>
              <a:gd name="connsiteY41" fmla="*/ 454322 h 607216"/>
              <a:gd name="connsiteX42" fmla="*/ 465933 w 592070"/>
              <a:gd name="connsiteY42" fmla="*/ 454419 h 607216"/>
              <a:gd name="connsiteX43" fmla="*/ 465933 w 592070"/>
              <a:gd name="connsiteY43" fmla="*/ 349098 h 607216"/>
              <a:gd name="connsiteX44" fmla="*/ 460111 w 592070"/>
              <a:gd name="connsiteY44" fmla="*/ 343285 h 607216"/>
              <a:gd name="connsiteX45" fmla="*/ 365605 w 592070"/>
              <a:gd name="connsiteY45" fmla="*/ 343285 h 607216"/>
              <a:gd name="connsiteX46" fmla="*/ 359783 w 592070"/>
              <a:gd name="connsiteY46" fmla="*/ 349098 h 607216"/>
              <a:gd name="connsiteX47" fmla="*/ 359783 w 592070"/>
              <a:gd name="connsiteY47" fmla="*/ 454419 h 607216"/>
              <a:gd name="connsiteX48" fmla="*/ 360462 w 592070"/>
              <a:gd name="connsiteY48" fmla="*/ 454322 h 607216"/>
              <a:gd name="connsiteX49" fmla="*/ 403155 w 592070"/>
              <a:gd name="connsiteY49" fmla="*/ 454322 h 607216"/>
              <a:gd name="connsiteX50" fmla="*/ 403155 w 592070"/>
              <a:gd name="connsiteY50" fmla="*/ 343285 h 607216"/>
              <a:gd name="connsiteX51" fmla="*/ 202305 w 592070"/>
              <a:gd name="connsiteY51" fmla="*/ 343285 h 607216"/>
              <a:gd name="connsiteX52" fmla="*/ 121092 w 592070"/>
              <a:gd name="connsiteY52" fmla="*/ 424383 h 607216"/>
              <a:gd name="connsiteX53" fmla="*/ 121092 w 592070"/>
              <a:gd name="connsiteY53" fmla="*/ 587838 h 607216"/>
              <a:gd name="connsiteX54" fmla="*/ 283518 w 592070"/>
              <a:gd name="connsiteY54" fmla="*/ 587838 h 607216"/>
              <a:gd name="connsiteX55" fmla="*/ 283518 w 592070"/>
              <a:gd name="connsiteY55" fmla="*/ 558771 h 607216"/>
              <a:gd name="connsiteX56" fmla="*/ 293221 w 592070"/>
              <a:gd name="connsiteY56" fmla="*/ 549082 h 607216"/>
              <a:gd name="connsiteX57" fmla="*/ 302924 w 592070"/>
              <a:gd name="connsiteY57" fmla="*/ 558771 h 607216"/>
              <a:gd name="connsiteX58" fmla="*/ 302924 w 592070"/>
              <a:gd name="connsiteY58" fmla="*/ 587838 h 607216"/>
              <a:gd name="connsiteX59" fmla="*/ 522792 w 592070"/>
              <a:gd name="connsiteY59" fmla="*/ 587838 h 607216"/>
              <a:gd name="connsiteX60" fmla="*/ 522792 w 592070"/>
              <a:gd name="connsiteY60" fmla="*/ 434072 h 607216"/>
              <a:gd name="connsiteX61" fmla="*/ 485338 w 592070"/>
              <a:gd name="connsiteY61" fmla="*/ 434072 h 607216"/>
              <a:gd name="connsiteX62" fmla="*/ 485338 w 592070"/>
              <a:gd name="connsiteY62" fmla="*/ 464302 h 607216"/>
              <a:gd name="connsiteX63" fmla="*/ 490481 w 592070"/>
              <a:gd name="connsiteY63" fmla="*/ 479514 h 607216"/>
              <a:gd name="connsiteX64" fmla="*/ 490481 w 592070"/>
              <a:gd name="connsiteY64" fmla="*/ 505093 h 607216"/>
              <a:gd name="connsiteX65" fmla="*/ 458170 w 592070"/>
              <a:gd name="connsiteY65" fmla="*/ 537358 h 607216"/>
              <a:gd name="connsiteX66" fmla="*/ 435466 w 592070"/>
              <a:gd name="connsiteY66" fmla="*/ 528153 h 607216"/>
              <a:gd name="connsiteX67" fmla="*/ 412858 w 592070"/>
              <a:gd name="connsiteY67" fmla="*/ 537358 h 607216"/>
              <a:gd name="connsiteX68" fmla="*/ 390250 w 592070"/>
              <a:gd name="connsiteY68" fmla="*/ 528153 h 607216"/>
              <a:gd name="connsiteX69" fmla="*/ 367545 w 592070"/>
              <a:gd name="connsiteY69" fmla="*/ 537358 h 607216"/>
              <a:gd name="connsiteX70" fmla="*/ 335235 w 592070"/>
              <a:gd name="connsiteY70" fmla="*/ 505093 h 607216"/>
              <a:gd name="connsiteX71" fmla="*/ 335235 w 592070"/>
              <a:gd name="connsiteY71" fmla="*/ 479514 h 607216"/>
              <a:gd name="connsiteX72" fmla="*/ 340377 w 592070"/>
              <a:gd name="connsiteY72" fmla="*/ 464302 h 607216"/>
              <a:gd name="connsiteX73" fmla="*/ 340377 w 592070"/>
              <a:gd name="connsiteY73" fmla="*/ 434072 h 607216"/>
              <a:gd name="connsiteX74" fmla="*/ 302924 w 592070"/>
              <a:gd name="connsiteY74" fmla="*/ 434072 h 607216"/>
              <a:gd name="connsiteX75" fmla="*/ 302924 w 592070"/>
              <a:gd name="connsiteY75" fmla="*/ 520014 h 607216"/>
              <a:gd name="connsiteX76" fmla="*/ 293221 w 592070"/>
              <a:gd name="connsiteY76" fmla="*/ 529703 h 607216"/>
              <a:gd name="connsiteX77" fmla="*/ 283518 w 592070"/>
              <a:gd name="connsiteY77" fmla="*/ 520014 h 607216"/>
              <a:gd name="connsiteX78" fmla="*/ 283518 w 592070"/>
              <a:gd name="connsiteY78" fmla="*/ 424383 h 607216"/>
              <a:gd name="connsiteX79" fmla="*/ 202305 w 592070"/>
              <a:gd name="connsiteY79" fmla="*/ 343285 h 607216"/>
              <a:gd name="connsiteX80" fmla="*/ 133651 w 592070"/>
              <a:gd name="connsiteY80" fmla="*/ 291083 h 607216"/>
              <a:gd name="connsiteX81" fmla="*/ 143954 w 592070"/>
              <a:gd name="connsiteY81" fmla="*/ 301386 h 607216"/>
              <a:gd name="connsiteX82" fmla="*/ 133651 w 592070"/>
              <a:gd name="connsiteY82" fmla="*/ 311689 h 607216"/>
              <a:gd name="connsiteX83" fmla="*/ 123348 w 592070"/>
              <a:gd name="connsiteY83" fmla="*/ 301386 h 607216"/>
              <a:gd name="connsiteX84" fmla="*/ 133651 w 592070"/>
              <a:gd name="connsiteY84" fmla="*/ 291083 h 607216"/>
              <a:gd name="connsiteX85" fmla="*/ 267624 w 592070"/>
              <a:gd name="connsiteY85" fmla="*/ 187466 h 607216"/>
              <a:gd name="connsiteX86" fmla="*/ 246479 w 592070"/>
              <a:gd name="connsiteY86" fmla="*/ 208589 h 607216"/>
              <a:gd name="connsiteX87" fmla="*/ 267624 w 592070"/>
              <a:gd name="connsiteY87" fmla="*/ 254808 h 607216"/>
              <a:gd name="connsiteX88" fmla="*/ 296044 w 592070"/>
              <a:gd name="connsiteY88" fmla="*/ 277772 h 607216"/>
              <a:gd name="connsiteX89" fmla="*/ 324561 w 592070"/>
              <a:gd name="connsiteY89" fmla="*/ 254808 h 607216"/>
              <a:gd name="connsiteX90" fmla="*/ 345706 w 592070"/>
              <a:gd name="connsiteY90" fmla="*/ 208589 h 607216"/>
              <a:gd name="connsiteX91" fmla="*/ 324561 w 592070"/>
              <a:gd name="connsiteY91" fmla="*/ 187466 h 607216"/>
              <a:gd name="connsiteX92" fmla="*/ 305064 w 592070"/>
              <a:gd name="connsiteY92" fmla="*/ 200547 h 607216"/>
              <a:gd name="connsiteX93" fmla="*/ 296044 w 592070"/>
              <a:gd name="connsiteY93" fmla="*/ 206554 h 607216"/>
              <a:gd name="connsiteX94" fmla="*/ 287120 w 592070"/>
              <a:gd name="connsiteY94" fmla="*/ 200547 h 607216"/>
              <a:gd name="connsiteX95" fmla="*/ 267624 w 592070"/>
              <a:gd name="connsiteY95" fmla="*/ 187466 h 607216"/>
              <a:gd name="connsiteX96" fmla="*/ 267624 w 592070"/>
              <a:gd name="connsiteY96" fmla="*/ 168087 h 607216"/>
              <a:gd name="connsiteX97" fmla="*/ 296044 w 592070"/>
              <a:gd name="connsiteY97" fmla="*/ 179811 h 607216"/>
              <a:gd name="connsiteX98" fmla="*/ 324561 w 592070"/>
              <a:gd name="connsiteY98" fmla="*/ 168087 h 607216"/>
              <a:gd name="connsiteX99" fmla="*/ 365105 w 592070"/>
              <a:gd name="connsiteY99" fmla="*/ 208589 h 607216"/>
              <a:gd name="connsiteX100" fmla="*/ 338916 w 592070"/>
              <a:gd name="connsiteY100" fmla="*/ 267889 h 607216"/>
              <a:gd name="connsiteX101" fmla="*/ 296044 w 592070"/>
              <a:gd name="connsiteY101" fmla="*/ 297151 h 607216"/>
              <a:gd name="connsiteX102" fmla="*/ 253268 w 592070"/>
              <a:gd name="connsiteY102" fmla="*/ 267889 h 607216"/>
              <a:gd name="connsiteX103" fmla="*/ 227079 w 592070"/>
              <a:gd name="connsiteY103" fmla="*/ 208589 h 607216"/>
              <a:gd name="connsiteX104" fmla="*/ 267624 w 592070"/>
              <a:gd name="connsiteY104" fmla="*/ 168087 h 607216"/>
              <a:gd name="connsiteX105" fmla="*/ 441967 w 592070"/>
              <a:gd name="connsiteY105" fmla="*/ 114719 h 607216"/>
              <a:gd name="connsiteX106" fmla="*/ 433234 w 592070"/>
              <a:gd name="connsiteY106" fmla="*/ 120823 h 607216"/>
              <a:gd name="connsiteX107" fmla="*/ 500184 w 592070"/>
              <a:gd name="connsiteY107" fmla="*/ 187678 h 607216"/>
              <a:gd name="connsiteX108" fmla="*/ 500184 w 592070"/>
              <a:gd name="connsiteY108" fmla="*/ 122470 h 607216"/>
              <a:gd name="connsiteX109" fmla="*/ 487182 w 592070"/>
              <a:gd name="connsiteY109" fmla="*/ 114719 h 607216"/>
              <a:gd name="connsiteX110" fmla="*/ 464574 w 592070"/>
              <a:gd name="connsiteY110" fmla="*/ 124020 h 607216"/>
              <a:gd name="connsiteX111" fmla="*/ 441967 w 592070"/>
              <a:gd name="connsiteY111" fmla="*/ 114719 h 607216"/>
              <a:gd name="connsiteX112" fmla="*/ 296035 w 592070"/>
              <a:gd name="connsiteY112" fmla="*/ 93887 h 607216"/>
              <a:gd name="connsiteX113" fmla="*/ 69375 w 592070"/>
              <a:gd name="connsiteY113" fmla="*/ 320225 h 607216"/>
              <a:gd name="connsiteX114" fmla="*/ 69375 w 592070"/>
              <a:gd name="connsiteY114" fmla="*/ 414694 h 607216"/>
              <a:gd name="connsiteX115" fmla="*/ 102171 w 592070"/>
              <a:gd name="connsiteY115" fmla="*/ 414694 h 607216"/>
              <a:gd name="connsiteX116" fmla="*/ 202305 w 592070"/>
              <a:gd name="connsiteY116" fmla="*/ 323907 h 607216"/>
              <a:gd name="connsiteX117" fmla="*/ 302439 w 592070"/>
              <a:gd name="connsiteY117" fmla="*/ 414694 h 607216"/>
              <a:gd name="connsiteX118" fmla="*/ 340377 w 592070"/>
              <a:gd name="connsiteY118" fmla="*/ 414694 h 607216"/>
              <a:gd name="connsiteX119" fmla="*/ 340377 w 592070"/>
              <a:gd name="connsiteY119" fmla="*/ 349098 h 607216"/>
              <a:gd name="connsiteX120" fmla="*/ 365605 w 592070"/>
              <a:gd name="connsiteY120" fmla="*/ 323907 h 607216"/>
              <a:gd name="connsiteX121" fmla="*/ 460111 w 592070"/>
              <a:gd name="connsiteY121" fmla="*/ 323907 h 607216"/>
              <a:gd name="connsiteX122" fmla="*/ 485338 w 592070"/>
              <a:gd name="connsiteY122" fmla="*/ 349098 h 607216"/>
              <a:gd name="connsiteX123" fmla="*/ 485338 w 592070"/>
              <a:gd name="connsiteY123" fmla="*/ 414694 h 607216"/>
              <a:gd name="connsiteX124" fmla="*/ 522792 w 592070"/>
              <a:gd name="connsiteY124" fmla="*/ 414694 h 607216"/>
              <a:gd name="connsiteX125" fmla="*/ 522792 w 592070"/>
              <a:gd name="connsiteY125" fmla="*/ 320225 h 607216"/>
              <a:gd name="connsiteX126" fmla="*/ 412179 w 592070"/>
              <a:gd name="connsiteY126" fmla="*/ 60363 h 607216"/>
              <a:gd name="connsiteX127" fmla="*/ 406357 w 592070"/>
              <a:gd name="connsiteY127" fmla="*/ 66176 h 607216"/>
              <a:gd name="connsiteX128" fmla="*/ 406357 w 592070"/>
              <a:gd name="connsiteY128" fmla="*/ 91659 h 607216"/>
              <a:gd name="connsiteX129" fmla="*/ 406648 w 592070"/>
              <a:gd name="connsiteY129" fmla="*/ 94275 h 607216"/>
              <a:gd name="connsiteX130" fmla="*/ 416642 w 592070"/>
              <a:gd name="connsiteY130" fmla="*/ 104351 h 607216"/>
              <a:gd name="connsiteX131" fmla="*/ 419262 w 592070"/>
              <a:gd name="connsiteY131" fmla="*/ 104642 h 607216"/>
              <a:gd name="connsiteX132" fmla="*/ 432264 w 592070"/>
              <a:gd name="connsiteY132" fmla="*/ 91659 h 607216"/>
              <a:gd name="connsiteX133" fmla="*/ 441967 w 592070"/>
              <a:gd name="connsiteY133" fmla="*/ 81970 h 607216"/>
              <a:gd name="connsiteX134" fmla="*/ 451669 w 592070"/>
              <a:gd name="connsiteY134" fmla="*/ 91659 h 607216"/>
              <a:gd name="connsiteX135" fmla="*/ 464574 w 592070"/>
              <a:gd name="connsiteY135" fmla="*/ 104642 h 607216"/>
              <a:gd name="connsiteX136" fmla="*/ 477479 w 592070"/>
              <a:gd name="connsiteY136" fmla="*/ 91659 h 607216"/>
              <a:gd name="connsiteX137" fmla="*/ 487182 w 592070"/>
              <a:gd name="connsiteY137" fmla="*/ 81970 h 607216"/>
              <a:gd name="connsiteX138" fmla="*/ 496885 w 592070"/>
              <a:gd name="connsiteY138" fmla="*/ 91659 h 607216"/>
              <a:gd name="connsiteX139" fmla="*/ 509887 w 592070"/>
              <a:gd name="connsiteY139" fmla="*/ 104642 h 607216"/>
              <a:gd name="connsiteX140" fmla="*/ 522792 w 592070"/>
              <a:gd name="connsiteY140" fmla="*/ 91659 h 607216"/>
              <a:gd name="connsiteX141" fmla="*/ 522792 w 592070"/>
              <a:gd name="connsiteY141" fmla="*/ 66176 h 607216"/>
              <a:gd name="connsiteX142" fmla="*/ 516970 w 592070"/>
              <a:gd name="connsiteY142" fmla="*/ 60363 h 607216"/>
              <a:gd name="connsiteX143" fmla="*/ 296035 w 592070"/>
              <a:gd name="connsiteY143" fmla="*/ 0 h 607216"/>
              <a:gd name="connsiteX144" fmla="*/ 323591 w 592070"/>
              <a:gd name="connsiteY144" fmla="*/ 11433 h 607216"/>
              <a:gd name="connsiteX145" fmla="*/ 386951 w 592070"/>
              <a:gd name="connsiteY145" fmla="*/ 74606 h 607216"/>
              <a:gd name="connsiteX146" fmla="*/ 386951 w 592070"/>
              <a:gd name="connsiteY146" fmla="*/ 66176 h 607216"/>
              <a:gd name="connsiteX147" fmla="*/ 412179 w 592070"/>
              <a:gd name="connsiteY147" fmla="*/ 40985 h 607216"/>
              <a:gd name="connsiteX148" fmla="*/ 516970 w 592070"/>
              <a:gd name="connsiteY148" fmla="*/ 40985 h 607216"/>
              <a:gd name="connsiteX149" fmla="*/ 542197 w 592070"/>
              <a:gd name="connsiteY149" fmla="*/ 66176 h 607216"/>
              <a:gd name="connsiteX150" fmla="*/ 542197 w 592070"/>
              <a:gd name="connsiteY150" fmla="*/ 91659 h 607216"/>
              <a:gd name="connsiteX151" fmla="*/ 519590 w 592070"/>
              <a:gd name="connsiteY151" fmla="*/ 122470 h 607216"/>
              <a:gd name="connsiteX152" fmla="*/ 519590 w 592070"/>
              <a:gd name="connsiteY152" fmla="*/ 207056 h 607216"/>
              <a:gd name="connsiteX153" fmla="*/ 580718 w 592070"/>
              <a:gd name="connsiteY153" fmla="*/ 268097 h 607216"/>
              <a:gd name="connsiteX154" fmla="*/ 580718 w 592070"/>
              <a:gd name="connsiteY154" fmla="*/ 323132 h 607216"/>
              <a:gd name="connsiteX155" fmla="*/ 553162 w 592070"/>
              <a:gd name="connsiteY155" fmla="*/ 334468 h 607216"/>
              <a:gd name="connsiteX156" fmla="*/ 542197 w 592070"/>
              <a:gd name="connsiteY156" fmla="*/ 332918 h 607216"/>
              <a:gd name="connsiteX157" fmla="*/ 542197 w 592070"/>
              <a:gd name="connsiteY157" fmla="*/ 597527 h 607216"/>
              <a:gd name="connsiteX158" fmla="*/ 532494 w 592070"/>
              <a:gd name="connsiteY158" fmla="*/ 607216 h 607216"/>
              <a:gd name="connsiteX159" fmla="*/ 59672 w 592070"/>
              <a:gd name="connsiteY159" fmla="*/ 607216 h 607216"/>
              <a:gd name="connsiteX160" fmla="*/ 49970 w 592070"/>
              <a:gd name="connsiteY160" fmla="*/ 597527 h 607216"/>
              <a:gd name="connsiteX161" fmla="*/ 49970 w 592070"/>
              <a:gd name="connsiteY161" fmla="*/ 332918 h 607216"/>
              <a:gd name="connsiteX162" fmla="*/ 39005 w 592070"/>
              <a:gd name="connsiteY162" fmla="*/ 334468 h 607216"/>
              <a:gd name="connsiteX163" fmla="*/ 11449 w 592070"/>
              <a:gd name="connsiteY163" fmla="*/ 323132 h 607216"/>
              <a:gd name="connsiteX164" fmla="*/ 0 w 592070"/>
              <a:gd name="connsiteY164" fmla="*/ 295615 h 607216"/>
              <a:gd name="connsiteX165" fmla="*/ 11449 w 592070"/>
              <a:gd name="connsiteY165" fmla="*/ 268097 h 607216"/>
              <a:gd name="connsiteX166" fmla="*/ 42304 w 592070"/>
              <a:gd name="connsiteY166" fmla="*/ 237286 h 607216"/>
              <a:gd name="connsiteX167" fmla="*/ 55985 w 592070"/>
              <a:gd name="connsiteY167" fmla="*/ 237286 h 607216"/>
              <a:gd name="connsiteX168" fmla="*/ 55985 w 592070"/>
              <a:gd name="connsiteY168" fmla="*/ 251044 h 607216"/>
              <a:gd name="connsiteX169" fmla="*/ 25130 w 592070"/>
              <a:gd name="connsiteY169" fmla="*/ 281856 h 607216"/>
              <a:gd name="connsiteX170" fmla="*/ 19406 w 592070"/>
              <a:gd name="connsiteY170" fmla="*/ 295615 h 607216"/>
              <a:gd name="connsiteX171" fmla="*/ 25130 w 592070"/>
              <a:gd name="connsiteY171" fmla="*/ 309373 h 607216"/>
              <a:gd name="connsiteX172" fmla="*/ 39005 w 592070"/>
              <a:gd name="connsiteY172" fmla="*/ 315090 h 607216"/>
              <a:gd name="connsiteX173" fmla="*/ 52783 w 592070"/>
              <a:gd name="connsiteY173" fmla="*/ 309373 h 607216"/>
              <a:gd name="connsiteX174" fmla="*/ 289243 w 592070"/>
              <a:gd name="connsiteY174" fmla="*/ 73346 h 607216"/>
              <a:gd name="connsiteX175" fmla="*/ 302924 w 592070"/>
              <a:gd name="connsiteY175" fmla="*/ 73346 h 607216"/>
              <a:gd name="connsiteX176" fmla="*/ 539383 w 592070"/>
              <a:gd name="connsiteY176" fmla="*/ 309373 h 607216"/>
              <a:gd name="connsiteX177" fmla="*/ 553162 w 592070"/>
              <a:gd name="connsiteY177" fmla="*/ 315090 h 607216"/>
              <a:gd name="connsiteX178" fmla="*/ 566940 w 592070"/>
              <a:gd name="connsiteY178" fmla="*/ 309373 h 607216"/>
              <a:gd name="connsiteX179" fmla="*/ 566940 w 592070"/>
              <a:gd name="connsiteY179" fmla="*/ 281856 h 607216"/>
              <a:gd name="connsiteX180" fmla="*/ 309910 w 592070"/>
              <a:gd name="connsiteY180" fmla="*/ 25095 h 607216"/>
              <a:gd name="connsiteX181" fmla="*/ 296035 w 592070"/>
              <a:gd name="connsiteY181" fmla="*/ 19378 h 607216"/>
              <a:gd name="connsiteX182" fmla="*/ 282257 w 592070"/>
              <a:gd name="connsiteY182" fmla="*/ 25095 h 607216"/>
              <a:gd name="connsiteX183" fmla="*/ 83445 w 592070"/>
              <a:gd name="connsiteY183" fmla="*/ 223624 h 607216"/>
              <a:gd name="connsiteX184" fmla="*/ 69763 w 592070"/>
              <a:gd name="connsiteY184" fmla="*/ 223624 h 607216"/>
              <a:gd name="connsiteX185" fmla="*/ 69763 w 592070"/>
              <a:gd name="connsiteY185" fmla="*/ 209866 h 607216"/>
              <a:gd name="connsiteX186" fmla="*/ 268576 w 592070"/>
              <a:gd name="connsiteY186" fmla="*/ 11433 h 607216"/>
              <a:gd name="connsiteX187" fmla="*/ 296035 w 592070"/>
              <a:gd name="connsiteY187" fmla="*/ 0 h 607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92070" h="607216">
                <a:moveTo>
                  <a:pt x="207074" y="530088"/>
                </a:moveTo>
                <a:cubicBezTo>
                  <a:pt x="212784" y="530088"/>
                  <a:pt x="217412" y="534716"/>
                  <a:pt x="217412" y="540426"/>
                </a:cubicBezTo>
                <a:cubicBezTo>
                  <a:pt x="217412" y="546136"/>
                  <a:pt x="212784" y="550764"/>
                  <a:pt x="207074" y="550764"/>
                </a:cubicBezTo>
                <a:cubicBezTo>
                  <a:pt x="201364" y="550764"/>
                  <a:pt x="196736" y="546136"/>
                  <a:pt x="196736" y="540426"/>
                </a:cubicBezTo>
                <a:cubicBezTo>
                  <a:pt x="196736" y="534716"/>
                  <a:pt x="201364" y="530088"/>
                  <a:pt x="207074" y="530088"/>
                </a:cubicBezTo>
                <a:close/>
                <a:moveTo>
                  <a:pt x="245921" y="504261"/>
                </a:moveTo>
                <a:cubicBezTo>
                  <a:pt x="251611" y="504261"/>
                  <a:pt x="256224" y="508889"/>
                  <a:pt x="256224" y="514599"/>
                </a:cubicBezTo>
                <a:cubicBezTo>
                  <a:pt x="256224" y="520309"/>
                  <a:pt x="251611" y="524937"/>
                  <a:pt x="245921" y="524937"/>
                </a:cubicBezTo>
                <a:cubicBezTo>
                  <a:pt x="240231" y="524937"/>
                  <a:pt x="235618" y="520309"/>
                  <a:pt x="235618" y="514599"/>
                </a:cubicBezTo>
                <a:cubicBezTo>
                  <a:pt x="235618" y="508889"/>
                  <a:pt x="240231" y="504261"/>
                  <a:pt x="245921" y="504261"/>
                </a:cubicBezTo>
                <a:close/>
                <a:moveTo>
                  <a:pt x="360462" y="473700"/>
                </a:moveTo>
                <a:cubicBezTo>
                  <a:pt x="357260" y="473700"/>
                  <a:pt x="354641" y="476316"/>
                  <a:pt x="354641" y="479514"/>
                </a:cubicBezTo>
                <a:lnTo>
                  <a:pt x="354641" y="505093"/>
                </a:lnTo>
                <a:cubicBezTo>
                  <a:pt x="354641" y="512166"/>
                  <a:pt x="360462" y="517980"/>
                  <a:pt x="367545" y="517980"/>
                </a:cubicBezTo>
                <a:cubicBezTo>
                  <a:pt x="374726" y="517980"/>
                  <a:pt x="380547" y="512166"/>
                  <a:pt x="380547" y="505093"/>
                </a:cubicBezTo>
                <a:cubicBezTo>
                  <a:pt x="380547" y="499764"/>
                  <a:pt x="384914" y="495404"/>
                  <a:pt x="390250" y="495404"/>
                </a:cubicBezTo>
                <a:cubicBezTo>
                  <a:pt x="395587" y="495404"/>
                  <a:pt x="399953" y="499764"/>
                  <a:pt x="399953" y="505093"/>
                </a:cubicBezTo>
                <a:cubicBezTo>
                  <a:pt x="399953" y="512166"/>
                  <a:pt x="405775" y="517980"/>
                  <a:pt x="412858" y="517980"/>
                </a:cubicBezTo>
                <a:cubicBezTo>
                  <a:pt x="420038" y="517980"/>
                  <a:pt x="425763" y="512166"/>
                  <a:pt x="425763" y="505093"/>
                </a:cubicBezTo>
                <a:cubicBezTo>
                  <a:pt x="425763" y="499764"/>
                  <a:pt x="430129" y="495404"/>
                  <a:pt x="435466" y="495404"/>
                </a:cubicBezTo>
                <a:cubicBezTo>
                  <a:pt x="440899" y="495404"/>
                  <a:pt x="445168" y="499764"/>
                  <a:pt x="445168" y="505093"/>
                </a:cubicBezTo>
                <a:cubicBezTo>
                  <a:pt x="445168" y="512166"/>
                  <a:pt x="450990" y="517980"/>
                  <a:pt x="458170" y="517980"/>
                </a:cubicBezTo>
                <a:cubicBezTo>
                  <a:pt x="465253" y="517980"/>
                  <a:pt x="471075" y="512166"/>
                  <a:pt x="471075" y="505093"/>
                </a:cubicBezTo>
                <a:lnTo>
                  <a:pt x="471075" y="479514"/>
                </a:lnTo>
                <a:cubicBezTo>
                  <a:pt x="471075" y="476316"/>
                  <a:pt x="468455" y="473700"/>
                  <a:pt x="465253" y="473700"/>
                </a:cubicBezTo>
                <a:close/>
                <a:moveTo>
                  <a:pt x="69375" y="434072"/>
                </a:moveTo>
                <a:lnTo>
                  <a:pt x="69375" y="587838"/>
                </a:lnTo>
                <a:lnTo>
                  <a:pt x="101686" y="587838"/>
                </a:lnTo>
                <a:lnTo>
                  <a:pt x="101686" y="434072"/>
                </a:lnTo>
                <a:close/>
                <a:moveTo>
                  <a:pt x="202276" y="393668"/>
                </a:moveTo>
                <a:cubicBezTo>
                  <a:pt x="190535" y="393668"/>
                  <a:pt x="180930" y="403168"/>
                  <a:pt x="180930" y="414996"/>
                </a:cubicBezTo>
                <a:cubicBezTo>
                  <a:pt x="180930" y="426726"/>
                  <a:pt x="190535" y="436323"/>
                  <a:pt x="202276" y="436323"/>
                </a:cubicBezTo>
                <a:cubicBezTo>
                  <a:pt x="214016" y="436323"/>
                  <a:pt x="223622" y="426726"/>
                  <a:pt x="223622" y="414996"/>
                </a:cubicBezTo>
                <a:cubicBezTo>
                  <a:pt x="223622" y="403168"/>
                  <a:pt x="214016" y="393668"/>
                  <a:pt x="202276" y="393668"/>
                </a:cubicBezTo>
                <a:close/>
                <a:moveTo>
                  <a:pt x="202276" y="374279"/>
                </a:moveTo>
                <a:cubicBezTo>
                  <a:pt x="224786" y="374279"/>
                  <a:pt x="243027" y="392505"/>
                  <a:pt x="243027" y="414996"/>
                </a:cubicBezTo>
                <a:cubicBezTo>
                  <a:pt x="243027" y="437390"/>
                  <a:pt x="224786" y="455712"/>
                  <a:pt x="202276" y="455712"/>
                </a:cubicBezTo>
                <a:cubicBezTo>
                  <a:pt x="179765" y="455712"/>
                  <a:pt x="161524" y="437390"/>
                  <a:pt x="161524" y="414996"/>
                </a:cubicBezTo>
                <a:cubicBezTo>
                  <a:pt x="161524" y="392505"/>
                  <a:pt x="179765" y="374279"/>
                  <a:pt x="202276" y="374279"/>
                </a:cubicBezTo>
                <a:close/>
                <a:moveTo>
                  <a:pt x="422561" y="343285"/>
                </a:moveTo>
                <a:lnTo>
                  <a:pt x="422561" y="454322"/>
                </a:lnTo>
                <a:lnTo>
                  <a:pt x="465253" y="454322"/>
                </a:lnTo>
                <a:cubicBezTo>
                  <a:pt x="465447" y="454322"/>
                  <a:pt x="465739" y="454419"/>
                  <a:pt x="465933" y="454419"/>
                </a:cubicBezTo>
                <a:lnTo>
                  <a:pt x="465933" y="349098"/>
                </a:lnTo>
                <a:cubicBezTo>
                  <a:pt x="465933" y="345804"/>
                  <a:pt x="463313" y="343285"/>
                  <a:pt x="460111" y="343285"/>
                </a:cubicBezTo>
                <a:close/>
                <a:moveTo>
                  <a:pt x="365605" y="343285"/>
                </a:moveTo>
                <a:cubicBezTo>
                  <a:pt x="362403" y="343285"/>
                  <a:pt x="359783" y="345804"/>
                  <a:pt x="359783" y="349098"/>
                </a:cubicBezTo>
                <a:lnTo>
                  <a:pt x="359783" y="454419"/>
                </a:lnTo>
                <a:cubicBezTo>
                  <a:pt x="360074" y="454419"/>
                  <a:pt x="360268" y="454322"/>
                  <a:pt x="360462" y="454322"/>
                </a:cubicBezTo>
                <a:lnTo>
                  <a:pt x="403155" y="454322"/>
                </a:lnTo>
                <a:lnTo>
                  <a:pt x="403155" y="343285"/>
                </a:lnTo>
                <a:close/>
                <a:moveTo>
                  <a:pt x="202305" y="343285"/>
                </a:moveTo>
                <a:cubicBezTo>
                  <a:pt x="157478" y="343285"/>
                  <a:pt x="121092" y="379619"/>
                  <a:pt x="121092" y="424383"/>
                </a:cubicBezTo>
                <a:lnTo>
                  <a:pt x="121092" y="587838"/>
                </a:lnTo>
                <a:lnTo>
                  <a:pt x="283518" y="587838"/>
                </a:lnTo>
                <a:lnTo>
                  <a:pt x="283518" y="558771"/>
                </a:lnTo>
                <a:cubicBezTo>
                  <a:pt x="283518" y="553345"/>
                  <a:pt x="287885" y="549082"/>
                  <a:pt x="293221" y="549082"/>
                </a:cubicBezTo>
                <a:cubicBezTo>
                  <a:pt x="298558" y="549082"/>
                  <a:pt x="302924" y="553345"/>
                  <a:pt x="302924" y="558771"/>
                </a:cubicBezTo>
                <a:lnTo>
                  <a:pt x="302924" y="587838"/>
                </a:lnTo>
                <a:lnTo>
                  <a:pt x="522792" y="587838"/>
                </a:lnTo>
                <a:lnTo>
                  <a:pt x="522792" y="434072"/>
                </a:lnTo>
                <a:lnTo>
                  <a:pt x="485338" y="434072"/>
                </a:lnTo>
                <a:lnTo>
                  <a:pt x="485338" y="464302"/>
                </a:lnTo>
                <a:cubicBezTo>
                  <a:pt x="488540" y="468565"/>
                  <a:pt x="490481" y="473797"/>
                  <a:pt x="490481" y="479514"/>
                </a:cubicBezTo>
                <a:lnTo>
                  <a:pt x="490481" y="505093"/>
                </a:lnTo>
                <a:cubicBezTo>
                  <a:pt x="490481" y="522921"/>
                  <a:pt x="476024" y="537358"/>
                  <a:pt x="458170" y="537358"/>
                </a:cubicBezTo>
                <a:cubicBezTo>
                  <a:pt x="449341" y="537358"/>
                  <a:pt x="441384" y="533870"/>
                  <a:pt x="435466" y="528153"/>
                </a:cubicBezTo>
                <a:cubicBezTo>
                  <a:pt x="429644" y="533870"/>
                  <a:pt x="421687" y="537358"/>
                  <a:pt x="412858" y="537358"/>
                </a:cubicBezTo>
                <a:cubicBezTo>
                  <a:pt x="404028" y="537358"/>
                  <a:pt x="396072" y="533870"/>
                  <a:pt x="390250" y="528153"/>
                </a:cubicBezTo>
                <a:cubicBezTo>
                  <a:pt x="384428" y="533870"/>
                  <a:pt x="376375" y="537358"/>
                  <a:pt x="367545" y="537358"/>
                </a:cubicBezTo>
                <a:cubicBezTo>
                  <a:pt x="349789" y="537358"/>
                  <a:pt x="335235" y="522921"/>
                  <a:pt x="335235" y="505093"/>
                </a:cubicBezTo>
                <a:lnTo>
                  <a:pt x="335235" y="479514"/>
                </a:lnTo>
                <a:cubicBezTo>
                  <a:pt x="335235" y="473797"/>
                  <a:pt x="337175" y="468565"/>
                  <a:pt x="340377" y="464302"/>
                </a:cubicBezTo>
                <a:lnTo>
                  <a:pt x="340377" y="434072"/>
                </a:lnTo>
                <a:lnTo>
                  <a:pt x="302924" y="434072"/>
                </a:lnTo>
                <a:lnTo>
                  <a:pt x="302924" y="520014"/>
                </a:lnTo>
                <a:cubicBezTo>
                  <a:pt x="302924" y="525343"/>
                  <a:pt x="298558" y="529703"/>
                  <a:pt x="293221" y="529703"/>
                </a:cubicBezTo>
                <a:cubicBezTo>
                  <a:pt x="287885" y="529703"/>
                  <a:pt x="283518" y="525343"/>
                  <a:pt x="283518" y="520014"/>
                </a:cubicBezTo>
                <a:lnTo>
                  <a:pt x="283518" y="424383"/>
                </a:lnTo>
                <a:cubicBezTo>
                  <a:pt x="283518" y="379619"/>
                  <a:pt x="247133" y="343285"/>
                  <a:pt x="202305" y="343285"/>
                </a:cubicBezTo>
                <a:close/>
                <a:moveTo>
                  <a:pt x="133651" y="291083"/>
                </a:moveTo>
                <a:cubicBezTo>
                  <a:pt x="139341" y="291083"/>
                  <a:pt x="143954" y="295696"/>
                  <a:pt x="143954" y="301386"/>
                </a:cubicBezTo>
                <a:cubicBezTo>
                  <a:pt x="143954" y="307076"/>
                  <a:pt x="139341" y="311689"/>
                  <a:pt x="133651" y="311689"/>
                </a:cubicBezTo>
                <a:cubicBezTo>
                  <a:pt x="127961" y="311689"/>
                  <a:pt x="123348" y="307076"/>
                  <a:pt x="123348" y="301386"/>
                </a:cubicBezTo>
                <a:cubicBezTo>
                  <a:pt x="123348" y="295696"/>
                  <a:pt x="127961" y="291083"/>
                  <a:pt x="133651" y="291083"/>
                </a:cubicBezTo>
                <a:close/>
                <a:moveTo>
                  <a:pt x="267624" y="187466"/>
                </a:moveTo>
                <a:cubicBezTo>
                  <a:pt x="255984" y="187466"/>
                  <a:pt x="246479" y="196962"/>
                  <a:pt x="246479" y="208589"/>
                </a:cubicBezTo>
                <a:cubicBezTo>
                  <a:pt x="246479" y="221960"/>
                  <a:pt x="254141" y="238820"/>
                  <a:pt x="267624" y="254808"/>
                </a:cubicBezTo>
                <a:cubicBezTo>
                  <a:pt x="280621" y="270311"/>
                  <a:pt x="292746" y="277481"/>
                  <a:pt x="296044" y="277772"/>
                </a:cubicBezTo>
                <a:cubicBezTo>
                  <a:pt x="299439" y="277481"/>
                  <a:pt x="311563" y="270311"/>
                  <a:pt x="324561" y="254808"/>
                </a:cubicBezTo>
                <a:cubicBezTo>
                  <a:pt x="337946" y="238820"/>
                  <a:pt x="345706" y="221960"/>
                  <a:pt x="345706" y="208589"/>
                </a:cubicBezTo>
                <a:cubicBezTo>
                  <a:pt x="345706" y="196962"/>
                  <a:pt x="336200" y="187466"/>
                  <a:pt x="324561" y="187466"/>
                </a:cubicBezTo>
                <a:cubicBezTo>
                  <a:pt x="316025" y="187466"/>
                  <a:pt x="308362" y="192601"/>
                  <a:pt x="305064" y="200547"/>
                </a:cubicBezTo>
                <a:cubicBezTo>
                  <a:pt x="303609" y="204229"/>
                  <a:pt x="300021" y="206554"/>
                  <a:pt x="296044" y="206554"/>
                </a:cubicBezTo>
                <a:cubicBezTo>
                  <a:pt x="292164" y="206554"/>
                  <a:pt x="288575" y="204229"/>
                  <a:pt x="287120" y="200547"/>
                </a:cubicBezTo>
                <a:cubicBezTo>
                  <a:pt x="283822" y="192601"/>
                  <a:pt x="276159" y="187466"/>
                  <a:pt x="267624" y="187466"/>
                </a:cubicBezTo>
                <a:close/>
                <a:moveTo>
                  <a:pt x="267624" y="168087"/>
                </a:moveTo>
                <a:cubicBezTo>
                  <a:pt x="278487" y="168087"/>
                  <a:pt x="288672" y="172447"/>
                  <a:pt x="296044" y="179811"/>
                </a:cubicBezTo>
                <a:cubicBezTo>
                  <a:pt x="303512" y="172447"/>
                  <a:pt x="313697" y="168087"/>
                  <a:pt x="324561" y="168087"/>
                </a:cubicBezTo>
                <a:cubicBezTo>
                  <a:pt x="346870" y="168087"/>
                  <a:pt x="365105" y="186206"/>
                  <a:pt x="365105" y="208589"/>
                </a:cubicBezTo>
                <a:cubicBezTo>
                  <a:pt x="365105" y="233394"/>
                  <a:pt x="348713" y="256358"/>
                  <a:pt x="338916" y="267889"/>
                </a:cubicBezTo>
                <a:cubicBezTo>
                  <a:pt x="327374" y="281357"/>
                  <a:pt x="309332" y="297151"/>
                  <a:pt x="296044" y="297151"/>
                </a:cubicBezTo>
                <a:cubicBezTo>
                  <a:pt x="282852" y="297151"/>
                  <a:pt x="264714" y="281357"/>
                  <a:pt x="253268" y="267889"/>
                </a:cubicBezTo>
                <a:cubicBezTo>
                  <a:pt x="243472" y="256358"/>
                  <a:pt x="227079" y="233394"/>
                  <a:pt x="227079" y="208589"/>
                </a:cubicBezTo>
                <a:cubicBezTo>
                  <a:pt x="227079" y="186206"/>
                  <a:pt x="245218" y="168087"/>
                  <a:pt x="267624" y="168087"/>
                </a:cubicBezTo>
                <a:close/>
                <a:moveTo>
                  <a:pt x="441967" y="114719"/>
                </a:moveTo>
                <a:cubicBezTo>
                  <a:pt x="439444" y="117238"/>
                  <a:pt x="436436" y="119273"/>
                  <a:pt x="433234" y="120823"/>
                </a:cubicBezTo>
                <a:lnTo>
                  <a:pt x="500184" y="187678"/>
                </a:lnTo>
                <a:lnTo>
                  <a:pt x="500184" y="122470"/>
                </a:lnTo>
                <a:cubicBezTo>
                  <a:pt x="495235" y="120920"/>
                  <a:pt x="490772" y="118207"/>
                  <a:pt x="487182" y="114719"/>
                </a:cubicBezTo>
                <a:cubicBezTo>
                  <a:pt x="481360" y="120435"/>
                  <a:pt x="473404" y="124020"/>
                  <a:pt x="464574" y="124020"/>
                </a:cubicBezTo>
                <a:cubicBezTo>
                  <a:pt x="455745" y="124020"/>
                  <a:pt x="447788" y="120435"/>
                  <a:pt x="441967" y="114719"/>
                </a:cubicBezTo>
                <a:close/>
                <a:moveTo>
                  <a:pt x="296035" y="93887"/>
                </a:moveTo>
                <a:lnTo>
                  <a:pt x="69375" y="320225"/>
                </a:lnTo>
                <a:lnTo>
                  <a:pt x="69375" y="414694"/>
                </a:lnTo>
                <a:lnTo>
                  <a:pt x="102171" y="414694"/>
                </a:lnTo>
                <a:cubicBezTo>
                  <a:pt x="107023" y="363826"/>
                  <a:pt x="150104" y="323907"/>
                  <a:pt x="202305" y="323907"/>
                </a:cubicBezTo>
                <a:cubicBezTo>
                  <a:pt x="254507" y="323907"/>
                  <a:pt x="297588" y="363826"/>
                  <a:pt x="302439" y="414694"/>
                </a:cubicBezTo>
                <a:lnTo>
                  <a:pt x="340377" y="414694"/>
                </a:lnTo>
                <a:lnTo>
                  <a:pt x="340377" y="349098"/>
                </a:lnTo>
                <a:cubicBezTo>
                  <a:pt x="340377" y="335146"/>
                  <a:pt x="351730" y="323907"/>
                  <a:pt x="365605" y="323907"/>
                </a:cubicBezTo>
                <a:lnTo>
                  <a:pt x="460111" y="323907"/>
                </a:lnTo>
                <a:cubicBezTo>
                  <a:pt x="473986" y="323907"/>
                  <a:pt x="485338" y="335146"/>
                  <a:pt x="485338" y="349098"/>
                </a:cubicBezTo>
                <a:lnTo>
                  <a:pt x="485338" y="414694"/>
                </a:lnTo>
                <a:lnTo>
                  <a:pt x="522792" y="414694"/>
                </a:lnTo>
                <a:lnTo>
                  <a:pt x="522792" y="320225"/>
                </a:lnTo>
                <a:close/>
                <a:moveTo>
                  <a:pt x="412179" y="60363"/>
                </a:moveTo>
                <a:cubicBezTo>
                  <a:pt x="408977" y="60363"/>
                  <a:pt x="406357" y="62979"/>
                  <a:pt x="406357" y="66176"/>
                </a:cubicBezTo>
                <a:lnTo>
                  <a:pt x="406357" y="91659"/>
                </a:lnTo>
                <a:cubicBezTo>
                  <a:pt x="406357" y="92531"/>
                  <a:pt x="406454" y="93403"/>
                  <a:pt x="406648" y="94275"/>
                </a:cubicBezTo>
                <a:lnTo>
                  <a:pt x="416642" y="104351"/>
                </a:lnTo>
                <a:cubicBezTo>
                  <a:pt x="417515" y="104545"/>
                  <a:pt x="418389" y="104642"/>
                  <a:pt x="419262" y="104642"/>
                </a:cubicBezTo>
                <a:cubicBezTo>
                  <a:pt x="426442" y="104642"/>
                  <a:pt x="432264" y="98829"/>
                  <a:pt x="432264" y="91659"/>
                </a:cubicBezTo>
                <a:cubicBezTo>
                  <a:pt x="432264" y="86330"/>
                  <a:pt x="436630" y="81970"/>
                  <a:pt x="441967" y="81970"/>
                </a:cubicBezTo>
                <a:cubicBezTo>
                  <a:pt x="447303" y="81970"/>
                  <a:pt x="451669" y="86330"/>
                  <a:pt x="451669" y="91659"/>
                </a:cubicBezTo>
                <a:cubicBezTo>
                  <a:pt x="451669" y="98829"/>
                  <a:pt x="457491" y="104642"/>
                  <a:pt x="464574" y="104642"/>
                </a:cubicBezTo>
                <a:cubicBezTo>
                  <a:pt x="471754" y="104642"/>
                  <a:pt x="477479" y="98829"/>
                  <a:pt x="477479" y="91659"/>
                </a:cubicBezTo>
                <a:cubicBezTo>
                  <a:pt x="477479" y="86330"/>
                  <a:pt x="481845" y="81970"/>
                  <a:pt x="487182" y="81970"/>
                </a:cubicBezTo>
                <a:cubicBezTo>
                  <a:pt x="492616" y="81970"/>
                  <a:pt x="496885" y="86330"/>
                  <a:pt x="496885" y="91659"/>
                </a:cubicBezTo>
                <a:cubicBezTo>
                  <a:pt x="496885" y="98829"/>
                  <a:pt x="502707" y="104642"/>
                  <a:pt x="509887" y="104642"/>
                </a:cubicBezTo>
                <a:cubicBezTo>
                  <a:pt x="516970" y="104642"/>
                  <a:pt x="522792" y="98829"/>
                  <a:pt x="522792" y="91659"/>
                </a:cubicBezTo>
                <a:lnTo>
                  <a:pt x="522792" y="66176"/>
                </a:lnTo>
                <a:cubicBezTo>
                  <a:pt x="522792" y="62979"/>
                  <a:pt x="520172" y="60363"/>
                  <a:pt x="516970" y="60363"/>
                </a:cubicBezTo>
                <a:close/>
                <a:moveTo>
                  <a:pt x="296035" y="0"/>
                </a:moveTo>
                <a:cubicBezTo>
                  <a:pt x="306514" y="0"/>
                  <a:pt x="316217" y="4069"/>
                  <a:pt x="323591" y="11433"/>
                </a:cubicBezTo>
                <a:lnTo>
                  <a:pt x="386951" y="74606"/>
                </a:lnTo>
                <a:lnTo>
                  <a:pt x="386951" y="66176"/>
                </a:lnTo>
                <a:cubicBezTo>
                  <a:pt x="386951" y="52224"/>
                  <a:pt x="398304" y="40985"/>
                  <a:pt x="412179" y="40985"/>
                </a:cubicBezTo>
                <a:lnTo>
                  <a:pt x="516970" y="40985"/>
                </a:lnTo>
                <a:cubicBezTo>
                  <a:pt x="530845" y="40985"/>
                  <a:pt x="542197" y="52224"/>
                  <a:pt x="542197" y="66176"/>
                </a:cubicBezTo>
                <a:lnTo>
                  <a:pt x="542197" y="91659"/>
                </a:lnTo>
                <a:cubicBezTo>
                  <a:pt x="542197" y="106096"/>
                  <a:pt x="532688" y="118401"/>
                  <a:pt x="519590" y="122470"/>
                </a:cubicBezTo>
                <a:lnTo>
                  <a:pt x="519590" y="207056"/>
                </a:lnTo>
                <a:lnTo>
                  <a:pt x="580718" y="268097"/>
                </a:lnTo>
                <a:cubicBezTo>
                  <a:pt x="595854" y="283309"/>
                  <a:pt x="595854" y="307920"/>
                  <a:pt x="580718" y="323132"/>
                </a:cubicBezTo>
                <a:cubicBezTo>
                  <a:pt x="573344" y="330495"/>
                  <a:pt x="563544" y="334468"/>
                  <a:pt x="553162" y="334468"/>
                </a:cubicBezTo>
                <a:cubicBezTo>
                  <a:pt x="549377" y="334468"/>
                  <a:pt x="545690" y="333983"/>
                  <a:pt x="542197" y="332918"/>
                </a:cubicBezTo>
                <a:lnTo>
                  <a:pt x="542197" y="597527"/>
                </a:lnTo>
                <a:cubicBezTo>
                  <a:pt x="542197" y="602856"/>
                  <a:pt x="537831" y="607216"/>
                  <a:pt x="532494" y="607216"/>
                </a:cubicBezTo>
                <a:lnTo>
                  <a:pt x="59672" y="607216"/>
                </a:lnTo>
                <a:cubicBezTo>
                  <a:pt x="54336" y="607216"/>
                  <a:pt x="49970" y="602856"/>
                  <a:pt x="49970" y="597527"/>
                </a:cubicBezTo>
                <a:lnTo>
                  <a:pt x="49970" y="332918"/>
                </a:lnTo>
                <a:cubicBezTo>
                  <a:pt x="46477" y="333983"/>
                  <a:pt x="42789" y="334468"/>
                  <a:pt x="39005" y="334468"/>
                </a:cubicBezTo>
                <a:cubicBezTo>
                  <a:pt x="28623" y="334468"/>
                  <a:pt x="18823" y="330495"/>
                  <a:pt x="11449" y="323132"/>
                </a:cubicBezTo>
                <a:cubicBezTo>
                  <a:pt x="4075" y="315768"/>
                  <a:pt x="0" y="305982"/>
                  <a:pt x="0" y="295615"/>
                </a:cubicBezTo>
                <a:cubicBezTo>
                  <a:pt x="0" y="285247"/>
                  <a:pt x="4075" y="275461"/>
                  <a:pt x="11449" y="268097"/>
                </a:cubicBezTo>
                <a:lnTo>
                  <a:pt x="42304" y="237286"/>
                </a:lnTo>
                <a:cubicBezTo>
                  <a:pt x="46088" y="233507"/>
                  <a:pt x="52201" y="233507"/>
                  <a:pt x="55985" y="237286"/>
                </a:cubicBezTo>
                <a:cubicBezTo>
                  <a:pt x="59770" y="241065"/>
                  <a:pt x="59770" y="247266"/>
                  <a:pt x="55985" y="251044"/>
                </a:cubicBezTo>
                <a:lnTo>
                  <a:pt x="25130" y="281856"/>
                </a:lnTo>
                <a:cubicBezTo>
                  <a:pt x="21443" y="285538"/>
                  <a:pt x="19406" y="290382"/>
                  <a:pt x="19406" y="295615"/>
                </a:cubicBezTo>
                <a:cubicBezTo>
                  <a:pt x="19406" y="300847"/>
                  <a:pt x="21443" y="305691"/>
                  <a:pt x="25130" y="309373"/>
                </a:cubicBezTo>
                <a:cubicBezTo>
                  <a:pt x="28817" y="313055"/>
                  <a:pt x="33766" y="315090"/>
                  <a:pt x="39005" y="315090"/>
                </a:cubicBezTo>
                <a:cubicBezTo>
                  <a:pt x="44148" y="315090"/>
                  <a:pt x="49096" y="313055"/>
                  <a:pt x="52783" y="309373"/>
                </a:cubicBezTo>
                <a:lnTo>
                  <a:pt x="289243" y="73346"/>
                </a:lnTo>
                <a:cubicBezTo>
                  <a:pt x="293027" y="69568"/>
                  <a:pt x="299140" y="69568"/>
                  <a:pt x="302924" y="73346"/>
                </a:cubicBezTo>
                <a:lnTo>
                  <a:pt x="539383" y="309373"/>
                </a:lnTo>
                <a:cubicBezTo>
                  <a:pt x="543071" y="313055"/>
                  <a:pt x="547922" y="315090"/>
                  <a:pt x="553162" y="315090"/>
                </a:cubicBezTo>
                <a:cubicBezTo>
                  <a:pt x="558401" y="315090"/>
                  <a:pt x="563253" y="313055"/>
                  <a:pt x="566940" y="309373"/>
                </a:cubicBezTo>
                <a:cubicBezTo>
                  <a:pt x="574605" y="301816"/>
                  <a:pt x="574605" y="289413"/>
                  <a:pt x="566940" y="281856"/>
                </a:cubicBezTo>
                <a:lnTo>
                  <a:pt x="309910" y="25095"/>
                </a:lnTo>
                <a:cubicBezTo>
                  <a:pt x="306223" y="21413"/>
                  <a:pt x="301275" y="19378"/>
                  <a:pt x="296035" y="19378"/>
                </a:cubicBezTo>
                <a:cubicBezTo>
                  <a:pt x="290893" y="19378"/>
                  <a:pt x="285944" y="21413"/>
                  <a:pt x="282257" y="25095"/>
                </a:cubicBezTo>
                <a:lnTo>
                  <a:pt x="83445" y="223624"/>
                </a:lnTo>
                <a:cubicBezTo>
                  <a:pt x="79660" y="227403"/>
                  <a:pt x="73548" y="227403"/>
                  <a:pt x="69763" y="223624"/>
                </a:cubicBezTo>
                <a:cubicBezTo>
                  <a:pt x="65979" y="219846"/>
                  <a:pt x="65979" y="213645"/>
                  <a:pt x="69763" y="209866"/>
                </a:cubicBezTo>
                <a:lnTo>
                  <a:pt x="268576" y="11433"/>
                </a:lnTo>
                <a:cubicBezTo>
                  <a:pt x="275853" y="4069"/>
                  <a:pt x="285653" y="0"/>
                  <a:pt x="296035"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0" name="iconfont-11655-2733922">
            <a:extLst>
              <a:ext uri="{FF2B5EF4-FFF2-40B4-BE49-F238E27FC236}">
                <a16:creationId xmlns:a16="http://schemas.microsoft.com/office/drawing/2014/main" id="{3BE02DDB-9871-43FE-8017-D3D1FE20231A}"/>
              </a:ext>
            </a:extLst>
          </p:cNvPr>
          <p:cNvSpPr>
            <a:spLocks noChangeAspect="1"/>
          </p:cNvSpPr>
          <p:nvPr/>
        </p:nvSpPr>
        <p:spPr bwMode="auto">
          <a:xfrm>
            <a:off x="9326880" y="2542169"/>
            <a:ext cx="436103" cy="406265"/>
          </a:xfrm>
          <a:custGeom>
            <a:avLst/>
            <a:gdLst>
              <a:gd name="T0" fmla="*/ 12468 w 12758"/>
              <a:gd name="T1" fmla="*/ 1741 h 11884"/>
              <a:gd name="T2" fmla="*/ 8454 w 12758"/>
              <a:gd name="T3" fmla="*/ 1741 h 11884"/>
              <a:gd name="T4" fmla="*/ 8454 w 12758"/>
              <a:gd name="T5" fmla="*/ 1266 h 11884"/>
              <a:gd name="T6" fmla="*/ 7250 w 12758"/>
              <a:gd name="T7" fmla="*/ 0 h 11884"/>
              <a:gd name="T8" fmla="*/ 5510 w 12758"/>
              <a:gd name="T9" fmla="*/ 0 h 11884"/>
              <a:gd name="T10" fmla="*/ 4402 w 12758"/>
              <a:gd name="T11" fmla="*/ 1266 h 11884"/>
              <a:gd name="T12" fmla="*/ 4402 w 12758"/>
              <a:gd name="T13" fmla="*/ 1741 h 11884"/>
              <a:gd name="T14" fmla="*/ 293 w 12758"/>
              <a:gd name="T15" fmla="*/ 1741 h 11884"/>
              <a:gd name="T16" fmla="*/ 0 w 12758"/>
              <a:gd name="T17" fmla="*/ 2034 h 11884"/>
              <a:gd name="T18" fmla="*/ 293 w 12758"/>
              <a:gd name="T19" fmla="*/ 2327 h 11884"/>
              <a:gd name="T20" fmla="*/ 1791 w 12758"/>
              <a:gd name="T21" fmla="*/ 2327 h 11884"/>
              <a:gd name="T22" fmla="*/ 1791 w 12758"/>
              <a:gd name="T23" fmla="*/ 9962 h 11884"/>
              <a:gd name="T24" fmla="*/ 3771 w 12758"/>
              <a:gd name="T25" fmla="*/ 11884 h 11884"/>
              <a:gd name="T26" fmla="*/ 8989 w 12758"/>
              <a:gd name="T27" fmla="*/ 11884 h 11884"/>
              <a:gd name="T28" fmla="*/ 11065 w 12758"/>
              <a:gd name="T29" fmla="*/ 9962 h 11884"/>
              <a:gd name="T30" fmla="*/ 11065 w 12758"/>
              <a:gd name="T31" fmla="*/ 2327 h 11884"/>
              <a:gd name="T32" fmla="*/ 12468 w 12758"/>
              <a:gd name="T33" fmla="*/ 2327 h 11884"/>
              <a:gd name="T34" fmla="*/ 12757 w 12758"/>
              <a:gd name="T35" fmla="*/ 2034 h 11884"/>
              <a:gd name="T36" fmla="*/ 12468 w 12758"/>
              <a:gd name="T37" fmla="*/ 1741 h 11884"/>
              <a:gd name="T38" fmla="*/ 4989 w 12758"/>
              <a:gd name="T39" fmla="*/ 1266 h 11884"/>
              <a:gd name="T40" fmla="*/ 5510 w 12758"/>
              <a:gd name="T41" fmla="*/ 585 h 11884"/>
              <a:gd name="T42" fmla="*/ 7250 w 12758"/>
              <a:gd name="T43" fmla="*/ 585 h 11884"/>
              <a:gd name="T44" fmla="*/ 7886 w 12758"/>
              <a:gd name="T45" fmla="*/ 1266 h 11884"/>
              <a:gd name="T46" fmla="*/ 7886 w 12758"/>
              <a:gd name="T47" fmla="*/ 1741 h 11884"/>
              <a:gd name="T48" fmla="*/ 4989 w 12758"/>
              <a:gd name="T49" fmla="*/ 1741 h 11884"/>
              <a:gd name="T50" fmla="*/ 4989 w 12758"/>
              <a:gd name="T51" fmla="*/ 1266 h 11884"/>
              <a:gd name="T52" fmla="*/ 10497 w 12758"/>
              <a:gd name="T53" fmla="*/ 9962 h 11884"/>
              <a:gd name="T54" fmla="*/ 8990 w 12758"/>
              <a:gd name="T55" fmla="*/ 11298 h 11884"/>
              <a:gd name="T56" fmla="*/ 3772 w 12758"/>
              <a:gd name="T57" fmla="*/ 11298 h 11884"/>
              <a:gd name="T58" fmla="*/ 2378 w 12758"/>
              <a:gd name="T59" fmla="*/ 9962 h 11884"/>
              <a:gd name="T60" fmla="*/ 2378 w 12758"/>
              <a:gd name="T61" fmla="*/ 2327 h 11884"/>
              <a:gd name="T62" fmla="*/ 10497 w 12758"/>
              <a:gd name="T63" fmla="*/ 2327 h 11884"/>
              <a:gd name="T64" fmla="*/ 10497 w 12758"/>
              <a:gd name="T65" fmla="*/ 9962 h 11884"/>
              <a:gd name="T66" fmla="*/ 6429 w 12758"/>
              <a:gd name="T67" fmla="*/ 3875 h 11884"/>
              <a:gd name="T68" fmla="*/ 6145 w 12758"/>
              <a:gd name="T69" fmla="*/ 4164 h 11884"/>
              <a:gd name="T70" fmla="*/ 6145 w 12758"/>
              <a:gd name="T71" fmla="*/ 9092 h 11884"/>
              <a:gd name="T72" fmla="*/ 6429 w 12758"/>
              <a:gd name="T73" fmla="*/ 9382 h 11884"/>
              <a:gd name="T74" fmla="*/ 6714 w 12758"/>
              <a:gd name="T75" fmla="*/ 9092 h 11884"/>
              <a:gd name="T76" fmla="*/ 6714 w 12758"/>
              <a:gd name="T77" fmla="*/ 4164 h 11884"/>
              <a:gd name="T78" fmla="*/ 6429 w 12758"/>
              <a:gd name="T79" fmla="*/ 3875 h 11884"/>
              <a:gd name="T80" fmla="*/ 4110 w 12758"/>
              <a:gd name="T81" fmla="*/ 4455 h 11884"/>
              <a:gd name="T82" fmla="*/ 3817 w 12758"/>
              <a:gd name="T83" fmla="*/ 4744 h 11884"/>
              <a:gd name="T84" fmla="*/ 3817 w 12758"/>
              <a:gd name="T85" fmla="*/ 8512 h 11884"/>
              <a:gd name="T86" fmla="*/ 4110 w 12758"/>
              <a:gd name="T87" fmla="*/ 8805 h 11884"/>
              <a:gd name="T88" fmla="*/ 4402 w 12758"/>
              <a:gd name="T89" fmla="*/ 8512 h 11884"/>
              <a:gd name="T90" fmla="*/ 4402 w 12758"/>
              <a:gd name="T91" fmla="*/ 4744 h 11884"/>
              <a:gd name="T92" fmla="*/ 4110 w 12758"/>
              <a:gd name="T93" fmla="*/ 4455 h 11884"/>
              <a:gd name="T94" fmla="*/ 8170 w 12758"/>
              <a:gd name="T95" fmla="*/ 4744 h 11884"/>
              <a:gd name="T96" fmla="*/ 8170 w 12758"/>
              <a:gd name="T97" fmla="*/ 8512 h 11884"/>
              <a:gd name="T98" fmla="*/ 8462 w 12758"/>
              <a:gd name="T99" fmla="*/ 8805 h 11884"/>
              <a:gd name="T100" fmla="*/ 8755 w 12758"/>
              <a:gd name="T101" fmla="*/ 8512 h 11884"/>
              <a:gd name="T102" fmla="*/ 8755 w 12758"/>
              <a:gd name="T103" fmla="*/ 4744 h 11884"/>
              <a:gd name="T104" fmla="*/ 8462 w 12758"/>
              <a:gd name="T105" fmla="*/ 4452 h 11884"/>
              <a:gd name="T106" fmla="*/ 8170 w 12758"/>
              <a:gd name="T107" fmla="*/ 4744 h 11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2758" h="11884">
                <a:moveTo>
                  <a:pt x="12468" y="1741"/>
                </a:moveTo>
                <a:lnTo>
                  <a:pt x="8454" y="1741"/>
                </a:lnTo>
                <a:lnTo>
                  <a:pt x="8454" y="1266"/>
                </a:lnTo>
                <a:cubicBezTo>
                  <a:pt x="8454" y="626"/>
                  <a:pt x="7890" y="0"/>
                  <a:pt x="7250" y="0"/>
                </a:cubicBezTo>
                <a:lnTo>
                  <a:pt x="5510" y="0"/>
                </a:lnTo>
                <a:cubicBezTo>
                  <a:pt x="4871" y="0"/>
                  <a:pt x="4402" y="626"/>
                  <a:pt x="4402" y="1266"/>
                </a:cubicBezTo>
                <a:lnTo>
                  <a:pt x="4402" y="1741"/>
                </a:lnTo>
                <a:lnTo>
                  <a:pt x="293" y="1741"/>
                </a:lnTo>
                <a:cubicBezTo>
                  <a:pt x="131" y="1741"/>
                  <a:pt x="0" y="1872"/>
                  <a:pt x="0" y="2034"/>
                </a:cubicBezTo>
                <a:cubicBezTo>
                  <a:pt x="0" y="2196"/>
                  <a:pt x="131" y="2327"/>
                  <a:pt x="293" y="2327"/>
                </a:cubicBezTo>
                <a:lnTo>
                  <a:pt x="1791" y="2327"/>
                </a:lnTo>
                <a:lnTo>
                  <a:pt x="1791" y="9962"/>
                </a:lnTo>
                <a:cubicBezTo>
                  <a:pt x="1791" y="11080"/>
                  <a:pt x="2652" y="11884"/>
                  <a:pt x="3771" y="11884"/>
                </a:cubicBezTo>
                <a:lnTo>
                  <a:pt x="8989" y="11884"/>
                </a:lnTo>
                <a:cubicBezTo>
                  <a:pt x="10107" y="11884"/>
                  <a:pt x="11065" y="11080"/>
                  <a:pt x="11065" y="9962"/>
                </a:cubicBezTo>
                <a:lnTo>
                  <a:pt x="11065" y="2327"/>
                </a:lnTo>
                <a:lnTo>
                  <a:pt x="12468" y="2327"/>
                </a:lnTo>
                <a:cubicBezTo>
                  <a:pt x="12628" y="2325"/>
                  <a:pt x="12757" y="2194"/>
                  <a:pt x="12757" y="2034"/>
                </a:cubicBezTo>
                <a:cubicBezTo>
                  <a:pt x="12758" y="1873"/>
                  <a:pt x="12629" y="1743"/>
                  <a:pt x="12468" y="1741"/>
                </a:cubicBezTo>
                <a:close/>
                <a:moveTo>
                  <a:pt x="4989" y="1266"/>
                </a:moveTo>
                <a:cubicBezTo>
                  <a:pt x="4989" y="947"/>
                  <a:pt x="5192" y="585"/>
                  <a:pt x="5510" y="585"/>
                </a:cubicBezTo>
                <a:lnTo>
                  <a:pt x="7250" y="585"/>
                </a:lnTo>
                <a:cubicBezTo>
                  <a:pt x="7570" y="585"/>
                  <a:pt x="7886" y="946"/>
                  <a:pt x="7886" y="1266"/>
                </a:cubicBezTo>
                <a:lnTo>
                  <a:pt x="7886" y="1741"/>
                </a:lnTo>
                <a:lnTo>
                  <a:pt x="4989" y="1741"/>
                </a:lnTo>
                <a:lnTo>
                  <a:pt x="4989" y="1266"/>
                </a:lnTo>
                <a:close/>
                <a:moveTo>
                  <a:pt x="10497" y="9962"/>
                </a:moveTo>
                <a:cubicBezTo>
                  <a:pt x="10497" y="10760"/>
                  <a:pt x="9789" y="11298"/>
                  <a:pt x="8990" y="11298"/>
                </a:cubicBezTo>
                <a:lnTo>
                  <a:pt x="3772" y="11298"/>
                </a:lnTo>
                <a:cubicBezTo>
                  <a:pt x="2974" y="11298"/>
                  <a:pt x="2378" y="10760"/>
                  <a:pt x="2378" y="9962"/>
                </a:cubicBezTo>
                <a:lnTo>
                  <a:pt x="2378" y="2327"/>
                </a:lnTo>
                <a:lnTo>
                  <a:pt x="10497" y="2327"/>
                </a:lnTo>
                <a:lnTo>
                  <a:pt x="10497" y="9962"/>
                </a:lnTo>
                <a:close/>
                <a:moveTo>
                  <a:pt x="6429" y="3875"/>
                </a:moveTo>
                <a:cubicBezTo>
                  <a:pt x="6269" y="3875"/>
                  <a:pt x="6145" y="4004"/>
                  <a:pt x="6145" y="4164"/>
                </a:cubicBezTo>
                <a:lnTo>
                  <a:pt x="6145" y="9092"/>
                </a:lnTo>
                <a:cubicBezTo>
                  <a:pt x="6145" y="9252"/>
                  <a:pt x="6269" y="9382"/>
                  <a:pt x="6429" y="9382"/>
                </a:cubicBezTo>
                <a:cubicBezTo>
                  <a:pt x="6589" y="9382"/>
                  <a:pt x="6714" y="9252"/>
                  <a:pt x="6714" y="9092"/>
                </a:cubicBezTo>
                <a:lnTo>
                  <a:pt x="6714" y="4164"/>
                </a:lnTo>
                <a:cubicBezTo>
                  <a:pt x="6714" y="4004"/>
                  <a:pt x="6589" y="3875"/>
                  <a:pt x="6429" y="3875"/>
                </a:cubicBezTo>
                <a:moveTo>
                  <a:pt x="4110" y="4455"/>
                </a:moveTo>
                <a:cubicBezTo>
                  <a:pt x="3950" y="4454"/>
                  <a:pt x="3819" y="4584"/>
                  <a:pt x="3817" y="4744"/>
                </a:cubicBezTo>
                <a:lnTo>
                  <a:pt x="3817" y="8512"/>
                </a:lnTo>
                <a:cubicBezTo>
                  <a:pt x="3817" y="8674"/>
                  <a:pt x="3948" y="8805"/>
                  <a:pt x="4110" y="8805"/>
                </a:cubicBezTo>
                <a:cubicBezTo>
                  <a:pt x="4271" y="8805"/>
                  <a:pt x="4402" y="8674"/>
                  <a:pt x="4402" y="8512"/>
                </a:cubicBezTo>
                <a:lnTo>
                  <a:pt x="4402" y="4744"/>
                </a:lnTo>
                <a:cubicBezTo>
                  <a:pt x="4402" y="4584"/>
                  <a:pt x="4270" y="4455"/>
                  <a:pt x="4110" y="4455"/>
                </a:cubicBezTo>
                <a:moveTo>
                  <a:pt x="8170" y="4744"/>
                </a:moveTo>
                <a:lnTo>
                  <a:pt x="8170" y="8512"/>
                </a:lnTo>
                <a:cubicBezTo>
                  <a:pt x="8170" y="8674"/>
                  <a:pt x="8301" y="8805"/>
                  <a:pt x="8462" y="8805"/>
                </a:cubicBezTo>
                <a:cubicBezTo>
                  <a:pt x="8624" y="8805"/>
                  <a:pt x="8755" y="8674"/>
                  <a:pt x="8755" y="8512"/>
                </a:cubicBezTo>
                <a:lnTo>
                  <a:pt x="8755" y="4744"/>
                </a:lnTo>
                <a:cubicBezTo>
                  <a:pt x="8755" y="4583"/>
                  <a:pt x="8624" y="4452"/>
                  <a:pt x="8462" y="4452"/>
                </a:cubicBezTo>
                <a:cubicBezTo>
                  <a:pt x="8301" y="4452"/>
                  <a:pt x="8170" y="4583"/>
                  <a:pt x="8170" y="4744"/>
                </a:cubicBezTo>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1" name="iconfont-11650-5539266">
            <a:extLst>
              <a:ext uri="{FF2B5EF4-FFF2-40B4-BE49-F238E27FC236}">
                <a16:creationId xmlns:a16="http://schemas.microsoft.com/office/drawing/2014/main" id="{A556F6E7-744C-4C66-93A3-AC99157842DD}"/>
              </a:ext>
            </a:extLst>
          </p:cNvPr>
          <p:cNvSpPr>
            <a:spLocks noChangeAspect="1"/>
          </p:cNvSpPr>
          <p:nvPr/>
        </p:nvSpPr>
        <p:spPr bwMode="auto">
          <a:xfrm>
            <a:off x="10725294" y="2557088"/>
            <a:ext cx="436103" cy="436318"/>
          </a:xfrm>
          <a:custGeom>
            <a:avLst/>
            <a:gdLst>
              <a:gd name="connsiteX0" fmla="*/ 71911 w 531603"/>
              <a:gd name="connsiteY0" fmla="*/ 440455 h 531866"/>
              <a:gd name="connsiteX1" fmla="*/ 72115 w 531603"/>
              <a:gd name="connsiteY1" fmla="*/ 440550 h 531866"/>
              <a:gd name="connsiteX2" fmla="*/ 71638 w 531603"/>
              <a:gd name="connsiteY2" fmla="*/ 440550 h 531866"/>
              <a:gd name="connsiteX3" fmla="*/ 53904 w 531603"/>
              <a:gd name="connsiteY3" fmla="*/ 382636 h 531866"/>
              <a:gd name="connsiteX4" fmla="*/ 62590 w 531603"/>
              <a:gd name="connsiteY4" fmla="*/ 389870 h 531866"/>
              <a:gd name="connsiteX5" fmla="*/ 82401 w 531603"/>
              <a:gd name="connsiteY5" fmla="*/ 417592 h 531866"/>
              <a:gd name="connsiteX6" fmla="*/ 80639 w 531603"/>
              <a:gd name="connsiteY6" fmla="*/ 437406 h 531866"/>
              <a:gd name="connsiteX7" fmla="*/ 71911 w 531603"/>
              <a:gd name="connsiteY7" fmla="*/ 440455 h 531866"/>
              <a:gd name="connsiteX8" fmla="*/ 61351 w 531603"/>
              <a:gd name="connsiteY8" fmla="*/ 435501 h 531866"/>
              <a:gd name="connsiteX9" fmla="*/ 38587 w 531603"/>
              <a:gd name="connsiteY9" fmla="*/ 404493 h 531866"/>
              <a:gd name="connsiteX10" fmla="*/ 42682 w 531603"/>
              <a:gd name="connsiteY10" fmla="*/ 384154 h 531866"/>
              <a:gd name="connsiteX11" fmla="*/ 53904 w 531603"/>
              <a:gd name="connsiteY11" fmla="*/ 382636 h 531866"/>
              <a:gd name="connsiteX12" fmla="*/ 246284 w 531603"/>
              <a:gd name="connsiteY12" fmla="*/ 266727 h 531866"/>
              <a:gd name="connsiteX13" fmla="*/ 265987 w 531603"/>
              <a:gd name="connsiteY13" fmla="*/ 286427 h 531866"/>
              <a:gd name="connsiteX14" fmla="*/ 196212 w 531603"/>
              <a:gd name="connsiteY14" fmla="*/ 356118 h 531866"/>
              <a:gd name="connsiteX15" fmla="*/ 186309 w 531603"/>
              <a:gd name="connsiteY15" fmla="*/ 360547 h 531866"/>
              <a:gd name="connsiteX16" fmla="*/ 176406 w 531603"/>
              <a:gd name="connsiteY16" fmla="*/ 336687 h 531866"/>
              <a:gd name="connsiteX17" fmla="*/ 285919 w 531603"/>
              <a:gd name="connsiteY17" fmla="*/ 266518 h 531866"/>
              <a:gd name="connsiteX18" fmla="*/ 356101 w 531603"/>
              <a:gd name="connsiteY18" fmla="*/ 336523 h 531866"/>
              <a:gd name="connsiteX19" fmla="*/ 346195 w 531603"/>
              <a:gd name="connsiteY19" fmla="*/ 360434 h 531866"/>
              <a:gd name="connsiteX20" fmla="*/ 345957 w 531603"/>
              <a:gd name="connsiteY20" fmla="*/ 360529 h 531866"/>
              <a:gd name="connsiteX21" fmla="*/ 336051 w 531603"/>
              <a:gd name="connsiteY21" fmla="*/ 356480 h 531866"/>
              <a:gd name="connsiteX22" fmla="*/ 265987 w 531603"/>
              <a:gd name="connsiteY22" fmla="*/ 286427 h 531866"/>
              <a:gd name="connsiteX23" fmla="*/ 185271 w 531603"/>
              <a:gd name="connsiteY23" fmla="*/ 171896 h 531866"/>
              <a:gd name="connsiteX24" fmla="*/ 195177 w 531603"/>
              <a:gd name="connsiteY24" fmla="*/ 176005 h 531866"/>
              <a:gd name="connsiteX25" fmla="*/ 266169 w 531603"/>
              <a:gd name="connsiteY25" fmla="*/ 246818 h 531866"/>
              <a:gd name="connsiteX26" fmla="*/ 246284 w 531603"/>
              <a:gd name="connsiteY26" fmla="*/ 266727 h 531866"/>
              <a:gd name="connsiteX27" fmla="*/ 175365 w 531603"/>
              <a:gd name="connsiteY27" fmla="*/ 195819 h 531866"/>
              <a:gd name="connsiteX28" fmla="*/ 175365 w 531603"/>
              <a:gd name="connsiteY28" fmla="*/ 176005 h 531866"/>
              <a:gd name="connsiteX29" fmla="*/ 185271 w 531603"/>
              <a:gd name="connsiteY29" fmla="*/ 171896 h 531866"/>
              <a:gd name="connsiteX30" fmla="*/ 346902 w 531603"/>
              <a:gd name="connsiteY30" fmla="*/ 171797 h 531866"/>
              <a:gd name="connsiteX31" fmla="*/ 356805 w 531603"/>
              <a:gd name="connsiteY31" fmla="*/ 175905 h 531866"/>
              <a:gd name="connsiteX32" fmla="*/ 356805 w 531603"/>
              <a:gd name="connsiteY32" fmla="*/ 195717 h 531866"/>
              <a:gd name="connsiteX33" fmla="*/ 285919 w 531603"/>
              <a:gd name="connsiteY33" fmla="*/ 266518 h 531866"/>
              <a:gd name="connsiteX34" fmla="*/ 266169 w 531603"/>
              <a:gd name="connsiteY34" fmla="*/ 246818 h 531866"/>
              <a:gd name="connsiteX35" fmla="*/ 336998 w 531603"/>
              <a:gd name="connsiteY35" fmla="*/ 175905 h 531866"/>
              <a:gd name="connsiteX36" fmla="*/ 346902 w 531603"/>
              <a:gd name="connsiteY36" fmla="*/ 171797 h 531866"/>
              <a:gd name="connsiteX37" fmla="*/ 270238 w 531603"/>
              <a:gd name="connsiteY37" fmla="*/ 38 h 531866"/>
              <a:gd name="connsiteX38" fmla="*/ 424886 w 531603"/>
              <a:gd name="connsiteY38" fmla="*/ 52870 h 531866"/>
              <a:gd name="connsiteX39" fmla="*/ 518035 w 531603"/>
              <a:gd name="connsiteY39" fmla="*/ 349564 h 531866"/>
              <a:gd name="connsiteX40" fmla="*/ 265923 w 531603"/>
              <a:gd name="connsiteY40" fmla="*/ 531581 h 531866"/>
              <a:gd name="connsiteX41" fmla="*/ 265923 w 531603"/>
              <a:gd name="connsiteY41" fmla="*/ 531866 h 531866"/>
              <a:gd name="connsiteX42" fmla="*/ 112769 w 531603"/>
              <a:gd name="connsiteY42" fmla="*/ 483100 h 531866"/>
              <a:gd name="connsiteX43" fmla="*/ 109388 w 531603"/>
              <a:gd name="connsiteY43" fmla="*/ 463574 h 531866"/>
              <a:gd name="connsiteX44" fmla="*/ 128865 w 531603"/>
              <a:gd name="connsiteY44" fmla="*/ 460241 h 531866"/>
              <a:gd name="connsiteX45" fmla="*/ 434220 w 531603"/>
              <a:gd name="connsiteY45" fmla="*/ 433286 h 531866"/>
              <a:gd name="connsiteX46" fmla="*/ 458507 w 531603"/>
              <a:gd name="connsiteY46" fmla="*/ 127734 h 531866"/>
              <a:gd name="connsiteX47" fmla="*/ 161344 w 531603"/>
              <a:gd name="connsiteY47" fmla="*/ 52680 h 531866"/>
              <a:gd name="connsiteX48" fmla="*/ 37811 w 531603"/>
              <a:gd name="connsiteY48" fmla="*/ 333229 h 531866"/>
              <a:gd name="connsiteX49" fmla="*/ 27906 w 531603"/>
              <a:gd name="connsiteY49" fmla="*/ 349326 h 531866"/>
              <a:gd name="connsiteX50" fmla="*/ 10905 w 531603"/>
              <a:gd name="connsiteY50" fmla="*/ 341087 h 531866"/>
              <a:gd name="connsiteX51" fmla="*/ 113912 w 531603"/>
              <a:gd name="connsiteY51" fmla="*/ 47680 h 531866"/>
              <a:gd name="connsiteX52" fmla="*/ 270238 w 531603"/>
              <a:gd name="connsiteY52" fmla="*/ 38 h 53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531603" h="531866">
                <a:moveTo>
                  <a:pt x="71911" y="440455"/>
                </a:moveTo>
                <a:lnTo>
                  <a:pt x="72115" y="440550"/>
                </a:lnTo>
                <a:lnTo>
                  <a:pt x="71638" y="440550"/>
                </a:lnTo>
                <a:close/>
                <a:moveTo>
                  <a:pt x="53904" y="382636"/>
                </a:moveTo>
                <a:cubicBezTo>
                  <a:pt x="57541" y="383678"/>
                  <a:pt x="60756" y="386179"/>
                  <a:pt x="62590" y="389870"/>
                </a:cubicBezTo>
                <a:cubicBezTo>
                  <a:pt x="68543" y="399587"/>
                  <a:pt x="75163" y="408827"/>
                  <a:pt x="82401" y="417592"/>
                </a:cubicBezTo>
                <a:cubicBezTo>
                  <a:pt x="87402" y="423546"/>
                  <a:pt x="86592" y="432405"/>
                  <a:pt x="80639" y="437406"/>
                </a:cubicBezTo>
                <a:lnTo>
                  <a:pt x="71911" y="440455"/>
                </a:lnTo>
                <a:lnTo>
                  <a:pt x="61351" y="435501"/>
                </a:lnTo>
                <a:cubicBezTo>
                  <a:pt x="53017" y="425737"/>
                  <a:pt x="45397" y="415353"/>
                  <a:pt x="38587" y="404493"/>
                </a:cubicBezTo>
                <a:cubicBezTo>
                  <a:pt x="33729" y="397825"/>
                  <a:pt x="35634" y="388441"/>
                  <a:pt x="42682" y="384154"/>
                </a:cubicBezTo>
                <a:cubicBezTo>
                  <a:pt x="46207" y="382011"/>
                  <a:pt x="50267" y="381594"/>
                  <a:pt x="53904" y="382636"/>
                </a:cubicBezTo>
                <a:close/>
                <a:moveTo>
                  <a:pt x="246284" y="266727"/>
                </a:moveTo>
                <a:lnTo>
                  <a:pt x="265987" y="286427"/>
                </a:lnTo>
                <a:lnTo>
                  <a:pt x="196212" y="356118"/>
                </a:lnTo>
                <a:cubicBezTo>
                  <a:pt x="193641" y="358881"/>
                  <a:pt x="190070" y="360500"/>
                  <a:pt x="186309" y="360547"/>
                </a:cubicBezTo>
                <a:cubicBezTo>
                  <a:pt x="173787" y="360595"/>
                  <a:pt x="167550" y="345498"/>
                  <a:pt x="176406" y="336687"/>
                </a:cubicBezTo>
                <a:close/>
                <a:moveTo>
                  <a:pt x="285919" y="266518"/>
                </a:moveTo>
                <a:lnTo>
                  <a:pt x="356101" y="336523"/>
                </a:lnTo>
                <a:cubicBezTo>
                  <a:pt x="364959" y="345335"/>
                  <a:pt x="358673" y="360481"/>
                  <a:pt x="346195" y="360434"/>
                </a:cubicBezTo>
                <a:lnTo>
                  <a:pt x="345957" y="360529"/>
                </a:lnTo>
                <a:cubicBezTo>
                  <a:pt x="342242" y="360577"/>
                  <a:pt x="338670" y="359100"/>
                  <a:pt x="336051" y="356480"/>
                </a:cubicBezTo>
                <a:lnTo>
                  <a:pt x="265987" y="286427"/>
                </a:lnTo>
                <a:close/>
                <a:moveTo>
                  <a:pt x="185271" y="171896"/>
                </a:moveTo>
                <a:cubicBezTo>
                  <a:pt x="188855" y="171896"/>
                  <a:pt x="192439" y="173266"/>
                  <a:pt x="195177" y="176005"/>
                </a:cubicBezTo>
                <a:lnTo>
                  <a:pt x="266169" y="246818"/>
                </a:lnTo>
                <a:lnTo>
                  <a:pt x="246284" y="266727"/>
                </a:lnTo>
                <a:lnTo>
                  <a:pt x="175365" y="195819"/>
                </a:lnTo>
                <a:cubicBezTo>
                  <a:pt x="169888" y="190342"/>
                  <a:pt x="169888" y="181482"/>
                  <a:pt x="175365" y="176005"/>
                </a:cubicBezTo>
                <a:cubicBezTo>
                  <a:pt x="178104" y="173266"/>
                  <a:pt x="181687" y="171896"/>
                  <a:pt x="185271" y="171896"/>
                </a:cubicBezTo>
                <a:close/>
                <a:moveTo>
                  <a:pt x="346902" y="171797"/>
                </a:moveTo>
                <a:cubicBezTo>
                  <a:pt x="350484" y="171797"/>
                  <a:pt x="354067" y="173166"/>
                  <a:pt x="356805" y="175905"/>
                </a:cubicBezTo>
                <a:cubicBezTo>
                  <a:pt x="362280" y="181382"/>
                  <a:pt x="362280" y="190240"/>
                  <a:pt x="356805" y="195717"/>
                </a:cubicBezTo>
                <a:lnTo>
                  <a:pt x="285919" y="266518"/>
                </a:lnTo>
                <a:lnTo>
                  <a:pt x="266169" y="246818"/>
                </a:lnTo>
                <a:lnTo>
                  <a:pt x="336998" y="175905"/>
                </a:lnTo>
                <a:cubicBezTo>
                  <a:pt x="339736" y="173166"/>
                  <a:pt x="343319" y="171797"/>
                  <a:pt x="346902" y="171797"/>
                </a:cubicBezTo>
                <a:close/>
                <a:moveTo>
                  <a:pt x="270238" y="38"/>
                </a:moveTo>
                <a:cubicBezTo>
                  <a:pt x="324772" y="949"/>
                  <a:pt x="379026" y="18605"/>
                  <a:pt x="424886" y="52870"/>
                </a:cubicBezTo>
                <a:cubicBezTo>
                  <a:pt x="516559" y="121401"/>
                  <a:pt x="554133" y="240935"/>
                  <a:pt x="518035" y="349564"/>
                </a:cubicBezTo>
                <a:cubicBezTo>
                  <a:pt x="481985" y="458193"/>
                  <a:pt x="380407" y="531533"/>
                  <a:pt x="265923" y="531581"/>
                </a:cubicBezTo>
                <a:lnTo>
                  <a:pt x="265923" y="531866"/>
                </a:lnTo>
                <a:cubicBezTo>
                  <a:pt x="211014" y="531914"/>
                  <a:pt x="157486" y="514865"/>
                  <a:pt x="112769" y="483100"/>
                </a:cubicBezTo>
                <a:cubicBezTo>
                  <a:pt x="106435" y="478623"/>
                  <a:pt x="104911" y="469908"/>
                  <a:pt x="109388" y="463574"/>
                </a:cubicBezTo>
                <a:cubicBezTo>
                  <a:pt x="113864" y="457288"/>
                  <a:pt x="122579" y="455764"/>
                  <a:pt x="128865" y="460241"/>
                </a:cubicBezTo>
                <a:cubicBezTo>
                  <a:pt x="223634" y="526914"/>
                  <a:pt x="352643" y="515532"/>
                  <a:pt x="434220" y="433286"/>
                </a:cubicBezTo>
                <a:cubicBezTo>
                  <a:pt x="515797" y="350993"/>
                  <a:pt x="526036" y="221886"/>
                  <a:pt x="458507" y="127734"/>
                </a:cubicBezTo>
                <a:cubicBezTo>
                  <a:pt x="391026" y="33583"/>
                  <a:pt x="265446" y="1818"/>
                  <a:pt x="161344" y="52680"/>
                </a:cubicBezTo>
                <a:cubicBezTo>
                  <a:pt x="57241" y="103542"/>
                  <a:pt x="5047" y="222076"/>
                  <a:pt x="37811" y="333229"/>
                </a:cubicBezTo>
                <a:cubicBezTo>
                  <a:pt x="39145" y="340325"/>
                  <a:pt x="34859" y="347326"/>
                  <a:pt x="27906" y="349326"/>
                </a:cubicBezTo>
                <a:cubicBezTo>
                  <a:pt x="21001" y="351374"/>
                  <a:pt x="13619" y="347802"/>
                  <a:pt x="10905" y="341087"/>
                </a:cubicBezTo>
                <a:cubicBezTo>
                  <a:pt x="-21526" y="231315"/>
                  <a:pt x="20001" y="113066"/>
                  <a:pt x="113912" y="47680"/>
                </a:cubicBezTo>
                <a:cubicBezTo>
                  <a:pt x="160892" y="14962"/>
                  <a:pt x="215705" y="-872"/>
                  <a:pt x="270238" y="38"/>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2" name="iconfont-11650-5539268">
            <a:extLst>
              <a:ext uri="{FF2B5EF4-FFF2-40B4-BE49-F238E27FC236}">
                <a16:creationId xmlns:a16="http://schemas.microsoft.com/office/drawing/2014/main" id="{C75BDC86-C836-4294-A16E-14A9CEC644ED}"/>
              </a:ext>
            </a:extLst>
          </p:cNvPr>
          <p:cNvSpPr>
            <a:spLocks noChangeAspect="1"/>
          </p:cNvSpPr>
          <p:nvPr/>
        </p:nvSpPr>
        <p:spPr bwMode="auto">
          <a:xfrm>
            <a:off x="935735" y="3421802"/>
            <a:ext cx="436103" cy="392071"/>
          </a:xfrm>
          <a:custGeom>
            <a:avLst/>
            <a:gdLst>
              <a:gd name="T0" fmla="*/ 11237 w 11637"/>
              <a:gd name="T1" fmla="*/ 3115 h 10462"/>
              <a:gd name="T2" fmla="*/ 8936 w 11637"/>
              <a:gd name="T3" fmla="*/ 3115 h 10462"/>
              <a:gd name="T4" fmla="*/ 8936 w 11637"/>
              <a:gd name="T5" fmla="*/ 2118 h 10462"/>
              <a:gd name="T6" fmla="*/ 9090 w 11637"/>
              <a:gd name="T7" fmla="*/ 1782 h 10462"/>
              <a:gd name="T8" fmla="*/ 10365 w 11637"/>
              <a:gd name="T9" fmla="*/ 486 h 10462"/>
              <a:gd name="T10" fmla="*/ 10445 w 11637"/>
              <a:gd name="T11" fmla="*/ 166 h 10462"/>
              <a:gd name="T12" fmla="*/ 10109 w 11637"/>
              <a:gd name="T13" fmla="*/ 0 h 10462"/>
              <a:gd name="T14" fmla="*/ 9768 w 11637"/>
              <a:gd name="T15" fmla="*/ 182 h 10462"/>
              <a:gd name="T16" fmla="*/ 8576 w 11637"/>
              <a:gd name="T17" fmla="*/ 1350 h 10462"/>
              <a:gd name="T18" fmla="*/ 8362 w 11637"/>
              <a:gd name="T19" fmla="*/ 1800 h 10462"/>
              <a:gd name="T20" fmla="*/ 8362 w 11637"/>
              <a:gd name="T21" fmla="*/ 3134 h 10462"/>
              <a:gd name="T22" fmla="*/ 5418 w 11637"/>
              <a:gd name="T23" fmla="*/ 3134 h 10462"/>
              <a:gd name="T24" fmla="*/ 5032 w 11637"/>
              <a:gd name="T25" fmla="*/ 3512 h 10462"/>
              <a:gd name="T26" fmla="*/ 5520 w 11637"/>
              <a:gd name="T27" fmla="*/ 4027 h 10462"/>
              <a:gd name="T28" fmla="*/ 5557 w 11637"/>
              <a:gd name="T29" fmla="*/ 4192 h 10462"/>
              <a:gd name="T30" fmla="*/ 6277 w 11637"/>
              <a:gd name="T31" fmla="*/ 9968 h 10462"/>
              <a:gd name="T32" fmla="*/ 6810 w 11637"/>
              <a:gd name="T33" fmla="*/ 10462 h 10462"/>
              <a:gd name="T34" fmla="*/ 9890 w 11637"/>
              <a:gd name="T35" fmla="*/ 10462 h 10462"/>
              <a:gd name="T36" fmla="*/ 10410 w 11637"/>
              <a:gd name="T37" fmla="*/ 10022 h 10462"/>
              <a:gd name="T38" fmla="*/ 10786 w 11637"/>
              <a:gd name="T39" fmla="*/ 6942 h 10462"/>
              <a:gd name="T40" fmla="*/ 11146 w 11637"/>
              <a:gd name="T41" fmla="*/ 4008 h 10462"/>
              <a:gd name="T42" fmla="*/ 11280 w 11637"/>
              <a:gd name="T43" fmla="*/ 3990 h 10462"/>
              <a:gd name="T44" fmla="*/ 11634 w 11637"/>
              <a:gd name="T45" fmla="*/ 3456 h 10462"/>
              <a:gd name="T46" fmla="*/ 11237 w 11637"/>
              <a:gd name="T47" fmla="*/ 3115 h 10462"/>
              <a:gd name="T48" fmla="*/ 10170 w 11637"/>
              <a:gd name="T49" fmla="*/ 7531 h 10462"/>
              <a:gd name="T50" fmla="*/ 9965 w 11637"/>
              <a:gd name="T51" fmla="*/ 9510 h 10462"/>
              <a:gd name="T52" fmla="*/ 9637 w 11637"/>
              <a:gd name="T53" fmla="*/ 9827 h 10462"/>
              <a:gd name="T54" fmla="*/ 7146 w 11637"/>
              <a:gd name="T55" fmla="*/ 9827 h 10462"/>
              <a:gd name="T56" fmla="*/ 6840 w 11637"/>
              <a:gd name="T57" fmla="*/ 9560 h 10462"/>
              <a:gd name="T58" fmla="*/ 6152 w 11637"/>
              <a:gd name="T59" fmla="*/ 3987 h 10462"/>
              <a:gd name="T60" fmla="*/ 10546 w 11637"/>
              <a:gd name="T61" fmla="*/ 3987 h 10462"/>
              <a:gd name="T62" fmla="*/ 10170 w 11637"/>
              <a:gd name="T63" fmla="*/ 7542 h 10462"/>
              <a:gd name="T64" fmla="*/ 10170 w 11637"/>
              <a:gd name="T65" fmla="*/ 7531 h 10462"/>
              <a:gd name="T66" fmla="*/ 4800 w 11637"/>
              <a:gd name="T67" fmla="*/ 7486 h 10462"/>
              <a:gd name="T68" fmla="*/ 266 w 11637"/>
              <a:gd name="T69" fmla="*/ 7486 h 10462"/>
              <a:gd name="T70" fmla="*/ 0 w 11637"/>
              <a:gd name="T71" fmla="*/ 7219 h 10462"/>
              <a:gd name="T72" fmla="*/ 266 w 11637"/>
              <a:gd name="T73" fmla="*/ 6952 h 10462"/>
              <a:gd name="T74" fmla="*/ 4800 w 11637"/>
              <a:gd name="T75" fmla="*/ 6952 h 10462"/>
              <a:gd name="T76" fmla="*/ 5066 w 11637"/>
              <a:gd name="T77" fmla="*/ 7219 h 10462"/>
              <a:gd name="T78" fmla="*/ 4800 w 11637"/>
              <a:gd name="T79" fmla="*/ 7486 h 10462"/>
              <a:gd name="T80" fmla="*/ 4968 w 11637"/>
              <a:gd name="T81" fmla="*/ 6315 h 10462"/>
              <a:gd name="T82" fmla="*/ 850 w 11637"/>
              <a:gd name="T83" fmla="*/ 6315 h 10462"/>
              <a:gd name="T84" fmla="*/ 2405 w 11637"/>
              <a:gd name="T85" fmla="*/ 4910 h 10462"/>
              <a:gd name="T86" fmla="*/ 4680 w 11637"/>
              <a:gd name="T87" fmla="*/ 4910 h 10462"/>
              <a:gd name="T88" fmla="*/ 4576 w 11637"/>
              <a:gd name="T89" fmla="*/ 4400 h 10462"/>
              <a:gd name="T90" fmla="*/ 2405 w 11637"/>
              <a:gd name="T91" fmla="*/ 4400 h 10462"/>
              <a:gd name="T92" fmla="*/ 333 w 11637"/>
              <a:gd name="T93" fmla="*/ 6472 h 10462"/>
              <a:gd name="T94" fmla="*/ 685 w 11637"/>
              <a:gd name="T95" fmla="*/ 6824 h 10462"/>
              <a:gd name="T96" fmla="*/ 5074 w 11637"/>
              <a:gd name="T97" fmla="*/ 6824 h 10462"/>
              <a:gd name="T98" fmla="*/ 4968 w 11637"/>
              <a:gd name="T99" fmla="*/ 6315 h 10462"/>
              <a:gd name="T100" fmla="*/ 5501 w 11637"/>
              <a:gd name="T101" fmla="*/ 9515 h 10462"/>
              <a:gd name="T102" fmla="*/ 2405 w 11637"/>
              <a:gd name="T103" fmla="*/ 9515 h 10462"/>
              <a:gd name="T104" fmla="*/ 850 w 11637"/>
              <a:gd name="T105" fmla="*/ 8110 h 10462"/>
              <a:gd name="T106" fmla="*/ 5344 w 11637"/>
              <a:gd name="T107" fmla="*/ 8110 h 10462"/>
              <a:gd name="T108" fmla="*/ 5234 w 11637"/>
              <a:gd name="T109" fmla="*/ 7611 h 10462"/>
              <a:gd name="T110" fmla="*/ 685 w 11637"/>
              <a:gd name="T111" fmla="*/ 7611 h 10462"/>
              <a:gd name="T112" fmla="*/ 333 w 11637"/>
              <a:gd name="T113" fmla="*/ 7963 h 10462"/>
              <a:gd name="T114" fmla="*/ 2405 w 11637"/>
              <a:gd name="T115" fmla="*/ 10035 h 10462"/>
              <a:gd name="T116" fmla="*/ 5501 w 11637"/>
              <a:gd name="T117" fmla="*/ 10035 h 10462"/>
              <a:gd name="T118" fmla="*/ 5501 w 11637"/>
              <a:gd name="T119" fmla="*/ 9515 h 104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637" h="10462">
                <a:moveTo>
                  <a:pt x="11237" y="3115"/>
                </a:moveTo>
                <a:lnTo>
                  <a:pt x="8936" y="3115"/>
                </a:lnTo>
                <a:cubicBezTo>
                  <a:pt x="8936" y="2758"/>
                  <a:pt x="8922" y="2435"/>
                  <a:pt x="8936" y="2118"/>
                </a:cubicBezTo>
                <a:cubicBezTo>
                  <a:pt x="8951" y="1992"/>
                  <a:pt x="9005" y="1875"/>
                  <a:pt x="9090" y="1782"/>
                </a:cubicBezTo>
                <a:cubicBezTo>
                  <a:pt x="9501" y="1342"/>
                  <a:pt x="9946" y="923"/>
                  <a:pt x="10365" y="486"/>
                </a:cubicBezTo>
                <a:cubicBezTo>
                  <a:pt x="10434" y="411"/>
                  <a:pt x="10488" y="219"/>
                  <a:pt x="10445" y="166"/>
                </a:cubicBezTo>
                <a:cubicBezTo>
                  <a:pt x="10363" y="63"/>
                  <a:pt x="10240" y="2"/>
                  <a:pt x="10109" y="0"/>
                </a:cubicBezTo>
                <a:cubicBezTo>
                  <a:pt x="9979" y="24"/>
                  <a:pt x="9860" y="87"/>
                  <a:pt x="9768" y="182"/>
                </a:cubicBezTo>
                <a:cubicBezTo>
                  <a:pt x="9362" y="563"/>
                  <a:pt x="8968" y="947"/>
                  <a:pt x="8576" y="1350"/>
                </a:cubicBezTo>
                <a:cubicBezTo>
                  <a:pt x="8458" y="1473"/>
                  <a:pt x="8384" y="1631"/>
                  <a:pt x="8362" y="1800"/>
                </a:cubicBezTo>
                <a:cubicBezTo>
                  <a:pt x="8333" y="2227"/>
                  <a:pt x="8362" y="2656"/>
                  <a:pt x="8362" y="3134"/>
                </a:cubicBezTo>
                <a:lnTo>
                  <a:pt x="5418" y="3134"/>
                </a:lnTo>
                <a:cubicBezTo>
                  <a:pt x="5152" y="3134"/>
                  <a:pt x="5024" y="3222"/>
                  <a:pt x="5032" y="3512"/>
                </a:cubicBezTo>
                <a:cubicBezTo>
                  <a:pt x="5045" y="3936"/>
                  <a:pt x="5032" y="3936"/>
                  <a:pt x="5520" y="4027"/>
                </a:cubicBezTo>
                <a:cubicBezTo>
                  <a:pt x="5520" y="4078"/>
                  <a:pt x="5549" y="4134"/>
                  <a:pt x="5557" y="4192"/>
                </a:cubicBezTo>
                <a:lnTo>
                  <a:pt x="6277" y="9968"/>
                </a:lnTo>
                <a:cubicBezTo>
                  <a:pt x="6328" y="10376"/>
                  <a:pt x="6413" y="10459"/>
                  <a:pt x="6810" y="10462"/>
                </a:cubicBezTo>
                <a:lnTo>
                  <a:pt x="9890" y="10462"/>
                </a:lnTo>
                <a:cubicBezTo>
                  <a:pt x="10274" y="10462"/>
                  <a:pt x="10362" y="10387"/>
                  <a:pt x="10410" y="10022"/>
                </a:cubicBezTo>
                <a:cubicBezTo>
                  <a:pt x="10541" y="8995"/>
                  <a:pt x="10661" y="7968"/>
                  <a:pt x="10786" y="6942"/>
                </a:cubicBezTo>
                <a:cubicBezTo>
                  <a:pt x="10905" y="5966"/>
                  <a:pt x="11025" y="4988"/>
                  <a:pt x="11146" y="4008"/>
                </a:cubicBezTo>
                <a:lnTo>
                  <a:pt x="11280" y="3990"/>
                </a:lnTo>
                <a:cubicBezTo>
                  <a:pt x="11618" y="3950"/>
                  <a:pt x="11637" y="3907"/>
                  <a:pt x="11634" y="3456"/>
                </a:cubicBezTo>
                <a:cubicBezTo>
                  <a:pt x="11634" y="3174"/>
                  <a:pt x="11466" y="3115"/>
                  <a:pt x="11237" y="3115"/>
                </a:cubicBezTo>
                <a:close/>
                <a:moveTo>
                  <a:pt x="10170" y="7531"/>
                </a:moveTo>
                <a:cubicBezTo>
                  <a:pt x="10101" y="8190"/>
                  <a:pt x="10021" y="8848"/>
                  <a:pt x="9965" y="9510"/>
                </a:cubicBezTo>
                <a:cubicBezTo>
                  <a:pt x="9946" y="9739"/>
                  <a:pt x="9882" y="9830"/>
                  <a:pt x="9637" y="9827"/>
                </a:cubicBezTo>
                <a:cubicBezTo>
                  <a:pt x="8808" y="9814"/>
                  <a:pt x="7978" y="9827"/>
                  <a:pt x="7146" y="9827"/>
                </a:cubicBezTo>
                <a:cubicBezTo>
                  <a:pt x="6941" y="9827"/>
                  <a:pt x="6866" y="9779"/>
                  <a:pt x="6840" y="9560"/>
                </a:cubicBezTo>
                <a:cubicBezTo>
                  <a:pt x="6621" y="7710"/>
                  <a:pt x="6386" y="5862"/>
                  <a:pt x="6152" y="3987"/>
                </a:cubicBezTo>
                <a:lnTo>
                  <a:pt x="10546" y="3987"/>
                </a:lnTo>
                <a:cubicBezTo>
                  <a:pt x="10418" y="5195"/>
                  <a:pt x="10301" y="6368"/>
                  <a:pt x="10170" y="7542"/>
                </a:cubicBezTo>
                <a:lnTo>
                  <a:pt x="10170" y="7531"/>
                </a:lnTo>
                <a:close/>
                <a:moveTo>
                  <a:pt x="4800" y="7486"/>
                </a:moveTo>
                <a:lnTo>
                  <a:pt x="266" y="7486"/>
                </a:lnTo>
                <a:cubicBezTo>
                  <a:pt x="119" y="7486"/>
                  <a:pt x="0" y="7366"/>
                  <a:pt x="0" y="7219"/>
                </a:cubicBezTo>
                <a:cubicBezTo>
                  <a:pt x="0" y="7072"/>
                  <a:pt x="119" y="6952"/>
                  <a:pt x="266" y="6952"/>
                </a:cubicBezTo>
                <a:lnTo>
                  <a:pt x="4800" y="6952"/>
                </a:lnTo>
                <a:cubicBezTo>
                  <a:pt x="4947" y="6952"/>
                  <a:pt x="5066" y="7072"/>
                  <a:pt x="5066" y="7219"/>
                </a:cubicBezTo>
                <a:cubicBezTo>
                  <a:pt x="5066" y="7366"/>
                  <a:pt x="4947" y="7486"/>
                  <a:pt x="4800" y="7486"/>
                </a:cubicBezTo>
                <a:close/>
                <a:moveTo>
                  <a:pt x="4968" y="6315"/>
                </a:moveTo>
                <a:lnTo>
                  <a:pt x="850" y="6315"/>
                </a:lnTo>
                <a:cubicBezTo>
                  <a:pt x="932" y="5518"/>
                  <a:pt x="1603" y="4911"/>
                  <a:pt x="2405" y="4910"/>
                </a:cubicBezTo>
                <a:lnTo>
                  <a:pt x="4680" y="4910"/>
                </a:lnTo>
                <a:lnTo>
                  <a:pt x="4576" y="4400"/>
                </a:lnTo>
                <a:lnTo>
                  <a:pt x="2405" y="4400"/>
                </a:lnTo>
                <a:cubicBezTo>
                  <a:pt x="1261" y="4402"/>
                  <a:pt x="334" y="5329"/>
                  <a:pt x="333" y="6472"/>
                </a:cubicBezTo>
                <a:cubicBezTo>
                  <a:pt x="333" y="6667"/>
                  <a:pt x="491" y="6824"/>
                  <a:pt x="685" y="6824"/>
                </a:cubicBezTo>
                <a:lnTo>
                  <a:pt x="5074" y="6824"/>
                </a:lnTo>
                <a:lnTo>
                  <a:pt x="4968" y="6315"/>
                </a:lnTo>
                <a:close/>
                <a:moveTo>
                  <a:pt x="5501" y="9515"/>
                </a:moveTo>
                <a:lnTo>
                  <a:pt x="2405" y="9515"/>
                </a:lnTo>
                <a:cubicBezTo>
                  <a:pt x="1603" y="9514"/>
                  <a:pt x="932" y="8907"/>
                  <a:pt x="850" y="8110"/>
                </a:cubicBezTo>
                <a:lnTo>
                  <a:pt x="5344" y="8110"/>
                </a:lnTo>
                <a:lnTo>
                  <a:pt x="5234" y="7611"/>
                </a:lnTo>
                <a:lnTo>
                  <a:pt x="685" y="7611"/>
                </a:lnTo>
                <a:cubicBezTo>
                  <a:pt x="491" y="7611"/>
                  <a:pt x="333" y="7769"/>
                  <a:pt x="333" y="7963"/>
                </a:cubicBezTo>
                <a:cubicBezTo>
                  <a:pt x="334" y="9107"/>
                  <a:pt x="1261" y="10034"/>
                  <a:pt x="2405" y="10035"/>
                </a:cubicBezTo>
                <a:lnTo>
                  <a:pt x="5501" y="10035"/>
                </a:lnTo>
                <a:lnTo>
                  <a:pt x="5501" y="9515"/>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3" name="iconfont-11509-5466023">
            <a:extLst>
              <a:ext uri="{FF2B5EF4-FFF2-40B4-BE49-F238E27FC236}">
                <a16:creationId xmlns:a16="http://schemas.microsoft.com/office/drawing/2014/main" id="{167CA41E-0630-480B-A3C9-9C56DC2DA748}"/>
              </a:ext>
            </a:extLst>
          </p:cNvPr>
          <p:cNvSpPr>
            <a:spLocks noChangeAspect="1"/>
          </p:cNvSpPr>
          <p:nvPr/>
        </p:nvSpPr>
        <p:spPr bwMode="auto">
          <a:xfrm>
            <a:off x="2316056" y="3443817"/>
            <a:ext cx="436103" cy="475826"/>
          </a:xfrm>
          <a:custGeom>
            <a:avLst/>
            <a:gdLst>
              <a:gd name="T0" fmla="*/ 8337 w 11733"/>
              <a:gd name="T1" fmla="*/ 459 h 12800"/>
              <a:gd name="T2" fmla="*/ 8645 w 11733"/>
              <a:gd name="T3" fmla="*/ 154 h 12800"/>
              <a:gd name="T4" fmla="*/ 8954 w 11733"/>
              <a:gd name="T5" fmla="*/ 459 h 12800"/>
              <a:gd name="T6" fmla="*/ 8954 w 11733"/>
              <a:gd name="T7" fmla="*/ 2290 h 12800"/>
              <a:gd name="T8" fmla="*/ 8028 w 11733"/>
              <a:gd name="T9" fmla="*/ 3206 h 12800"/>
              <a:gd name="T10" fmla="*/ 3705 w 11733"/>
              <a:gd name="T11" fmla="*/ 3206 h 12800"/>
              <a:gd name="T12" fmla="*/ 2779 w 11733"/>
              <a:gd name="T13" fmla="*/ 2290 h 12800"/>
              <a:gd name="T14" fmla="*/ 2779 w 11733"/>
              <a:gd name="T15" fmla="*/ 459 h 12800"/>
              <a:gd name="T16" fmla="*/ 3087 w 11733"/>
              <a:gd name="T17" fmla="*/ 154 h 12800"/>
              <a:gd name="T18" fmla="*/ 3396 w 11733"/>
              <a:gd name="T19" fmla="*/ 459 h 12800"/>
              <a:gd name="T20" fmla="*/ 3396 w 11733"/>
              <a:gd name="T21" fmla="*/ 2290 h 12800"/>
              <a:gd name="T22" fmla="*/ 3705 w 11733"/>
              <a:gd name="T23" fmla="*/ 2595 h 12800"/>
              <a:gd name="T24" fmla="*/ 8028 w 11733"/>
              <a:gd name="T25" fmla="*/ 2595 h 12800"/>
              <a:gd name="T26" fmla="*/ 8337 w 11733"/>
              <a:gd name="T27" fmla="*/ 2290 h 12800"/>
              <a:gd name="T28" fmla="*/ 8337 w 11733"/>
              <a:gd name="T29" fmla="*/ 459 h 12800"/>
              <a:gd name="T30" fmla="*/ 4955 w 11733"/>
              <a:gd name="T31" fmla="*/ 9245 h 12800"/>
              <a:gd name="T32" fmla="*/ 8971 w 11733"/>
              <a:gd name="T33" fmla="*/ 5277 h 12800"/>
              <a:gd name="T34" fmla="*/ 9408 w 11733"/>
              <a:gd name="T35" fmla="*/ 5277 h 12800"/>
              <a:gd name="T36" fmla="*/ 9408 w 11733"/>
              <a:gd name="T37" fmla="*/ 5708 h 12800"/>
              <a:gd name="T38" fmla="*/ 5148 w 11733"/>
              <a:gd name="T39" fmla="*/ 9918 h 12800"/>
              <a:gd name="T40" fmla="*/ 4688 w 11733"/>
              <a:gd name="T41" fmla="*/ 9893 h 12800"/>
              <a:gd name="T42" fmla="*/ 2846 w 11733"/>
              <a:gd name="T43" fmla="*/ 7617 h 12800"/>
              <a:gd name="T44" fmla="*/ 2894 w 11733"/>
              <a:gd name="T45" fmla="*/ 7188 h 12800"/>
              <a:gd name="T46" fmla="*/ 3328 w 11733"/>
              <a:gd name="T47" fmla="*/ 7236 h 12800"/>
              <a:gd name="T48" fmla="*/ 4955 w 11733"/>
              <a:gd name="T49" fmla="*/ 9245 h 12800"/>
              <a:gd name="T50" fmla="*/ 10496 w 11733"/>
              <a:gd name="T51" fmla="*/ 610 h 12800"/>
              <a:gd name="T52" fmla="*/ 1237 w 11733"/>
              <a:gd name="T53" fmla="*/ 610 h 12800"/>
              <a:gd name="T54" fmla="*/ 617 w 11733"/>
              <a:gd name="T55" fmla="*/ 1221 h 12800"/>
              <a:gd name="T56" fmla="*/ 617 w 11733"/>
              <a:gd name="T57" fmla="*/ 11579 h 12800"/>
              <a:gd name="T58" fmla="*/ 1237 w 11733"/>
              <a:gd name="T59" fmla="*/ 12190 h 12800"/>
              <a:gd name="T60" fmla="*/ 10496 w 11733"/>
              <a:gd name="T61" fmla="*/ 12190 h 12800"/>
              <a:gd name="T62" fmla="*/ 11116 w 11733"/>
              <a:gd name="T63" fmla="*/ 11579 h 12800"/>
              <a:gd name="T64" fmla="*/ 11116 w 11733"/>
              <a:gd name="T65" fmla="*/ 1221 h 12800"/>
              <a:gd name="T66" fmla="*/ 10496 w 11733"/>
              <a:gd name="T67" fmla="*/ 610 h 12800"/>
              <a:gd name="T68" fmla="*/ 10496 w 11733"/>
              <a:gd name="T69" fmla="*/ 0 h 12800"/>
              <a:gd name="T70" fmla="*/ 11733 w 11733"/>
              <a:gd name="T71" fmla="*/ 1221 h 12800"/>
              <a:gd name="T72" fmla="*/ 11733 w 11733"/>
              <a:gd name="T73" fmla="*/ 11579 h 12800"/>
              <a:gd name="T74" fmla="*/ 10496 w 11733"/>
              <a:gd name="T75" fmla="*/ 12800 h 12800"/>
              <a:gd name="T76" fmla="*/ 1237 w 11733"/>
              <a:gd name="T77" fmla="*/ 12800 h 12800"/>
              <a:gd name="T78" fmla="*/ 0 w 11733"/>
              <a:gd name="T79" fmla="*/ 11579 h 12800"/>
              <a:gd name="T80" fmla="*/ 0 w 11733"/>
              <a:gd name="T81" fmla="*/ 1221 h 12800"/>
              <a:gd name="T82" fmla="*/ 1237 w 11733"/>
              <a:gd name="T83" fmla="*/ 0 h 12800"/>
              <a:gd name="T84" fmla="*/ 10496 w 11733"/>
              <a:gd name="T85" fmla="*/ 0 h 12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733" h="12800">
                <a:moveTo>
                  <a:pt x="8337" y="459"/>
                </a:moveTo>
                <a:cubicBezTo>
                  <a:pt x="8337" y="291"/>
                  <a:pt x="8475" y="154"/>
                  <a:pt x="8645" y="154"/>
                </a:cubicBezTo>
                <a:cubicBezTo>
                  <a:pt x="8816" y="154"/>
                  <a:pt x="8954" y="291"/>
                  <a:pt x="8954" y="459"/>
                </a:cubicBezTo>
                <a:lnTo>
                  <a:pt x="8954" y="2290"/>
                </a:lnTo>
                <a:cubicBezTo>
                  <a:pt x="8954" y="2794"/>
                  <a:pt x="8538" y="3206"/>
                  <a:pt x="8028" y="3206"/>
                </a:cubicBezTo>
                <a:lnTo>
                  <a:pt x="3705" y="3206"/>
                </a:lnTo>
                <a:cubicBezTo>
                  <a:pt x="3195" y="3206"/>
                  <a:pt x="2779" y="2794"/>
                  <a:pt x="2779" y="2290"/>
                </a:cubicBezTo>
                <a:lnTo>
                  <a:pt x="2779" y="459"/>
                </a:lnTo>
                <a:cubicBezTo>
                  <a:pt x="2779" y="291"/>
                  <a:pt x="2917" y="154"/>
                  <a:pt x="3087" y="154"/>
                </a:cubicBezTo>
                <a:cubicBezTo>
                  <a:pt x="3258" y="154"/>
                  <a:pt x="3396" y="291"/>
                  <a:pt x="3396" y="459"/>
                </a:cubicBezTo>
                <a:lnTo>
                  <a:pt x="3396" y="2290"/>
                </a:lnTo>
                <a:cubicBezTo>
                  <a:pt x="3396" y="2457"/>
                  <a:pt x="3536" y="2595"/>
                  <a:pt x="3705" y="2595"/>
                </a:cubicBezTo>
                <a:lnTo>
                  <a:pt x="8028" y="2595"/>
                </a:lnTo>
                <a:cubicBezTo>
                  <a:pt x="8197" y="2595"/>
                  <a:pt x="8337" y="2457"/>
                  <a:pt x="8337" y="2290"/>
                </a:cubicBezTo>
                <a:lnTo>
                  <a:pt x="8337" y="459"/>
                </a:lnTo>
                <a:close/>
                <a:moveTo>
                  <a:pt x="4955" y="9245"/>
                </a:moveTo>
                <a:lnTo>
                  <a:pt x="8971" y="5277"/>
                </a:lnTo>
                <a:cubicBezTo>
                  <a:pt x="9092" y="5157"/>
                  <a:pt x="9287" y="5157"/>
                  <a:pt x="9408" y="5277"/>
                </a:cubicBezTo>
                <a:cubicBezTo>
                  <a:pt x="9528" y="5395"/>
                  <a:pt x="9528" y="5590"/>
                  <a:pt x="9408" y="5708"/>
                </a:cubicBezTo>
                <a:lnTo>
                  <a:pt x="5148" y="9918"/>
                </a:lnTo>
                <a:cubicBezTo>
                  <a:pt x="5018" y="10046"/>
                  <a:pt x="4803" y="10035"/>
                  <a:pt x="4688" y="9893"/>
                </a:cubicBezTo>
                <a:lnTo>
                  <a:pt x="2846" y="7617"/>
                </a:lnTo>
                <a:cubicBezTo>
                  <a:pt x="2740" y="7486"/>
                  <a:pt x="2761" y="7294"/>
                  <a:pt x="2894" y="7188"/>
                </a:cubicBezTo>
                <a:cubicBezTo>
                  <a:pt x="3028" y="7083"/>
                  <a:pt x="3222" y="7104"/>
                  <a:pt x="3328" y="7236"/>
                </a:cubicBezTo>
                <a:lnTo>
                  <a:pt x="4955" y="9245"/>
                </a:lnTo>
                <a:close/>
                <a:moveTo>
                  <a:pt x="10496" y="610"/>
                </a:moveTo>
                <a:lnTo>
                  <a:pt x="1237" y="610"/>
                </a:lnTo>
                <a:cubicBezTo>
                  <a:pt x="891" y="610"/>
                  <a:pt x="617" y="881"/>
                  <a:pt x="617" y="1221"/>
                </a:cubicBezTo>
                <a:lnTo>
                  <a:pt x="617" y="11579"/>
                </a:lnTo>
                <a:cubicBezTo>
                  <a:pt x="617" y="11919"/>
                  <a:pt x="893" y="12190"/>
                  <a:pt x="1237" y="12190"/>
                </a:cubicBezTo>
                <a:lnTo>
                  <a:pt x="10496" y="12190"/>
                </a:lnTo>
                <a:cubicBezTo>
                  <a:pt x="10842" y="12190"/>
                  <a:pt x="11116" y="11919"/>
                  <a:pt x="11116" y="11579"/>
                </a:cubicBezTo>
                <a:lnTo>
                  <a:pt x="11116" y="1221"/>
                </a:lnTo>
                <a:cubicBezTo>
                  <a:pt x="11116" y="881"/>
                  <a:pt x="10840" y="610"/>
                  <a:pt x="10496" y="610"/>
                </a:cubicBezTo>
                <a:close/>
                <a:moveTo>
                  <a:pt x="10496" y="0"/>
                </a:moveTo>
                <a:cubicBezTo>
                  <a:pt x="11180" y="0"/>
                  <a:pt x="11733" y="544"/>
                  <a:pt x="11733" y="1221"/>
                </a:cubicBezTo>
                <a:lnTo>
                  <a:pt x="11733" y="11579"/>
                </a:lnTo>
                <a:cubicBezTo>
                  <a:pt x="11733" y="12255"/>
                  <a:pt x="11184" y="12800"/>
                  <a:pt x="10496" y="12800"/>
                </a:cubicBezTo>
                <a:lnTo>
                  <a:pt x="1237" y="12800"/>
                </a:lnTo>
                <a:cubicBezTo>
                  <a:pt x="553" y="12800"/>
                  <a:pt x="0" y="12257"/>
                  <a:pt x="0" y="11579"/>
                </a:cubicBezTo>
                <a:lnTo>
                  <a:pt x="0" y="1221"/>
                </a:lnTo>
                <a:cubicBezTo>
                  <a:pt x="0" y="545"/>
                  <a:pt x="549" y="0"/>
                  <a:pt x="1237" y="0"/>
                </a:cubicBezTo>
                <a:lnTo>
                  <a:pt x="10496" y="0"/>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4" name="iconfont-11509-5466014">
            <a:extLst>
              <a:ext uri="{FF2B5EF4-FFF2-40B4-BE49-F238E27FC236}">
                <a16:creationId xmlns:a16="http://schemas.microsoft.com/office/drawing/2014/main" id="{0AF13180-AC24-42ED-810A-F79C3385BC34}"/>
              </a:ext>
            </a:extLst>
          </p:cNvPr>
          <p:cNvSpPr>
            <a:spLocks noChangeAspect="1"/>
          </p:cNvSpPr>
          <p:nvPr/>
        </p:nvSpPr>
        <p:spPr bwMode="auto">
          <a:xfrm>
            <a:off x="3754046" y="3458021"/>
            <a:ext cx="436103" cy="432229"/>
          </a:xfrm>
          <a:custGeom>
            <a:avLst/>
            <a:gdLst>
              <a:gd name="T0" fmla="*/ 11695 w 12900"/>
              <a:gd name="T1" fmla="*/ 1975 h 12787"/>
              <a:gd name="T2" fmla="*/ 10753 w 12900"/>
              <a:gd name="T3" fmla="*/ 6645 h 12787"/>
              <a:gd name="T4" fmla="*/ 3184 w 12900"/>
              <a:gd name="T5" fmla="*/ 7493 h 12787"/>
              <a:gd name="T6" fmla="*/ 10351 w 12900"/>
              <a:gd name="T7" fmla="*/ 7545 h 12787"/>
              <a:gd name="T8" fmla="*/ 12728 w 12900"/>
              <a:gd name="T9" fmla="*/ 2664 h 12787"/>
              <a:gd name="T10" fmla="*/ 1766 w 12900"/>
              <a:gd name="T11" fmla="*/ 1319 h 12787"/>
              <a:gd name="T12" fmla="*/ 3619 w 12900"/>
              <a:gd name="T13" fmla="*/ 8719 h 12787"/>
              <a:gd name="T14" fmla="*/ 3336 w 12900"/>
              <a:gd name="T15" fmla="*/ 8509 h 12787"/>
              <a:gd name="T16" fmla="*/ 3200 w 12900"/>
              <a:gd name="T17" fmla="*/ 7959 h 12787"/>
              <a:gd name="T18" fmla="*/ 2576 w 12900"/>
              <a:gd name="T19" fmla="*/ 4482 h 12787"/>
              <a:gd name="T20" fmla="*/ 1795 w 12900"/>
              <a:gd name="T21" fmla="*/ 633 h 12787"/>
              <a:gd name="T22" fmla="*/ 707 w 12900"/>
              <a:gd name="T23" fmla="*/ 1 h 12787"/>
              <a:gd name="T24" fmla="*/ 0 w 12900"/>
              <a:gd name="T25" fmla="*/ 329 h 12787"/>
              <a:gd name="T26" fmla="*/ 709 w 12900"/>
              <a:gd name="T27" fmla="*/ 657 h 12787"/>
              <a:gd name="T28" fmla="*/ 1137 w 12900"/>
              <a:gd name="T29" fmla="*/ 878 h 12787"/>
              <a:gd name="T30" fmla="*/ 1876 w 12900"/>
              <a:gd name="T31" fmla="*/ 4591 h 12787"/>
              <a:gd name="T32" fmla="*/ 2500 w 12900"/>
              <a:gd name="T33" fmla="*/ 8064 h 12787"/>
              <a:gd name="T34" fmla="*/ 2730 w 12900"/>
              <a:gd name="T35" fmla="*/ 8851 h 12787"/>
              <a:gd name="T36" fmla="*/ 3291 w 12900"/>
              <a:gd name="T37" fmla="*/ 9300 h 12787"/>
              <a:gd name="T38" fmla="*/ 3900 w 12900"/>
              <a:gd name="T39" fmla="*/ 9507 h 12787"/>
              <a:gd name="T40" fmla="*/ 10987 w 12900"/>
              <a:gd name="T41" fmla="*/ 9179 h 12787"/>
              <a:gd name="T42" fmla="*/ 3955 w 12900"/>
              <a:gd name="T43" fmla="*/ 8852 h 12787"/>
              <a:gd name="T44" fmla="*/ 4605 w 12900"/>
              <a:gd name="T45" fmla="*/ 12095 h 12787"/>
              <a:gd name="T46" fmla="*/ 4605 w 12900"/>
              <a:gd name="T47" fmla="*/ 10856 h 12787"/>
              <a:gd name="T48" fmla="*/ 4605 w 12900"/>
              <a:gd name="T49" fmla="*/ 12095 h 12787"/>
              <a:gd name="T50" fmla="*/ 3187 w 12900"/>
              <a:gd name="T51" fmla="*/ 11475 h 12787"/>
              <a:gd name="T52" fmla="*/ 6024 w 12900"/>
              <a:gd name="T53" fmla="*/ 11475 h 12787"/>
              <a:gd name="T54" fmla="*/ 9572 w 12900"/>
              <a:gd name="T55" fmla="*/ 12095 h 12787"/>
              <a:gd name="T56" fmla="*/ 9572 w 12900"/>
              <a:gd name="T57" fmla="*/ 10856 h 12787"/>
              <a:gd name="T58" fmla="*/ 9572 w 12900"/>
              <a:gd name="T59" fmla="*/ 12095 h 12787"/>
              <a:gd name="T60" fmla="*/ 8153 w 12900"/>
              <a:gd name="T61" fmla="*/ 11475 h 12787"/>
              <a:gd name="T62" fmla="*/ 10990 w 12900"/>
              <a:gd name="T63" fmla="*/ 11475 h 1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900" h="12787">
                <a:moveTo>
                  <a:pt x="1766" y="1975"/>
                </a:moveTo>
                <a:lnTo>
                  <a:pt x="11695" y="1975"/>
                </a:lnTo>
                <a:cubicBezTo>
                  <a:pt x="12019" y="2040"/>
                  <a:pt x="12120" y="2178"/>
                  <a:pt x="12036" y="2520"/>
                </a:cubicBezTo>
                <a:cubicBezTo>
                  <a:pt x="11911" y="3033"/>
                  <a:pt x="11482" y="4413"/>
                  <a:pt x="10753" y="6645"/>
                </a:cubicBezTo>
                <a:cubicBezTo>
                  <a:pt x="10715" y="6752"/>
                  <a:pt x="10559" y="6846"/>
                  <a:pt x="10228" y="6900"/>
                </a:cubicBezTo>
                <a:cubicBezTo>
                  <a:pt x="9798" y="6970"/>
                  <a:pt x="7429" y="7169"/>
                  <a:pt x="3184" y="7493"/>
                </a:cubicBezTo>
                <a:lnTo>
                  <a:pt x="3243" y="8146"/>
                </a:lnTo>
                <a:cubicBezTo>
                  <a:pt x="7538" y="7819"/>
                  <a:pt x="9887" y="7621"/>
                  <a:pt x="10351" y="7545"/>
                </a:cubicBezTo>
                <a:cubicBezTo>
                  <a:pt x="10915" y="7454"/>
                  <a:pt x="11294" y="7225"/>
                  <a:pt x="11429" y="6841"/>
                </a:cubicBezTo>
                <a:cubicBezTo>
                  <a:pt x="12167" y="4584"/>
                  <a:pt x="12598" y="3199"/>
                  <a:pt x="12728" y="2664"/>
                </a:cubicBezTo>
                <a:cubicBezTo>
                  <a:pt x="12900" y="1958"/>
                  <a:pt x="12543" y="1467"/>
                  <a:pt x="11763" y="1325"/>
                </a:cubicBezTo>
                <a:lnTo>
                  <a:pt x="1766" y="1319"/>
                </a:lnTo>
                <a:lnTo>
                  <a:pt x="1766" y="1975"/>
                </a:lnTo>
                <a:close/>
                <a:moveTo>
                  <a:pt x="3619" y="8719"/>
                </a:moveTo>
                <a:cubicBezTo>
                  <a:pt x="3537" y="8680"/>
                  <a:pt x="3469" y="8639"/>
                  <a:pt x="3419" y="8601"/>
                </a:cubicBezTo>
                <a:cubicBezTo>
                  <a:pt x="3387" y="8576"/>
                  <a:pt x="3359" y="8545"/>
                  <a:pt x="3336" y="8509"/>
                </a:cubicBezTo>
                <a:cubicBezTo>
                  <a:pt x="3286" y="8434"/>
                  <a:pt x="3264" y="8353"/>
                  <a:pt x="3261" y="8316"/>
                </a:cubicBezTo>
                <a:cubicBezTo>
                  <a:pt x="3247" y="8226"/>
                  <a:pt x="3247" y="8226"/>
                  <a:pt x="3200" y="7959"/>
                </a:cubicBezTo>
                <a:lnTo>
                  <a:pt x="3047" y="7097"/>
                </a:lnTo>
                <a:cubicBezTo>
                  <a:pt x="2889" y="6205"/>
                  <a:pt x="2728" y="5314"/>
                  <a:pt x="2576" y="4482"/>
                </a:cubicBezTo>
                <a:cubicBezTo>
                  <a:pt x="2550" y="4343"/>
                  <a:pt x="2550" y="4343"/>
                  <a:pt x="2525" y="4205"/>
                </a:cubicBezTo>
                <a:cubicBezTo>
                  <a:pt x="2132" y="2073"/>
                  <a:pt x="1887" y="844"/>
                  <a:pt x="1795" y="633"/>
                </a:cubicBezTo>
                <a:cubicBezTo>
                  <a:pt x="1692" y="396"/>
                  <a:pt x="1506" y="228"/>
                  <a:pt x="1272" y="123"/>
                </a:cubicBezTo>
                <a:cubicBezTo>
                  <a:pt x="1063" y="30"/>
                  <a:pt x="861" y="0"/>
                  <a:pt x="707" y="1"/>
                </a:cubicBezTo>
                <a:lnTo>
                  <a:pt x="354" y="1"/>
                </a:lnTo>
                <a:cubicBezTo>
                  <a:pt x="159" y="1"/>
                  <a:pt x="0" y="148"/>
                  <a:pt x="0" y="329"/>
                </a:cubicBezTo>
                <a:cubicBezTo>
                  <a:pt x="0" y="510"/>
                  <a:pt x="159" y="657"/>
                  <a:pt x="354" y="657"/>
                </a:cubicBezTo>
                <a:lnTo>
                  <a:pt x="709" y="657"/>
                </a:lnTo>
                <a:cubicBezTo>
                  <a:pt x="766" y="656"/>
                  <a:pt x="869" y="671"/>
                  <a:pt x="963" y="713"/>
                </a:cubicBezTo>
                <a:cubicBezTo>
                  <a:pt x="1048" y="751"/>
                  <a:pt x="1105" y="803"/>
                  <a:pt x="1137" y="878"/>
                </a:cubicBezTo>
                <a:cubicBezTo>
                  <a:pt x="1198" y="1018"/>
                  <a:pt x="1464" y="2349"/>
                  <a:pt x="1826" y="4315"/>
                </a:cubicBezTo>
                <a:cubicBezTo>
                  <a:pt x="1851" y="4453"/>
                  <a:pt x="1851" y="4453"/>
                  <a:pt x="1876" y="4591"/>
                </a:cubicBezTo>
                <a:cubicBezTo>
                  <a:pt x="2029" y="5422"/>
                  <a:pt x="2189" y="6313"/>
                  <a:pt x="2348" y="7203"/>
                </a:cubicBezTo>
                <a:cubicBezTo>
                  <a:pt x="2403" y="7515"/>
                  <a:pt x="2454" y="7804"/>
                  <a:pt x="2500" y="8064"/>
                </a:cubicBezTo>
                <a:cubicBezTo>
                  <a:pt x="2547" y="8331"/>
                  <a:pt x="2547" y="8331"/>
                  <a:pt x="2558" y="8390"/>
                </a:cubicBezTo>
                <a:cubicBezTo>
                  <a:pt x="2564" y="8494"/>
                  <a:pt x="2611" y="8670"/>
                  <a:pt x="2730" y="8851"/>
                </a:cubicBezTo>
                <a:cubicBezTo>
                  <a:pt x="2792" y="8945"/>
                  <a:pt x="2869" y="9030"/>
                  <a:pt x="2963" y="9102"/>
                </a:cubicBezTo>
                <a:cubicBezTo>
                  <a:pt x="3056" y="9175"/>
                  <a:pt x="3166" y="9240"/>
                  <a:pt x="3291" y="9300"/>
                </a:cubicBezTo>
                <a:cubicBezTo>
                  <a:pt x="3481" y="9392"/>
                  <a:pt x="3667" y="9457"/>
                  <a:pt x="3798" y="9493"/>
                </a:cubicBezTo>
                <a:lnTo>
                  <a:pt x="3900" y="9507"/>
                </a:lnTo>
                <a:lnTo>
                  <a:pt x="10632" y="9507"/>
                </a:lnTo>
                <a:cubicBezTo>
                  <a:pt x="10828" y="9507"/>
                  <a:pt x="10987" y="9361"/>
                  <a:pt x="10987" y="9179"/>
                </a:cubicBezTo>
                <a:cubicBezTo>
                  <a:pt x="10987" y="8998"/>
                  <a:pt x="10828" y="8852"/>
                  <a:pt x="10632" y="8852"/>
                </a:cubicBezTo>
                <a:lnTo>
                  <a:pt x="3955" y="8852"/>
                </a:lnTo>
                <a:cubicBezTo>
                  <a:pt x="3864" y="8823"/>
                  <a:pt x="3740" y="8778"/>
                  <a:pt x="3619" y="8719"/>
                </a:cubicBezTo>
                <a:close/>
                <a:moveTo>
                  <a:pt x="4605" y="12095"/>
                </a:moveTo>
                <a:cubicBezTo>
                  <a:pt x="4975" y="12095"/>
                  <a:pt x="5275" y="11817"/>
                  <a:pt x="5275" y="11475"/>
                </a:cubicBezTo>
                <a:cubicBezTo>
                  <a:pt x="5275" y="11133"/>
                  <a:pt x="4975" y="10856"/>
                  <a:pt x="4605" y="10856"/>
                </a:cubicBezTo>
                <a:cubicBezTo>
                  <a:pt x="4235" y="10856"/>
                  <a:pt x="3936" y="11133"/>
                  <a:pt x="3936" y="11475"/>
                </a:cubicBezTo>
                <a:cubicBezTo>
                  <a:pt x="3936" y="11817"/>
                  <a:pt x="4235" y="12095"/>
                  <a:pt x="4605" y="12095"/>
                </a:cubicBezTo>
                <a:close/>
                <a:moveTo>
                  <a:pt x="4605" y="12787"/>
                </a:moveTo>
                <a:cubicBezTo>
                  <a:pt x="3822" y="12787"/>
                  <a:pt x="3187" y="12200"/>
                  <a:pt x="3187" y="11475"/>
                </a:cubicBezTo>
                <a:cubicBezTo>
                  <a:pt x="3187" y="10751"/>
                  <a:pt x="3822" y="10164"/>
                  <a:pt x="4605" y="10164"/>
                </a:cubicBezTo>
                <a:cubicBezTo>
                  <a:pt x="5389" y="10164"/>
                  <a:pt x="6024" y="10751"/>
                  <a:pt x="6024" y="11475"/>
                </a:cubicBezTo>
                <a:cubicBezTo>
                  <a:pt x="6024" y="12200"/>
                  <a:pt x="5389" y="12787"/>
                  <a:pt x="4605" y="12787"/>
                </a:cubicBezTo>
                <a:close/>
                <a:moveTo>
                  <a:pt x="9572" y="12095"/>
                </a:moveTo>
                <a:cubicBezTo>
                  <a:pt x="9942" y="12095"/>
                  <a:pt x="10242" y="11817"/>
                  <a:pt x="10242" y="11475"/>
                </a:cubicBezTo>
                <a:cubicBezTo>
                  <a:pt x="10242" y="11133"/>
                  <a:pt x="9942" y="10856"/>
                  <a:pt x="9572" y="10856"/>
                </a:cubicBezTo>
                <a:cubicBezTo>
                  <a:pt x="9202" y="10856"/>
                  <a:pt x="8902" y="11133"/>
                  <a:pt x="8902" y="11475"/>
                </a:cubicBezTo>
                <a:cubicBezTo>
                  <a:pt x="8902" y="11817"/>
                  <a:pt x="9202" y="12095"/>
                  <a:pt x="9572" y="12095"/>
                </a:cubicBezTo>
                <a:close/>
                <a:moveTo>
                  <a:pt x="9572" y="12787"/>
                </a:moveTo>
                <a:cubicBezTo>
                  <a:pt x="8788" y="12787"/>
                  <a:pt x="8153" y="12200"/>
                  <a:pt x="8153" y="11475"/>
                </a:cubicBezTo>
                <a:cubicBezTo>
                  <a:pt x="8153" y="10751"/>
                  <a:pt x="8788" y="10164"/>
                  <a:pt x="9572" y="10164"/>
                </a:cubicBezTo>
                <a:cubicBezTo>
                  <a:pt x="10355" y="10164"/>
                  <a:pt x="10990" y="10751"/>
                  <a:pt x="10990" y="11475"/>
                </a:cubicBezTo>
                <a:cubicBezTo>
                  <a:pt x="10990" y="12200"/>
                  <a:pt x="10355" y="12787"/>
                  <a:pt x="9572" y="12787"/>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5" name="computer-worker-on-side-view_49711">
            <a:extLst>
              <a:ext uri="{FF2B5EF4-FFF2-40B4-BE49-F238E27FC236}">
                <a16:creationId xmlns:a16="http://schemas.microsoft.com/office/drawing/2014/main" id="{E3F40431-FDF3-4B7E-94B3-C09F03DFBF79}"/>
              </a:ext>
            </a:extLst>
          </p:cNvPr>
          <p:cNvSpPr>
            <a:spLocks noChangeAspect="1"/>
          </p:cNvSpPr>
          <p:nvPr/>
        </p:nvSpPr>
        <p:spPr bwMode="auto">
          <a:xfrm>
            <a:off x="5123784" y="3443818"/>
            <a:ext cx="436103" cy="451688"/>
          </a:xfrm>
          <a:custGeom>
            <a:avLst/>
            <a:gdLst>
              <a:gd name="connsiteX0" fmla="*/ 307751 w 586469"/>
              <a:gd name="connsiteY0" fmla="*/ 301103 h 607427"/>
              <a:gd name="connsiteX1" fmla="*/ 468697 w 586469"/>
              <a:gd name="connsiteY1" fmla="*/ 301103 h 607427"/>
              <a:gd name="connsiteX2" fmla="*/ 546247 w 586469"/>
              <a:gd name="connsiteY2" fmla="*/ 301103 h 607427"/>
              <a:gd name="connsiteX3" fmla="*/ 586469 w 586469"/>
              <a:gd name="connsiteY3" fmla="*/ 301103 h 607427"/>
              <a:gd name="connsiteX4" fmla="*/ 586469 w 586469"/>
              <a:gd name="connsiteY4" fmla="*/ 332857 h 607427"/>
              <a:gd name="connsiteX5" fmla="*/ 546247 w 586469"/>
              <a:gd name="connsiteY5" fmla="*/ 332857 h 607427"/>
              <a:gd name="connsiteX6" fmla="*/ 468697 w 586469"/>
              <a:gd name="connsiteY6" fmla="*/ 332857 h 607427"/>
              <a:gd name="connsiteX7" fmla="*/ 307751 w 586469"/>
              <a:gd name="connsiteY7" fmla="*/ 332857 h 607427"/>
              <a:gd name="connsiteX8" fmla="*/ 295598 w 586469"/>
              <a:gd name="connsiteY8" fmla="*/ 320711 h 607427"/>
              <a:gd name="connsiteX9" fmla="*/ 295598 w 586469"/>
              <a:gd name="connsiteY9" fmla="*/ 313249 h 607427"/>
              <a:gd name="connsiteX10" fmla="*/ 307751 w 586469"/>
              <a:gd name="connsiteY10" fmla="*/ 301103 h 607427"/>
              <a:gd name="connsiteX11" fmla="*/ 122002 w 586469"/>
              <a:gd name="connsiteY11" fmla="*/ 165476 h 607427"/>
              <a:gd name="connsiteX12" fmla="*/ 145152 w 586469"/>
              <a:gd name="connsiteY12" fmla="*/ 188589 h 607427"/>
              <a:gd name="connsiteX13" fmla="*/ 145152 w 586469"/>
              <a:gd name="connsiteY13" fmla="*/ 323050 h 607427"/>
              <a:gd name="connsiteX14" fmla="*/ 122002 w 586469"/>
              <a:gd name="connsiteY14" fmla="*/ 346163 h 607427"/>
              <a:gd name="connsiteX15" fmla="*/ 98852 w 586469"/>
              <a:gd name="connsiteY15" fmla="*/ 323050 h 607427"/>
              <a:gd name="connsiteX16" fmla="*/ 98852 w 586469"/>
              <a:gd name="connsiteY16" fmla="*/ 270121 h 607427"/>
              <a:gd name="connsiteX17" fmla="*/ 24655 w 586469"/>
              <a:gd name="connsiteY17" fmla="*/ 361360 h 607427"/>
              <a:gd name="connsiteX18" fmla="*/ 110832 w 586469"/>
              <a:gd name="connsiteY18" fmla="*/ 454332 h 607427"/>
              <a:gd name="connsiteX19" fmla="*/ 134792 w 586469"/>
              <a:gd name="connsiteY19" fmla="*/ 439887 h 607427"/>
              <a:gd name="connsiteX20" fmla="*/ 330528 w 586469"/>
              <a:gd name="connsiteY20" fmla="*/ 439887 h 607427"/>
              <a:gd name="connsiteX21" fmla="*/ 330528 w 586469"/>
              <a:gd name="connsiteY21" fmla="*/ 494029 h 607427"/>
              <a:gd name="connsiteX22" fmla="*/ 134792 w 586469"/>
              <a:gd name="connsiteY22" fmla="*/ 494029 h 607427"/>
              <a:gd name="connsiteX23" fmla="*/ 110543 w 586469"/>
              <a:gd name="connsiteY23" fmla="*/ 479005 h 607427"/>
              <a:gd name="connsiteX24" fmla="*/ 0 w 586469"/>
              <a:gd name="connsiteY24" fmla="*/ 361360 h 607427"/>
              <a:gd name="connsiteX25" fmla="*/ 98852 w 586469"/>
              <a:gd name="connsiteY25" fmla="*/ 245101 h 607427"/>
              <a:gd name="connsiteX26" fmla="*/ 98852 w 586469"/>
              <a:gd name="connsiteY26" fmla="*/ 188589 h 607427"/>
              <a:gd name="connsiteX27" fmla="*/ 122002 w 586469"/>
              <a:gd name="connsiteY27" fmla="*/ 165476 h 607427"/>
              <a:gd name="connsiteX28" fmla="*/ 563182 w 586469"/>
              <a:gd name="connsiteY28" fmla="*/ 131818 h 607427"/>
              <a:gd name="connsiteX29" fmla="*/ 569952 w 586469"/>
              <a:gd name="connsiteY29" fmla="*/ 145572 h 607427"/>
              <a:gd name="connsiteX30" fmla="*/ 521637 w 586469"/>
              <a:gd name="connsiteY30" fmla="*/ 286290 h 607427"/>
              <a:gd name="connsiteX31" fmla="*/ 520017 w 586469"/>
              <a:gd name="connsiteY31" fmla="*/ 289353 h 607427"/>
              <a:gd name="connsiteX32" fmla="*/ 511164 w 586469"/>
              <a:gd name="connsiteY32" fmla="*/ 293976 h 607427"/>
              <a:gd name="connsiteX33" fmla="*/ 339372 w 586469"/>
              <a:gd name="connsiteY33" fmla="*/ 293976 h 607427"/>
              <a:gd name="connsiteX34" fmla="*/ 328552 w 586469"/>
              <a:gd name="connsiteY34" fmla="*/ 283169 h 607427"/>
              <a:gd name="connsiteX35" fmla="*/ 339372 w 586469"/>
              <a:gd name="connsiteY35" fmla="*/ 272363 h 607427"/>
              <a:gd name="connsiteX36" fmla="*/ 503584 w 586469"/>
              <a:gd name="connsiteY36" fmla="*/ 272363 h 607427"/>
              <a:gd name="connsiteX37" fmla="*/ 549469 w 586469"/>
              <a:gd name="connsiteY37" fmla="*/ 138579 h 607427"/>
              <a:gd name="connsiteX38" fmla="*/ 563182 w 586469"/>
              <a:gd name="connsiteY38" fmla="*/ 131818 h 607427"/>
              <a:gd name="connsiteX39" fmla="*/ 216578 w 586469"/>
              <a:gd name="connsiteY39" fmla="*/ 110153 h 607427"/>
              <a:gd name="connsiteX40" fmla="*/ 285152 w 586469"/>
              <a:gd name="connsiteY40" fmla="*/ 189719 h 607427"/>
              <a:gd name="connsiteX41" fmla="*/ 285152 w 586469"/>
              <a:gd name="connsiteY41" fmla="*/ 207632 h 607427"/>
              <a:gd name="connsiteX42" fmla="*/ 288798 w 586469"/>
              <a:gd name="connsiteY42" fmla="*/ 207632 h 607427"/>
              <a:gd name="connsiteX43" fmla="*/ 442961 w 586469"/>
              <a:gd name="connsiteY43" fmla="*/ 207689 h 607427"/>
              <a:gd name="connsiteX44" fmla="*/ 469754 w 586469"/>
              <a:gd name="connsiteY44" fmla="*/ 234500 h 607427"/>
              <a:gd name="connsiteX45" fmla="*/ 442961 w 586469"/>
              <a:gd name="connsiteY45" fmla="*/ 261254 h 607427"/>
              <a:gd name="connsiteX46" fmla="*/ 289550 w 586469"/>
              <a:gd name="connsiteY46" fmla="*/ 261254 h 607427"/>
              <a:gd name="connsiteX47" fmla="*/ 283300 w 586469"/>
              <a:gd name="connsiteY47" fmla="*/ 261022 h 607427"/>
              <a:gd name="connsiteX48" fmla="*/ 266750 w 586469"/>
              <a:gd name="connsiteY48" fmla="*/ 253569 h 607427"/>
              <a:gd name="connsiteX49" fmla="*/ 214147 w 586469"/>
              <a:gd name="connsiteY49" fmla="*/ 196249 h 607427"/>
              <a:gd name="connsiteX50" fmla="*/ 207782 w 586469"/>
              <a:gd name="connsiteY50" fmla="*/ 195960 h 607427"/>
              <a:gd name="connsiteX51" fmla="*/ 207492 w 586469"/>
              <a:gd name="connsiteY51" fmla="*/ 202316 h 607427"/>
              <a:gd name="connsiteX52" fmla="*/ 260095 w 586469"/>
              <a:gd name="connsiteY52" fmla="*/ 259636 h 607427"/>
              <a:gd name="connsiteX53" fmla="*/ 283185 w 586469"/>
              <a:gd name="connsiteY53" fmla="*/ 269805 h 607427"/>
              <a:gd name="connsiteX54" fmla="*/ 285152 w 586469"/>
              <a:gd name="connsiteY54" fmla="*/ 269805 h 607427"/>
              <a:gd name="connsiteX55" fmla="*/ 285152 w 586469"/>
              <a:gd name="connsiteY55" fmla="*/ 343304 h 607427"/>
              <a:gd name="connsiteX56" fmla="*/ 291286 w 586469"/>
              <a:gd name="connsiteY56" fmla="*/ 343304 h 607427"/>
              <a:gd name="connsiteX57" fmla="*/ 351123 w 586469"/>
              <a:gd name="connsiteY57" fmla="*/ 343304 h 607427"/>
              <a:gd name="connsiteX58" fmla="*/ 366979 w 586469"/>
              <a:gd name="connsiteY58" fmla="*/ 343304 h 607427"/>
              <a:gd name="connsiteX59" fmla="*/ 375428 w 586469"/>
              <a:gd name="connsiteY59" fmla="*/ 343304 h 607427"/>
              <a:gd name="connsiteX60" fmla="*/ 409975 w 586469"/>
              <a:gd name="connsiteY60" fmla="*/ 377685 h 607427"/>
              <a:gd name="connsiteX61" fmla="*/ 409975 w 586469"/>
              <a:gd name="connsiteY61" fmla="*/ 572989 h 607427"/>
              <a:gd name="connsiteX62" fmla="*/ 375428 w 586469"/>
              <a:gd name="connsiteY62" fmla="*/ 607427 h 607427"/>
              <a:gd name="connsiteX63" fmla="*/ 340822 w 586469"/>
              <a:gd name="connsiteY63" fmla="*/ 572989 h 607427"/>
              <a:gd name="connsiteX64" fmla="*/ 340822 w 586469"/>
              <a:gd name="connsiteY64" fmla="*/ 429169 h 607427"/>
              <a:gd name="connsiteX65" fmla="*/ 291286 w 586469"/>
              <a:gd name="connsiteY65" fmla="*/ 429169 h 607427"/>
              <a:gd name="connsiteX66" fmla="*/ 274273 w 586469"/>
              <a:gd name="connsiteY66" fmla="*/ 429169 h 607427"/>
              <a:gd name="connsiteX67" fmla="*/ 234401 w 586469"/>
              <a:gd name="connsiteY67" fmla="*/ 429169 h 607427"/>
              <a:gd name="connsiteX68" fmla="*/ 198523 w 586469"/>
              <a:gd name="connsiteY68" fmla="*/ 429169 h 607427"/>
              <a:gd name="connsiteX69" fmla="*/ 155584 w 586469"/>
              <a:gd name="connsiteY69" fmla="*/ 388606 h 607427"/>
              <a:gd name="connsiteX70" fmla="*/ 155526 w 586469"/>
              <a:gd name="connsiteY70" fmla="*/ 386237 h 607427"/>
              <a:gd name="connsiteX71" fmla="*/ 155584 w 586469"/>
              <a:gd name="connsiteY71" fmla="*/ 383868 h 607427"/>
              <a:gd name="connsiteX72" fmla="*/ 155584 w 586469"/>
              <a:gd name="connsiteY72" fmla="*/ 366302 h 607427"/>
              <a:gd name="connsiteX73" fmla="*/ 155526 w 586469"/>
              <a:gd name="connsiteY73" fmla="*/ 363586 h 607427"/>
              <a:gd name="connsiteX74" fmla="*/ 155526 w 586469"/>
              <a:gd name="connsiteY74" fmla="*/ 171113 h 607427"/>
              <a:gd name="connsiteX75" fmla="*/ 216578 w 586469"/>
              <a:gd name="connsiteY75" fmla="*/ 110153 h 607427"/>
              <a:gd name="connsiteX76" fmla="*/ 295599 w 586469"/>
              <a:gd name="connsiteY76" fmla="*/ 0 h 607427"/>
              <a:gd name="connsiteX77" fmla="*/ 362848 w 586469"/>
              <a:gd name="connsiteY77" fmla="*/ 67179 h 607427"/>
              <a:gd name="connsiteX78" fmla="*/ 295599 w 586469"/>
              <a:gd name="connsiteY78" fmla="*/ 134358 h 607427"/>
              <a:gd name="connsiteX79" fmla="*/ 228350 w 586469"/>
              <a:gd name="connsiteY79" fmla="*/ 67179 h 607427"/>
              <a:gd name="connsiteX80" fmla="*/ 295599 w 586469"/>
              <a:gd name="connsiteY80" fmla="*/ 0 h 60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86469" h="607427">
                <a:moveTo>
                  <a:pt x="307751" y="301103"/>
                </a:moveTo>
                <a:lnTo>
                  <a:pt x="468697" y="301103"/>
                </a:lnTo>
                <a:lnTo>
                  <a:pt x="546247" y="301103"/>
                </a:lnTo>
                <a:lnTo>
                  <a:pt x="586469" y="301103"/>
                </a:lnTo>
                <a:lnTo>
                  <a:pt x="586469" y="332857"/>
                </a:lnTo>
                <a:lnTo>
                  <a:pt x="546247" y="332857"/>
                </a:lnTo>
                <a:lnTo>
                  <a:pt x="468697" y="332857"/>
                </a:lnTo>
                <a:lnTo>
                  <a:pt x="307751" y="332857"/>
                </a:lnTo>
                <a:cubicBezTo>
                  <a:pt x="301038" y="332857"/>
                  <a:pt x="295598" y="327420"/>
                  <a:pt x="295598" y="320711"/>
                </a:cubicBezTo>
                <a:lnTo>
                  <a:pt x="295598" y="313249"/>
                </a:lnTo>
                <a:cubicBezTo>
                  <a:pt x="295598" y="306540"/>
                  <a:pt x="301038" y="301103"/>
                  <a:pt x="307751" y="301103"/>
                </a:cubicBezTo>
                <a:close/>
                <a:moveTo>
                  <a:pt x="122002" y="165476"/>
                </a:moveTo>
                <a:cubicBezTo>
                  <a:pt x="134792" y="165476"/>
                  <a:pt x="145152" y="175819"/>
                  <a:pt x="145152" y="188589"/>
                </a:cubicBezTo>
                <a:lnTo>
                  <a:pt x="145152" y="323050"/>
                </a:lnTo>
                <a:cubicBezTo>
                  <a:pt x="145152" y="335820"/>
                  <a:pt x="134792" y="346163"/>
                  <a:pt x="122002" y="346163"/>
                </a:cubicBezTo>
                <a:cubicBezTo>
                  <a:pt x="109211" y="346163"/>
                  <a:pt x="98852" y="335820"/>
                  <a:pt x="98852" y="323050"/>
                </a:cubicBezTo>
                <a:lnTo>
                  <a:pt x="98852" y="270121"/>
                </a:lnTo>
                <a:cubicBezTo>
                  <a:pt x="56545" y="279019"/>
                  <a:pt x="24655" y="316520"/>
                  <a:pt x="24655" y="361360"/>
                </a:cubicBezTo>
                <a:cubicBezTo>
                  <a:pt x="24655" y="410360"/>
                  <a:pt x="62679" y="450634"/>
                  <a:pt x="110832" y="454332"/>
                </a:cubicBezTo>
                <a:cubicBezTo>
                  <a:pt x="115346" y="445780"/>
                  <a:pt x="124375" y="439887"/>
                  <a:pt x="134792" y="439887"/>
                </a:cubicBezTo>
                <a:lnTo>
                  <a:pt x="330528" y="439887"/>
                </a:lnTo>
                <a:lnTo>
                  <a:pt x="330528" y="494029"/>
                </a:lnTo>
                <a:lnTo>
                  <a:pt x="134792" y="494029"/>
                </a:lnTo>
                <a:cubicBezTo>
                  <a:pt x="124201" y="494029"/>
                  <a:pt x="114999" y="487904"/>
                  <a:pt x="110543" y="479005"/>
                </a:cubicBezTo>
                <a:cubicBezTo>
                  <a:pt x="48963" y="475134"/>
                  <a:pt x="0" y="423823"/>
                  <a:pt x="0" y="361360"/>
                </a:cubicBezTo>
                <a:cubicBezTo>
                  <a:pt x="0" y="302941"/>
                  <a:pt x="42828" y="254288"/>
                  <a:pt x="98852" y="245101"/>
                </a:cubicBezTo>
                <a:lnTo>
                  <a:pt x="98852" y="188589"/>
                </a:lnTo>
                <a:cubicBezTo>
                  <a:pt x="98852" y="175819"/>
                  <a:pt x="109211" y="165476"/>
                  <a:pt x="122002" y="165476"/>
                </a:cubicBezTo>
                <a:close/>
                <a:moveTo>
                  <a:pt x="563182" y="131818"/>
                </a:moveTo>
                <a:cubicBezTo>
                  <a:pt x="568852" y="133783"/>
                  <a:pt x="571861" y="139909"/>
                  <a:pt x="569952" y="145572"/>
                </a:cubicBezTo>
                <a:lnTo>
                  <a:pt x="521637" y="286290"/>
                </a:lnTo>
                <a:cubicBezTo>
                  <a:pt x="521290" y="287446"/>
                  <a:pt x="520711" y="288428"/>
                  <a:pt x="520017" y="289353"/>
                </a:cubicBezTo>
                <a:cubicBezTo>
                  <a:pt x="518107" y="292127"/>
                  <a:pt x="514867" y="293976"/>
                  <a:pt x="511164" y="293976"/>
                </a:cubicBezTo>
                <a:lnTo>
                  <a:pt x="339372" y="293976"/>
                </a:lnTo>
                <a:cubicBezTo>
                  <a:pt x="333412" y="293976"/>
                  <a:pt x="328552" y="289122"/>
                  <a:pt x="328552" y="283169"/>
                </a:cubicBezTo>
                <a:cubicBezTo>
                  <a:pt x="328552" y="277217"/>
                  <a:pt x="333412" y="272363"/>
                  <a:pt x="339372" y="272363"/>
                </a:cubicBezTo>
                <a:lnTo>
                  <a:pt x="503584" y="272363"/>
                </a:lnTo>
                <a:lnTo>
                  <a:pt x="549469" y="138579"/>
                </a:lnTo>
                <a:cubicBezTo>
                  <a:pt x="551378" y="132916"/>
                  <a:pt x="557511" y="129911"/>
                  <a:pt x="563182" y="131818"/>
                </a:cubicBezTo>
                <a:close/>
                <a:moveTo>
                  <a:pt x="216578" y="110153"/>
                </a:moveTo>
                <a:lnTo>
                  <a:pt x="285152" y="189719"/>
                </a:lnTo>
                <a:lnTo>
                  <a:pt x="285152" y="207632"/>
                </a:lnTo>
                <a:lnTo>
                  <a:pt x="288798" y="207632"/>
                </a:lnTo>
                <a:lnTo>
                  <a:pt x="442961" y="207689"/>
                </a:lnTo>
                <a:cubicBezTo>
                  <a:pt x="457775" y="207689"/>
                  <a:pt x="469754" y="219708"/>
                  <a:pt x="469754" y="234500"/>
                </a:cubicBezTo>
                <a:cubicBezTo>
                  <a:pt x="469754" y="249293"/>
                  <a:pt x="457775" y="261254"/>
                  <a:pt x="442961" y="261254"/>
                </a:cubicBezTo>
                <a:lnTo>
                  <a:pt x="289550" y="261254"/>
                </a:lnTo>
                <a:cubicBezTo>
                  <a:pt x="289550" y="261254"/>
                  <a:pt x="283532" y="261022"/>
                  <a:pt x="283300" y="261022"/>
                </a:cubicBezTo>
                <a:cubicBezTo>
                  <a:pt x="276935" y="260791"/>
                  <a:pt x="271032" y="258249"/>
                  <a:pt x="266750" y="253569"/>
                </a:cubicBezTo>
                <a:lnTo>
                  <a:pt x="214147" y="196249"/>
                </a:lnTo>
                <a:cubicBezTo>
                  <a:pt x="212469" y="194400"/>
                  <a:pt x="209576" y="194284"/>
                  <a:pt x="207782" y="195960"/>
                </a:cubicBezTo>
                <a:cubicBezTo>
                  <a:pt x="205930" y="197635"/>
                  <a:pt x="205814" y="200467"/>
                  <a:pt x="207492" y="202316"/>
                </a:cubicBezTo>
                <a:lnTo>
                  <a:pt x="260095" y="259636"/>
                </a:lnTo>
                <a:cubicBezTo>
                  <a:pt x="266056" y="266107"/>
                  <a:pt x="274447" y="269805"/>
                  <a:pt x="283185" y="269805"/>
                </a:cubicBezTo>
                <a:cubicBezTo>
                  <a:pt x="283300" y="269805"/>
                  <a:pt x="285152" y="269805"/>
                  <a:pt x="285152" y="269805"/>
                </a:cubicBezTo>
                <a:lnTo>
                  <a:pt x="285152" y="343304"/>
                </a:lnTo>
                <a:lnTo>
                  <a:pt x="291286" y="343304"/>
                </a:lnTo>
                <a:lnTo>
                  <a:pt x="351123" y="343304"/>
                </a:lnTo>
                <a:lnTo>
                  <a:pt x="366979" y="343304"/>
                </a:lnTo>
                <a:lnTo>
                  <a:pt x="375428" y="343304"/>
                </a:lnTo>
                <a:cubicBezTo>
                  <a:pt x="394524" y="343304"/>
                  <a:pt x="409975" y="358674"/>
                  <a:pt x="409975" y="377685"/>
                </a:cubicBezTo>
                <a:lnTo>
                  <a:pt x="409975" y="572989"/>
                </a:lnTo>
                <a:cubicBezTo>
                  <a:pt x="409975" y="591999"/>
                  <a:pt x="394524" y="607427"/>
                  <a:pt x="375428" y="607427"/>
                </a:cubicBezTo>
                <a:cubicBezTo>
                  <a:pt x="356331" y="607427"/>
                  <a:pt x="340822" y="591999"/>
                  <a:pt x="340822" y="572989"/>
                </a:cubicBezTo>
                <a:lnTo>
                  <a:pt x="340822" y="429169"/>
                </a:lnTo>
                <a:lnTo>
                  <a:pt x="291286" y="429169"/>
                </a:lnTo>
                <a:lnTo>
                  <a:pt x="274273" y="429169"/>
                </a:lnTo>
                <a:lnTo>
                  <a:pt x="234401" y="429169"/>
                </a:lnTo>
                <a:lnTo>
                  <a:pt x="198523" y="429169"/>
                </a:lnTo>
                <a:cubicBezTo>
                  <a:pt x="175606" y="429169"/>
                  <a:pt x="156857" y="411256"/>
                  <a:pt x="155584" y="388606"/>
                </a:cubicBezTo>
                <a:cubicBezTo>
                  <a:pt x="155526" y="387797"/>
                  <a:pt x="155526" y="387046"/>
                  <a:pt x="155526" y="386237"/>
                </a:cubicBezTo>
                <a:cubicBezTo>
                  <a:pt x="155526" y="385428"/>
                  <a:pt x="155526" y="384619"/>
                  <a:pt x="155584" y="383868"/>
                </a:cubicBezTo>
                <a:lnTo>
                  <a:pt x="155584" y="366302"/>
                </a:lnTo>
                <a:cubicBezTo>
                  <a:pt x="155526" y="365377"/>
                  <a:pt x="155526" y="364453"/>
                  <a:pt x="155526" y="363586"/>
                </a:cubicBezTo>
                <a:lnTo>
                  <a:pt x="155526" y="171113"/>
                </a:lnTo>
                <a:cubicBezTo>
                  <a:pt x="155526" y="137426"/>
                  <a:pt x="182840" y="110153"/>
                  <a:pt x="216578" y="110153"/>
                </a:cubicBezTo>
                <a:close/>
                <a:moveTo>
                  <a:pt x="295599" y="0"/>
                </a:moveTo>
                <a:cubicBezTo>
                  <a:pt x="332740" y="0"/>
                  <a:pt x="362848" y="30077"/>
                  <a:pt x="362848" y="67179"/>
                </a:cubicBezTo>
                <a:cubicBezTo>
                  <a:pt x="362848" y="104281"/>
                  <a:pt x="332740" y="134358"/>
                  <a:pt x="295599" y="134358"/>
                </a:cubicBezTo>
                <a:cubicBezTo>
                  <a:pt x="258458" y="134358"/>
                  <a:pt x="228350" y="104281"/>
                  <a:pt x="228350" y="67179"/>
                </a:cubicBezTo>
                <a:cubicBezTo>
                  <a:pt x="228350" y="30077"/>
                  <a:pt x="258458" y="0"/>
                  <a:pt x="295599"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6" name="iconfont-1063-809066">
            <a:extLst>
              <a:ext uri="{FF2B5EF4-FFF2-40B4-BE49-F238E27FC236}">
                <a16:creationId xmlns:a16="http://schemas.microsoft.com/office/drawing/2014/main" id="{D3DCEE4F-E93D-4515-B780-3804361F90E6}"/>
              </a:ext>
            </a:extLst>
          </p:cNvPr>
          <p:cNvSpPr>
            <a:spLocks noChangeAspect="1"/>
          </p:cNvSpPr>
          <p:nvPr/>
        </p:nvSpPr>
        <p:spPr bwMode="auto">
          <a:xfrm>
            <a:off x="6481338" y="3443817"/>
            <a:ext cx="436103" cy="560822"/>
          </a:xfrm>
          <a:custGeom>
            <a:avLst/>
            <a:gdLst>
              <a:gd name="T0" fmla="*/ 1431 w 8697"/>
              <a:gd name="T1" fmla="*/ 3789 h 11183"/>
              <a:gd name="T2" fmla="*/ 6346 w 8697"/>
              <a:gd name="T3" fmla="*/ 3789 h 11183"/>
              <a:gd name="T4" fmla="*/ 6713 w 8697"/>
              <a:gd name="T5" fmla="*/ 3422 h 11183"/>
              <a:gd name="T6" fmla="*/ 6346 w 8697"/>
              <a:gd name="T7" fmla="*/ 3055 h 11183"/>
              <a:gd name="T8" fmla="*/ 1431 w 8697"/>
              <a:gd name="T9" fmla="*/ 3055 h 11183"/>
              <a:gd name="T10" fmla="*/ 1064 w 8697"/>
              <a:gd name="T11" fmla="*/ 3422 h 11183"/>
              <a:gd name="T12" fmla="*/ 1431 w 8697"/>
              <a:gd name="T13" fmla="*/ 3789 h 11183"/>
              <a:gd name="T14" fmla="*/ 1431 w 8697"/>
              <a:gd name="T15" fmla="*/ 5228 h 11183"/>
              <a:gd name="T16" fmla="*/ 6346 w 8697"/>
              <a:gd name="T17" fmla="*/ 5228 h 11183"/>
              <a:gd name="T18" fmla="*/ 6713 w 8697"/>
              <a:gd name="T19" fmla="*/ 4860 h 11183"/>
              <a:gd name="T20" fmla="*/ 6346 w 8697"/>
              <a:gd name="T21" fmla="*/ 4493 h 11183"/>
              <a:gd name="T22" fmla="*/ 1431 w 8697"/>
              <a:gd name="T23" fmla="*/ 4493 h 11183"/>
              <a:gd name="T24" fmla="*/ 1064 w 8697"/>
              <a:gd name="T25" fmla="*/ 4860 h 11183"/>
              <a:gd name="T26" fmla="*/ 1431 w 8697"/>
              <a:gd name="T27" fmla="*/ 5228 h 11183"/>
              <a:gd name="T28" fmla="*/ 1431 w 8697"/>
              <a:gd name="T29" fmla="*/ 6666 h 11183"/>
              <a:gd name="T30" fmla="*/ 6346 w 8697"/>
              <a:gd name="T31" fmla="*/ 6666 h 11183"/>
              <a:gd name="T32" fmla="*/ 6713 w 8697"/>
              <a:gd name="T33" fmla="*/ 6299 h 11183"/>
              <a:gd name="T34" fmla="*/ 6346 w 8697"/>
              <a:gd name="T35" fmla="*/ 5931 h 11183"/>
              <a:gd name="T36" fmla="*/ 1431 w 8697"/>
              <a:gd name="T37" fmla="*/ 5931 h 11183"/>
              <a:gd name="T38" fmla="*/ 1064 w 8697"/>
              <a:gd name="T39" fmla="*/ 6299 h 11183"/>
              <a:gd name="T40" fmla="*/ 1431 w 8697"/>
              <a:gd name="T41" fmla="*/ 6666 h 11183"/>
              <a:gd name="T42" fmla="*/ 1431 w 8697"/>
              <a:gd name="T43" fmla="*/ 8104 h 11183"/>
              <a:gd name="T44" fmla="*/ 6346 w 8697"/>
              <a:gd name="T45" fmla="*/ 8104 h 11183"/>
              <a:gd name="T46" fmla="*/ 6713 w 8697"/>
              <a:gd name="T47" fmla="*/ 7737 h 11183"/>
              <a:gd name="T48" fmla="*/ 6346 w 8697"/>
              <a:gd name="T49" fmla="*/ 7370 h 11183"/>
              <a:gd name="T50" fmla="*/ 1431 w 8697"/>
              <a:gd name="T51" fmla="*/ 7370 h 11183"/>
              <a:gd name="T52" fmla="*/ 1064 w 8697"/>
              <a:gd name="T53" fmla="*/ 7737 h 11183"/>
              <a:gd name="T54" fmla="*/ 1431 w 8697"/>
              <a:gd name="T55" fmla="*/ 8104 h 11183"/>
              <a:gd name="T56" fmla="*/ 1431 w 8697"/>
              <a:gd name="T57" fmla="*/ 9543 h 11183"/>
              <a:gd name="T58" fmla="*/ 3958 w 8697"/>
              <a:gd name="T59" fmla="*/ 9543 h 11183"/>
              <a:gd name="T60" fmla="*/ 4325 w 8697"/>
              <a:gd name="T61" fmla="*/ 9175 h 11183"/>
              <a:gd name="T62" fmla="*/ 3958 w 8697"/>
              <a:gd name="T63" fmla="*/ 8808 h 11183"/>
              <a:gd name="T64" fmla="*/ 1431 w 8697"/>
              <a:gd name="T65" fmla="*/ 8808 h 11183"/>
              <a:gd name="T66" fmla="*/ 1064 w 8697"/>
              <a:gd name="T67" fmla="*/ 9175 h 11183"/>
              <a:gd name="T68" fmla="*/ 1431 w 8697"/>
              <a:gd name="T69" fmla="*/ 9543 h 11183"/>
              <a:gd name="T70" fmla="*/ 8146 w 8697"/>
              <a:gd name="T71" fmla="*/ 0 h 11183"/>
              <a:gd name="T72" fmla="*/ 1472 w 8697"/>
              <a:gd name="T73" fmla="*/ 0 h 11183"/>
              <a:gd name="T74" fmla="*/ 921 w 8697"/>
              <a:gd name="T75" fmla="*/ 552 h 11183"/>
              <a:gd name="T76" fmla="*/ 921 w 8697"/>
              <a:gd name="T77" fmla="*/ 1463 h 11183"/>
              <a:gd name="T78" fmla="*/ 551 w 8697"/>
              <a:gd name="T79" fmla="*/ 1463 h 11183"/>
              <a:gd name="T80" fmla="*/ 0 w 8697"/>
              <a:gd name="T81" fmla="*/ 2014 h 11183"/>
              <a:gd name="T82" fmla="*/ 0 w 8697"/>
              <a:gd name="T83" fmla="*/ 10632 h 11183"/>
              <a:gd name="T84" fmla="*/ 551 w 8697"/>
              <a:gd name="T85" fmla="*/ 11183 h 11183"/>
              <a:gd name="T86" fmla="*/ 7226 w 8697"/>
              <a:gd name="T87" fmla="*/ 11183 h 11183"/>
              <a:gd name="T88" fmla="*/ 7777 w 8697"/>
              <a:gd name="T89" fmla="*/ 10632 h 11183"/>
              <a:gd name="T90" fmla="*/ 7777 w 8697"/>
              <a:gd name="T91" fmla="*/ 9720 h 11183"/>
              <a:gd name="T92" fmla="*/ 8146 w 8697"/>
              <a:gd name="T93" fmla="*/ 9720 h 11183"/>
              <a:gd name="T94" fmla="*/ 8697 w 8697"/>
              <a:gd name="T95" fmla="*/ 9169 h 11183"/>
              <a:gd name="T96" fmla="*/ 8697 w 8697"/>
              <a:gd name="T97" fmla="*/ 552 h 11183"/>
              <a:gd name="T98" fmla="*/ 8146 w 8697"/>
              <a:gd name="T99" fmla="*/ 0 h 11183"/>
              <a:gd name="T100" fmla="*/ 7042 w 8697"/>
              <a:gd name="T101" fmla="*/ 10448 h 11183"/>
              <a:gd name="T102" fmla="*/ 735 w 8697"/>
              <a:gd name="T103" fmla="*/ 10448 h 11183"/>
              <a:gd name="T104" fmla="*/ 735 w 8697"/>
              <a:gd name="T105" fmla="*/ 2197 h 11183"/>
              <a:gd name="T106" fmla="*/ 7042 w 8697"/>
              <a:gd name="T107" fmla="*/ 2197 h 11183"/>
              <a:gd name="T108" fmla="*/ 7042 w 8697"/>
              <a:gd name="T109" fmla="*/ 10448 h 11183"/>
              <a:gd name="T110" fmla="*/ 7963 w 8697"/>
              <a:gd name="T111" fmla="*/ 8986 h 11183"/>
              <a:gd name="T112" fmla="*/ 7777 w 8697"/>
              <a:gd name="T113" fmla="*/ 8986 h 11183"/>
              <a:gd name="T114" fmla="*/ 7777 w 8697"/>
              <a:gd name="T115" fmla="*/ 2014 h 11183"/>
              <a:gd name="T116" fmla="*/ 7226 w 8697"/>
              <a:gd name="T117" fmla="*/ 1463 h 11183"/>
              <a:gd name="T118" fmla="*/ 1656 w 8697"/>
              <a:gd name="T119" fmla="*/ 1463 h 11183"/>
              <a:gd name="T120" fmla="*/ 1656 w 8697"/>
              <a:gd name="T121" fmla="*/ 735 h 11183"/>
              <a:gd name="T122" fmla="*/ 7963 w 8697"/>
              <a:gd name="T123" fmla="*/ 735 h 11183"/>
              <a:gd name="T124" fmla="*/ 7963 w 8697"/>
              <a:gd name="T125" fmla="*/ 8986 h 11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97" h="11183">
                <a:moveTo>
                  <a:pt x="1431" y="3789"/>
                </a:moveTo>
                <a:lnTo>
                  <a:pt x="6346" y="3789"/>
                </a:lnTo>
                <a:cubicBezTo>
                  <a:pt x="6549" y="3789"/>
                  <a:pt x="6713" y="3625"/>
                  <a:pt x="6713" y="3422"/>
                </a:cubicBezTo>
                <a:cubicBezTo>
                  <a:pt x="6713" y="3219"/>
                  <a:pt x="6549" y="3055"/>
                  <a:pt x="6346" y="3055"/>
                </a:cubicBezTo>
                <a:lnTo>
                  <a:pt x="1431" y="3055"/>
                </a:lnTo>
                <a:cubicBezTo>
                  <a:pt x="1228" y="3055"/>
                  <a:pt x="1064" y="3219"/>
                  <a:pt x="1064" y="3422"/>
                </a:cubicBezTo>
                <a:cubicBezTo>
                  <a:pt x="1064" y="3625"/>
                  <a:pt x="1228" y="3789"/>
                  <a:pt x="1431" y="3789"/>
                </a:cubicBezTo>
                <a:close/>
                <a:moveTo>
                  <a:pt x="1431" y="5228"/>
                </a:moveTo>
                <a:lnTo>
                  <a:pt x="6346" y="5228"/>
                </a:lnTo>
                <a:cubicBezTo>
                  <a:pt x="6549" y="5228"/>
                  <a:pt x="6713" y="5063"/>
                  <a:pt x="6713" y="4860"/>
                </a:cubicBezTo>
                <a:cubicBezTo>
                  <a:pt x="6713" y="4658"/>
                  <a:pt x="6549" y="4493"/>
                  <a:pt x="6346" y="4493"/>
                </a:cubicBezTo>
                <a:lnTo>
                  <a:pt x="1431" y="4493"/>
                </a:lnTo>
                <a:cubicBezTo>
                  <a:pt x="1228" y="4493"/>
                  <a:pt x="1064" y="4658"/>
                  <a:pt x="1064" y="4860"/>
                </a:cubicBezTo>
                <a:cubicBezTo>
                  <a:pt x="1064" y="5063"/>
                  <a:pt x="1228" y="5228"/>
                  <a:pt x="1431" y="5228"/>
                </a:cubicBezTo>
                <a:close/>
                <a:moveTo>
                  <a:pt x="1431" y="6666"/>
                </a:moveTo>
                <a:lnTo>
                  <a:pt x="6346" y="6666"/>
                </a:lnTo>
                <a:cubicBezTo>
                  <a:pt x="6549" y="6666"/>
                  <a:pt x="6713" y="6502"/>
                  <a:pt x="6713" y="6299"/>
                </a:cubicBezTo>
                <a:cubicBezTo>
                  <a:pt x="6713" y="6096"/>
                  <a:pt x="6549" y="5931"/>
                  <a:pt x="6346" y="5931"/>
                </a:cubicBezTo>
                <a:lnTo>
                  <a:pt x="1431" y="5931"/>
                </a:lnTo>
                <a:cubicBezTo>
                  <a:pt x="1228" y="5931"/>
                  <a:pt x="1064" y="6096"/>
                  <a:pt x="1064" y="6299"/>
                </a:cubicBezTo>
                <a:cubicBezTo>
                  <a:pt x="1064" y="6502"/>
                  <a:pt x="1228" y="6666"/>
                  <a:pt x="1431" y="6666"/>
                </a:cubicBezTo>
                <a:close/>
                <a:moveTo>
                  <a:pt x="1431" y="8104"/>
                </a:moveTo>
                <a:lnTo>
                  <a:pt x="6346" y="8104"/>
                </a:lnTo>
                <a:cubicBezTo>
                  <a:pt x="6549" y="8104"/>
                  <a:pt x="6713" y="7940"/>
                  <a:pt x="6713" y="7737"/>
                </a:cubicBezTo>
                <a:cubicBezTo>
                  <a:pt x="6713" y="7534"/>
                  <a:pt x="6549" y="7370"/>
                  <a:pt x="6346" y="7370"/>
                </a:cubicBezTo>
                <a:lnTo>
                  <a:pt x="1431" y="7370"/>
                </a:lnTo>
                <a:cubicBezTo>
                  <a:pt x="1228" y="7370"/>
                  <a:pt x="1064" y="7534"/>
                  <a:pt x="1064" y="7737"/>
                </a:cubicBezTo>
                <a:cubicBezTo>
                  <a:pt x="1064" y="7940"/>
                  <a:pt x="1228" y="8104"/>
                  <a:pt x="1431" y="8104"/>
                </a:cubicBezTo>
                <a:close/>
                <a:moveTo>
                  <a:pt x="1431" y="9543"/>
                </a:moveTo>
                <a:lnTo>
                  <a:pt x="3958" y="9543"/>
                </a:lnTo>
                <a:cubicBezTo>
                  <a:pt x="4161" y="9543"/>
                  <a:pt x="4325" y="9378"/>
                  <a:pt x="4325" y="9175"/>
                </a:cubicBezTo>
                <a:cubicBezTo>
                  <a:pt x="4325" y="8973"/>
                  <a:pt x="4161" y="8808"/>
                  <a:pt x="3958" y="8808"/>
                </a:cubicBezTo>
                <a:lnTo>
                  <a:pt x="1431" y="8808"/>
                </a:lnTo>
                <a:cubicBezTo>
                  <a:pt x="1228" y="8808"/>
                  <a:pt x="1064" y="8973"/>
                  <a:pt x="1064" y="9175"/>
                </a:cubicBezTo>
                <a:cubicBezTo>
                  <a:pt x="1064" y="9378"/>
                  <a:pt x="1228" y="9543"/>
                  <a:pt x="1431" y="9543"/>
                </a:cubicBezTo>
                <a:close/>
                <a:moveTo>
                  <a:pt x="8146" y="0"/>
                </a:moveTo>
                <a:lnTo>
                  <a:pt x="1472" y="0"/>
                </a:lnTo>
                <a:cubicBezTo>
                  <a:pt x="1168" y="0"/>
                  <a:pt x="921" y="248"/>
                  <a:pt x="921" y="552"/>
                </a:cubicBezTo>
                <a:lnTo>
                  <a:pt x="921" y="1463"/>
                </a:lnTo>
                <a:lnTo>
                  <a:pt x="551" y="1463"/>
                </a:lnTo>
                <a:cubicBezTo>
                  <a:pt x="247" y="1463"/>
                  <a:pt x="0" y="1710"/>
                  <a:pt x="0" y="2014"/>
                </a:cubicBezTo>
                <a:lnTo>
                  <a:pt x="0" y="10632"/>
                </a:lnTo>
                <a:cubicBezTo>
                  <a:pt x="0" y="10935"/>
                  <a:pt x="247" y="11183"/>
                  <a:pt x="551" y="11183"/>
                </a:cubicBezTo>
                <a:lnTo>
                  <a:pt x="7226" y="11183"/>
                </a:lnTo>
                <a:cubicBezTo>
                  <a:pt x="7530" y="11183"/>
                  <a:pt x="7777" y="10935"/>
                  <a:pt x="7777" y="10632"/>
                </a:cubicBezTo>
                <a:lnTo>
                  <a:pt x="7777" y="9720"/>
                </a:lnTo>
                <a:lnTo>
                  <a:pt x="8146" y="9720"/>
                </a:lnTo>
                <a:cubicBezTo>
                  <a:pt x="8450" y="9720"/>
                  <a:pt x="8697" y="9473"/>
                  <a:pt x="8697" y="9169"/>
                </a:cubicBezTo>
                <a:lnTo>
                  <a:pt x="8697" y="552"/>
                </a:lnTo>
                <a:cubicBezTo>
                  <a:pt x="8697" y="248"/>
                  <a:pt x="8450" y="0"/>
                  <a:pt x="8146" y="0"/>
                </a:cubicBezTo>
                <a:close/>
                <a:moveTo>
                  <a:pt x="7042" y="10448"/>
                </a:moveTo>
                <a:lnTo>
                  <a:pt x="735" y="10448"/>
                </a:lnTo>
                <a:lnTo>
                  <a:pt x="735" y="2197"/>
                </a:lnTo>
                <a:lnTo>
                  <a:pt x="7042" y="2197"/>
                </a:lnTo>
                <a:lnTo>
                  <a:pt x="7042" y="10448"/>
                </a:lnTo>
                <a:close/>
                <a:moveTo>
                  <a:pt x="7963" y="8986"/>
                </a:moveTo>
                <a:lnTo>
                  <a:pt x="7777" y="8986"/>
                </a:lnTo>
                <a:lnTo>
                  <a:pt x="7777" y="2014"/>
                </a:lnTo>
                <a:cubicBezTo>
                  <a:pt x="7777" y="1710"/>
                  <a:pt x="7530" y="1463"/>
                  <a:pt x="7226" y="1463"/>
                </a:cubicBezTo>
                <a:lnTo>
                  <a:pt x="1656" y="1463"/>
                </a:lnTo>
                <a:lnTo>
                  <a:pt x="1656" y="735"/>
                </a:lnTo>
                <a:lnTo>
                  <a:pt x="7963" y="735"/>
                </a:lnTo>
                <a:lnTo>
                  <a:pt x="7963" y="8986"/>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7" name="ceo-man_75953">
            <a:extLst>
              <a:ext uri="{FF2B5EF4-FFF2-40B4-BE49-F238E27FC236}">
                <a16:creationId xmlns:a16="http://schemas.microsoft.com/office/drawing/2014/main" id="{5D320506-7A38-41A2-BAB3-A3097808A807}"/>
              </a:ext>
            </a:extLst>
          </p:cNvPr>
          <p:cNvSpPr>
            <a:spLocks noChangeAspect="1"/>
          </p:cNvSpPr>
          <p:nvPr/>
        </p:nvSpPr>
        <p:spPr bwMode="auto">
          <a:xfrm>
            <a:off x="7895533" y="3443817"/>
            <a:ext cx="436103" cy="513373"/>
          </a:xfrm>
          <a:custGeom>
            <a:avLst/>
            <a:gdLst>
              <a:gd name="connsiteX0" fmla="*/ 347836 w 513363"/>
              <a:gd name="connsiteY0" fmla="*/ 456072 h 604322"/>
              <a:gd name="connsiteX1" fmla="*/ 309950 w 513363"/>
              <a:gd name="connsiteY1" fmla="*/ 497009 h 604322"/>
              <a:gd name="connsiteX2" fmla="*/ 347836 w 513363"/>
              <a:gd name="connsiteY2" fmla="*/ 537842 h 604322"/>
              <a:gd name="connsiteX3" fmla="*/ 385825 w 513363"/>
              <a:gd name="connsiteY3" fmla="*/ 497009 h 604322"/>
              <a:gd name="connsiteX4" fmla="*/ 347836 w 513363"/>
              <a:gd name="connsiteY4" fmla="*/ 456072 h 604322"/>
              <a:gd name="connsiteX5" fmla="*/ 347836 w 513363"/>
              <a:gd name="connsiteY5" fmla="*/ 439058 h 604322"/>
              <a:gd name="connsiteX6" fmla="*/ 402858 w 513363"/>
              <a:gd name="connsiteY6" fmla="*/ 497009 h 604322"/>
              <a:gd name="connsiteX7" fmla="*/ 347836 w 513363"/>
              <a:gd name="connsiteY7" fmla="*/ 554856 h 604322"/>
              <a:gd name="connsiteX8" fmla="*/ 292917 w 513363"/>
              <a:gd name="connsiteY8" fmla="*/ 497009 h 604322"/>
              <a:gd name="connsiteX9" fmla="*/ 347836 w 513363"/>
              <a:gd name="connsiteY9" fmla="*/ 439058 h 604322"/>
              <a:gd name="connsiteX10" fmla="*/ 255403 w 513363"/>
              <a:gd name="connsiteY10" fmla="*/ 439058 h 604322"/>
              <a:gd name="connsiteX11" fmla="*/ 283073 w 513363"/>
              <a:gd name="connsiteY11" fmla="*/ 446895 h 604322"/>
              <a:gd name="connsiteX12" fmla="*/ 285861 w 513363"/>
              <a:gd name="connsiteY12" fmla="*/ 458650 h 604322"/>
              <a:gd name="connsiteX13" fmla="*/ 274194 w 513363"/>
              <a:gd name="connsiteY13" fmla="*/ 461434 h 604322"/>
              <a:gd name="connsiteX14" fmla="*/ 255403 w 513363"/>
              <a:gd name="connsiteY14" fmla="*/ 456072 h 604322"/>
              <a:gd name="connsiteX15" fmla="*/ 218338 w 513363"/>
              <a:gd name="connsiteY15" fmla="*/ 488450 h 604322"/>
              <a:gd name="connsiteX16" fmla="*/ 275949 w 513363"/>
              <a:gd name="connsiteY16" fmla="*/ 488450 h 604322"/>
              <a:gd name="connsiteX17" fmla="*/ 284415 w 513363"/>
              <a:gd name="connsiteY17" fmla="*/ 497009 h 604322"/>
              <a:gd name="connsiteX18" fmla="*/ 275949 w 513363"/>
              <a:gd name="connsiteY18" fmla="*/ 505464 h 604322"/>
              <a:gd name="connsiteX19" fmla="*/ 218338 w 513363"/>
              <a:gd name="connsiteY19" fmla="*/ 505464 h 604322"/>
              <a:gd name="connsiteX20" fmla="*/ 255403 w 513363"/>
              <a:gd name="connsiteY20" fmla="*/ 537842 h 604322"/>
              <a:gd name="connsiteX21" fmla="*/ 275639 w 513363"/>
              <a:gd name="connsiteY21" fmla="*/ 531552 h 604322"/>
              <a:gd name="connsiteX22" fmla="*/ 287513 w 513363"/>
              <a:gd name="connsiteY22" fmla="*/ 533821 h 604322"/>
              <a:gd name="connsiteX23" fmla="*/ 285241 w 513363"/>
              <a:gd name="connsiteY23" fmla="*/ 545679 h 604322"/>
              <a:gd name="connsiteX24" fmla="*/ 255403 w 513363"/>
              <a:gd name="connsiteY24" fmla="*/ 554856 h 604322"/>
              <a:gd name="connsiteX25" fmla="*/ 200476 w 513363"/>
              <a:gd name="connsiteY25" fmla="*/ 497009 h 604322"/>
              <a:gd name="connsiteX26" fmla="*/ 255403 w 513363"/>
              <a:gd name="connsiteY26" fmla="*/ 439058 h 604322"/>
              <a:gd name="connsiteX27" fmla="*/ 165516 w 513363"/>
              <a:gd name="connsiteY27" fmla="*/ 439058 h 604322"/>
              <a:gd name="connsiteX28" fmla="*/ 193176 w 513363"/>
              <a:gd name="connsiteY28" fmla="*/ 446895 h 604322"/>
              <a:gd name="connsiteX29" fmla="*/ 195962 w 513363"/>
              <a:gd name="connsiteY29" fmla="*/ 458650 h 604322"/>
              <a:gd name="connsiteX30" fmla="*/ 184197 w 513363"/>
              <a:gd name="connsiteY30" fmla="*/ 461434 h 604322"/>
              <a:gd name="connsiteX31" fmla="*/ 165516 w 513363"/>
              <a:gd name="connsiteY31" fmla="*/ 456072 h 604322"/>
              <a:gd name="connsiteX32" fmla="*/ 127535 w 513363"/>
              <a:gd name="connsiteY32" fmla="*/ 497009 h 604322"/>
              <a:gd name="connsiteX33" fmla="*/ 165516 w 513363"/>
              <a:gd name="connsiteY33" fmla="*/ 537842 h 604322"/>
              <a:gd name="connsiteX34" fmla="*/ 185641 w 513363"/>
              <a:gd name="connsiteY34" fmla="*/ 531552 h 604322"/>
              <a:gd name="connsiteX35" fmla="*/ 197511 w 513363"/>
              <a:gd name="connsiteY35" fmla="*/ 533821 h 604322"/>
              <a:gd name="connsiteX36" fmla="*/ 195240 w 513363"/>
              <a:gd name="connsiteY36" fmla="*/ 545679 h 604322"/>
              <a:gd name="connsiteX37" fmla="*/ 165516 w 513363"/>
              <a:gd name="connsiteY37" fmla="*/ 554856 h 604322"/>
              <a:gd name="connsiteX38" fmla="*/ 110505 w 513363"/>
              <a:gd name="connsiteY38" fmla="*/ 497009 h 604322"/>
              <a:gd name="connsiteX39" fmla="*/ 165516 w 513363"/>
              <a:gd name="connsiteY39" fmla="*/ 439058 h 604322"/>
              <a:gd name="connsiteX40" fmla="*/ 31182 w 513363"/>
              <a:gd name="connsiteY40" fmla="*/ 410818 h 604322"/>
              <a:gd name="connsiteX41" fmla="*/ 31182 w 513363"/>
              <a:gd name="connsiteY41" fmla="*/ 573188 h 604322"/>
              <a:gd name="connsiteX42" fmla="*/ 482181 w 513363"/>
              <a:gd name="connsiteY42" fmla="*/ 573188 h 604322"/>
              <a:gd name="connsiteX43" fmla="*/ 482181 w 513363"/>
              <a:gd name="connsiteY43" fmla="*/ 410818 h 604322"/>
              <a:gd name="connsiteX44" fmla="*/ 356835 w 513363"/>
              <a:gd name="connsiteY44" fmla="*/ 348448 h 604322"/>
              <a:gd name="connsiteX45" fmla="*/ 356835 w 513363"/>
              <a:gd name="connsiteY45" fmla="*/ 379685 h 604322"/>
              <a:gd name="connsiteX46" fmla="*/ 381925 w 513363"/>
              <a:gd name="connsiteY46" fmla="*/ 379685 h 604322"/>
              <a:gd name="connsiteX47" fmla="*/ 156528 w 513363"/>
              <a:gd name="connsiteY47" fmla="*/ 348448 h 604322"/>
              <a:gd name="connsiteX48" fmla="*/ 131438 w 513363"/>
              <a:gd name="connsiteY48" fmla="*/ 379685 h 604322"/>
              <a:gd name="connsiteX49" fmla="*/ 156528 w 513363"/>
              <a:gd name="connsiteY49" fmla="*/ 379685 h 604322"/>
              <a:gd name="connsiteX50" fmla="*/ 184612 w 513363"/>
              <a:gd name="connsiteY50" fmla="*/ 207109 h 604322"/>
              <a:gd name="connsiteX51" fmla="*/ 328751 w 513363"/>
              <a:gd name="connsiteY51" fmla="*/ 207109 h 604322"/>
              <a:gd name="connsiteX52" fmla="*/ 362514 w 513363"/>
              <a:gd name="connsiteY52" fmla="*/ 224634 h 604322"/>
              <a:gd name="connsiteX53" fmla="*/ 483110 w 513363"/>
              <a:gd name="connsiteY53" fmla="*/ 379685 h 604322"/>
              <a:gd name="connsiteX54" fmla="*/ 485795 w 513363"/>
              <a:gd name="connsiteY54" fmla="*/ 379685 h 604322"/>
              <a:gd name="connsiteX55" fmla="*/ 513363 w 513363"/>
              <a:gd name="connsiteY55" fmla="*/ 407210 h 604322"/>
              <a:gd name="connsiteX56" fmla="*/ 513363 w 513363"/>
              <a:gd name="connsiteY56" fmla="*/ 576797 h 604322"/>
              <a:gd name="connsiteX57" fmla="*/ 485795 w 513363"/>
              <a:gd name="connsiteY57" fmla="*/ 604322 h 604322"/>
              <a:gd name="connsiteX58" fmla="*/ 27568 w 513363"/>
              <a:gd name="connsiteY58" fmla="*/ 604322 h 604322"/>
              <a:gd name="connsiteX59" fmla="*/ 0 w 513363"/>
              <a:gd name="connsiteY59" fmla="*/ 576797 h 604322"/>
              <a:gd name="connsiteX60" fmla="*/ 0 w 513363"/>
              <a:gd name="connsiteY60" fmla="*/ 407210 h 604322"/>
              <a:gd name="connsiteX61" fmla="*/ 27568 w 513363"/>
              <a:gd name="connsiteY61" fmla="*/ 379685 h 604322"/>
              <a:gd name="connsiteX62" fmla="*/ 30252 w 513363"/>
              <a:gd name="connsiteY62" fmla="*/ 379685 h 604322"/>
              <a:gd name="connsiteX63" fmla="*/ 150849 w 513363"/>
              <a:gd name="connsiteY63" fmla="*/ 224634 h 604322"/>
              <a:gd name="connsiteX64" fmla="*/ 184612 w 513363"/>
              <a:gd name="connsiteY64" fmla="*/ 207109 h 604322"/>
              <a:gd name="connsiteX65" fmla="*/ 256682 w 513363"/>
              <a:gd name="connsiteY65" fmla="*/ 0 h 604322"/>
              <a:gd name="connsiteX66" fmla="*/ 354380 w 513363"/>
              <a:gd name="connsiteY66" fmla="*/ 97592 h 604322"/>
              <a:gd name="connsiteX67" fmla="*/ 256682 w 513363"/>
              <a:gd name="connsiteY67" fmla="*/ 195184 h 604322"/>
              <a:gd name="connsiteX68" fmla="*/ 158984 w 513363"/>
              <a:gd name="connsiteY68" fmla="*/ 97592 h 604322"/>
              <a:gd name="connsiteX69" fmla="*/ 256682 w 513363"/>
              <a:gd name="connsiteY69" fmla="*/ 0 h 604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513363" h="604322">
                <a:moveTo>
                  <a:pt x="347836" y="456072"/>
                </a:moveTo>
                <a:cubicBezTo>
                  <a:pt x="326983" y="456072"/>
                  <a:pt x="309950" y="474427"/>
                  <a:pt x="309950" y="497009"/>
                </a:cubicBezTo>
                <a:cubicBezTo>
                  <a:pt x="309950" y="519488"/>
                  <a:pt x="326983" y="537842"/>
                  <a:pt x="347836" y="537842"/>
                </a:cubicBezTo>
                <a:cubicBezTo>
                  <a:pt x="368792" y="537842"/>
                  <a:pt x="385825" y="519488"/>
                  <a:pt x="385825" y="497009"/>
                </a:cubicBezTo>
                <a:cubicBezTo>
                  <a:pt x="385825" y="474427"/>
                  <a:pt x="368792" y="456072"/>
                  <a:pt x="347836" y="456072"/>
                </a:cubicBezTo>
                <a:close/>
                <a:moveTo>
                  <a:pt x="347836" y="439058"/>
                </a:moveTo>
                <a:cubicBezTo>
                  <a:pt x="378186" y="439058"/>
                  <a:pt x="402858" y="465043"/>
                  <a:pt x="402858" y="497009"/>
                </a:cubicBezTo>
                <a:cubicBezTo>
                  <a:pt x="402858" y="528871"/>
                  <a:pt x="378186" y="554856"/>
                  <a:pt x="347836" y="554856"/>
                </a:cubicBezTo>
                <a:cubicBezTo>
                  <a:pt x="317589" y="554856"/>
                  <a:pt x="292917" y="528871"/>
                  <a:pt x="292917" y="497009"/>
                </a:cubicBezTo>
                <a:cubicBezTo>
                  <a:pt x="292917" y="465043"/>
                  <a:pt x="317589" y="439058"/>
                  <a:pt x="347836" y="439058"/>
                </a:cubicBezTo>
                <a:close/>
                <a:moveTo>
                  <a:pt x="255403" y="439058"/>
                </a:moveTo>
                <a:cubicBezTo>
                  <a:pt x="265108" y="439058"/>
                  <a:pt x="274710" y="441739"/>
                  <a:pt x="283073" y="446895"/>
                </a:cubicBezTo>
                <a:cubicBezTo>
                  <a:pt x="287100" y="449370"/>
                  <a:pt x="288339" y="454629"/>
                  <a:pt x="285861" y="458650"/>
                </a:cubicBezTo>
                <a:cubicBezTo>
                  <a:pt x="283383" y="462672"/>
                  <a:pt x="278117" y="463909"/>
                  <a:pt x="274194" y="461434"/>
                </a:cubicBezTo>
                <a:cubicBezTo>
                  <a:pt x="268515" y="457928"/>
                  <a:pt x="262011" y="456072"/>
                  <a:pt x="255403" y="456072"/>
                </a:cubicBezTo>
                <a:cubicBezTo>
                  <a:pt x="237232" y="456072"/>
                  <a:pt x="221951" y="469993"/>
                  <a:pt x="218338" y="488450"/>
                </a:cubicBezTo>
                <a:lnTo>
                  <a:pt x="275949" y="488450"/>
                </a:lnTo>
                <a:cubicBezTo>
                  <a:pt x="280595" y="488450"/>
                  <a:pt x="284415" y="492266"/>
                  <a:pt x="284415" y="497009"/>
                </a:cubicBezTo>
                <a:cubicBezTo>
                  <a:pt x="284415" y="501649"/>
                  <a:pt x="280595" y="505464"/>
                  <a:pt x="275949" y="505464"/>
                </a:cubicBezTo>
                <a:lnTo>
                  <a:pt x="218338" y="505464"/>
                </a:lnTo>
                <a:cubicBezTo>
                  <a:pt x="221951" y="523922"/>
                  <a:pt x="237232" y="537842"/>
                  <a:pt x="255403" y="537842"/>
                </a:cubicBezTo>
                <a:cubicBezTo>
                  <a:pt x="262630" y="537842"/>
                  <a:pt x="269548" y="535677"/>
                  <a:pt x="275639" y="531552"/>
                </a:cubicBezTo>
                <a:cubicBezTo>
                  <a:pt x="279563" y="528974"/>
                  <a:pt x="284828" y="530006"/>
                  <a:pt x="287513" y="533821"/>
                </a:cubicBezTo>
                <a:cubicBezTo>
                  <a:pt x="290094" y="537739"/>
                  <a:pt x="289062" y="542998"/>
                  <a:pt x="285241" y="545679"/>
                </a:cubicBezTo>
                <a:cubicBezTo>
                  <a:pt x="276362" y="551763"/>
                  <a:pt x="266038" y="554856"/>
                  <a:pt x="255403" y="554856"/>
                </a:cubicBezTo>
                <a:cubicBezTo>
                  <a:pt x="225152" y="554856"/>
                  <a:pt x="200476" y="528871"/>
                  <a:pt x="200476" y="497009"/>
                </a:cubicBezTo>
                <a:cubicBezTo>
                  <a:pt x="200476" y="465043"/>
                  <a:pt x="225152" y="439058"/>
                  <a:pt x="255403" y="439058"/>
                </a:cubicBezTo>
                <a:close/>
                <a:moveTo>
                  <a:pt x="165516" y="439058"/>
                </a:moveTo>
                <a:cubicBezTo>
                  <a:pt x="175217" y="439058"/>
                  <a:pt x="184816" y="441739"/>
                  <a:pt x="193176" y="446895"/>
                </a:cubicBezTo>
                <a:cubicBezTo>
                  <a:pt x="197098" y="449370"/>
                  <a:pt x="198439" y="454629"/>
                  <a:pt x="195962" y="458650"/>
                </a:cubicBezTo>
                <a:cubicBezTo>
                  <a:pt x="193485" y="462672"/>
                  <a:pt x="188222" y="463909"/>
                  <a:pt x="184197" y="461434"/>
                </a:cubicBezTo>
                <a:cubicBezTo>
                  <a:pt x="178520" y="457928"/>
                  <a:pt x="172121" y="456072"/>
                  <a:pt x="165516" y="456072"/>
                </a:cubicBezTo>
                <a:cubicBezTo>
                  <a:pt x="144564" y="456072"/>
                  <a:pt x="127535" y="474427"/>
                  <a:pt x="127535" y="497009"/>
                </a:cubicBezTo>
                <a:cubicBezTo>
                  <a:pt x="127535" y="519488"/>
                  <a:pt x="144564" y="537842"/>
                  <a:pt x="165516" y="537842"/>
                </a:cubicBezTo>
                <a:cubicBezTo>
                  <a:pt x="172637" y="537842"/>
                  <a:pt x="179655" y="535677"/>
                  <a:pt x="185641" y="531552"/>
                </a:cubicBezTo>
                <a:cubicBezTo>
                  <a:pt x="189563" y="528974"/>
                  <a:pt x="194930" y="530006"/>
                  <a:pt x="197511" y="533821"/>
                </a:cubicBezTo>
                <a:cubicBezTo>
                  <a:pt x="200194" y="537739"/>
                  <a:pt x="199162" y="542998"/>
                  <a:pt x="195240" y="545679"/>
                </a:cubicBezTo>
                <a:cubicBezTo>
                  <a:pt x="186364" y="551763"/>
                  <a:pt x="176146" y="554856"/>
                  <a:pt x="165516" y="554856"/>
                </a:cubicBezTo>
                <a:cubicBezTo>
                  <a:pt x="135172" y="554856"/>
                  <a:pt x="110505" y="528871"/>
                  <a:pt x="110505" y="497009"/>
                </a:cubicBezTo>
                <a:cubicBezTo>
                  <a:pt x="110505" y="465043"/>
                  <a:pt x="135172" y="439058"/>
                  <a:pt x="165516" y="439058"/>
                </a:cubicBezTo>
                <a:close/>
                <a:moveTo>
                  <a:pt x="31182" y="410818"/>
                </a:moveTo>
                <a:lnTo>
                  <a:pt x="31182" y="573188"/>
                </a:lnTo>
                <a:lnTo>
                  <a:pt x="482181" y="573188"/>
                </a:lnTo>
                <a:lnTo>
                  <a:pt x="482181" y="410818"/>
                </a:lnTo>
                <a:close/>
                <a:moveTo>
                  <a:pt x="356835" y="348448"/>
                </a:moveTo>
                <a:lnTo>
                  <a:pt x="356835" y="379685"/>
                </a:lnTo>
                <a:lnTo>
                  <a:pt x="381925" y="379685"/>
                </a:lnTo>
                <a:close/>
                <a:moveTo>
                  <a:pt x="156528" y="348448"/>
                </a:moveTo>
                <a:lnTo>
                  <a:pt x="131438" y="379685"/>
                </a:lnTo>
                <a:lnTo>
                  <a:pt x="156528" y="379685"/>
                </a:lnTo>
                <a:close/>
                <a:moveTo>
                  <a:pt x="184612" y="207109"/>
                </a:moveTo>
                <a:lnTo>
                  <a:pt x="328751" y="207109"/>
                </a:lnTo>
                <a:cubicBezTo>
                  <a:pt x="342276" y="207109"/>
                  <a:pt x="354873" y="213707"/>
                  <a:pt x="362514" y="224634"/>
                </a:cubicBezTo>
                <a:lnTo>
                  <a:pt x="483110" y="379685"/>
                </a:lnTo>
                <a:lnTo>
                  <a:pt x="485795" y="379685"/>
                </a:lnTo>
                <a:cubicBezTo>
                  <a:pt x="500973" y="379685"/>
                  <a:pt x="513363" y="392056"/>
                  <a:pt x="513363" y="407210"/>
                </a:cubicBezTo>
                <a:lnTo>
                  <a:pt x="513363" y="576797"/>
                </a:lnTo>
                <a:cubicBezTo>
                  <a:pt x="513363" y="591951"/>
                  <a:pt x="500973" y="604322"/>
                  <a:pt x="485795" y="604322"/>
                </a:cubicBezTo>
                <a:lnTo>
                  <a:pt x="27568" y="604322"/>
                </a:lnTo>
                <a:cubicBezTo>
                  <a:pt x="12390" y="604322"/>
                  <a:pt x="0" y="591951"/>
                  <a:pt x="0" y="576797"/>
                </a:cubicBezTo>
                <a:lnTo>
                  <a:pt x="0" y="407210"/>
                </a:lnTo>
                <a:cubicBezTo>
                  <a:pt x="0" y="392056"/>
                  <a:pt x="12390" y="379685"/>
                  <a:pt x="27568" y="379685"/>
                </a:cubicBezTo>
                <a:lnTo>
                  <a:pt x="30252" y="379685"/>
                </a:lnTo>
                <a:lnTo>
                  <a:pt x="150849" y="224634"/>
                </a:lnTo>
                <a:cubicBezTo>
                  <a:pt x="158490" y="213707"/>
                  <a:pt x="171190" y="207109"/>
                  <a:pt x="184612" y="207109"/>
                </a:cubicBezTo>
                <a:close/>
                <a:moveTo>
                  <a:pt x="256682" y="0"/>
                </a:moveTo>
                <a:cubicBezTo>
                  <a:pt x="310639" y="0"/>
                  <a:pt x="354380" y="43693"/>
                  <a:pt x="354380" y="97592"/>
                </a:cubicBezTo>
                <a:cubicBezTo>
                  <a:pt x="354380" y="151491"/>
                  <a:pt x="310639" y="195184"/>
                  <a:pt x="256682" y="195184"/>
                </a:cubicBezTo>
                <a:cubicBezTo>
                  <a:pt x="202725" y="195184"/>
                  <a:pt x="158984" y="151491"/>
                  <a:pt x="158984" y="97592"/>
                </a:cubicBezTo>
                <a:cubicBezTo>
                  <a:pt x="158984" y="43693"/>
                  <a:pt x="202725" y="0"/>
                  <a:pt x="256682"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8" name="professional-profile-with-image_31625">
            <a:extLst>
              <a:ext uri="{FF2B5EF4-FFF2-40B4-BE49-F238E27FC236}">
                <a16:creationId xmlns:a16="http://schemas.microsoft.com/office/drawing/2014/main" id="{E45D9BF9-08CB-4DBA-9F9D-87161C1160F7}"/>
              </a:ext>
            </a:extLst>
          </p:cNvPr>
          <p:cNvSpPr>
            <a:spLocks noChangeAspect="1"/>
          </p:cNvSpPr>
          <p:nvPr/>
        </p:nvSpPr>
        <p:spPr bwMode="auto">
          <a:xfrm>
            <a:off x="9292217" y="3443818"/>
            <a:ext cx="436103" cy="518533"/>
          </a:xfrm>
          <a:custGeom>
            <a:avLst/>
            <a:gdLst>
              <a:gd name="connsiteX0" fmla="*/ 289904 w 503625"/>
              <a:gd name="connsiteY0" fmla="*/ 511317 h 598818"/>
              <a:gd name="connsiteX1" fmla="*/ 378279 w 503625"/>
              <a:gd name="connsiteY1" fmla="*/ 511317 h 598818"/>
              <a:gd name="connsiteX2" fmla="*/ 389450 w 503625"/>
              <a:gd name="connsiteY2" fmla="*/ 522220 h 598818"/>
              <a:gd name="connsiteX3" fmla="*/ 378279 w 503625"/>
              <a:gd name="connsiteY3" fmla="*/ 533122 h 598818"/>
              <a:gd name="connsiteX4" fmla="*/ 289904 w 503625"/>
              <a:gd name="connsiteY4" fmla="*/ 533122 h 598818"/>
              <a:gd name="connsiteX5" fmla="*/ 278733 w 503625"/>
              <a:gd name="connsiteY5" fmla="*/ 522220 h 598818"/>
              <a:gd name="connsiteX6" fmla="*/ 289904 w 503625"/>
              <a:gd name="connsiteY6" fmla="*/ 511317 h 598818"/>
              <a:gd name="connsiteX7" fmla="*/ 251936 w 503625"/>
              <a:gd name="connsiteY7" fmla="*/ 412173 h 598818"/>
              <a:gd name="connsiteX8" fmla="*/ 378249 w 503625"/>
              <a:gd name="connsiteY8" fmla="*/ 412173 h 598818"/>
              <a:gd name="connsiteX9" fmla="*/ 389168 w 503625"/>
              <a:gd name="connsiteY9" fmla="*/ 423093 h 598818"/>
              <a:gd name="connsiteX10" fmla="*/ 378249 w 503625"/>
              <a:gd name="connsiteY10" fmla="*/ 434260 h 598818"/>
              <a:gd name="connsiteX11" fmla="*/ 251936 w 503625"/>
              <a:gd name="connsiteY11" fmla="*/ 434260 h 598818"/>
              <a:gd name="connsiteX12" fmla="*/ 240769 w 503625"/>
              <a:gd name="connsiteY12" fmla="*/ 423093 h 598818"/>
              <a:gd name="connsiteX13" fmla="*/ 251936 w 503625"/>
              <a:gd name="connsiteY13" fmla="*/ 412173 h 598818"/>
              <a:gd name="connsiteX14" fmla="*/ 125309 w 503625"/>
              <a:gd name="connsiteY14" fmla="*/ 362142 h 598818"/>
              <a:gd name="connsiteX15" fmla="*/ 378279 w 503625"/>
              <a:gd name="connsiteY15" fmla="*/ 362142 h 598818"/>
              <a:gd name="connsiteX16" fmla="*/ 389450 w 503625"/>
              <a:gd name="connsiteY16" fmla="*/ 373027 h 598818"/>
              <a:gd name="connsiteX17" fmla="*/ 378279 w 503625"/>
              <a:gd name="connsiteY17" fmla="*/ 384158 h 598818"/>
              <a:gd name="connsiteX18" fmla="*/ 125309 w 503625"/>
              <a:gd name="connsiteY18" fmla="*/ 384158 h 598818"/>
              <a:gd name="connsiteX19" fmla="*/ 114386 w 503625"/>
              <a:gd name="connsiteY19" fmla="*/ 373027 h 598818"/>
              <a:gd name="connsiteX20" fmla="*/ 125309 w 503625"/>
              <a:gd name="connsiteY20" fmla="*/ 362142 h 598818"/>
              <a:gd name="connsiteX21" fmla="*/ 125309 w 503625"/>
              <a:gd name="connsiteY21" fmla="*/ 311829 h 598818"/>
              <a:gd name="connsiteX22" fmla="*/ 378279 w 503625"/>
              <a:gd name="connsiteY22" fmla="*/ 311829 h 598818"/>
              <a:gd name="connsiteX23" fmla="*/ 389450 w 503625"/>
              <a:gd name="connsiteY23" fmla="*/ 322961 h 598818"/>
              <a:gd name="connsiteX24" fmla="*/ 378279 w 503625"/>
              <a:gd name="connsiteY24" fmla="*/ 333845 h 598818"/>
              <a:gd name="connsiteX25" fmla="*/ 125309 w 503625"/>
              <a:gd name="connsiteY25" fmla="*/ 333845 h 598818"/>
              <a:gd name="connsiteX26" fmla="*/ 114386 w 503625"/>
              <a:gd name="connsiteY26" fmla="*/ 322961 h 598818"/>
              <a:gd name="connsiteX27" fmla="*/ 125309 w 503625"/>
              <a:gd name="connsiteY27" fmla="*/ 311829 h 598818"/>
              <a:gd name="connsiteX28" fmla="*/ 125309 w 503625"/>
              <a:gd name="connsiteY28" fmla="*/ 261727 h 598818"/>
              <a:gd name="connsiteX29" fmla="*/ 378279 w 503625"/>
              <a:gd name="connsiteY29" fmla="*/ 261727 h 598818"/>
              <a:gd name="connsiteX30" fmla="*/ 389450 w 503625"/>
              <a:gd name="connsiteY30" fmla="*/ 272895 h 598818"/>
              <a:gd name="connsiteX31" fmla="*/ 378279 w 503625"/>
              <a:gd name="connsiteY31" fmla="*/ 283814 h 598818"/>
              <a:gd name="connsiteX32" fmla="*/ 125309 w 503625"/>
              <a:gd name="connsiteY32" fmla="*/ 283814 h 598818"/>
              <a:gd name="connsiteX33" fmla="*/ 114386 w 503625"/>
              <a:gd name="connsiteY33" fmla="*/ 272895 h 598818"/>
              <a:gd name="connsiteX34" fmla="*/ 125309 w 503625"/>
              <a:gd name="connsiteY34" fmla="*/ 261727 h 598818"/>
              <a:gd name="connsiteX35" fmla="*/ 178951 w 503625"/>
              <a:gd name="connsiteY35" fmla="*/ 160378 h 598818"/>
              <a:gd name="connsiteX36" fmla="*/ 185655 w 503625"/>
              <a:gd name="connsiteY36" fmla="*/ 168309 h 598818"/>
              <a:gd name="connsiteX37" fmla="*/ 185904 w 503625"/>
              <a:gd name="connsiteY37" fmla="*/ 168309 h 598818"/>
              <a:gd name="connsiteX38" fmla="*/ 168273 w 503625"/>
              <a:gd name="connsiteY38" fmla="*/ 210934 h 598818"/>
              <a:gd name="connsiteX39" fmla="*/ 189380 w 503625"/>
              <a:gd name="connsiteY39" fmla="*/ 231751 h 598818"/>
              <a:gd name="connsiteX40" fmla="*/ 210239 w 503625"/>
              <a:gd name="connsiteY40" fmla="*/ 210934 h 598818"/>
              <a:gd name="connsiteX41" fmla="*/ 192608 w 503625"/>
              <a:gd name="connsiteY41" fmla="*/ 168309 h 598818"/>
              <a:gd name="connsiteX42" fmla="*/ 192857 w 503625"/>
              <a:gd name="connsiteY42" fmla="*/ 168309 h 598818"/>
              <a:gd name="connsiteX43" fmla="*/ 199562 w 503625"/>
              <a:gd name="connsiteY43" fmla="*/ 160626 h 598818"/>
              <a:gd name="connsiteX44" fmla="*/ 189380 w 503625"/>
              <a:gd name="connsiteY44" fmla="*/ 162361 h 598818"/>
              <a:gd name="connsiteX45" fmla="*/ 178951 w 503625"/>
              <a:gd name="connsiteY45" fmla="*/ 160378 h 598818"/>
              <a:gd name="connsiteX46" fmla="*/ 189380 w 503625"/>
              <a:gd name="connsiteY46" fmla="*/ 71906 h 598818"/>
              <a:gd name="connsiteX47" fmla="*/ 230602 w 503625"/>
              <a:gd name="connsiteY47" fmla="*/ 113045 h 598818"/>
              <a:gd name="connsiteX48" fmla="*/ 207756 w 503625"/>
              <a:gd name="connsiteY48" fmla="*/ 156413 h 598818"/>
              <a:gd name="connsiteX49" fmla="*/ 264126 w 503625"/>
              <a:gd name="connsiteY49" fmla="*/ 213412 h 598818"/>
              <a:gd name="connsiteX50" fmla="*/ 114386 w 503625"/>
              <a:gd name="connsiteY50" fmla="*/ 213412 h 598818"/>
              <a:gd name="connsiteX51" fmla="*/ 170756 w 503625"/>
              <a:gd name="connsiteY51" fmla="*/ 156413 h 598818"/>
              <a:gd name="connsiteX52" fmla="*/ 147910 w 503625"/>
              <a:gd name="connsiteY52" fmla="*/ 113045 h 598818"/>
              <a:gd name="connsiteX53" fmla="*/ 189380 w 503625"/>
              <a:gd name="connsiteY53" fmla="*/ 71906 h 598818"/>
              <a:gd name="connsiteX54" fmla="*/ 60068 w 503625"/>
              <a:gd name="connsiteY54" fmla="*/ 24042 h 598818"/>
              <a:gd name="connsiteX55" fmla="*/ 24077 w 503625"/>
              <a:gd name="connsiteY55" fmla="*/ 59981 h 598818"/>
              <a:gd name="connsiteX56" fmla="*/ 24077 w 503625"/>
              <a:gd name="connsiteY56" fmla="*/ 538837 h 598818"/>
              <a:gd name="connsiteX57" fmla="*/ 60068 w 503625"/>
              <a:gd name="connsiteY57" fmla="*/ 574776 h 598818"/>
              <a:gd name="connsiteX58" fmla="*/ 443806 w 503625"/>
              <a:gd name="connsiteY58" fmla="*/ 574776 h 598818"/>
              <a:gd name="connsiteX59" fmla="*/ 479797 w 503625"/>
              <a:gd name="connsiteY59" fmla="*/ 538837 h 598818"/>
              <a:gd name="connsiteX60" fmla="*/ 479797 w 503625"/>
              <a:gd name="connsiteY60" fmla="*/ 59981 h 598818"/>
              <a:gd name="connsiteX61" fmla="*/ 443806 w 503625"/>
              <a:gd name="connsiteY61" fmla="*/ 24042 h 598818"/>
              <a:gd name="connsiteX62" fmla="*/ 60068 w 503625"/>
              <a:gd name="connsiteY62" fmla="*/ 0 h 598818"/>
              <a:gd name="connsiteX63" fmla="*/ 443806 w 503625"/>
              <a:gd name="connsiteY63" fmla="*/ 0 h 598818"/>
              <a:gd name="connsiteX64" fmla="*/ 503625 w 503625"/>
              <a:gd name="connsiteY64" fmla="*/ 59981 h 598818"/>
              <a:gd name="connsiteX65" fmla="*/ 503625 w 503625"/>
              <a:gd name="connsiteY65" fmla="*/ 538837 h 598818"/>
              <a:gd name="connsiteX66" fmla="*/ 443806 w 503625"/>
              <a:gd name="connsiteY66" fmla="*/ 598818 h 598818"/>
              <a:gd name="connsiteX67" fmla="*/ 60068 w 503625"/>
              <a:gd name="connsiteY67" fmla="*/ 598818 h 598818"/>
              <a:gd name="connsiteX68" fmla="*/ 0 w 503625"/>
              <a:gd name="connsiteY68" fmla="*/ 538837 h 598818"/>
              <a:gd name="connsiteX69" fmla="*/ 0 w 503625"/>
              <a:gd name="connsiteY69" fmla="*/ 59981 h 598818"/>
              <a:gd name="connsiteX70" fmla="*/ 60068 w 503625"/>
              <a:gd name="connsiteY70" fmla="*/ 0 h 598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503625" h="598818">
                <a:moveTo>
                  <a:pt x="289904" y="511317"/>
                </a:moveTo>
                <a:lnTo>
                  <a:pt x="378279" y="511317"/>
                </a:lnTo>
                <a:cubicBezTo>
                  <a:pt x="384485" y="511317"/>
                  <a:pt x="389450" y="516025"/>
                  <a:pt x="389450" y="522220"/>
                </a:cubicBezTo>
                <a:cubicBezTo>
                  <a:pt x="389450" y="528167"/>
                  <a:pt x="384485" y="533122"/>
                  <a:pt x="378279" y="533122"/>
                </a:cubicBezTo>
                <a:lnTo>
                  <a:pt x="289904" y="533122"/>
                </a:lnTo>
                <a:cubicBezTo>
                  <a:pt x="283698" y="533122"/>
                  <a:pt x="278733" y="528167"/>
                  <a:pt x="278733" y="522220"/>
                </a:cubicBezTo>
                <a:cubicBezTo>
                  <a:pt x="278733" y="516025"/>
                  <a:pt x="283698" y="511317"/>
                  <a:pt x="289904" y="511317"/>
                </a:cubicBezTo>
                <a:close/>
                <a:moveTo>
                  <a:pt x="251936" y="412173"/>
                </a:moveTo>
                <a:lnTo>
                  <a:pt x="378249" y="412173"/>
                </a:lnTo>
                <a:cubicBezTo>
                  <a:pt x="384453" y="412173"/>
                  <a:pt x="389168" y="417137"/>
                  <a:pt x="389168" y="423093"/>
                </a:cubicBezTo>
                <a:cubicBezTo>
                  <a:pt x="389168" y="429297"/>
                  <a:pt x="384453" y="434260"/>
                  <a:pt x="378249" y="434260"/>
                </a:cubicBezTo>
                <a:lnTo>
                  <a:pt x="251936" y="434260"/>
                </a:lnTo>
                <a:cubicBezTo>
                  <a:pt x="245732" y="434260"/>
                  <a:pt x="240769" y="429297"/>
                  <a:pt x="240769" y="423093"/>
                </a:cubicBezTo>
                <a:cubicBezTo>
                  <a:pt x="240769" y="417137"/>
                  <a:pt x="245732" y="412173"/>
                  <a:pt x="251936" y="412173"/>
                </a:cubicBezTo>
                <a:close/>
                <a:moveTo>
                  <a:pt x="125309" y="362142"/>
                </a:moveTo>
                <a:lnTo>
                  <a:pt x="378279" y="362142"/>
                </a:lnTo>
                <a:cubicBezTo>
                  <a:pt x="384485" y="362142"/>
                  <a:pt x="389450" y="367090"/>
                  <a:pt x="389450" y="373027"/>
                </a:cubicBezTo>
                <a:cubicBezTo>
                  <a:pt x="389450" y="379211"/>
                  <a:pt x="384485" y="384158"/>
                  <a:pt x="378279" y="384158"/>
                </a:cubicBezTo>
                <a:lnTo>
                  <a:pt x="125309" y="384158"/>
                </a:lnTo>
                <a:cubicBezTo>
                  <a:pt x="119351" y="384158"/>
                  <a:pt x="114386" y="379211"/>
                  <a:pt x="114386" y="373027"/>
                </a:cubicBezTo>
                <a:cubicBezTo>
                  <a:pt x="114386" y="367090"/>
                  <a:pt x="119351" y="362142"/>
                  <a:pt x="125309" y="362142"/>
                </a:cubicBezTo>
                <a:close/>
                <a:moveTo>
                  <a:pt x="125309" y="311829"/>
                </a:moveTo>
                <a:lnTo>
                  <a:pt x="378279" y="311829"/>
                </a:lnTo>
                <a:cubicBezTo>
                  <a:pt x="384485" y="311829"/>
                  <a:pt x="389450" y="316777"/>
                  <a:pt x="389450" y="322961"/>
                </a:cubicBezTo>
                <a:cubicBezTo>
                  <a:pt x="389450" y="328898"/>
                  <a:pt x="384485" y="333845"/>
                  <a:pt x="378279" y="333845"/>
                </a:cubicBezTo>
                <a:lnTo>
                  <a:pt x="125309" y="333845"/>
                </a:lnTo>
                <a:cubicBezTo>
                  <a:pt x="119351" y="333845"/>
                  <a:pt x="114386" y="328898"/>
                  <a:pt x="114386" y="322961"/>
                </a:cubicBezTo>
                <a:cubicBezTo>
                  <a:pt x="114386" y="316777"/>
                  <a:pt x="119351" y="311829"/>
                  <a:pt x="125309" y="311829"/>
                </a:cubicBezTo>
                <a:close/>
                <a:moveTo>
                  <a:pt x="125309" y="261727"/>
                </a:moveTo>
                <a:lnTo>
                  <a:pt x="378279" y="261727"/>
                </a:lnTo>
                <a:cubicBezTo>
                  <a:pt x="384485" y="261727"/>
                  <a:pt x="389450" y="266691"/>
                  <a:pt x="389450" y="272895"/>
                </a:cubicBezTo>
                <a:cubicBezTo>
                  <a:pt x="389450" y="278851"/>
                  <a:pt x="384485" y="283814"/>
                  <a:pt x="378279" y="283814"/>
                </a:cubicBezTo>
                <a:lnTo>
                  <a:pt x="125309" y="283814"/>
                </a:lnTo>
                <a:cubicBezTo>
                  <a:pt x="119351" y="283814"/>
                  <a:pt x="114386" y="278851"/>
                  <a:pt x="114386" y="272895"/>
                </a:cubicBezTo>
                <a:cubicBezTo>
                  <a:pt x="114386" y="266691"/>
                  <a:pt x="119351" y="261727"/>
                  <a:pt x="125309" y="261727"/>
                </a:cubicBezTo>
                <a:close/>
                <a:moveTo>
                  <a:pt x="178951" y="160378"/>
                </a:moveTo>
                <a:lnTo>
                  <a:pt x="185655" y="168309"/>
                </a:lnTo>
                <a:lnTo>
                  <a:pt x="185904" y="168309"/>
                </a:lnTo>
                <a:lnTo>
                  <a:pt x="168273" y="210934"/>
                </a:lnTo>
                <a:lnTo>
                  <a:pt x="189380" y="231751"/>
                </a:lnTo>
                <a:lnTo>
                  <a:pt x="210239" y="210934"/>
                </a:lnTo>
                <a:lnTo>
                  <a:pt x="192608" y="168309"/>
                </a:lnTo>
                <a:lnTo>
                  <a:pt x="192857" y="168309"/>
                </a:lnTo>
                <a:lnTo>
                  <a:pt x="199562" y="160626"/>
                </a:lnTo>
                <a:cubicBezTo>
                  <a:pt x="196333" y="161617"/>
                  <a:pt x="192857" y="162361"/>
                  <a:pt x="189380" y="162361"/>
                </a:cubicBezTo>
                <a:cubicBezTo>
                  <a:pt x="185655" y="162361"/>
                  <a:pt x="182179" y="161617"/>
                  <a:pt x="178951" y="160378"/>
                </a:cubicBezTo>
                <a:close/>
                <a:moveTo>
                  <a:pt x="189380" y="71906"/>
                </a:moveTo>
                <a:cubicBezTo>
                  <a:pt x="212226" y="71906"/>
                  <a:pt x="230602" y="90493"/>
                  <a:pt x="230602" y="113045"/>
                </a:cubicBezTo>
                <a:cubicBezTo>
                  <a:pt x="230602" y="129401"/>
                  <a:pt x="221414" y="147244"/>
                  <a:pt x="207756" y="156413"/>
                </a:cubicBezTo>
                <a:cubicBezTo>
                  <a:pt x="240287" y="164591"/>
                  <a:pt x="264126" y="192595"/>
                  <a:pt x="264126" y="213412"/>
                </a:cubicBezTo>
                <a:cubicBezTo>
                  <a:pt x="264126" y="237946"/>
                  <a:pt x="114386" y="237946"/>
                  <a:pt x="114386" y="213412"/>
                </a:cubicBezTo>
                <a:cubicBezTo>
                  <a:pt x="114386" y="192595"/>
                  <a:pt x="138474" y="164591"/>
                  <a:pt x="170756" y="156413"/>
                </a:cubicBezTo>
                <a:cubicBezTo>
                  <a:pt x="157346" y="147244"/>
                  <a:pt x="147910" y="129401"/>
                  <a:pt x="147910" y="113045"/>
                </a:cubicBezTo>
                <a:cubicBezTo>
                  <a:pt x="147910" y="90493"/>
                  <a:pt x="166534" y="71906"/>
                  <a:pt x="189380" y="71906"/>
                </a:cubicBezTo>
                <a:close/>
                <a:moveTo>
                  <a:pt x="60068" y="24042"/>
                </a:moveTo>
                <a:cubicBezTo>
                  <a:pt x="40211" y="24042"/>
                  <a:pt x="24077" y="40152"/>
                  <a:pt x="24077" y="59981"/>
                </a:cubicBezTo>
                <a:lnTo>
                  <a:pt x="24077" y="538837"/>
                </a:lnTo>
                <a:cubicBezTo>
                  <a:pt x="24077" y="558666"/>
                  <a:pt x="40211" y="574776"/>
                  <a:pt x="60068" y="574776"/>
                </a:cubicBezTo>
                <a:lnTo>
                  <a:pt x="443806" y="574776"/>
                </a:lnTo>
                <a:cubicBezTo>
                  <a:pt x="463663" y="574776"/>
                  <a:pt x="479797" y="558666"/>
                  <a:pt x="479797" y="538837"/>
                </a:cubicBezTo>
                <a:lnTo>
                  <a:pt x="479797" y="59981"/>
                </a:lnTo>
                <a:cubicBezTo>
                  <a:pt x="479797" y="40152"/>
                  <a:pt x="463663" y="24042"/>
                  <a:pt x="443806" y="24042"/>
                </a:cubicBezTo>
                <a:close/>
                <a:moveTo>
                  <a:pt x="60068" y="0"/>
                </a:moveTo>
                <a:lnTo>
                  <a:pt x="443806" y="0"/>
                </a:lnTo>
                <a:cubicBezTo>
                  <a:pt x="476818" y="0"/>
                  <a:pt x="503625" y="26768"/>
                  <a:pt x="503625" y="59981"/>
                </a:cubicBezTo>
                <a:lnTo>
                  <a:pt x="503625" y="538837"/>
                </a:lnTo>
                <a:cubicBezTo>
                  <a:pt x="503625" y="571802"/>
                  <a:pt x="476818" y="598818"/>
                  <a:pt x="443806" y="598818"/>
                </a:cubicBezTo>
                <a:lnTo>
                  <a:pt x="60068" y="598818"/>
                </a:lnTo>
                <a:cubicBezTo>
                  <a:pt x="27055" y="598818"/>
                  <a:pt x="0" y="571802"/>
                  <a:pt x="0" y="538837"/>
                </a:cubicBezTo>
                <a:lnTo>
                  <a:pt x="0" y="59981"/>
                </a:lnTo>
                <a:cubicBezTo>
                  <a:pt x="0" y="26768"/>
                  <a:pt x="27055" y="0"/>
                  <a:pt x="60068"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29" name="iconfont-11655-2733939">
            <a:extLst>
              <a:ext uri="{FF2B5EF4-FFF2-40B4-BE49-F238E27FC236}">
                <a16:creationId xmlns:a16="http://schemas.microsoft.com/office/drawing/2014/main" id="{BA628ABD-6AFF-4468-8A44-AACAC515590D}"/>
              </a:ext>
            </a:extLst>
          </p:cNvPr>
          <p:cNvSpPr>
            <a:spLocks noChangeAspect="1"/>
          </p:cNvSpPr>
          <p:nvPr/>
        </p:nvSpPr>
        <p:spPr bwMode="auto">
          <a:xfrm>
            <a:off x="10725367" y="3443817"/>
            <a:ext cx="436103" cy="436175"/>
          </a:xfrm>
          <a:custGeom>
            <a:avLst/>
            <a:gdLst>
              <a:gd name="T0" fmla="*/ 5272 w 12601"/>
              <a:gd name="T1" fmla="*/ 3740 h 12602"/>
              <a:gd name="T2" fmla="*/ 4783 w 12601"/>
              <a:gd name="T3" fmla="*/ 3956 h 12602"/>
              <a:gd name="T4" fmla="*/ 4783 w 12601"/>
              <a:gd name="T5" fmla="*/ 8715 h 12602"/>
              <a:gd name="T6" fmla="*/ 5272 w 12601"/>
              <a:gd name="T7" fmla="*/ 8932 h 12602"/>
              <a:gd name="T8" fmla="*/ 7661 w 12601"/>
              <a:gd name="T9" fmla="*/ 6728 h 12602"/>
              <a:gd name="T10" fmla="*/ 7661 w 12601"/>
              <a:gd name="T11" fmla="*/ 5967 h 12602"/>
              <a:gd name="T12" fmla="*/ 5272 w 12601"/>
              <a:gd name="T13" fmla="*/ 3740 h 12602"/>
              <a:gd name="T14" fmla="*/ 12597 w 12601"/>
              <a:gd name="T15" fmla="*/ 6300 h 12602"/>
              <a:gd name="T16" fmla="*/ 10757 w 12601"/>
              <a:gd name="T17" fmla="*/ 1844 h 12602"/>
              <a:gd name="T18" fmla="*/ 6301 w 12601"/>
              <a:gd name="T19" fmla="*/ 4 h 12602"/>
              <a:gd name="T20" fmla="*/ 1850 w 12601"/>
              <a:gd name="T21" fmla="*/ 1844 h 12602"/>
              <a:gd name="T22" fmla="*/ 9 w 12601"/>
              <a:gd name="T23" fmla="*/ 6300 h 12602"/>
              <a:gd name="T24" fmla="*/ 1844 w 12601"/>
              <a:gd name="T25" fmla="*/ 10759 h 12602"/>
              <a:gd name="T26" fmla="*/ 6301 w 12601"/>
              <a:gd name="T27" fmla="*/ 12592 h 12602"/>
              <a:gd name="T28" fmla="*/ 12597 w 12601"/>
              <a:gd name="T29" fmla="*/ 6300 h 12602"/>
              <a:gd name="T30" fmla="*/ 748 w 12601"/>
              <a:gd name="T31" fmla="*/ 6300 h 12602"/>
              <a:gd name="T32" fmla="*/ 2373 w 12601"/>
              <a:gd name="T33" fmla="*/ 2371 h 12602"/>
              <a:gd name="T34" fmla="*/ 6301 w 12601"/>
              <a:gd name="T35" fmla="*/ 743 h 12602"/>
              <a:gd name="T36" fmla="*/ 11893 w 12601"/>
              <a:gd name="T37" fmla="*/ 6300 h 12602"/>
              <a:gd name="T38" fmla="*/ 6301 w 12601"/>
              <a:gd name="T39" fmla="*/ 11855 h 12602"/>
              <a:gd name="T40" fmla="*/ 2367 w 12601"/>
              <a:gd name="T41" fmla="*/ 10235 h 12602"/>
              <a:gd name="T42" fmla="*/ 748 w 12601"/>
              <a:gd name="T43" fmla="*/ 6300 h 12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2601" h="12602">
                <a:moveTo>
                  <a:pt x="5272" y="3740"/>
                </a:moveTo>
                <a:cubicBezTo>
                  <a:pt x="5110" y="3576"/>
                  <a:pt x="4783" y="3687"/>
                  <a:pt x="4783" y="3956"/>
                </a:cubicBezTo>
                <a:lnTo>
                  <a:pt x="4783" y="8715"/>
                </a:lnTo>
                <a:cubicBezTo>
                  <a:pt x="4783" y="8932"/>
                  <a:pt x="5055" y="9096"/>
                  <a:pt x="5272" y="8932"/>
                </a:cubicBezTo>
                <a:lnTo>
                  <a:pt x="7661" y="6728"/>
                </a:lnTo>
                <a:cubicBezTo>
                  <a:pt x="7877" y="6521"/>
                  <a:pt x="7877" y="6174"/>
                  <a:pt x="7661" y="5967"/>
                </a:cubicBezTo>
                <a:lnTo>
                  <a:pt x="5272" y="3740"/>
                </a:lnTo>
                <a:close/>
                <a:moveTo>
                  <a:pt x="12597" y="6300"/>
                </a:moveTo>
                <a:cubicBezTo>
                  <a:pt x="12601" y="4629"/>
                  <a:pt x="11939" y="3025"/>
                  <a:pt x="10757" y="1844"/>
                </a:cubicBezTo>
                <a:cubicBezTo>
                  <a:pt x="9576" y="662"/>
                  <a:pt x="7972" y="0"/>
                  <a:pt x="6301" y="4"/>
                </a:cubicBezTo>
                <a:cubicBezTo>
                  <a:pt x="4632" y="1"/>
                  <a:pt x="3030" y="663"/>
                  <a:pt x="1850" y="1844"/>
                </a:cubicBezTo>
                <a:cubicBezTo>
                  <a:pt x="668" y="3025"/>
                  <a:pt x="5" y="4629"/>
                  <a:pt x="9" y="6300"/>
                </a:cubicBezTo>
                <a:cubicBezTo>
                  <a:pt x="0" y="7972"/>
                  <a:pt x="661" y="9578"/>
                  <a:pt x="1844" y="10759"/>
                </a:cubicBezTo>
                <a:cubicBezTo>
                  <a:pt x="3024" y="11942"/>
                  <a:pt x="4630" y="12602"/>
                  <a:pt x="6301" y="12592"/>
                </a:cubicBezTo>
                <a:cubicBezTo>
                  <a:pt x="9767" y="12557"/>
                  <a:pt x="12597" y="9764"/>
                  <a:pt x="12597" y="6300"/>
                </a:cubicBezTo>
                <a:close/>
                <a:moveTo>
                  <a:pt x="748" y="6300"/>
                </a:moveTo>
                <a:cubicBezTo>
                  <a:pt x="747" y="4826"/>
                  <a:pt x="1332" y="3413"/>
                  <a:pt x="2373" y="2371"/>
                </a:cubicBezTo>
                <a:cubicBezTo>
                  <a:pt x="3415" y="1328"/>
                  <a:pt x="4828" y="743"/>
                  <a:pt x="6301" y="743"/>
                </a:cubicBezTo>
                <a:cubicBezTo>
                  <a:pt x="9389" y="743"/>
                  <a:pt x="11893" y="3244"/>
                  <a:pt x="11893" y="6300"/>
                </a:cubicBezTo>
                <a:cubicBezTo>
                  <a:pt x="11893" y="9350"/>
                  <a:pt x="9389" y="11855"/>
                  <a:pt x="6301" y="11855"/>
                </a:cubicBezTo>
                <a:cubicBezTo>
                  <a:pt x="4826" y="11861"/>
                  <a:pt x="3410" y="11278"/>
                  <a:pt x="2367" y="10235"/>
                </a:cubicBezTo>
                <a:cubicBezTo>
                  <a:pt x="1324" y="9192"/>
                  <a:pt x="741" y="7775"/>
                  <a:pt x="748" y="630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0" name="iconfont-11650-5539279">
            <a:extLst>
              <a:ext uri="{FF2B5EF4-FFF2-40B4-BE49-F238E27FC236}">
                <a16:creationId xmlns:a16="http://schemas.microsoft.com/office/drawing/2014/main" id="{8251BD25-FB54-4360-8F5C-DF316D774D65}"/>
              </a:ext>
            </a:extLst>
          </p:cNvPr>
          <p:cNvSpPr>
            <a:spLocks noChangeAspect="1"/>
          </p:cNvSpPr>
          <p:nvPr/>
        </p:nvSpPr>
        <p:spPr bwMode="auto">
          <a:xfrm>
            <a:off x="902677" y="4330548"/>
            <a:ext cx="436103" cy="514031"/>
          </a:xfrm>
          <a:custGeom>
            <a:avLst/>
            <a:gdLst>
              <a:gd name="T0" fmla="*/ 8968 w 10071"/>
              <a:gd name="T1" fmla="*/ 4645 h 11872"/>
              <a:gd name="T2" fmla="*/ 8938 w 10071"/>
              <a:gd name="T3" fmla="*/ 4645 h 11872"/>
              <a:gd name="T4" fmla="*/ 8365 w 10071"/>
              <a:gd name="T5" fmla="*/ 4816 h 11872"/>
              <a:gd name="T6" fmla="*/ 7328 w 10071"/>
              <a:gd name="T7" fmla="*/ 4053 h 11872"/>
              <a:gd name="T8" fmla="*/ 6725 w 10071"/>
              <a:gd name="T9" fmla="*/ 4224 h 11872"/>
              <a:gd name="T10" fmla="*/ 5674 w 10071"/>
              <a:gd name="T11" fmla="*/ 3458 h 11872"/>
              <a:gd name="T12" fmla="*/ 5141 w 10071"/>
              <a:gd name="T13" fmla="*/ 3592 h 11872"/>
              <a:gd name="T14" fmla="*/ 5141 w 10071"/>
              <a:gd name="T15" fmla="*/ 2453 h 11872"/>
              <a:gd name="T16" fmla="*/ 4045 w 10071"/>
              <a:gd name="T17" fmla="*/ 1328 h 11872"/>
              <a:gd name="T18" fmla="*/ 2912 w 10071"/>
              <a:gd name="T19" fmla="*/ 2453 h 11872"/>
              <a:gd name="T20" fmla="*/ 2912 w 10071"/>
              <a:gd name="T21" fmla="*/ 6821 h 11872"/>
              <a:gd name="T22" fmla="*/ 2224 w 10071"/>
              <a:gd name="T23" fmla="*/ 6136 h 11872"/>
              <a:gd name="T24" fmla="*/ 624 w 10071"/>
              <a:gd name="T25" fmla="*/ 6136 h 11872"/>
              <a:gd name="T26" fmla="*/ 538 w 10071"/>
              <a:gd name="T27" fmla="*/ 7810 h 11872"/>
              <a:gd name="T28" fmla="*/ 3704 w 10071"/>
              <a:gd name="T29" fmla="*/ 10957 h 11872"/>
              <a:gd name="T30" fmla="*/ 3917 w 10071"/>
              <a:gd name="T31" fmla="*/ 11122 h 11872"/>
              <a:gd name="T32" fmla="*/ 6560 w 10071"/>
              <a:gd name="T33" fmla="*/ 11872 h 11872"/>
              <a:gd name="T34" fmla="*/ 10050 w 10071"/>
              <a:gd name="T35" fmla="*/ 8021 h 11872"/>
              <a:gd name="T36" fmla="*/ 10050 w 10071"/>
              <a:gd name="T37" fmla="*/ 5770 h 11872"/>
              <a:gd name="T38" fmla="*/ 8968 w 10071"/>
              <a:gd name="T39" fmla="*/ 4645 h 11872"/>
              <a:gd name="T40" fmla="*/ 9456 w 10071"/>
              <a:gd name="T41" fmla="*/ 8021 h 11872"/>
              <a:gd name="T42" fmla="*/ 6560 w 10071"/>
              <a:gd name="T43" fmla="*/ 11280 h 11872"/>
              <a:gd name="T44" fmla="*/ 4048 w 10071"/>
              <a:gd name="T45" fmla="*/ 10456 h 11872"/>
              <a:gd name="T46" fmla="*/ 1050 w 10071"/>
              <a:gd name="T47" fmla="*/ 7477 h 11872"/>
              <a:gd name="T48" fmla="*/ 1069 w 10071"/>
              <a:gd name="T49" fmla="*/ 6656 h 11872"/>
              <a:gd name="T50" fmla="*/ 1893 w 10071"/>
              <a:gd name="T51" fmla="*/ 6640 h 11872"/>
              <a:gd name="T52" fmla="*/ 2872 w 10071"/>
              <a:gd name="T53" fmla="*/ 7605 h 11872"/>
              <a:gd name="T54" fmla="*/ 3517 w 10071"/>
              <a:gd name="T55" fmla="*/ 8245 h 11872"/>
              <a:gd name="T56" fmla="*/ 3517 w 10071"/>
              <a:gd name="T57" fmla="*/ 2570 h 11872"/>
              <a:gd name="T58" fmla="*/ 4050 w 10071"/>
              <a:gd name="T59" fmla="*/ 2037 h 11872"/>
              <a:gd name="T60" fmla="*/ 4549 w 10071"/>
              <a:gd name="T61" fmla="*/ 2570 h 11872"/>
              <a:gd name="T62" fmla="*/ 4549 w 10071"/>
              <a:gd name="T63" fmla="*/ 6184 h 11872"/>
              <a:gd name="T64" fmla="*/ 4841 w 10071"/>
              <a:gd name="T65" fmla="*/ 6545 h 11872"/>
              <a:gd name="T66" fmla="*/ 5133 w 10071"/>
              <a:gd name="T67" fmla="*/ 6184 h 11872"/>
              <a:gd name="T68" fmla="*/ 5133 w 10071"/>
              <a:gd name="T69" fmla="*/ 4704 h 11872"/>
              <a:gd name="T70" fmla="*/ 5652 w 10071"/>
              <a:gd name="T71" fmla="*/ 4185 h 11872"/>
              <a:gd name="T72" fmla="*/ 6170 w 10071"/>
              <a:gd name="T73" fmla="*/ 4704 h 11872"/>
              <a:gd name="T74" fmla="*/ 6170 w 10071"/>
              <a:gd name="T75" fmla="*/ 6658 h 11872"/>
              <a:gd name="T76" fmla="*/ 6462 w 10071"/>
              <a:gd name="T77" fmla="*/ 7020 h 11872"/>
              <a:gd name="T78" fmla="*/ 6754 w 10071"/>
              <a:gd name="T79" fmla="*/ 6658 h 11872"/>
              <a:gd name="T80" fmla="*/ 6754 w 10071"/>
              <a:gd name="T81" fmla="*/ 5296 h 11872"/>
              <a:gd name="T82" fmla="*/ 7261 w 10071"/>
              <a:gd name="T83" fmla="*/ 4762 h 11872"/>
              <a:gd name="T84" fmla="*/ 7794 w 10071"/>
              <a:gd name="T85" fmla="*/ 5296 h 11872"/>
              <a:gd name="T86" fmla="*/ 7794 w 10071"/>
              <a:gd name="T87" fmla="*/ 7013 h 11872"/>
              <a:gd name="T88" fmla="*/ 8088 w 10071"/>
              <a:gd name="T89" fmla="*/ 7368 h 11872"/>
              <a:gd name="T90" fmla="*/ 8416 w 10071"/>
              <a:gd name="T91" fmla="*/ 7072 h 11872"/>
              <a:gd name="T92" fmla="*/ 8416 w 10071"/>
              <a:gd name="T93" fmla="*/ 7013 h 11872"/>
              <a:gd name="T94" fmla="*/ 8416 w 10071"/>
              <a:gd name="T95" fmla="*/ 5840 h 11872"/>
              <a:gd name="T96" fmla="*/ 8933 w 10071"/>
              <a:gd name="T97" fmla="*/ 5306 h 11872"/>
              <a:gd name="T98" fmla="*/ 9453 w 10071"/>
              <a:gd name="T99" fmla="*/ 5840 h 11872"/>
              <a:gd name="T100" fmla="*/ 9456 w 10071"/>
              <a:gd name="T101" fmla="*/ 8021 h 11872"/>
              <a:gd name="T102" fmla="*/ 2474 w 10071"/>
              <a:gd name="T103" fmla="*/ 4138 h 11872"/>
              <a:gd name="T104" fmla="*/ 2474 w 10071"/>
              <a:gd name="T105" fmla="*/ 3136 h 11872"/>
              <a:gd name="T106" fmla="*/ 2551 w 10071"/>
              <a:gd name="T107" fmla="*/ 1580 h 11872"/>
              <a:gd name="T108" fmla="*/ 3858 w 10071"/>
              <a:gd name="T109" fmla="*/ 733 h 11872"/>
              <a:gd name="T110" fmla="*/ 5310 w 10071"/>
              <a:gd name="T111" fmla="*/ 1297 h 11872"/>
              <a:gd name="T112" fmla="*/ 5701 w 10071"/>
              <a:gd name="T113" fmla="*/ 2805 h 11872"/>
              <a:gd name="T114" fmla="*/ 6250 w 10071"/>
              <a:gd name="T115" fmla="*/ 3045 h 11872"/>
              <a:gd name="T116" fmla="*/ 5643 w 10071"/>
              <a:gd name="T117" fmla="*/ 801 h 11872"/>
              <a:gd name="T118" fmla="*/ 3389 w 10071"/>
              <a:gd name="T119" fmla="*/ 231 h 11872"/>
              <a:gd name="T120" fmla="*/ 1789 w 10071"/>
              <a:gd name="T121" fmla="*/ 1917 h 11872"/>
              <a:gd name="T122" fmla="*/ 2474 w 10071"/>
              <a:gd name="T123" fmla="*/ 4138 h 11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0071" h="11872">
                <a:moveTo>
                  <a:pt x="8968" y="4645"/>
                </a:moveTo>
                <a:lnTo>
                  <a:pt x="8938" y="4645"/>
                </a:lnTo>
                <a:cubicBezTo>
                  <a:pt x="8735" y="4645"/>
                  <a:pt x="8536" y="4704"/>
                  <a:pt x="8365" y="4816"/>
                </a:cubicBezTo>
                <a:cubicBezTo>
                  <a:pt x="8223" y="4362"/>
                  <a:pt x="7803" y="4053"/>
                  <a:pt x="7328" y="4053"/>
                </a:cubicBezTo>
                <a:cubicBezTo>
                  <a:pt x="7115" y="4053"/>
                  <a:pt x="6906" y="4112"/>
                  <a:pt x="6725" y="4224"/>
                </a:cubicBezTo>
                <a:cubicBezTo>
                  <a:pt x="6582" y="3764"/>
                  <a:pt x="6155" y="3453"/>
                  <a:pt x="5674" y="3458"/>
                </a:cubicBezTo>
                <a:cubicBezTo>
                  <a:pt x="5488" y="3458"/>
                  <a:pt x="5305" y="3504"/>
                  <a:pt x="5141" y="3592"/>
                </a:cubicBezTo>
                <a:lnTo>
                  <a:pt x="5141" y="2453"/>
                </a:lnTo>
                <a:cubicBezTo>
                  <a:pt x="5156" y="1837"/>
                  <a:pt x="4661" y="1329"/>
                  <a:pt x="4045" y="1328"/>
                </a:cubicBezTo>
                <a:cubicBezTo>
                  <a:pt x="3422" y="1326"/>
                  <a:pt x="2915" y="1830"/>
                  <a:pt x="2912" y="2453"/>
                </a:cubicBezTo>
                <a:lnTo>
                  <a:pt x="2912" y="6821"/>
                </a:lnTo>
                <a:lnTo>
                  <a:pt x="2224" y="6136"/>
                </a:lnTo>
                <a:cubicBezTo>
                  <a:pt x="1768" y="5729"/>
                  <a:pt x="1080" y="5729"/>
                  <a:pt x="624" y="6136"/>
                </a:cubicBezTo>
                <a:cubicBezTo>
                  <a:pt x="248" y="6512"/>
                  <a:pt x="0" y="7272"/>
                  <a:pt x="538" y="7810"/>
                </a:cubicBezTo>
                <a:lnTo>
                  <a:pt x="3704" y="10957"/>
                </a:lnTo>
                <a:cubicBezTo>
                  <a:pt x="3768" y="11020"/>
                  <a:pt x="3840" y="11076"/>
                  <a:pt x="3917" y="11122"/>
                </a:cubicBezTo>
                <a:cubicBezTo>
                  <a:pt x="4498" y="11605"/>
                  <a:pt x="5160" y="11872"/>
                  <a:pt x="6560" y="11872"/>
                </a:cubicBezTo>
                <a:cubicBezTo>
                  <a:pt x="9760" y="11872"/>
                  <a:pt x="10050" y="10146"/>
                  <a:pt x="10050" y="8021"/>
                </a:cubicBezTo>
                <a:lnTo>
                  <a:pt x="10050" y="5770"/>
                </a:lnTo>
                <a:cubicBezTo>
                  <a:pt x="10071" y="5157"/>
                  <a:pt x="9581" y="4648"/>
                  <a:pt x="8968" y="4645"/>
                </a:cubicBezTo>
                <a:close/>
                <a:moveTo>
                  <a:pt x="9456" y="8021"/>
                </a:moveTo>
                <a:cubicBezTo>
                  <a:pt x="9456" y="9821"/>
                  <a:pt x="9456" y="11280"/>
                  <a:pt x="6560" y="11280"/>
                </a:cubicBezTo>
                <a:cubicBezTo>
                  <a:pt x="5338" y="11280"/>
                  <a:pt x="4602" y="11013"/>
                  <a:pt x="4048" y="10456"/>
                </a:cubicBezTo>
                <a:lnTo>
                  <a:pt x="1050" y="7477"/>
                </a:lnTo>
                <a:cubicBezTo>
                  <a:pt x="813" y="7251"/>
                  <a:pt x="821" y="6870"/>
                  <a:pt x="1069" y="6656"/>
                </a:cubicBezTo>
                <a:cubicBezTo>
                  <a:pt x="1299" y="6439"/>
                  <a:pt x="1655" y="6432"/>
                  <a:pt x="1893" y="6640"/>
                </a:cubicBezTo>
                <a:lnTo>
                  <a:pt x="2872" y="7605"/>
                </a:lnTo>
                <a:lnTo>
                  <a:pt x="3517" y="8245"/>
                </a:lnTo>
                <a:lnTo>
                  <a:pt x="3517" y="2570"/>
                </a:lnTo>
                <a:cubicBezTo>
                  <a:pt x="3517" y="2276"/>
                  <a:pt x="3756" y="2037"/>
                  <a:pt x="4050" y="2037"/>
                </a:cubicBezTo>
                <a:cubicBezTo>
                  <a:pt x="4338" y="2040"/>
                  <a:pt x="4566" y="2283"/>
                  <a:pt x="4549" y="2570"/>
                </a:cubicBezTo>
                <a:lnTo>
                  <a:pt x="4549" y="6184"/>
                </a:lnTo>
                <a:cubicBezTo>
                  <a:pt x="4509" y="6370"/>
                  <a:pt x="4651" y="6545"/>
                  <a:pt x="4841" y="6545"/>
                </a:cubicBezTo>
                <a:cubicBezTo>
                  <a:pt x="5031" y="6545"/>
                  <a:pt x="5173" y="6370"/>
                  <a:pt x="5133" y="6184"/>
                </a:cubicBezTo>
                <a:lnTo>
                  <a:pt x="5133" y="4704"/>
                </a:lnTo>
                <a:cubicBezTo>
                  <a:pt x="5133" y="4417"/>
                  <a:pt x="5365" y="4185"/>
                  <a:pt x="5652" y="4185"/>
                </a:cubicBezTo>
                <a:cubicBezTo>
                  <a:pt x="5938" y="4185"/>
                  <a:pt x="6170" y="4417"/>
                  <a:pt x="6170" y="4704"/>
                </a:cubicBezTo>
                <a:lnTo>
                  <a:pt x="6170" y="6658"/>
                </a:lnTo>
                <a:cubicBezTo>
                  <a:pt x="6130" y="6844"/>
                  <a:pt x="6272" y="7020"/>
                  <a:pt x="6462" y="7020"/>
                </a:cubicBezTo>
                <a:cubicBezTo>
                  <a:pt x="6653" y="7020"/>
                  <a:pt x="6794" y="6844"/>
                  <a:pt x="6754" y="6658"/>
                </a:cubicBezTo>
                <a:lnTo>
                  <a:pt x="6754" y="5296"/>
                </a:lnTo>
                <a:cubicBezTo>
                  <a:pt x="6742" y="5007"/>
                  <a:pt x="6972" y="4765"/>
                  <a:pt x="7261" y="4762"/>
                </a:cubicBezTo>
                <a:cubicBezTo>
                  <a:pt x="7261" y="4762"/>
                  <a:pt x="7794" y="4797"/>
                  <a:pt x="7794" y="5296"/>
                </a:cubicBezTo>
                <a:lnTo>
                  <a:pt x="7794" y="7013"/>
                </a:lnTo>
                <a:cubicBezTo>
                  <a:pt x="7757" y="7198"/>
                  <a:pt x="7899" y="7370"/>
                  <a:pt x="8088" y="7368"/>
                </a:cubicBezTo>
                <a:cubicBezTo>
                  <a:pt x="8265" y="7391"/>
                  <a:pt x="8420" y="7250"/>
                  <a:pt x="8416" y="7072"/>
                </a:cubicBezTo>
                <a:cubicBezTo>
                  <a:pt x="8418" y="7052"/>
                  <a:pt x="8418" y="7033"/>
                  <a:pt x="8416" y="7013"/>
                </a:cubicBezTo>
                <a:lnTo>
                  <a:pt x="8416" y="5840"/>
                </a:lnTo>
                <a:cubicBezTo>
                  <a:pt x="8416" y="5551"/>
                  <a:pt x="8645" y="5315"/>
                  <a:pt x="8933" y="5306"/>
                </a:cubicBezTo>
                <a:cubicBezTo>
                  <a:pt x="9232" y="5291"/>
                  <a:pt x="9476" y="5541"/>
                  <a:pt x="9453" y="5840"/>
                </a:cubicBezTo>
                <a:lnTo>
                  <a:pt x="9456" y="8021"/>
                </a:lnTo>
                <a:close/>
                <a:moveTo>
                  <a:pt x="2474" y="4138"/>
                </a:moveTo>
                <a:lnTo>
                  <a:pt x="2474" y="3136"/>
                </a:lnTo>
                <a:cubicBezTo>
                  <a:pt x="2249" y="2635"/>
                  <a:pt x="2277" y="2056"/>
                  <a:pt x="2551" y="1580"/>
                </a:cubicBezTo>
                <a:cubicBezTo>
                  <a:pt x="2826" y="1104"/>
                  <a:pt x="3312" y="789"/>
                  <a:pt x="3858" y="733"/>
                </a:cubicBezTo>
                <a:cubicBezTo>
                  <a:pt x="4405" y="677"/>
                  <a:pt x="4945" y="887"/>
                  <a:pt x="5310" y="1297"/>
                </a:cubicBezTo>
                <a:cubicBezTo>
                  <a:pt x="5675" y="1708"/>
                  <a:pt x="5821" y="2269"/>
                  <a:pt x="5701" y="2805"/>
                </a:cubicBezTo>
                <a:cubicBezTo>
                  <a:pt x="5908" y="2811"/>
                  <a:pt x="6105" y="2897"/>
                  <a:pt x="6250" y="3045"/>
                </a:cubicBezTo>
                <a:cubicBezTo>
                  <a:pt x="6468" y="2242"/>
                  <a:pt x="6236" y="1384"/>
                  <a:pt x="5643" y="801"/>
                </a:cubicBezTo>
                <a:cubicBezTo>
                  <a:pt x="5050" y="218"/>
                  <a:pt x="4188" y="0"/>
                  <a:pt x="3389" y="231"/>
                </a:cubicBezTo>
                <a:cubicBezTo>
                  <a:pt x="2590" y="463"/>
                  <a:pt x="1978" y="1107"/>
                  <a:pt x="1789" y="1917"/>
                </a:cubicBezTo>
                <a:cubicBezTo>
                  <a:pt x="1599" y="2727"/>
                  <a:pt x="1861" y="3576"/>
                  <a:pt x="2474" y="4138"/>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1" name="iconfont-11214-5301917">
            <a:extLst>
              <a:ext uri="{FF2B5EF4-FFF2-40B4-BE49-F238E27FC236}">
                <a16:creationId xmlns:a16="http://schemas.microsoft.com/office/drawing/2014/main" id="{89B08C13-0690-45C2-B394-66A9C462E4D8}"/>
              </a:ext>
            </a:extLst>
          </p:cNvPr>
          <p:cNvSpPr>
            <a:spLocks noChangeAspect="1"/>
          </p:cNvSpPr>
          <p:nvPr/>
        </p:nvSpPr>
        <p:spPr bwMode="auto">
          <a:xfrm>
            <a:off x="2299771" y="4330548"/>
            <a:ext cx="436103" cy="518038"/>
          </a:xfrm>
          <a:custGeom>
            <a:avLst/>
            <a:gdLst>
              <a:gd name="connsiteX0" fmla="*/ 409373 w 498223"/>
              <a:gd name="connsiteY0" fmla="*/ 413992 h 591829"/>
              <a:gd name="connsiteX1" fmla="*/ 428419 w 498223"/>
              <a:gd name="connsiteY1" fmla="*/ 433043 h 591829"/>
              <a:gd name="connsiteX2" fmla="*/ 428419 w 498223"/>
              <a:gd name="connsiteY2" fmla="*/ 483860 h 591829"/>
              <a:gd name="connsiteX3" fmla="*/ 479177 w 498223"/>
              <a:gd name="connsiteY3" fmla="*/ 483860 h 591829"/>
              <a:gd name="connsiteX4" fmla="*/ 498223 w 498223"/>
              <a:gd name="connsiteY4" fmla="*/ 502911 h 591829"/>
              <a:gd name="connsiteX5" fmla="*/ 479177 w 498223"/>
              <a:gd name="connsiteY5" fmla="*/ 521961 h 591829"/>
              <a:gd name="connsiteX6" fmla="*/ 428419 w 498223"/>
              <a:gd name="connsiteY6" fmla="*/ 521961 h 591829"/>
              <a:gd name="connsiteX7" fmla="*/ 428419 w 498223"/>
              <a:gd name="connsiteY7" fmla="*/ 572779 h 591829"/>
              <a:gd name="connsiteX8" fmla="*/ 409373 w 498223"/>
              <a:gd name="connsiteY8" fmla="*/ 591829 h 591829"/>
              <a:gd name="connsiteX9" fmla="*/ 390326 w 498223"/>
              <a:gd name="connsiteY9" fmla="*/ 572779 h 591829"/>
              <a:gd name="connsiteX10" fmla="*/ 390326 w 498223"/>
              <a:gd name="connsiteY10" fmla="*/ 521961 h 591829"/>
              <a:gd name="connsiteX11" fmla="*/ 339521 w 498223"/>
              <a:gd name="connsiteY11" fmla="*/ 521961 h 591829"/>
              <a:gd name="connsiteX12" fmla="*/ 320474 w 498223"/>
              <a:gd name="connsiteY12" fmla="*/ 502911 h 591829"/>
              <a:gd name="connsiteX13" fmla="*/ 339521 w 498223"/>
              <a:gd name="connsiteY13" fmla="*/ 483860 h 591829"/>
              <a:gd name="connsiteX14" fmla="*/ 390326 w 498223"/>
              <a:gd name="connsiteY14" fmla="*/ 483860 h 591829"/>
              <a:gd name="connsiteX15" fmla="*/ 390326 w 498223"/>
              <a:gd name="connsiteY15" fmla="*/ 433043 h 591829"/>
              <a:gd name="connsiteX16" fmla="*/ 409373 w 498223"/>
              <a:gd name="connsiteY16" fmla="*/ 413992 h 591829"/>
              <a:gd name="connsiteX17" fmla="*/ 227005 w 498223"/>
              <a:gd name="connsiteY17" fmla="*/ 302737 h 591829"/>
              <a:gd name="connsiteX18" fmla="*/ 227005 w 498223"/>
              <a:gd name="connsiteY18" fmla="*/ 335789 h 591829"/>
              <a:gd name="connsiteX19" fmla="*/ 250622 w 498223"/>
              <a:gd name="connsiteY19" fmla="*/ 319263 h 591829"/>
              <a:gd name="connsiteX20" fmla="*/ 199102 w 498223"/>
              <a:gd name="connsiteY20" fmla="*/ 249395 h 591829"/>
              <a:gd name="connsiteX21" fmla="*/ 218910 w 498223"/>
              <a:gd name="connsiteY21" fmla="*/ 250157 h 591829"/>
              <a:gd name="connsiteX22" fmla="*/ 295095 w 498223"/>
              <a:gd name="connsiteY22" fmla="*/ 303261 h 591829"/>
              <a:gd name="connsiteX23" fmla="*/ 295095 w 498223"/>
              <a:gd name="connsiteY23" fmla="*/ 334503 h 591829"/>
              <a:gd name="connsiteX24" fmla="*/ 218910 w 498223"/>
              <a:gd name="connsiteY24" fmla="*/ 387607 h 591829"/>
              <a:gd name="connsiteX25" fmla="*/ 188912 w 498223"/>
              <a:gd name="connsiteY25" fmla="*/ 371843 h 591829"/>
              <a:gd name="connsiteX26" fmla="*/ 188912 w 498223"/>
              <a:gd name="connsiteY26" fmla="*/ 266445 h 591829"/>
              <a:gd name="connsiteX27" fmla="*/ 199102 w 498223"/>
              <a:gd name="connsiteY27" fmla="*/ 249395 h 591829"/>
              <a:gd name="connsiteX28" fmla="*/ 139109 w 498223"/>
              <a:gd name="connsiteY28" fmla="*/ 65010 h 591829"/>
              <a:gd name="connsiteX29" fmla="*/ 62904 w 498223"/>
              <a:gd name="connsiteY29" fmla="*/ 141213 h 591829"/>
              <a:gd name="connsiteX30" fmla="*/ 139109 w 498223"/>
              <a:gd name="connsiteY30" fmla="*/ 141213 h 591829"/>
              <a:gd name="connsiteX31" fmla="*/ 156398 w 498223"/>
              <a:gd name="connsiteY31" fmla="*/ 0 h 591829"/>
              <a:gd name="connsiteX32" fmla="*/ 474410 w 498223"/>
              <a:gd name="connsiteY32" fmla="*/ 0 h 591829"/>
              <a:gd name="connsiteX33" fmla="*/ 493461 w 498223"/>
              <a:gd name="connsiteY33" fmla="*/ 19050 h 591829"/>
              <a:gd name="connsiteX34" fmla="*/ 493461 w 498223"/>
              <a:gd name="connsiteY34" fmla="*/ 377442 h 591829"/>
              <a:gd name="connsiteX35" fmla="*/ 474410 w 498223"/>
              <a:gd name="connsiteY35" fmla="*/ 396492 h 591829"/>
              <a:gd name="connsiteX36" fmla="*/ 455359 w 498223"/>
              <a:gd name="connsiteY36" fmla="*/ 377442 h 591829"/>
              <a:gd name="connsiteX37" fmla="*/ 455359 w 498223"/>
              <a:gd name="connsiteY37" fmla="*/ 38101 h 591829"/>
              <a:gd name="connsiteX38" fmla="*/ 177211 w 498223"/>
              <a:gd name="connsiteY38" fmla="*/ 38101 h 591829"/>
              <a:gd name="connsiteX39" fmla="*/ 177211 w 498223"/>
              <a:gd name="connsiteY39" fmla="*/ 160264 h 591829"/>
              <a:gd name="connsiteX40" fmla="*/ 158160 w 498223"/>
              <a:gd name="connsiteY40" fmla="*/ 179314 h 591829"/>
              <a:gd name="connsiteX41" fmla="*/ 36232 w 498223"/>
              <a:gd name="connsiteY41" fmla="*/ 179314 h 591829"/>
              <a:gd name="connsiteX42" fmla="*/ 36232 w 498223"/>
              <a:gd name="connsiteY42" fmla="*/ 553232 h 591829"/>
              <a:gd name="connsiteX43" fmla="*/ 284422 w 498223"/>
              <a:gd name="connsiteY43" fmla="*/ 553232 h 591829"/>
              <a:gd name="connsiteX44" fmla="*/ 303473 w 498223"/>
              <a:gd name="connsiteY44" fmla="*/ 572283 h 591829"/>
              <a:gd name="connsiteX45" fmla="*/ 284422 w 498223"/>
              <a:gd name="connsiteY45" fmla="*/ 591333 h 591829"/>
              <a:gd name="connsiteX46" fmla="*/ 19229 w 498223"/>
              <a:gd name="connsiteY46" fmla="*/ 591333 h 591829"/>
              <a:gd name="connsiteX47" fmla="*/ 178 w 498223"/>
              <a:gd name="connsiteY47" fmla="*/ 572283 h 591829"/>
              <a:gd name="connsiteX48" fmla="*/ 178 w 498223"/>
              <a:gd name="connsiteY48" fmla="*/ 158740 h 591829"/>
              <a:gd name="connsiteX49" fmla="*/ 178 w 498223"/>
              <a:gd name="connsiteY49" fmla="*/ 153691 h 591829"/>
              <a:gd name="connsiteX50" fmla="*/ 178 w 498223"/>
              <a:gd name="connsiteY50" fmla="*/ 151881 h 591829"/>
              <a:gd name="connsiteX51" fmla="*/ 3702 w 498223"/>
              <a:gd name="connsiteY51" fmla="*/ 146547 h 591829"/>
              <a:gd name="connsiteX52" fmla="*/ 144205 w 498223"/>
              <a:gd name="connsiteY52" fmla="*/ 7096 h 591829"/>
              <a:gd name="connsiteX53" fmla="*/ 152826 w 498223"/>
              <a:gd name="connsiteY53" fmla="*/ 1000 h 591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98223" h="591829">
                <a:moveTo>
                  <a:pt x="409373" y="413992"/>
                </a:moveTo>
                <a:cubicBezTo>
                  <a:pt x="419896" y="413992"/>
                  <a:pt x="428419" y="422517"/>
                  <a:pt x="428419" y="433043"/>
                </a:cubicBezTo>
                <a:lnTo>
                  <a:pt x="428419" y="483860"/>
                </a:lnTo>
                <a:lnTo>
                  <a:pt x="479177" y="483860"/>
                </a:lnTo>
                <a:cubicBezTo>
                  <a:pt x="489700" y="483860"/>
                  <a:pt x="498223" y="492385"/>
                  <a:pt x="498223" y="502911"/>
                </a:cubicBezTo>
                <a:cubicBezTo>
                  <a:pt x="498223" y="513436"/>
                  <a:pt x="489700" y="521961"/>
                  <a:pt x="479177" y="521961"/>
                </a:cubicBezTo>
                <a:lnTo>
                  <a:pt x="428419" y="521961"/>
                </a:lnTo>
                <a:lnTo>
                  <a:pt x="428419" y="572779"/>
                </a:lnTo>
                <a:cubicBezTo>
                  <a:pt x="428419" y="583304"/>
                  <a:pt x="419896" y="591829"/>
                  <a:pt x="409373" y="591829"/>
                </a:cubicBezTo>
                <a:cubicBezTo>
                  <a:pt x="398850" y="591829"/>
                  <a:pt x="390326" y="583304"/>
                  <a:pt x="390326" y="572779"/>
                </a:cubicBezTo>
                <a:lnTo>
                  <a:pt x="390326" y="521961"/>
                </a:lnTo>
                <a:lnTo>
                  <a:pt x="339521" y="521961"/>
                </a:lnTo>
                <a:cubicBezTo>
                  <a:pt x="328997" y="521961"/>
                  <a:pt x="320474" y="513436"/>
                  <a:pt x="320474" y="502911"/>
                </a:cubicBezTo>
                <a:cubicBezTo>
                  <a:pt x="320474" y="492385"/>
                  <a:pt x="328997" y="483860"/>
                  <a:pt x="339521" y="483860"/>
                </a:cubicBezTo>
                <a:lnTo>
                  <a:pt x="390326" y="483860"/>
                </a:lnTo>
                <a:lnTo>
                  <a:pt x="390326" y="433043"/>
                </a:lnTo>
                <a:cubicBezTo>
                  <a:pt x="390326" y="422517"/>
                  <a:pt x="398850" y="413992"/>
                  <a:pt x="409373" y="413992"/>
                </a:cubicBezTo>
                <a:close/>
                <a:moveTo>
                  <a:pt x="227005" y="302737"/>
                </a:moveTo>
                <a:lnTo>
                  <a:pt x="227005" y="335789"/>
                </a:lnTo>
                <a:lnTo>
                  <a:pt x="250622" y="319263"/>
                </a:lnTo>
                <a:close/>
                <a:moveTo>
                  <a:pt x="199102" y="249395"/>
                </a:moveTo>
                <a:cubicBezTo>
                  <a:pt x="205292" y="245918"/>
                  <a:pt x="212958" y="246252"/>
                  <a:pt x="218910" y="250157"/>
                </a:cubicBezTo>
                <a:lnTo>
                  <a:pt x="295095" y="303261"/>
                </a:lnTo>
                <a:cubicBezTo>
                  <a:pt x="305952" y="310833"/>
                  <a:pt x="305952" y="326931"/>
                  <a:pt x="295095" y="334503"/>
                </a:cubicBezTo>
                <a:lnTo>
                  <a:pt x="218910" y="387607"/>
                </a:lnTo>
                <a:cubicBezTo>
                  <a:pt x="206197" y="396465"/>
                  <a:pt x="188817" y="387321"/>
                  <a:pt x="188912" y="371843"/>
                </a:cubicBezTo>
                <a:lnTo>
                  <a:pt x="188912" y="266445"/>
                </a:lnTo>
                <a:cubicBezTo>
                  <a:pt x="188865" y="259301"/>
                  <a:pt x="192769" y="252729"/>
                  <a:pt x="199102" y="249395"/>
                </a:cubicBezTo>
                <a:close/>
                <a:moveTo>
                  <a:pt x="139109" y="65010"/>
                </a:moveTo>
                <a:lnTo>
                  <a:pt x="62904" y="141213"/>
                </a:lnTo>
                <a:lnTo>
                  <a:pt x="139109" y="141213"/>
                </a:lnTo>
                <a:close/>
                <a:moveTo>
                  <a:pt x="156398" y="0"/>
                </a:moveTo>
                <a:lnTo>
                  <a:pt x="474410" y="0"/>
                </a:lnTo>
                <a:cubicBezTo>
                  <a:pt x="484936" y="0"/>
                  <a:pt x="493461" y="8525"/>
                  <a:pt x="493461" y="19050"/>
                </a:cubicBezTo>
                <a:lnTo>
                  <a:pt x="493461" y="377442"/>
                </a:lnTo>
                <a:cubicBezTo>
                  <a:pt x="493461" y="387967"/>
                  <a:pt x="484936" y="396492"/>
                  <a:pt x="474410" y="396492"/>
                </a:cubicBezTo>
                <a:cubicBezTo>
                  <a:pt x="463884" y="396492"/>
                  <a:pt x="455359" y="387967"/>
                  <a:pt x="455359" y="377442"/>
                </a:cubicBezTo>
                <a:lnTo>
                  <a:pt x="455359" y="38101"/>
                </a:lnTo>
                <a:lnTo>
                  <a:pt x="177211" y="38101"/>
                </a:lnTo>
                <a:lnTo>
                  <a:pt x="177211" y="160264"/>
                </a:lnTo>
                <a:cubicBezTo>
                  <a:pt x="177211" y="170789"/>
                  <a:pt x="168686" y="179314"/>
                  <a:pt x="158160" y="179314"/>
                </a:cubicBezTo>
                <a:lnTo>
                  <a:pt x="36232" y="179314"/>
                </a:lnTo>
                <a:lnTo>
                  <a:pt x="36232" y="553232"/>
                </a:lnTo>
                <a:lnTo>
                  <a:pt x="284422" y="553232"/>
                </a:lnTo>
                <a:cubicBezTo>
                  <a:pt x="294948" y="553232"/>
                  <a:pt x="303473" y="561757"/>
                  <a:pt x="303473" y="572283"/>
                </a:cubicBezTo>
                <a:cubicBezTo>
                  <a:pt x="303473" y="582808"/>
                  <a:pt x="294948" y="591333"/>
                  <a:pt x="284422" y="591333"/>
                </a:cubicBezTo>
                <a:lnTo>
                  <a:pt x="19229" y="591333"/>
                </a:lnTo>
                <a:cubicBezTo>
                  <a:pt x="8703" y="591333"/>
                  <a:pt x="178" y="582808"/>
                  <a:pt x="178" y="572283"/>
                </a:cubicBezTo>
                <a:lnTo>
                  <a:pt x="178" y="158740"/>
                </a:lnTo>
                <a:cubicBezTo>
                  <a:pt x="-60" y="157073"/>
                  <a:pt x="-60" y="155358"/>
                  <a:pt x="178" y="153691"/>
                </a:cubicBezTo>
                <a:lnTo>
                  <a:pt x="178" y="151881"/>
                </a:lnTo>
                <a:cubicBezTo>
                  <a:pt x="1035" y="149929"/>
                  <a:pt x="2226" y="148119"/>
                  <a:pt x="3702" y="146547"/>
                </a:cubicBezTo>
                <a:lnTo>
                  <a:pt x="144205" y="7096"/>
                </a:lnTo>
                <a:cubicBezTo>
                  <a:pt x="146396" y="4286"/>
                  <a:pt x="149396" y="2191"/>
                  <a:pt x="152826" y="100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2" name="iconfont-1161-868519">
            <a:extLst>
              <a:ext uri="{FF2B5EF4-FFF2-40B4-BE49-F238E27FC236}">
                <a16:creationId xmlns:a16="http://schemas.microsoft.com/office/drawing/2014/main" id="{1BD8160B-9B00-4F00-ADDA-E7F5C77114F7}"/>
              </a:ext>
            </a:extLst>
          </p:cNvPr>
          <p:cNvSpPr>
            <a:spLocks noChangeAspect="1"/>
          </p:cNvSpPr>
          <p:nvPr/>
        </p:nvSpPr>
        <p:spPr bwMode="auto">
          <a:xfrm>
            <a:off x="3754046" y="4346689"/>
            <a:ext cx="436103" cy="447529"/>
          </a:xfrm>
          <a:custGeom>
            <a:avLst/>
            <a:gdLst>
              <a:gd name="T0" fmla="*/ 4510 w 8906"/>
              <a:gd name="T1" fmla="*/ 1967 h 9138"/>
              <a:gd name="T2" fmla="*/ 462 w 8906"/>
              <a:gd name="T3" fmla="*/ 0 h 9138"/>
              <a:gd name="T4" fmla="*/ 8906 w 8906"/>
              <a:gd name="T5" fmla="*/ 9138 h 9138"/>
              <a:gd name="T6" fmla="*/ 2660 w 8906"/>
              <a:gd name="T7" fmla="*/ 2776 h 9138"/>
              <a:gd name="T8" fmla="*/ 6708 w 8906"/>
              <a:gd name="T9" fmla="*/ 3933 h 9138"/>
              <a:gd name="T10" fmla="*/ 4123 w 8906"/>
              <a:gd name="T11" fmla="*/ 5586 h 9138"/>
              <a:gd name="T12" fmla="*/ 6040 w 8906"/>
              <a:gd name="T13" fmla="*/ 4098 h 9138"/>
              <a:gd name="T14" fmla="*/ 5161 w 8906"/>
              <a:gd name="T15" fmla="*/ 2875 h 9138"/>
              <a:gd name="T16" fmla="*/ 3698 w 8906"/>
              <a:gd name="T17" fmla="*/ 3657 h 9138"/>
              <a:gd name="T18" fmla="*/ 3007 w 8906"/>
              <a:gd name="T19" fmla="*/ 4164 h 9138"/>
              <a:gd name="T20" fmla="*/ 4645 w 8906"/>
              <a:gd name="T21" fmla="*/ 6962 h 9138"/>
              <a:gd name="T22" fmla="*/ 5130 w 8906"/>
              <a:gd name="T23" fmla="*/ 6872 h 9138"/>
              <a:gd name="T24" fmla="*/ 5183 w 8906"/>
              <a:gd name="T25" fmla="*/ 6872 h 9138"/>
              <a:gd name="T26" fmla="*/ 5656 w 8906"/>
              <a:gd name="T27" fmla="*/ 6962 h 9138"/>
              <a:gd name="T28" fmla="*/ 4032 w 8906"/>
              <a:gd name="T29" fmla="*/ 6787 h 9138"/>
              <a:gd name="T30" fmla="*/ 3532 w 8906"/>
              <a:gd name="T31" fmla="*/ 7589 h 9138"/>
              <a:gd name="T32" fmla="*/ 3113 w 8906"/>
              <a:gd name="T33" fmla="*/ 7279 h 9138"/>
              <a:gd name="T34" fmla="*/ 3210 w 8906"/>
              <a:gd name="T35" fmla="*/ 7179 h 9138"/>
              <a:gd name="T36" fmla="*/ 3260 w 8906"/>
              <a:gd name="T37" fmla="*/ 7531 h 9138"/>
              <a:gd name="T38" fmla="*/ 2067 w 8906"/>
              <a:gd name="T39" fmla="*/ 7842 h 9138"/>
              <a:gd name="T40" fmla="*/ 2139 w 8906"/>
              <a:gd name="T41" fmla="*/ 7339 h 9138"/>
              <a:gd name="T42" fmla="*/ 2603 w 8906"/>
              <a:gd name="T43" fmla="*/ 7339 h 9138"/>
              <a:gd name="T44" fmla="*/ 2603 w 8906"/>
              <a:gd name="T45" fmla="*/ 7842 h 9138"/>
              <a:gd name="T46" fmla="*/ 2208 w 8906"/>
              <a:gd name="T47" fmla="*/ 6978 h 9138"/>
              <a:gd name="T48" fmla="*/ 1914 w 8906"/>
              <a:gd name="T49" fmla="*/ 7463 h 9138"/>
              <a:gd name="T50" fmla="*/ 1731 w 8906"/>
              <a:gd name="T51" fmla="*/ 6978 h 9138"/>
              <a:gd name="T52" fmla="*/ 2302 w 8906"/>
              <a:gd name="T53" fmla="*/ 6738 h 9138"/>
              <a:gd name="T54" fmla="*/ 3088 w 8906"/>
              <a:gd name="T55" fmla="*/ 7844 h 9138"/>
              <a:gd name="T56" fmla="*/ 3088 w 8906"/>
              <a:gd name="T57" fmla="*/ 7844 h 9138"/>
              <a:gd name="T58" fmla="*/ 3978 w 8906"/>
              <a:gd name="T59" fmla="*/ 7823 h 9138"/>
              <a:gd name="T60" fmla="*/ 3857 w 8906"/>
              <a:gd name="T61" fmla="*/ 7438 h 9138"/>
              <a:gd name="T62" fmla="*/ 3826 w 8906"/>
              <a:gd name="T63" fmla="*/ 7137 h 9138"/>
              <a:gd name="T64" fmla="*/ 3807 w 8906"/>
              <a:gd name="T65" fmla="*/ 6715 h 9138"/>
              <a:gd name="T66" fmla="*/ 4393 w 8906"/>
              <a:gd name="T67" fmla="*/ 7072 h 9138"/>
              <a:gd name="T68" fmla="*/ 4427 w 8906"/>
              <a:gd name="T69" fmla="*/ 7356 h 9138"/>
              <a:gd name="T70" fmla="*/ 4350 w 8906"/>
              <a:gd name="T71" fmla="*/ 7496 h 9138"/>
              <a:gd name="T72" fmla="*/ 4335 w 8906"/>
              <a:gd name="T73" fmla="*/ 7659 h 9138"/>
              <a:gd name="T74" fmla="*/ 5491 w 8906"/>
              <a:gd name="T75" fmla="*/ 8042 h 9138"/>
              <a:gd name="T76" fmla="*/ 4707 w 8906"/>
              <a:gd name="T77" fmla="*/ 8042 h 9138"/>
              <a:gd name="T78" fmla="*/ 5761 w 8906"/>
              <a:gd name="T79" fmla="*/ 7576 h 9138"/>
              <a:gd name="T80" fmla="*/ 5040 w 8906"/>
              <a:gd name="T81" fmla="*/ 7392 h 9138"/>
              <a:gd name="T82" fmla="*/ 4916 w 8906"/>
              <a:gd name="T83" fmla="*/ 6967 h 9138"/>
              <a:gd name="T84" fmla="*/ 5578 w 8906"/>
              <a:gd name="T85" fmla="*/ 7169 h 9138"/>
              <a:gd name="T86" fmla="*/ 6339 w 8906"/>
              <a:gd name="T87" fmla="*/ 7888 h 9138"/>
              <a:gd name="T88" fmla="*/ 6188 w 8906"/>
              <a:gd name="T89" fmla="*/ 7934 h 9138"/>
              <a:gd name="T90" fmla="*/ 5941 w 8906"/>
              <a:gd name="T91" fmla="*/ 8042 h 9138"/>
              <a:gd name="T92" fmla="*/ 6339 w 8906"/>
              <a:gd name="T93" fmla="*/ 6788 h 9138"/>
              <a:gd name="T94" fmla="*/ 6614 w 8906"/>
              <a:gd name="T95" fmla="*/ 8029 h 9138"/>
              <a:gd name="T96" fmla="*/ 6555 w 8906"/>
              <a:gd name="T97" fmla="*/ 7366 h 9138"/>
              <a:gd name="T98" fmla="*/ 7121 w 8906"/>
              <a:gd name="T99" fmla="*/ 6794 h 9138"/>
              <a:gd name="T100" fmla="*/ 6704 w 8906"/>
              <a:gd name="T101" fmla="*/ 7061 h 9138"/>
              <a:gd name="T102" fmla="*/ 6555 w 8906"/>
              <a:gd name="T103" fmla="*/ 6887 h 9138"/>
              <a:gd name="T104" fmla="*/ 6928 w 8906"/>
              <a:gd name="T105" fmla="*/ 7772 h 9138"/>
              <a:gd name="T106" fmla="*/ 6861 w 8906"/>
              <a:gd name="T107" fmla="*/ 7698 h 9138"/>
              <a:gd name="T108" fmla="*/ 6243 w 8906"/>
              <a:gd name="T109" fmla="*/ 6877 h 9138"/>
              <a:gd name="T110" fmla="*/ 4808 w 8906"/>
              <a:gd name="T111" fmla="*/ 7698 h 9138"/>
              <a:gd name="T112" fmla="*/ 4808 w 8906"/>
              <a:gd name="T113" fmla="*/ 7698 h 9138"/>
              <a:gd name="T114" fmla="*/ 6053 w 8906"/>
              <a:gd name="T115" fmla="*/ 7482 h 9138"/>
              <a:gd name="T116" fmla="*/ 5434 w 8906"/>
              <a:gd name="T117" fmla="*/ 7171 h 9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906" h="9138">
                <a:moveTo>
                  <a:pt x="4510" y="1620"/>
                </a:moveTo>
                <a:cubicBezTo>
                  <a:pt x="3722" y="1620"/>
                  <a:pt x="3024" y="2117"/>
                  <a:pt x="2891" y="2892"/>
                </a:cubicBezTo>
                <a:cubicBezTo>
                  <a:pt x="2905" y="2904"/>
                  <a:pt x="2995" y="2993"/>
                  <a:pt x="3007" y="3008"/>
                </a:cubicBezTo>
                <a:cubicBezTo>
                  <a:pt x="3241" y="2372"/>
                  <a:pt x="3807" y="1967"/>
                  <a:pt x="4510" y="1967"/>
                </a:cubicBezTo>
                <a:cubicBezTo>
                  <a:pt x="5217" y="1967"/>
                  <a:pt x="5667" y="2368"/>
                  <a:pt x="5898" y="3008"/>
                </a:cubicBezTo>
                <a:cubicBezTo>
                  <a:pt x="5898" y="3008"/>
                  <a:pt x="5965" y="2958"/>
                  <a:pt x="6014" y="2892"/>
                </a:cubicBezTo>
                <a:cubicBezTo>
                  <a:pt x="5877" y="2123"/>
                  <a:pt x="5295" y="1620"/>
                  <a:pt x="4510" y="1620"/>
                </a:cubicBezTo>
                <a:close/>
                <a:moveTo>
                  <a:pt x="462" y="0"/>
                </a:moveTo>
                <a:cubicBezTo>
                  <a:pt x="207" y="0"/>
                  <a:pt x="0" y="207"/>
                  <a:pt x="0" y="463"/>
                </a:cubicBezTo>
                <a:lnTo>
                  <a:pt x="0" y="8675"/>
                </a:lnTo>
                <a:cubicBezTo>
                  <a:pt x="0" y="8930"/>
                  <a:pt x="207" y="9138"/>
                  <a:pt x="462" y="9138"/>
                </a:cubicBezTo>
                <a:lnTo>
                  <a:pt x="8906" y="9138"/>
                </a:lnTo>
                <a:lnTo>
                  <a:pt x="8906" y="0"/>
                </a:lnTo>
                <a:lnTo>
                  <a:pt x="462" y="0"/>
                </a:lnTo>
                <a:close/>
                <a:moveTo>
                  <a:pt x="2313" y="3123"/>
                </a:moveTo>
                <a:cubicBezTo>
                  <a:pt x="2313" y="2943"/>
                  <a:pt x="2425" y="2821"/>
                  <a:pt x="2660" y="2776"/>
                </a:cubicBezTo>
                <a:cubicBezTo>
                  <a:pt x="2817" y="1908"/>
                  <a:pt x="3581" y="1273"/>
                  <a:pt x="4510" y="1273"/>
                </a:cubicBezTo>
                <a:cubicBezTo>
                  <a:pt x="5415" y="1273"/>
                  <a:pt x="6158" y="1927"/>
                  <a:pt x="6361" y="2776"/>
                </a:cubicBezTo>
                <a:cubicBezTo>
                  <a:pt x="6362" y="2782"/>
                  <a:pt x="6708" y="2826"/>
                  <a:pt x="6708" y="3123"/>
                </a:cubicBezTo>
                <a:lnTo>
                  <a:pt x="6708" y="3933"/>
                </a:lnTo>
                <a:cubicBezTo>
                  <a:pt x="6708" y="4086"/>
                  <a:pt x="6616" y="4177"/>
                  <a:pt x="6484" y="4233"/>
                </a:cubicBezTo>
                <a:cubicBezTo>
                  <a:pt x="6336" y="5070"/>
                  <a:pt x="5624" y="5608"/>
                  <a:pt x="4736" y="5681"/>
                </a:cubicBezTo>
                <a:cubicBezTo>
                  <a:pt x="4695" y="5807"/>
                  <a:pt x="4578" y="5899"/>
                  <a:pt x="4438" y="5899"/>
                </a:cubicBezTo>
                <a:cubicBezTo>
                  <a:pt x="4264" y="5899"/>
                  <a:pt x="4123" y="5759"/>
                  <a:pt x="4123" y="5586"/>
                </a:cubicBezTo>
                <a:cubicBezTo>
                  <a:pt x="4123" y="5414"/>
                  <a:pt x="4264" y="5273"/>
                  <a:pt x="4438" y="5273"/>
                </a:cubicBezTo>
                <a:cubicBezTo>
                  <a:pt x="4571" y="5273"/>
                  <a:pt x="4684" y="5356"/>
                  <a:pt x="4730" y="5472"/>
                </a:cubicBezTo>
                <a:cubicBezTo>
                  <a:pt x="5497" y="5405"/>
                  <a:pt x="6116" y="4962"/>
                  <a:pt x="6269" y="4254"/>
                </a:cubicBezTo>
                <a:cubicBezTo>
                  <a:pt x="6174" y="4234"/>
                  <a:pt x="6092" y="4177"/>
                  <a:pt x="6040" y="4098"/>
                </a:cubicBezTo>
                <a:cubicBezTo>
                  <a:pt x="5910" y="4509"/>
                  <a:pt x="5631" y="4851"/>
                  <a:pt x="5266" y="5056"/>
                </a:cubicBezTo>
                <a:cubicBezTo>
                  <a:pt x="5225" y="5079"/>
                  <a:pt x="5227" y="5009"/>
                  <a:pt x="5224" y="5014"/>
                </a:cubicBezTo>
                <a:cubicBezTo>
                  <a:pt x="5273" y="4939"/>
                  <a:pt x="5707" y="4297"/>
                  <a:pt x="5667" y="3817"/>
                </a:cubicBezTo>
                <a:cubicBezTo>
                  <a:pt x="5602" y="3025"/>
                  <a:pt x="5161" y="2875"/>
                  <a:pt x="5161" y="2875"/>
                </a:cubicBezTo>
                <a:cubicBezTo>
                  <a:pt x="5159" y="2872"/>
                  <a:pt x="5100" y="2830"/>
                  <a:pt x="5089" y="2892"/>
                </a:cubicBezTo>
                <a:cubicBezTo>
                  <a:pt x="5076" y="3016"/>
                  <a:pt x="5053" y="3102"/>
                  <a:pt x="5034" y="3145"/>
                </a:cubicBezTo>
                <a:cubicBezTo>
                  <a:pt x="4952" y="3328"/>
                  <a:pt x="4818" y="3437"/>
                  <a:pt x="4622" y="3474"/>
                </a:cubicBezTo>
                <a:cubicBezTo>
                  <a:pt x="4313" y="3531"/>
                  <a:pt x="4006" y="3598"/>
                  <a:pt x="3698" y="3657"/>
                </a:cubicBezTo>
                <a:cubicBezTo>
                  <a:pt x="3506" y="3693"/>
                  <a:pt x="3341" y="3913"/>
                  <a:pt x="3373" y="4138"/>
                </a:cubicBezTo>
                <a:cubicBezTo>
                  <a:pt x="3446" y="4648"/>
                  <a:pt x="3819" y="5012"/>
                  <a:pt x="3878" y="5085"/>
                </a:cubicBezTo>
                <a:cubicBezTo>
                  <a:pt x="3919" y="5134"/>
                  <a:pt x="3884" y="5131"/>
                  <a:pt x="3824" y="5124"/>
                </a:cubicBezTo>
                <a:cubicBezTo>
                  <a:pt x="3704" y="5109"/>
                  <a:pt x="3164" y="4588"/>
                  <a:pt x="3007" y="4164"/>
                </a:cubicBezTo>
                <a:cubicBezTo>
                  <a:pt x="2942" y="4246"/>
                  <a:pt x="2771" y="4280"/>
                  <a:pt x="2660" y="4280"/>
                </a:cubicBezTo>
                <a:cubicBezTo>
                  <a:pt x="2464" y="4280"/>
                  <a:pt x="2313" y="4135"/>
                  <a:pt x="2313" y="3933"/>
                </a:cubicBezTo>
                <a:lnTo>
                  <a:pt x="2313" y="3123"/>
                </a:lnTo>
                <a:close/>
                <a:moveTo>
                  <a:pt x="4645" y="6962"/>
                </a:moveTo>
                <a:lnTo>
                  <a:pt x="4645" y="7125"/>
                </a:lnTo>
                <a:lnTo>
                  <a:pt x="4545" y="7125"/>
                </a:lnTo>
                <a:lnTo>
                  <a:pt x="4545" y="6872"/>
                </a:lnTo>
                <a:lnTo>
                  <a:pt x="5130" y="6872"/>
                </a:lnTo>
                <a:cubicBezTo>
                  <a:pt x="5105" y="6835"/>
                  <a:pt x="5076" y="6795"/>
                  <a:pt x="5041" y="6753"/>
                </a:cubicBezTo>
                <a:lnTo>
                  <a:pt x="5133" y="6695"/>
                </a:lnTo>
                <a:cubicBezTo>
                  <a:pt x="5169" y="6736"/>
                  <a:pt x="5207" y="6783"/>
                  <a:pt x="5246" y="6833"/>
                </a:cubicBezTo>
                <a:lnTo>
                  <a:pt x="5183" y="6872"/>
                </a:lnTo>
                <a:lnTo>
                  <a:pt x="5757" y="6872"/>
                </a:lnTo>
                <a:lnTo>
                  <a:pt x="5757" y="7126"/>
                </a:lnTo>
                <a:lnTo>
                  <a:pt x="5656" y="7126"/>
                </a:lnTo>
                <a:lnTo>
                  <a:pt x="5656" y="6962"/>
                </a:lnTo>
                <a:lnTo>
                  <a:pt x="4645" y="6962"/>
                </a:lnTo>
                <a:close/>
                <a:moveTo>
                  <a:pt x="4297" y="6866"/>
                </a:moveTo>
                <a:lnTo>
                  <a:pt x="4232" y="6944"/>
                </a:lnTo>
                <a:cubicBezTo>
                  <a:pt x="4157" y="6880"/>
                  <a:pt x="4090" y="6828"/>
                  <a:pt x="4032" y="6787"/>
                </a:cubicBezTo>
                <a:lnTo>
                  <a:pt x="4091" y="6719"/>
                </a:lnTo>
                <a:cubicBezTo>
                  <a:pt x="4155" y="6760"/>
                  <a:pt x="4224" y="6809"/>
                  <a:pt x="4297" y="6866"/>
                </a:cubicBezTo>
                <a:close/>
                <a:moveTo>
                  <a:pt x="3545" y="7485"/>
                </a:moveTo>
                <a:cubicBezTo>
                  <a:pt x="3539" y="7519"/>
                  <a:pt x="3535" y="7553"/>
                  <a:pt x="3532" y="7589"/>
                </a:cubicBezTo>
                <a:cubicBezTo>
                  <a:pt x="3381" y="7613"/>
                  <a:pt x="3249" y="7634"/>
                  <a:pt x="3135" y="7653"/>
                </a:cubicBezTo>
                <a:lnTo>
                  <a:pt x="3113" y="7551"/>
                </a:lnTo>
                <a:cubicBezTo>
                  <a:pt x="3176" y="7484"/>
                  <a:pt x="3245" y="7388"/>
                  <a:pt x="3320" y="7263"/>
                </a:cubicBezTo>
                <a:cubicBezTo>
                  <a:pt x="3247" y="7268"/>
                  <a:pt x="3178" y="7273"/>
                  <a:pt x="3113" y="7279"/>
                </a:cubicBezTo>
                <a:lnTo>
                  <a:pt x="3088" y="7187"/>
                </a:lnTo>
                <a:cubicBezTo>
                  <a:pt x="3172" y="7072"/>
                  <a:pt x="3258" y="6911"/>
                  <a:pt x="3347" y="6704"/>
                </a:cubicBezTo>
                <a:lnTo>
                  <a:pt x="3450" y="6745"/>
                </a:lnTo>
                <a:cubicBezTo>
                  <a:pt x="3357" y="6928"/>
                  <a:pt x="3277" y="7073"/>
                  <a:pt x="3210" y="7179"/>
                </a:cubicBezTo>
                <a:cubicBezTo>
                  <a:pt x="3263" y="7177"/>
                  <a:pt x="3318" y="7175"/>
                  <a:pt x="3373" y="7173"/>
                </a:cubicBezTo>
                <a:cubicBezTo>
                  <a:pt x="3404" y="7117"/>
                  <a:pt x="3437" y="7057"/>
                  <a:pt x="3470" y="6992"/>
                </a:cubicBezTo>
                <a:lnTo>
                  <a:pt x="3570" y="7042"/>
                </a:lnTo>
                <a:cubicBezTo>
                  <a:pt x="3460" y="7233"/>
                  <a:pt x="3357" y="7396"/>
                  <a:pt x="3260" y="7531"/>
                </a:cubicBezTo>
                <a:cubicBezTo>
                  <a:pt x="3340" y="7519"/>
                  <a:pt x="3435" y="7504"/>
                  <a:pt x="3545" y="7485"/>
                </a:cubicBezTo>
                <a:close/>
                <a:moveTo>
                  <a:pt x="3038" y="7936"/>
                </a:moveTo>
                <a:lnTo>
                  <a:pt x="2067" y="7936"/>
                </a:lnTo>
                <a:lnTo>
                  <a:pt x="2067" y="7842"/>
                </a:lnTo>
                <a:lnTo>
                  <a:pt x="2491" y="7842"/>
                </a:lnTo>
                <a:lnTo>
                  <a:pt x="2491" y="7436"/>
                </a:lnTo>
                <a:lnTo>
                  <a:pt x="2139" y="7436"/>
                </a:lnTo>
                <a:lnTo>
                  <a:pt x="2139" y="7339"/>
                </a:lnTo>
                <a:lnTo>
                  <a:pt x="2491" y="7339"/>
                </a:lnTo>
                <a:lnTo>
                  <a:pt x="2491" y="7066"/>
                </a:lnTo>
                <a:lnTo>
                  <a:pt x="2603" y="7066"/>
                </a:lnTo>
                <a:lnTo>
                  <a:pt x="2603" y="7339"/>
                </a:lnTo>
                <a:lnTo>
                  <a:pt x="2960" y="7339"/>
                </a:lnTo>
                <a:lnTo>
                  <a:pt x="2960" y="7436"/>
                </a:lnTo>
                <a:lnTo>
                  <a:pt x="2603" y="7436"/>
                </a:lnTo>
                <a:lnTo>
                  <a:pt x="2603" y="7842"/>
                </a:lnTo>
                <a:lnTo>
                  <a:pt x="3038" y="7842"/>
                </a:lnTo>
                <a:lnTo>
                  <a:pt x="3038" y="7936"/>
                </a:lnTo>
                <a:close/>
                <a:moveTo>
                  <a:pt x="3038" y="6978"/>
                </a:moveTo>
                <a:lnTo>
                  <a:pt x="2208" y="6978"/>
                </a:lnTo>
                <a:cubicBezTo>
                  <a:pt x="2154" y="7099"/>
                  <a:pt x="2091" y="7212"/>
                  <a:pt x="2020" y="7319"/>
                </a:cubicBezTo>
                <a:lnTo>
                  <a:pt x="2020" y="8037"/>
                </a:lnTo>
                <a:lnTo>
                  <a:pt x="1914" y="8037"/>
                </a:lnTo>
                <a:lnTo>
                  <a:pt x="1914" y="7463"/>
                </a:lnTo>
                <a:cubicBezTo>
                  <a:pt x="1865" y="7524"/>
                  <a:pt x="1813" y="7583"/>
                  <a:pt x="1758" y="7638"/>
                </a:cubicBezTo>
                <a:cubicBezTo>
                  <a:pt x="1739" y="7607"/>
                  <a:pt x="1717" y="7574"/>
                  <a:pt x="1693" y="7541"/>
                </a:cubicBezTo>
                <a:cubicBezTo>
                  <a:pt x="1859" y="7368"/>
                  <a:pt x="1990" y="7181"/>
                  <a:pt x="2085" y="6978"/>
                </a:cubicBezTo>
                <a:lnTo>
                  <a:pt x="1731" y="6978"/>
                </a:lnTo>
                <a:lnTo>
                  <a:pt x="1731" y="6878"/>
                </a:lnTo>
                <a:lnTo>
                  <a:pt x="2129" y="6878"/>
                </a:lnTo>
                <a:cubicBezTo>
                  <a:pt x="2152" y="6823"/>
                  <a:pt x="2171" y="6767"/>
                  <a:pt x="2189" y="6710"/>
                </a:cubicBezTo>
                <a:lnTo>
                  <a:pt x="2302" y="6738"/>
                </a:lnTo>
                <a:cubicBezTo>
                  <a:pt x="2286" y="6786"/>
                  <a:pt x="2269" y="6832"/>
                  <a:pt x="2251" y="6878"/>
                </a:cubicBezTo>
                <a:lnTo>
                  <a:pt x="3038" y="6878"/>
                </a:lnTo>
                <a:lnTo>
                  <a:pt x="3038" y="6978"/>
                </a:lnTo>
                <a:close/>
                <a:moveTo>
                  <a:pt x="3088" y="7844"/>
                </a:moveTo>
                <a:cubicBezTo>
                  <a:pt x="3247" y="7810"/>
                  <a:pt x="3408" y="7772"/>
                  <a:pt x="3570" y="7732"/>
                </a:cubicBezTo>
                <a:cubicBezTo>
                  <a:pt x="3568" y="7768"/>
                  <a:pt x="3566" y="7802"/>
                  <a:pt x="3566" y="7835"/>
                </a:cubicBezTo>
                <a:cubicBezTo>
                  <a:pt x="3415" y="7870"/>
                  <a:pt x="3266" y="7908"/>
                  <a:pt x="3118" y="7947"/>
                </a:cubicBezTo>
                <a:lnTo>
                  <a:pt x="3088" y="7844"/>
                </a:lnTo>
                <a:close/>
                <a:moveTo>
                  <a:pt x="4393" y="7919"/>
                </a:moveTo>
                <a:cubicBezTo>
                  <a:pt x="4367" y="7996"/>
                  <a:pt x="4322" y="8034"/>
                  <a:pt x="4259" y="8034"/>
                </a:cubicBezTo>
                <a:cubicBezTo>
                  <a:pt x="4193" y="8034"/>
                  <a:pt x="4132" y="8007"/>
                  <a:pt x="4076" y="7953"/>
                </a:cubicBezTo>
                <a:cubicBezTo>
                  <a:pt x="4039" y="7918"/>
                  <a:pt x="4006" y="7875"/>
                  <a:pt x="3978" y="7823"/>
                </a:cubicBezTo>
                <a:cubicBezTo>
                  <a:pt x="3853" y="7904"/>
                  <a:pt x="3714" y="7973"/>
                  <a:pt x="3559" y="8033"/>
                </a:cubicBezTo>
                <a:cubicBezTo>
                  <a:pt x="3543" y="8007"/>
                  <a:pt x="3521" y="7977"/>
                  <a:pt x="3492" y="7941"/>
                </a:cubicBezTo>
                <a:cubicBezTo>
                  <a:pt x="3662" y="7880"/>
                  <a:pt x="3809" y="7809"/>
                  <a:pt x="3933" y="7728"/>
                </a:cubicBezTo>
                <a:cubicBezTo>
                  <a:pt x="3901" y="7647"/>
                  <a:pt x="3875" y="7550"/>
                  <a:pt x="3857" y="7438"/>
                </a:cubicBezTo>
                <a:lnTo>
                  <a:pt x="3568" y="7478"/>
                </a:lnTo>
                <a:lnTo>
                  <a:pt x="3551" y="7381"/>
                </a:lnTo>
                <a:lnTo>
                  <a:pt x="3843" y="7340"/>
                </a:lnTo>
                <a:cubicBezTo>
                  <a:pt x="3836" y="7277"/>
                  <a:pt x="3830" y="7209"/>
                  <a:pt x="3826" y="7137"/>
                </a:cubicBezTo>
                <a:lnTo>
                  <a:pt x="3581" y="7165"/>
                </a:lnTo>
                <a:lnTo>
                  <a:pt x="3565" y="7068"/>
                </a:lnTo>
                <a:lnTo>
                  <a:pt x="3821" y="7039"/>
                </a:lnTo>
                <a:cubicBezTo>
                  <a:pt x="3816" y="6945"/>
                  <a:pt x="3812" y="6837"/>
                  <a:pt x="3807" y="6715"/>
                </a:cubicBezTo>
                <a:lnTo>
                  <a:pt x="3919" y="6715"/>
                </a:lnTo>
                <a:cubicBezTo>
                  <a:pt x="3921" y="6832"/>
                  <a:pt x="3924" y="6936"/>
                  <a:pt x="3927" y="7027"/>
                </a:cubicBezTo>
                <a:lnTo>
                  <a:pt x="4381" y="6975"/>
                </a:lnTo>
                <a:lnTo>
                  <a:pt x="4393" y="7072"/>
                </a:lnTo>
                <a:lnTo>
                  <a:pt x="3931" y="7125"/>
                </a:lnTo>
                <a:cubicBezTo>
                  <a:pt x="3935" y="7197"/>
                  <a:pt x="3940" y="7263"/>
                  <a:pt x="3947" y="7326"/>
                </a:cubicBezTo>
                <a:lnTo>
                  <a:pt x="4415" y="7260"/>
                </a:lnTo>
                <a:lnTo>
                  <a:pt x="4427" y="7356"/>
                </a:lnTo>
                <a:lnTo>
                  <a:pt x="3960" y="7423"/>
                </a:lnTo>
                <a:cubicBezTo>
                  <a:pt x="3975" y="7516"/>
                  <a:pt x="3996" y="7598"/>
                  <a:pt x="4022" y="7667"/>
                </a:cubicBezTo>
                <a:cubicBezTo>
                  <a:pt x="4118" y="7594"/>
                  <a:pt x="4198" y="7515"/>
                  <a:pt x="4261" y="7430"/>
                </a:cubicBezTo>
                <a:lnTo>
                  <a:pt x="4350" y="7496"/>
                </a:lnTo>
                <a:cubicBezTo>
                  <a:pt x="4268" y="7594"/>
                  <a:pt x="4174" y="7683"/>
                  <a:pt x="4066" y="7762"/>
                </a:cubicBezTo>
                <a:cubicBezTo>
                  <a:pt x="4101" y="7825"/>
                  <a:pt x="4143" y="7872"/>
                  <a:pt x="4191" y="7905"/>
                </a:cubicBezTo>
                <a:cubicBezTo>
                  <a:pt x="4251" y="7940"/>
                  <a:pt x="4289" y="7922"/>
                  <a:pt x="4306" y="7851"/>
                </a:cubicBezTo>
                <a:cubicBezTo>
                  <a:pt x="4318" y="7793"/>
                  <a:pt x="4327" y="7729"/>
                  <a:pt x="4335" y="7659"/>
                </a:cubicBezTo>
                <a:cubicBezTo>
                  <a:pt x="4376" y="7677"/>
                  <a:pt x="4411" y="7690"/>
                  <a:pt x="4439" y="7698"/>
                </a:cubicBezTo>
                <a:cubicBezTo>
                  <a:pt x="4424" y="7795"/>
                  <a:pt x="4408" y="7869"/>
                  <a:pt x="4393" y="7919"/>
                </a:cubicBezTo>
                <a:close/>
                <a:moveTo>
                  <a:pt x="5591" y="8042"/>
                </a:moveTo>
                <a:lnTo>
                  <a:pt x="5491" y="8042"/>
                </a:lnTo>
                <a:lnTo>
                  <a:pt x="5491" y="7985"/>
                </a:lnTo>
                <a:lnTo>
                  <a:pt x="4808" y="7985"/>
                </a:lnTo>
                <a:lnTo>
                  <a:pt x="4808" y="8042"/>
                </a:lnTo>
                <a:lnTo>
                  <a:pt x="4707" y="8042"/>
                </a:lnTo>
                <a:lnTo>
                  <a:pt x="4707" y="7611"/>
                </a:lnTo>
                <a:lnTo>
                  <a:pt x="5591" y="7611"/>
                </a:lnTo>
                <a:lnTo>
                  <a:pt x="5591" y="8042"/>
                </a:lnTo>
                <a:close/>
                <a:moveTo>
                  <a:pt x="5761" y="7576"/>
                </a:moveTo>
                <a:cubicBezTo>
                  <a:pt x="5519" y="7557"/>
                  <a:pt x="5318" y="7515"/>
                  <a:pt x="5159" y="7449"/>
                </a:cubicBezTo>
                <a:cubicBezTo>
                  <a:pt x="4983" y="7520"/>
                  <a:pt x="4769" y="7571"/>
                  <a:pt x="4515" y="7603"/>
                </a:cubicBezTo>
                <a:cubicBezTo>
                  <a:pt x="4500" y="7570"/>
                  <a:pt x="4481" y="7537"/>
                  <a:pt x="4458" y="7505"/>
                </a:cubicBezTo>
                <a:cubicBezTo>
                  <a:pt x="4686" y="7482"/>
                  <a:pt x="4880" y="7444"/>
                  <a:pt x="5040" y="7392"/>
                </a:cubicBezTo>
                <a:cubicBezTo>
                  <a:pt x="4953" y="7342"/>
                  <a:pt x="4883" y="7283"/>
                  <a:pt x="4829" y="7214"/>
                </a:cubicBezTo>
                <a:cubicBezTo>
                  <a:pt x="4761" y="7279"/>
                  <a:pt x="4691" y="7337"/>
                  <a:pt x="4618" y="7389"/>
                </a:cubicBezTo>
                <a:cubicBezTo>
                  <a:pt x="4598" y="7365"/>
                  <a:pt x="4575" y="7341"/>
                  <a:pt x="4547" y="7316"/>
                </a:cubicBezTo>
                <a:cubicBezTo>
                  <a:pt x="4707" y="7206"/>
                  <a:pt x="4830" y="7090"/>
                  <a:pt x="4916" y="6967"/>
                </a:cubicBezTo>
                <a:lnTo>
                  <a:pt x="5015" y="7009"/>
                </a:lnTo>
                <a:cubicBezTo>
                  <a:pt x="4994" y="7035"/>
                  <a:pt x="4974" y="7060"/>
                  <a:pt x="4953" y="7084"/>
                </a:cubicBezTo>
                <a:lnTo>
                  <a:pt x="5578" y="7084"/>
                </a:lnTo>
                <a:lnTo>
                  <a:pt x="5578" y="7169"/>
                </a:lnTo>
                <a:cubicBezTo>
                  <a:pt x="5503" y="7256"/>
                  <a:pt x="5403" y="7332"/>
                  <a:pt x="5279" y="7395"/>
                </a:cubicBezTo>
                <a:cubicBezTo>
                  <a:pt x="5429" y="7442"/>
                  <a:pt x="5612" y="7465"/>
                  <a:pt x="5828" y="7466"/>
                </a:cubicBezTo>
                <a:cubicBezTo>
                  <a:pt x="5804" y="7501"/>
                  <a:pt x="5781" y="7538"/>
                  <a:pt x="5761" y="7576"/>
                </a:cubicBezTo>
                <a:close/>
                <a:moveTo>
                  <a:pt x="6339" y="7888"/>
                </a:moveTo>
                <a:cubicBezTo>
                  <a:pt x="6339" y="7978"/>
                  <a:pt x="6297" y="8023"/>
                  <a:pt x="6213" y="8023"/>
                </a:cubicBezTo>
                <a:cubicBezTo>
                  <a:pt x="6167" y="8023"/>
                  <a:pt x="6124" y="8022"/>
                  <a:pt x="6085" y="8019"/>
                </a:cubicBezTo>
                <a:cubicBezTo>
                  <a:pt x="6081" y="7992"/>
                  <a:pt x="6075" y="7960"/>
                  <a:pt x="6068" y="7923"/>
                </a:cubicBezTo>
                <a:cubicBezTo>
                  <a:pt x="6114" y="7930"/>
                  <a:pt x="6154" y="7934"/>
                  <a:pt x="6188" y="7934"/>
                </a:cubicBezTo>
                <a:cubicBezTo>
                  <a:pt x="6225" y="7934"/>
                  <a:pt x="6243" y="7915"/>
                  <a:pt x="6243" y="7878"/>
                </a:cubicBezTo>
                <a:lnTo>
                  <a:pt x="6243" y="7566"/>
                </a:lnTo>
                <a:lnTo>
                  <a:pt x="6053" y="7566"/>
                </a:lnTo>
                <a:cubicBezTo>
                  <a:pt x="6056" y="7774"/>
                  <a:pt x="6019" y="7933"/>
                  <a:pt x="5941" y="8042"/>
                </a:cubicBezTo>
                <a:cubicBezTo>
                  <a:pt x="5921" y="8016"/>
                  <a:pt x="5896" y="7991"/>
                  <a:pt x="5866" y="7966"/>
                </a:cubicBezTo>
                <a:cubicBezTo>
                  <a:pt x="5927" y="7873"/>
                  <a:pt x="5957" y="7741"/>
                  <a:pt x="5957" y="7570"/>
                </a:cubicBezTo>
                <a:lnTo>
                  <a:pt x="5957" y="6788"/>
                </a:lnTo>
                <a:lnTo>
                  <a:pt x="6339" y="6788"/>
                </a:lnTo>
                <a:lnTo>
                  <a:pt x="6339" y="7888"/>
                </a:lnTo>
                <a:close/>
                <a:moveTo>
                  <a:pt x="7140" y="8042"/>
                </a:moveTo>
                <a:cubicBezTo>
                  <a:pt x="7029" y="7990"/>
                  <a:pt x="6935" y="7926"/>
                  <a:pt x="6858" y="7848"/>
                </a:cubicBezTo>
                <a:cubicBezTo>
                  <a:pt x="6789" y="7917"/>
                  <a:pt x="6708" y="7977"/>
                  <a:pt x="6614" y="8029"/>
                </a:cubicBezTo>
                <a:cubicBezTo>
                  <a:pt x="6597" y="7999"/>
                  <a:pt x="6579" y="7969"/>
                  <a:pt x="6559" y="7939"/>
                </a:cubicBezTo>
                <a:cubicBezTo>
                  <a:pt x="6649" y="7893"/>
                  <a:pt x="6727" y="7838"/>
                  <a:pt x="6793" y="7774"/>
                </a:cubicBezTo>
                <a:cubicBezTo>
                  <a:pt x="6705" y="7661"/>
                  <a:pt x="6647" y="7525"/>
                  <a:pt x="6619" y="7366"/>
                </a:cubicBezTo>
                <a:lnTo>
                  <a:pt x="6555" y="7366"/>
                </a:lnTo>
                <a:lnTo>
                  <a:pt x="6555" y="8039"/>
                </a:lnTo>
                <a:lnTo>
                  <a:pt x="6452" y="8039"/>
                </a:lnTo>
                <a:lnTo>
                  <a:pt x="6452" y="6794"/>
                </a:lnTo>
                <a:lnTo>
                  <a:pt x="7121" y="6794"/>
                </a:lnTo>
                <a:cubicBezTo>
                  <a:pt x="7117" y="6867"/>
                  <a:pt x="7113" y="6925"/>
                  <a:pt x="7111" y="6967"/>
                </a:cubicBezTo>
                <a:cubicBezTo>
                  <a:pt x="7103" y="7107"/>
                  <a:pt x="7032" y="7176"/>
                  <a:pt x="6896" y="7173"/>
                </a:cubicBezTo>
                <a:cubicBezTo>
                  <a:pt x="6859" y="7172"/>
                  <a:pt x="6801" y="7171"/>
                  <a:pt x="6722" y="7168"/>
                </a:cubicBezTo>
                <a:cubicBezTo>
                  <a:pt x="6716" y="7133"/>
                  <a:pt x="6710" y="7097"/>
                  <a:pt x="6704" y="7061"/>
                </a:cubicBezTo>
                <a:cubicBezTo>
                  <a:pt x="6771" y="7069"/>
                  <a:pt x="6831" y="7074"/>
                  <a:pt x="6884" y="7076"/>
                </a:cubicBezTo>
                <a:cubicBezTo>
                  <a:pt x="6962" y="7078"/>
                  <a:pt x="7004" y="7041"/>
                  <a:pt x="7010" y="6965"/>
                </a:cubicBezTo>
                <a:cubicBezTo>
                  <a:pt x="7013" y="6941"/>
                  <a:pt x="7015" y="6915"/>
                  <a:pt x="7017" y="6887"/>
                </a:cubicBezTo>
                <a:lnTo>
                  <a:pt x="6555" y="6887"/>
                </a:lnTo>
                <a:lnTo>
                  <a:pt x="6555" y="7278"/>
                </a:lnTo>
                <a:lnTo>
                  <a:pt x="7127" y="7278"/>
                </a:lnTo>
                <a:lnTo>
                  <a:pt x="7127" y="7358"/>
                </a:lnTo>
                <a:cubicBezTo>
                  <a:pt x="7091" y="7516"/>
                  <a:pt x="7024" y="7654"/>
                  <a:pt x="6928" y="7772"/>
                </a:cubicBezTo>
                <a:cubicBezTo>
                  <a:pt x="7006" y="7846"/>
                  <a:pt x="7103" y="7903"/>
                  <a:pt x="7219" y="7945"/>
                </a:cubicBezTo>
                <a:cubicBezTo>
                  <a:pt x="7188" y="7981"/>
                  <a:pt x="7162" y="8013"/>
                  <a:pt x="7140" y="8042"/>
                </a:cubicBezTo>
                <a:close/>
                <a:moveTo>
                  <a:pt x="6711" y="7366"/>
                </a:moveTo>
                <a:cubicBezTo>
                  <a:pt x="6739" y="7496"/>
                  <a:pt x="6789" y="7607"/>
                  <a:pt x="6861" y="7698"/>
                </a:cubicBezTo>
                <a:cubicBezTo>
                  <a:pt x="6936" y="7603"/>
                  <a:pt x="6989" y="7493"/>
                  <a:pt x="7020" y="7366"/>
                </a:cubicBezTo>
                <a:lnTo>
                  <a:pt x="6711" y="7366"/>
                </a:lnTo>
                <a:close/>
                <a:moveTo>
                  <a:pt x="6053" y="6877"/>
                </a:moveTo>
                <a:lnTo>
                  <a:pt x="6243" y="6877"/>
                </a:lnTo>
                <a:lnTo>
                  <a:pt x="6243" y="7137"/>
                </a:lnTo>
                <a:lnTo>
                  <a:pt x="6053" y="7137"/>
                </a:lnTo>
                <a:lnTo>
                  <a:pt x="6053" y="6877"/>
                </a:lnTo>
                <a:close/>
                <a:moveTo>
                  <a:pt x="4808" y="7698"/>
                </a:moveTo>
                <a:lnTo>
                  <a:pt x="5491" y="7698"/>
                </a:lnTo>
                <a:lnTo>
                  <a:pt x="5491" y="7898"/>
                </a:lnTo>
                <a:lnTo>
                  <a:pt x="4808" y="7898"/>
                </a:lnTo>
                <a:lnTo>
                  <a:pt x="4808" y="7698"/>
                </a:lnTo>
                <a:close/>
                <a:moveTo>
                  <a:pt x="6053" y="7221"/>
                </a:moveTo>
                <a:lnTo>
                  <a:pt x="6243" y="7221"/>
                </a:lnTo>
                <a:lnTo>
                  <a:pt x="6243" y="7482"/>
                </a:lnTo>
                <a:lnTo>
                  <a:pt x="6053" y="7482"/>
                </a:lnTo>
                <a:lnTo>
                  <a:pt x="6053" y="7221"/>
                </a:lnTo>
                <a:close/>
                <a:moveTo>
                  <a:pt x="4916" y="7171"/>
                </a:moveTo>
                <a:cubicBezTo>
                  <a:pt x="4976" y="7243"/>
                  <a:pt x="5057" y="7302"/>
                  <a:pt x="5156" y="7348"/>
                </a:cubicBezTo>
                <a:cubicBezTo>
                  <a:pt x="5271" y="7298"/>
                  <a:pt x="5364" y="7239"/>
                  <a:pt x="5434" y="7171"/>
                </a:cubicBezTo>
                <a:lnTo>
                  <a:pt x="4916" y="7171"/>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3" name="iconfont-11554-5128958">
            <a:extLst>
              <a:ext uri="{FF2B5EF4-FFF2-40B4-BE49-F238E27FC236}">
                <a16:creationId xmlns:a16="http://schemas.microsoft.com/office/drawing/2014/main" id="{101ACE1C-1059-4ED5-B3A7-D6CF84D00017}"/>
              </a:ext>
            </a:extLst>
          </p:cNvPr>
          <p:cNvSpPr>
            <a:spLocks noChangeAspect="1"/>
          </p:cNvSpPr>
          <p:nvPr/>
        </p:nvSpPr>
        <p:spPr bwMode="auto">
          <a:xfrm>
            <a:off x="5131307" y="4313185"/>
            <a:ext cx="436103" cy="401377"/>
          </a:xfrm>
          <a:custGeom>
            <a:avLst/>
            <a:gdLst>
              <a:gd name="T0" fmla="*/ 3601 w 9602"/>
              <a:gd name="T1" fmla="*/ 686 h 8838"/>
              <a:gd name="T2" fmla="*/ 0 w 9602"/>
              <a:gd name="T3" fmla="*/ 4344 h 8838"/>
              <a:gd name="T4" fmla="*/ 5401 w 9602"/>
              <a:gd name="T5" fmla="*/ 6173 h 8838"/>
              <a:gd name="T6" fmla="*/ 5871 w 9602"/>
              <a:gd name="T7" fmla="*/ 2578 h 8838"/>
              <a:gd name="T8" fmla="*/ 5301 w 9602"/>
              <a:gd name="T9" fmla="*/ 5487 h 8838"/>
              <a:gd name="T10" fmla="*/ 686 w 9602"/>
              <a:gd name="T11" fmla="*/ 4277 h 8838"/>
              <a:gd name="T12" fmla="*/ 3601 w 9602"/>
              <a:gd name="T13" fmla="*/ 1372 h 8838"/>
              <a:gd name="T14" fmla="*/ 6516 w 9602"/>
              <a:gd name="T15" fmla="*/ 4277 h 8838"/>
              <a:gd name="T16" fmla="*/ 1056 w 9602"/>
              <a:gd name="T17" fmla="*/ 7280 h 8838"/>
              <a:gd name="T18" fmla="*/ 309 w 9602"/>
              <a:gd name="T19" fmla="*/ 8072 h 8838"/>
              <a:gd name="T20" fmla="*/ 435 w 9602"/>
              <a:gd name="T21" fmla="*/ 6991 h 8838"/>
              <a:gd name="T22" fmla="*/ 4405 w 9602"/>
              <a:gd name="T23" fmla="*/ 6825 h 8838"/>
              <a:gd name="T24" fmla="*/ 4281 w 9602"/>
              <a:gd name="T25" fmla="*/ 7902 h 8838"/>
              <a:gd name="T26" fmla="*/ 3659 w 9602"/>
              <a:gd name="T27" fmla="*/ 7612 h 8838"/>
              <a:gd name="T28" fmla="*/ 4405 w 9602"/>
              <a:gd name="T29" fmla="*/ 6824 h 8838"/>
              <a:gd name="T30" fmla="*/ 7834 w 9602"/>
              <a:gd name="T31" fmla="*/ 6825 h 8838"/>
              <a:gd name="T32" fmla="*/ 7711 w 9602"/>
              <a:gd name="T33" fmla="*/ 7902 h 8838"/>
              <a:gd name="T34" fmla="*/ 7089 w 9602"/>
              <a:gd name="T35" fmla="*/ 7612 h 8838"/>
              <a:gd name="T36" fmla="*/ 7834 w 9602"/>
              <a:gd name="T37" fmla="*/ 6824 h 8838"/>
              <a:gd name="T38" fmla="*/ 2690 w 9602"/>
              <a:gd name="T39" fmla="*/ 7510 h 8838"/>
              <a:gd name="T40" fmla="*/ 2567 w 9602"/>
              <a:gd name="T41" fmla="*/ 8587 h 8838"/>
              <a:gd name="T42" fmla="*/ 1945 w 9602"/>
              <a:gd name="T43" fmla="*/ 8298 h 8838"/>
              <a:gd name="T44" fmla="*/ 2690 w 9602"/>
              <a:gd name="T45" fmla="*/ 7510 h 8838"/>
              <a:gd name="T46" fmla="*/ 6286 w 9602"/>
              <a:gd name="T47" fmla="*/ 7966 h 8838"/>
              <a:gd name="T48" fmla="*/ 5539 w 9602"/>
              <a:gd name="T49" fmla="*/ 8757 h 8838"/>
              <a:gd name="T50" fmla="*/ 5664 w 9602"/>
              <a:gd name="T51" fmla="*/ 7676 h 8838"/>
              <a:gd name="T52" fmla="*/ 6120 w 9602"/>
              <a:gd name="T53" fmla="*/ 7510 h 8838"/>
              <a:gd name="T54" fmla="*/ 9457 w 9602"/>
              <a:gd name="T55" fmla="*/ 7966 h 8838"/>
              <a:gd name="T56" fmla="*/ 8719 w 9602"/>
              <a:gd name="T57" fmla="*/ 8759 h 8838"/>
              <a:gd name="T58" fmla="*/ 8546 w 9602"/>
              <a:gd name="T59" fmla="*/ 8298 h 8838"/>
              <a:gd name="T60" fmla="*/ 9291 w 9602"/>
              <a:gd name="T61" fmla="*/ 7510 h 8838"/>
              <a:gd name="T62" fmla="*/ 4889 w 9602"/>
              <a:gd name="T63" fmla="*/ 289 h 8838"/>
              <a:gd name="T64" fmla="*/ 6001 w 9602"/>
              <a:gd name="T65" fmla="*/ 0 h 8838"/>
              <a:gd name="T66" fmla="*/ 9602 w 9602"/>
              <a:gd name="T67" fmla="*/ 3658 h 8838"/>
              <a:gd name="T68" fmla="*/ 7643 w 9602"/>
              <a:gd name="T69" fmla="*/ 5487 h 8838"/>
              <a:gd name="T70" fmla="*/ 7643 w 9602"/>
              <a:gd name="T71" fmla="*/ 4802 h 8838"/>
              <a:gd name="T72" fmla="*/ 8916 w 9602"/>
              <a:gd name="T73" fmla="*/ 3591 h 8838"/>
              <a:gd name="T74" fmla="*/ 6001 w 9602"/>
              <a:gd name="T75" fmla="*/ 686 h 8838"/>
              <a:gd name="T76" fmla="*/ 4961 w 9602"/>
              <a:gd name="T77" fmla="*/ 914 h 8838"/>
              <a:gd name="T78" fmla="*/ 4889 w 9602"/>
              <a:gd name="T79" fmla="*/ 289 h 8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602" h="8838">
                <a:moveTo>
                  <a:pt x="5871" y="2578"/>
                </a:moveTo>
                <a:cubicBezTo>
                  <a:pt x="5661" y="1499"/>
                  <a:pt x="4724" y="686"/>
                  <a:pt x="3601" y="686"/>
                </a:cubicBezTo>
                <a:cubicBezTo>
                  <a:pt x="2478" y="686"/>
                  <a:pt x="1541" y="1498"/>
                  <a:pt x="1330" y="2578"/>
                </a:cubicBezTo>
                <a:cubicBezTo>
                  <a:pt x="564" y="2788"/>
                  <a:pt x="0" y="3499"/>
                  <a:pt x="0" y="4344"/>
                </a:cubicBezTo>
                <a:cubicBezTo>
                  <a:pt x="0" y="5354"/>
                  <a:pt x="806" y="6173"/>
                  <a:pt x="1800" y="6173"/>
                </a:cubicBezTo>
                <a:lnTo>
                  <a:pt x="5401" y="6173"/>
                </a:lnTo>
                <a:cubicBezTo>
                  <a:pt x="6395" y="6173"/>
                  <a:pt x="7201" y="5354"/>
                  <a:pt x="7201" y="4344"/>
                </a:cubicBezTo>
                <a:cubicBezTo>
                  <a:pt x="7201" y="3499"/>
                  <a:pt x="6638" y="2788"/>
                  <a:pt x="5871" y="2578"/>
                </a:cubicBezTo>
                <a:close/>
                <a:moveTo>
                  <a:pt x="6516" y="4277"/>
                </a:moveTo>
                <a:cubicBezTo>
                  <a:pt x="6515" y="4946"/>
                  <a:pt x="5971" y="5488"/>
                  <a:pt x="5301" y="5487"/>
                </a:cubicBezTo>
                <a:lnTo>
                  <a:pt x="1901" y="5487"/>
                </a:lnTo>
                <a:cubicBezTo>
                  <a:pt x="1230" y="5487"/>
                  <a:pt x="686" y="4945"/>
                  <a:pt x="686" y="4277"/>
                </a:cubicBezTo>
                <a:cubicBezTo>
                  <a:pt x="687" y="3607"/>
                  <a:pt x="1231" y="3065"/>
                  <a:pt x="1901" y="3066"/>
                </a:cubicBezTo>
                <a:cubicBezTo>
                  <a:pt x="1901" y="2130"/>
                  <a:pt x="2662" y="1372"/>
                  <a:pt x="3601" y="1372"/>
                </a:cubicBezTo>
                <a:cubicBezTo>
                  <a:pt x="4540" y="1372"/>
                  <a:pt x="5301" y="2131"/>
                  <a:pt x="5301" y="3067"/>
                </a:cubicBezTo>
                <a:cubicBezTo>
                  <a:pt x="5972" y="3067"/>
                  <a:pt x="6516" y="3608"/>
                  <a:pt x="6516" y="4277"/>
                </a:cubicBezTo>
                <a:close/>
                <a:moveTo>
                  <a:pt x="890" y="6825"/>
                </a:moveTo>
                <a:cubicBezTo>
                  <a:pt x="1062" y="6905"/>
                  <a:pt x="1136" y="7109"/>
                  <a:pt x="1056" y="7280"/>
                </a:cubicBezTo>
                <a:lnTo>
                  <a:pt x="766" y="7902"/>
                </a:lnTo>
                <a:cubicBezTo>
                  <a:pt x="688" y="8076"/>
                  <a:pt x="482" y="8152"/>
                  <a:pt x="309" y="8072"/>
                </a:cubicBezTo>
                <a:cubicBezTo>
                  <a:pt x="136" y="7991"/>
                  <a:pt x="62" y="7784"/>
                  <a:pt x="144" y="7612"/>
                </a:cubicBezTo>
                <a:lnTo>
                  <a:pt x="435" y="6991"/>
                </a:lnTo>
                <a:cubicBezTo>
                  <a:pt x="515" y="6819"/>
                  <a:pt x="719" y="6745"/>
                  <a:pt x="890" y="6825"/>
                </a:cubicBezTo>
                <a:close/>
                <a:moveTo>
                  <a:pt x="4405" y="6825"/>
                </a:moveTo>
                <a:cubicBezTo>
                  <a:pt x="4577" y="6904"/>
                  <a:pt x="4651" y="7108"/>
                  <a:pt x="4571" y="7280"/>
                </a:cubicBezTo>
                <a:lnTo>
                  <a:pt x="4281" y="7902"/>
                </a:lnTo>
                <a:cubicBezTo>
                  <a:pt x="4203" y="8076"/>
                  <a:pt x="3997" y="8152"/>
                  <a:pt x="3824" y="8072"/>
                </a:cubicBezTo>
                <a:cubicBezTo>
                  <a:pt x="3650" y="7991"/>
                  <a:pt x="3577" y="7784"/>
                  <a:pt x="3659" y="7612"/>
                </a:cubicBezTo>
                <a:lnTo>
                  <a:pt x="3949" y="6991"/>
                </a:lnTo>
                <a:cubicBezTo>
                  <a:pt x="4029" y="6819"/>
                  <a:pt x="4233" y="6744"/>
                  <a:pt x="4405" y="6824"/>
                </a:cubicBezTo>
                <a:lnTo>
                  <a:pt x="4405" y="6825"/>
                </a:lnTo>
                <a:close/>
                <a:moveTo>
                  <a:pt x="7834" y="6825"/>
                </a:moveTo>
                <a:cubicBezTo>
                  <a:pt x="8006" y="6904"/>
                  <a:pt x="8081" y="7108"/>
                  <a:pt x="8001" y="7280"/>
                </a:cubicBezTo>
                <a:lnTo>
                  <a:pt x="7711" y="7902"/>
                </a:lnTo>
                <a:cubicBezTo>
                  <a:pt x="7630" y="8074"/>
                  <a:pt x="7426" y="8148"/>
                  <a:pt x="7255" y="8068"/>
                </a:cubicBezTo>
                <a:cubicBezTo>
                  <a:pt x="7083" y="7988"/>
                  <a:pt x="7008" y="7784"/>
                  <a:pt x="7089" y="7612"/>
                </a:cubicBezTo>
                <a:lnTo>
                  <a:pt x="7378" y="6991"/>
                </a:lnTo>
                <a:cubicBezTo>
                  <a:pt x="7458" y="6819"/>
                  <a:pt x="7662" y="6744"/>
                  <a:pt x="7834" y="6824"/>
                </a:cubicBezTo>
                <a:lnTo>
                  <a:pt x="7834" y="6825"/>
                </a:lnTo>
                <a:close/>
                <a:moveTo>
                  <a:pt x="2690" y="7510"/>
                </a:moveTo>
                <a:cubicBezTo>
                  <a:pt x="2862" y="7590"/>
                  <a:pt x="2936" y="7794"/>
                  <a:pt x="2857" y="7966"/>
                </a:cubicBezTo>
                <a:lnTo>
                  <a:pt x="2567" y="8587"/>
                </a:lnTo>
                <a:cubicBezTo>
                  <a:pt x="2488" y="8761"/>
                  <a:pt x="2282" y="8838"/>
                  <a:pt x="2109" y="8757"/>
                </a:cubicBezTo>
                <a:cubicBezTo>
                  <a:pt x="1936" y="8676"/>
                  <a:pt x="1862" y="8470"/>
                  <a:pt x="1945" y="8298"/>
                </a:cubicBezTo>
                <a:lnTo>
                  <a:pt x="2235" y="7676"/>
                </a:lnTo>
                <a:cubicBezTo>
                  <a:pt x="2315" y="7504"/>
                  <a:pt x="2519" y="7430"/>
                  <a:pt x="2690" y="7510"/>
                </a:cubicBezTo>
                <a:close/>
                <a:moveTo>
                  <a:pt x="6120" y="7510"/>
                </a:moveTo>
                <a:cubicBezTo>
                  <a:pt x="6291" y="7590"/>
                  <a:pt x="6366" y="7794"/>
                  <a:pt x="6286" y="7966"/>
                </a:cubicBezTo>
                <a:lnTo>
                  <a:pt x="5996" y="8587"/>
                </a:lnTo>
                <a:cubicBezTo>
                  <a:pt x="5918" y="8761"/>
                  <a:pt x="5712" y="8838"/>
                  <a:pt x="5539" y="8757"/>
                </a:cubicBezTo>
                <a:cubicBezTo>
                  <a:pt x="5365" y="8676"/>
                  <a:pt x="5292" y="8470"/>
                  <a:pt x="5374" y="8298"/>
                </a:cubicBezTo>
                <a:lnTo>
                  <a:pt x="5664" y="7676"/>
                </a:lnTo>
                <a:cubicBezTo>
                  <a:pt x="5743" y="7505"/>
                  <a:pt x="5947" y="7430"/>
                  <a:pt x="6119" y="7510"/>
                </a:cubicBezTo>
                <a:lnTo>
                  <a:pt x="6120" y="7510"/>
                </a:lnTo>
                <a:close/>
                <a:moveTo>
                  <a:pt x="9292" y="7510"/>
                </a:moveTo>
                <a:cubicBezTo>
                  <a:pt x="9463" y="7590"/>
                  <a:pt x="9537" y="7795"/>
                  <a:pt x="9457" y="7966"/>
                </a:cubicBezTo>
                <a:lnTo>
                  <a:pt x="9168" y="8588"/>
                </a:lnTo>
                <a:cubicBezTo>
                  <a:pt x="9089" y="8757"/>
                  <a:pt x="8890" y="8833"/>
                  <a:pt x="8719" y="8759"/>
                </a:cubicBezTo>
                <a:cubicBezTo>
                  <a:pt x="8548" y="8684"/>
                  <a:pt x="8468" y="8487"/>
                  <a:pt x="8539" y="8314"/>
                </a:cubicBezTo>
                <a:cubicBezTo>
                  <a:pt x="8541" y="8309"/>
                  <a:pt x="8543" y="8303"/>
                  <a:pt x="8546" y="8298"/>
                </a:cubicBezTo>
                <a:lnTo>
                  <a:pt x="8836" y="7676"/>
                </a:lnTo>
                <a:cubicBezTo>
                  <a:pt x="8916" y="7505"/>
                  <a:pt x="9120" y="7430"/>
                  <a:pt x="9291" y="7510"/>
                </a:cubicBezTo>
                <a:lnTo>
                  <a:pt x="9292" y="7510"/>
                </a:lnTo>
                <a:close/>
                <a:moveTo>
                  <a:pt x="4889" y="289"/>
                </a:moveTo>
                <a:cubicBezTo>
                  <a:pt x="4905" y="278"/>
                  <a:pt x="4923" y="268"/>
                  <a:pt x="4941" y="259"/>
                </a:cubicBezTo>
                <a:cubicBezTo>
                  <a:pt x="5251" y="104"/>
                  <a:pt x="5632" y="0"/>
                  <a:pt x="6001" y="0"/>
                </a:cubicBezTo>
                <a:cubicBezTo>
                  <a:pt x="7125" y="0"/>
                  <a:pt x="8061" y="813"/>
                  <a:pt x="8272" y="1892"/>
                </a:cubicBezTo>
                <a:cubicBezTo>
                  <a:pt x="9039" y="2102"/>
                  <a:pt x="9602" y="2813"/>
                  <a:pt x="9602" y="3658"/>
                </a:cubicBezTo>
                <a:cubicBezTo>
                  <a:pt x="9602" y="4668"/>
                  <a:pt x="8796" y="5487"/>
                  <a:pt x="7802" y="5487"/>
                </a:cubicBezTo>
                <a:lnTo>
                  <a:pt x="7643" y="5487"/>
                </a:lnTo>
                <a:cubicBezTo>
                  <a:pt x="7460" y="5478"/>
                  <a:pt x="7316" y="5328"/>
                  <a:pt x="7316" y="5144"/>
                </a:cubicBezTo>
                <a:cubicBezTo>
                  <a:pt x="7316" y="4961"/>
                  <a:pt x="7460" y="4810"/>
                  <a:pt x="7643" y="4802"/>
                </a:cubicBezTo>
                <a:lnTo>
                  <a:pt x="7701" y="4802"/>
                </a:lnTo>
                <a:cubicBezTo>
                  <a:pt x="8371" y="4803"/>
                  <a:pt x="8915" y="4261"/>
                  <a:pt x="8916" y="3591"/>
                </a:cubicBezTo>
                <a:cubicBezTo>
                  <a:pt x="8916" y="2923"/>
                  <a:pt x="8372" y="2381"/>
                  <a:pt x="7701" y="2381"/>
                </a:cubicBezTo>
                <a:cubicBezTo>
                  <a:pt x="7701" y="1445"/>
                  <a:pt x="6940" y="686"/>
                  <a:pt x="6001" y="686"/>
                </a:cubicBezTo>
                <a:cubicBezTo>
                  <a:pt x="5725" y="686"/>
                  <a:pt x="5414" y="832"/>
                  <a:pt x="5172" y="914"/>
                </a:cubicBezTo>
                <a:cubicBezTo>
                  <a:pt x="5104" y="937"/>
                  <a:pt x="5030" y="938"/>
                  <a:pt x="4961" y="914"/>
                </a:cubicBezTo>
                <a:cubicBezTo>
                  <a:pt x="4674" y="828"/>
                  <a:pt x="4628" y="440"/>
                  <a:pt x="4888" y="289"/>
                </a:cubicBezTo>
                <a:lnTo>
                  <a:pt x="4889" y="289"/>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4" name="paint-board-and-brush_67745">
            <a:extLst>
              <a:ext uri="{FF2B5EF4-FFF2-40B4-BE49-F238E27FC236}">
                <a16:creationId xmlns:a16="http://schemas.microsoft.com/office/drawing/2014/main" id="{76A71CCA-2E00-417E-B078-C89FCC5B3083}"/>
              </a:ext>
            </a:extLst>
          </p:cNvPr>
          <p:cNvSpPr>
            <a:spLocks noChangeAspect="1"/>
          </p:cNvSpPr>
          <p:nvPr/>
        </p:nvSpPr>
        <p:spPr bwMode="auto">
          <a:xfrm>
            <a:off x="6526326" y="4359069"/>
            <a:ext cx="436103" cy="346307"/>
          </a:xfrm>
          <a:custGeom>
            <a:avLst/>
            <a:gdLst>
              <a:gd name="T0" fmla="*/ 5658 w 5877"/>
              <a:gd name="T1" fmla="*/ 98 h 4674"/>
              <a:gd name="T2" fmla="*/ 5196 w 5877"/>
              <a:gd name="T3" fmla="*/ 375 h 4674"/>
              <a:gd name="T4" fmla="*/ 4564 w 5877"/>
              <a:gd name="T5" fmla="*/ 1078 h 4674"/>
              <a:gd name="T6" fmla="*/ 4295 w 5877"/>
              <a:gd name="T7" fmla="*/ 757 h 4674"/>
              <a:gd name="T8" fmla="*/ 2527 w 5877"/>
              <a:gd name="T9" fmla="*/ 0 h 4674"/>
              <a:gd name="T10" fmla="*/ 106 w 5877"/>
              <a:gd name="T11" fmla="*/ 2815 h 4674"/>
              <a:gd name="T12" fmla="*/ 1354 w 5877"/>
              <a:gd name="T13" fmla="*/ 4581 h 4674"/>
              <a:gd name="T14" fmla="*/ 2665 w 5877"/>
              <a:gd name="T15" fmla="*/ 4142 h 4674"/>
              <a:gd name="T16" fmla="*/ 2799 w 5877"/>
              <a:gd name="T17" fmla="*/ 3512 h 4674"/>
              <a:gd name="T18" fmla="*/ 3116 w 5877"/>
              <a:gd name="T19" fmla="*/ 3010 h 4674"/>
              <a:gd name="T20" fmla="*/ 3107 w 5877"/>
              <a:gd name="T21" fmla="*/ 3342 h 4674"/>
              <a:gd name="T22" fmla="*/ 2966 w 5877"/>
              <a:gd name="T23" fmla="*/ 4230 h 4674"/>
              <a:gd name="T24" fmla="*/ 3814 w 5877"/>
              <a:gd name="T25" fmla="*/ 3689 h 4674"/>
              <a:gd name="T26" fmla="*/ 4934 w 5877"/>
              <a:gd name="T27" fmla="*/ 2424 h 4674"/>
              <a:gd name="T28" fmla="*/ 5331 w 5877"/>
              <a:gd name="T29" fmla="*/ 1531 h 4674"/>
              <a:gd name="T30" fmla="*/ 5749 w 5877"/>
              <a:gd name="T31" fmla="*/ 1147 h 4674"/>
              <a:gd name="T32" fmla="*/ 3764 w 5877"/>
              <a:gd name="T33" fmla="*/ 1455 h 4674"/>
              <a:gd name="T34" fmla="*/ 3294 w 5877"/>
              <a:gd name="T35" fmla="*/ 1562 h 4674"/>
              <a:gd name="T36" fmla="*/ 3187 w 5877"/>
              <a:gd name="T37" fmla="*/ 1091 h 4674"/>
              <a:gd name="T38" fmla="*/ 3657 w 5877"/>
              <a:gd name="T39" fmla="*/ 984 h 4674"/>
              <a:gd name="T40" fmla="*/ 3764 w 5877"/>
              <a:gd name="T41" fmla="*/ 1455 h 4674"/>
              <a:gd name="T42" fmla="*/ 4735 w 5877"/>
              <a:gd name="T43" fmla="*/ 1341 h 4674"/>
              <a:gd name="T44" fmla="*/ 5004 w 5877"/>
              <a:gd name="T45" fmla="*/ 1505 h 4674"/>
              <a:gd name="T46" fmla="*/ 3594 w 5877"/>
              <a:gd name="T47" fmla="*/ 3489 h 4674"/>
              <a:gd name="T48" fmla="*/ 3424 w 5877"/>
              <a:gd name="T49" fmla="*/ 3371 h 4674"/>
              <a:gd name="T50" fmla="*/ 1179 w 5877"/>
              <a:gd name="T51" fmla="*/ 2071 h 4674"/>
              <a:gd name="T52" fmla="*/ 847 w 5877"/>
              <a:gd name="T53" fmla="*/ 1805 h 4674"/>
              <a:gd name="T54" fmla="*/ 1180 w 5877"/>
              <a:gd name="T55" fmla="*/ 1388 h 4674"/>
              <a:gd name="T56" fmla="*/ 1468 w 5877"/>
              <a:gd name="T57" fmla="*/ 1911 h 4674"/>
              <a:gd name="T58" fmla="*/ 822 w 5877"/>
              <a:gd name="T59" fmla="*/ 2822 h 4674"/>
              <a:gd name="T60" fmla="*/ 1292 w 5877"/>
              <a:gd name="T61" fmla="*/ 2715 h 4674"/>
              <a:gd name="T62" fmla="*/ 1399 w 5877"/>
              <a:gd name="T63" fmla="*/ 3185 h 4674"/>
              <a:gd name="T64" fmla="*/ 928 w 5877"/>
              <a:gd name="T65" fmla="*/ 3292 h 4674"/>
              <a:gd name="T66" fmla="*/ 822 w 5877"/>
              <a:gd name="T67" fmla="*/ 2822 h 4674"/>
              <a:gd name="T68" fmla="*/ 2203 w 5877"/>
              <a:gd name="T69" fmla="*/ 636 h 4674"/>
              <a:gd name="T70" fmla="*/ 2491 w 5877"/>
              <a:gd name="T71" fmla="*/ 1159 h 4674"/>
              <a:gd name="T72" fmla="*/ 2021 w 5877"/>
              <a:gd name="T73" fmla="*/ 1266 h 4674"/>
              <a:gd name="T74" fmla="*/ 1914 w 5877"/>
              <a:gd name="T75" fmla="*/ 796 h 46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877" h="4674">
                <a:moveTo>
                  <a:pt x="5722" y="148"/>
                </a:moveTo>
                <a:cubicBezTo>
                  <a:pt x="5712" y="121"/>
                  <a:pt x="5687" y="102"/>
                  <a:pt x="5658" y="98"/>
                </a:cubicBezTo>
                <a:cubicBezTo>
                  <a:pt x="5629" y="94"/>
                  <a:pt x="5600" y="107"/>
                  <a:pt x="5583" y="131"/>
                </a:cubicBezTo>
                <a:cubicBezTo>
                  <a:pt x="5482" y="273"/>
                  <a:pt x="5349" y="320"/>
                  <a:pt x="5196" y="375"/>
                </a:cubicBezTo>
                <a:cubicBezTo>
                  <a:pt x="5072" y="419"/>
                  <a:pt x="4944" y="464"/>
                  <a:pt x="4805" y="564"/>
                </a:cubicBezTo>
                <a:cubicBezTo>
                  <a:pt x="4609" y="704"/>
                  <a:pt x="4520" y="896"/>
                  <a:pt x="4564" y="1078"/>
                </a:cubicBezTo>
                <a:lnTo>
                  <a:pt x="4560" y="1084"/>
                </a:lnTo>
                <a:cubicBezTo>
                  <a:pt x="4478" y="965"/>
                  <a:pt x="4389" y="855"/>
                  <a:pt x="4295" y="757"/>
                </a:cubicBezTo>
                <a:cubicBezTo>
                  <a:pt x="3856" y="299"/>
                  <a:pt x="3242" y="24"/>
                  <a:pt x="2611" y="1"/>
                </a:cubicBezTo>
                <a:cubicBezTo>
                  <a:pt x="2583" y="0"/>
                  <a:pt x="2555" y="0"/>
                  <a:pt x="2527" y="0"/>
                </a:cubicBezTo>
                <a:cubicBezTo>
                  <a:pt x="1822" y="0"/>
                  <a:pt x="1148" y="315"/>
                  <a:pt x="676" y="864"/>
                </a:cubicBezTo>
                <a:cubicBezTo>
                  <a:pt x="208" y="1410"/>
                  <a:pt x="0" y="2122"/>
                  <a:pt x="106" y="2815"/>
                </a:cubicBezTo>
                <a:cubicBezTo>
                  <a:pt x="115" y="2873"/>
                  <a:pt x="126" y="2932"/>
                  <a:pt x="140" y="2990"/>
                </a:cubicBezTo>
                <a:cubicBezTo>
                  <a:pt x="313" y="3752"/>
                  <a:pt x="755" y="4332"/>
                  <a:pt x="1354" y="4581"/>
                </a:cubicBezTo>
                <a:cubicBezTo>
                  <a:pt x="1501" y="4643"/>
                  <a:pt x="1650" y="4674"/>
                  <a:pt x="1796" y="4674"/>
                </a:cubicBezTo>
                <a:cubicBezTo>
                  <a:pt x="2158" y="4674"/>
                  <a:pt x="2475" y="4480"/>
                  <a:pt x="2665" y="4142"/>
                </a:cubicBezTo>
                <a:cubicBezTo>
                  <a:pt x="2737" y="4013"/>
                  <a:pt x="2783" y="3880"/>
                  <a:pt x="2803" y="3747"/>
                </a:cubicBezTo>
                <a:cubicBezTo>
                  <a:pt x="2814" y="3668"/>
                  <a:pt x="2806" y="3589"/>
                  <a:pt x="2799" y="3512"/>
                </a:cubicBezTo>
                <a:cubicBezTo>
                  <a:pt x="2791" y="3434"/>
                  <a:pt x="2783" y="3359"/>
                  <a:pt x="2795" y="3285"/>
                </a:cubicBezTo>
                <a:cubicBezTo>
                  <a:pt x="2823" y="3113"/>
                  <a:pt x="2942" y="3010"/>
                  <a:pt x="3116" y="3010"/>
                </a:cubicBezTo>
                <a:cubicBezTo>
                  <a:pt x="3165" y="3010"/>
                  <a:pt x="3216" y="3019"/>
                  <a:pt x="3266" y="3035"/>
                </a:cubicBezTo>
                <a:cubicBezTo>
                  <a:pt x="3207" y="3143"/>
                  <a:pt x="3153" y="3246"/>
                  <a:pt x="3107" y="3342"/>
                </a:cubicBezTo>
                <a:cubicBezTo>
                  <a:pt x="3008" y="3545"/>
                  <a:pt x="2939" y="3713"/>
                  <a:pt x="2903" y="3841"/>
                </a:cubicBezTo>
                <a:cubicBezTo>
                  <a:pt x="2881" y="3920"/>
                  <a:pt x="2823" y="4131"/>
                  <a:pt x="2966" y="4230"/>
                </a:cubicBezTo>
                <a:cubicBezTo>
                  <a:pt x="3011" y="4261"/>
                  <a:pt x="3069" y="4272"/>
                  <a:pt x="3128" y="4261"/>
                </a:cubicBezTo>
                <a:cubicBezTo>
                  <a:pt x="3182" y="4251"/>
                  <a:pt x="3347" y="4221"/>
                  <a:pt x="3814" y="3689"/>
                </a:cubicBezTo>
                <a:cubicBezTo>
                  <a:pt x="3939" y="3547"/>
                  <a:pt x="4074" y="3382"/>
                  <a:pt x="4215" y="3199"/>
                </a:cubicBezTo>
                <a:cubicBezTo>
                  <a:pt x="4577" y="3077"/>
                  <a:pt x="4859" y="2773"/>
                  <a:pt x="4934" y="2424"/>
                </a:cubicBezTo>
                <a:cubicBezTo>
                  <a:pt x="4952" y="2337"/>
                  <a:pt x="4960" y="2244"/>
                  <a:pt x="4957" y="2147"/>
                </a:cubicBezTo>
                <a:cubicBezTo>
                  <a:pt x="5092" y="1937"/>
                  <a:pt x="5211" y="1742"/>
                  <a:pt x="5331" y="1531"/>
                </a:cubicBezTo>
                <a:cubicBezTo>
                  <a:pt x="5333" y="1527"/>
                  <a:pt x="5336" y="1523"/>
                  <a:pt x="5338" y="1519"/>
                </a:cubicBezTo>
                <a:cubicBezTo>
                  <a:pt x="5512" y="1471"/>
                  <a:pt x="5661" y="1336"/>
                  <a:pt x="5749" y="1147"/>
                </a:cubicBezTo>
                <a:cubicBezTo>
                  <a:pt x="5877" y="871"/>
                  <a:pt x="5868" y="516"/>
                  <a:pt x="5722" y="148"/>
                </a:cubicBezTo>
                <a:close/>
                <a:moveTo>
                  <a:pt x="3764" y="1455"/>
                </a:moveTo>
                <a:cubicBezTo>
                  <a:pt x="3701" y="1555"/>
                  <a:pt x="3593" y="1614"/>
                  <a:pt x="3475" y="1614"/>
                </a:cubicBezTo>
                <a:cubicBezTo>
                  <a:pt x="3411" y="1614"/>
                  <a:pt x="3348" y="1596"/>
                  <a:pt x="3294" y="1562"/>
                </a:cubicBezTo>
                <a:cubicBezTo>
                  <a:pt x="3217" y="1513"/>
                  <a:pt x="3163" y="1437"/>
                  <a:pt x="3143" y="1349"/>
                </a:cubicBezTo>
                <a:cubicBezTo>
                  <a:pt x="3123" y="1260"/>
                  <a:pt x="3138" y="1168"/>
                  <a:pt x="3187" y="1091"/>
                </a:cubicBezTo>
                <a:cubicBezTo>
                  <a:pt x="3250" y="991"/>
                  <a:pt x="3358" y="932"/>
                  <a:pt x="3476" y="932"/>
                </a:cubicBezTo>
                <a:cubicBezTo>
                  <a:pt x="3540" y="932"/>
                  <a:pt x="3603" y="950"/>
                  <a:pt x="3657" y="984"/>
                </a:cubicBezTo>
                <a:cubicBezTo>
                  <a:pt x="3734" y="1033"/>
                  <a:pt x="3788" y="1109"/>
                  <a:pt x="3808" y="1197"/>
                </a:cubicBezTo>
                <a:cubicBezTo>
                  <a:pt x="3828" y="1286"/>
                  <a:pt x="3813" y="1378"/>
                  <a:pt x="3764" y="1455"/>
                </a:cubicBezTo>
                <a:close/>
                <a:moveTo>
                  <a:pt x="4207" y="2073"/>
                </a:moveTo>
                <a:cubicBezTo>
                  <a:pt x="4379" y="1819"/>
                  <a:pt x="4562" y="1566"/>
                  <a:pt x="4735" y="1341"/>
                </a:cubicBezTo>
                <a:cubicBezTo>
                  <a:pt x="4763" y="1367"/>
                  <a:pt x="4794" y="1392"/>
                  <a:pt x="4828" y="1415"/>
                </a:cubicBezTo>
                <a:cubicBezTo>
                  <a:pt x="4885" y="1454"/>
                  <a:pt x="4944" y="1485"/>
                  <a:pt x="5004" y="1505"/>
                </a:cubicBezTo>
                <a:cubicBezTo>
                  <a:pt x="4858" y="1755"/>
                  <a:pt x="4700" y="2003"/>
                  <a:pt x="4510" y="2284"/>
                </a:cubicBezTo>
                <a:cubicBezTo>
                  <a:pt x="4197" y="2745"/>
                  <a:pt x="3872" y="3173"/>
                  <a:pt x="3594" y="3489"/>
                </a:cubicBezTo>
                <a:cubicBezTo>
                  <a:pt x="3439" y="3666"/>
                  <a:pt x="3303" y="3803"/>
                  <a:pt x="3199" y="3887"/>
                </a:cubicBezTo>
                <a:cubicBezTo>
                  <a:pt x="3239" y="3758"/>
                  <a:pt x="3316" y="3581"/>
                  <a:pt x="3424" y="3371"/>
                </a:cubicBezTo>
                <a:cubicBezTo>
                  <a:pt x="3616" y="2995"/>
                  <a:pt x="3894" y="2534"/>
                  <a:pt x="4207" y="2073"/>
                </a:cubicBezTo>
                <a:close/>
                <a:moveTo>
                  <a:pt x="1179" y="2071"/>
                </a:moveTo>
                <a:cubicBezTo>
                  <a:pt x="1115" y="2071"/>
                  <a:pt x="1052" y="2052"/>
                  <a:pt x="998" y="2018"/>
                </a:cubicBezTo>
                <a:cubicBezTo>
                  <a:pt x="921" y="1970"/>
                  <a:pt x="867" y="1894"/>
                  <a:pt x="847" y="1805"/>
                </a:cubicBezTo>
                <a:cubicBezTo>
                  <a:pt x="827" y="1716"/>
                  <a:pt x="842" y="1625"/>
                  <a:pt x="891" y="1548"/>
                </a:cubicBezTo>
                <a:cubicBezTo>
                  <a:pt x="954" y="1448"/>
                  <a:pt x="1062" y="1388"/>
                  <a:pt x="1180" y="1388"/>
                </a:cubicBezTo>
                <a:cubicBezTo>
                  <a:pt x="1244" y="1388"/>
                  <a:pt x="1307" y="1406"/>
                  <a:pt x="1361" y="1441"/>
                </a:cubicBezTo>
                <a:cubicBezTo>
                  <a:pt x="1520" y="1541"/>
                  <a:pt x="1568" y="1752"/>
                  <a:pt x="1468" y="1911"/>
                </a:cubicBezTo>
                <a:cubicBezTo>
                  <a:pt x="1405" y="2011"/>
                  <a:pt x="1297" y="2071"/>
                  <a:pt x="1179" y="2071"/>
                </a:cubicBezTo>
                <a:close/>
                <a:moveTo>
                  <a:pt x="822" y="2822"/>
                </a:moveTo>
                <a:cubicBezTo>
                  <a:pt x="884" y="2722"/>
                  <a:pt x="992" y="2662"/>
                  <a:pt x="1110" y="2662"/>
                </a:cubicBezTo>
                <a:cubicBezTo>
                  <a:pt x="1175" y="2662"/>
                  <a:pt x="1237" y="2681"/>
                  <a:pt x="1292" y="2715"/>
                </a:cubicBezTo>
                <a:cubicBezTo>
                  <a:pt x="1369" y="2763"/>
                  <a:pt x="1423" y="2839"/>
                  <a:pt x="1443" y="2928"/>
                </a:cubicBezTo>
                <a:cubicBezTo>
                  <a:pt x="1463" y="3017"/>
                  <a:pt x="1447" y="3108"/>
                  <a:pt x="1399" y="3185"/>
                </a:cubicBezTo>
                <a:cubicBezTo>
                  <a:pt x="1336" y="3285"/>
                  <a:pt x="1228" y="3345"/>
                  <a:pt x="1110" y="3345"/>
                </a:cubicBezTo>
                <a:cubicBezTo>
                  <a:pt x="1046" y="3345"/>
                  <a:pt x="983" y="3327"/>
                  <a:pt x="928" y="3292"/>
                </a:cubicBezTo>
                <a:cubicBezTo>
                  <a:pt x="851" y="3244"/>
                  <a:pt x="798" y="3168"/>
                  <a:pt x="778" y="3079"/>
                </a:cubicBezTo>
                <a:cubicBezTo>
                  <a:pt x="757" y="2990"/>
                  <a:pt x="773" y="2899"/>
                  <a:pt x="822" y="2822"/>
                </a:cubicBezTo>
                <a:close/>
                <a:moveTo>
                  <a:pt x="1914" y="796"/>
                </a:moveTo>
                <a:cubicBezTo>
                  <a:pt x="1977" y="696"/>
                  <a:pt x="2085" y="636"/>
                  <a:pt x="2203" y="636"/>
                </a:cubicBezTo>
                <a:cubicBezTo>
                  <a:pt x="2267" y="636"/>
                  <a:pt x="2330" y="655"/>
                  <a:pt x="2384" y="689"/>
                </a:cubicBezTo>
                <a:cubicBezTo>
                  <a:pt x="2543" y="789"/>
                  <a:pt x="2591" y="1000"/>
                  <a:pt x="2491" y="1159"/>
                </a:cubicBezTo>
                <a:cubicBezTo>
                  <a:pt x="2428" y="1259"/>
                  <a:pt x="2320" y="1319"/>
                  <a:pt x="2202" y="1319"/>
                </a:cubicBezTo>
                <a:cubicBezTo>
                  <a:pt x="2138" y="1319"/>
                  <a:pt x="2075" y="1301"/>
                  <a:pt x="2021" y="1266"/>
                </a:cubicBezTo>
                <a:cubicBezTo>
                  <a:pt x="1944" y="1218"/>
                  <a:pt x="1890" y="1142"/>
                  <a:pt x="1870" y="1053"/>
                </a:cubicBezTo>
                <a:cubicBezTo>
                  <a:pt x="1850" y="964"/>
                  <a:pt x="1865" y="873"/>
                  <a:pt x="1914" y="796"/>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5" name="iconfont-1177-866137">
            <a:extLst>
              <a:ext uri="{FF2B5EF4-FFF2-40B4-BE49-F238E27FC236}">
                <a16:creationId xmlns:a16="http://schemas.microsoft.com/office/drawing/2014/main" id="{86546139-E1D3-475E-B44A-9545551D33F1}"/>
              </a:ext>
            </a:extLst>
          </p:cNvPr>
          <p:cNvSpPr>
            <a:spLocks noChangeAspect="1"/>
          </p:cNvSpPr>
          <p:nvPr/>
        </p:nvSpPr>
        <p:spPr bwMode="auto">
          <a:xfrm>
            <a:off x="7924850" y="4309188"/>
            <a:ext cx="436103" cy="399807"/>
          </a:xfrm>
          <a:custGeom>
            <a:avLst/>
            <a:gdLst>
              <a:gd name="T0" fmla="*/ 7744 w 10112"/>
              <a:gd name="T1" fmla="*/ 6568 h 9271"/>
              <a:gd name="T2" fmla="*/ 7743 w 10112"/>
              <a:gd name="T3" fmla="*/ 6569 h 9271"/>
              <a:gd name="T4" fmla="*/ 6007 w 10112"/>
              <a:gd name="T5" fmla="*/ 5696 h 9271"/>
              <a:gd name="T6" fmla="*/ 5816 w 10112"/>
              <a:gd name="T7" fmla="*/ 4675 h 9271"/>
              <a:gd name="T8" fmla="*/ 6135 w 10112"/>
              <a:gd name="T9" fmla="*/ 4419 h 9271"/>
              <a:gd name="T10" fmla="*/ 7301 w 10112"/>
              <a:gd name="T11" fmla="*/ 4285 h 9271"/>
              <a:gd name="T12" fmla="*/ 7301 w 10112"/>
              <a:gd name="T13" fmla="*/ 2946 h 9271"/>
              <a:gd name="T14" fmla="*/ 5962 w 10112"/>
              <a:gd name="T15" fmla="*/ 2946 h 9271"/>
              <a:gd name="T16" fmla="*/ 5843 w 10112"/>
              <a:gd name="T17" fmla="*/ 4140 h 9271"/>
              <a:gd name="T18" fmla="*/ 5543 w 10112"/>
              <a:gd name="T19" fmla="*/ 4381 h 9271"/>
              <a:gd name="T20" fmla="*/ 4844 w 10112"/>
              <a:gd name="T21" fmla="*/ 4101 h 9271"/>
              <a:gd name="T22" fmla="*/ 4673 w 10112"/>
              <a:gd name="T23" fmla="*/ 2629 h 9271"/>
              <a:gd name="T24" fmla="*/ 5048 w 10112"/>
              <a:gd name="T25" fmla="*/ 2368 h 9271"/>
              <a:gd name="T26" fmla="*/ 5048 w 10112"/>
              <a:gd name="T27" fmla="*/ 512 h 9271"/>
              <a:gd name="T28" fmla="*/ 3192 w 10112"/>
              <a:gd name="T29" fmla="*/ 512 h 9271"/>
              <a:gd name="T30" fmla="*/ 3192 w 10112"/>
              <a:gd name="T31" fmla="*/ 2368 h 9271"/>
              <a:gd name="T32" fmla="*/ 3978 w 10112"/>
              <a:gd name="T33" fmla="*/ 2744 h 9271"/>
              <a:gd name="T34" fmla="*/ 4282 w 10112"/>
              <a:gd name="T35" fmla="*/ 4175 h 9271"/>
              <a:gd name="T36" fmla="*/ 3800 w 10112"/>
              <a:gd name="T37" fmla="*/ 4480 h 9271"/>
              <a:gd name="T38" fmla="*/ 3627 w 10112"/>
              <a:gd name="T39" fmla="*/ 4693 h 9271"/>
              <a:gd name="T40" fmla="*/ 2666 w 10112"/>
              <a:gd name="T41" fmla="*/ 4210 h 9271"/>
              <a:gd name="T42" fmla="*/ 2520 w 10112"/>
              <a:gd name="T43" fmla="*/ 3823 h 9271"/>
              <a:gd name="T44" fmla="*/ 1805 w 10112"/>
              <a:gd name="T45" fmla="*/ 3823 h 9271"/>
              <a:gd name="T46" fmla="*/ 1805 w 10112"/>
              <a:gd name="T47" fmla="*/ 4539 h 9271"/>
              <a:gd name="T48" fmla="*/ 2486 w 10112"/>
              <a:gd name="T49" fmla="*/ 4567 h 9271"/>
              <a:gd name="T50" fmla="*/ 3464 w 10112"/>
              <a:gd name="T51" fmla="*/ 5058 h 9271"/>
              <a:gd name="T52" fmla="*/ 3486 w 10112"/>
              <a:gd name="T53" fmla="*/ 5826 h 9271"/>
              <a:gd name="T54" fmla="*/ 2174 w 10112"/>
              <a:gd name="T55" fmla="*/ 6744 h 9271"/>
              <a:gd name="T56" fmla="*/ 513 w 10112"/>
              <a:gd name="T57" fmla="*/ 6903 h 9271"/>
              <a:gd name="T58" fmla="*/ 513 w 10112"/>
              <a:gd name="T59" fmla="*/ 8759 h 9271"/>
              <a:gd name="T60" fmla="*/ 2368 w 10112"/>
              <a:gd name="T61" fmla="*/ 8759 h 9271"/>
              <a:gd name="T62" fmla="*/ 2693 w 10112"/>
              <a:gd name="T63" fmla="*/ 7442 h 9271"/>
              <a:gd name="T64" fmla="*/ 3801 w 10112"/>
              <a:gd name="T65" fmla="*/ 6335 h 9271"/>
              <a:gd name="T66" fmla="*/ 4509 w 10112"/>
              <a:gd name="T67" fmla="*/ 6700 h 9271"/>
              <a:gd name="T68" fmla="*/ 4561 w 10112"/>
              <a:gd name="T69" fmla="*/ 7335 h 9271"/>
              <a:gd name="T70" fmla="*/ 4275 w 10112"/>
              <a:gd name="T71" fmla="*/ 7525 h 9271"/>
              <a:gd name="T72" fmla="*/ 4275 w 10112"/>
              <a:gd name="T73" fmla="*/ 8741 h 9271"/>
              <a:gd name="T74" fmla="*/ 5491 w 10112"/>
              <a:gd name="T75" fmla="*/ 8741 h 9271"/>
              <a:gd name="T76" fmla="*/ 5491 w 10112"/>
              <a:gd name="T77" fmla="*/ 7525 h 9271"/>
              <a:gd name="T78" fmla="*/ 4958 w 10112"/>
              <a:gd name="T79" fmla="*/ 7280 h 9271"/>
              <a:gd name="T80" fmla="*/ 4911 w 10112"/>
              <a:gd name="T81" fmla="*/ 6705 h 9271"/>
              <a:gd name="T82" fmla="*/ 5656 w 10112"/>
              <a:gd name="T83" fmla="*/ 6335 h 9271"/>
              <a:gd name="T84" fmla="*/ 5720 w 10112"/>
              <a:gd name="T85" fmla="*/ 6265 h 9271"/>
              <a:gd name="T86" fmla="*/ 7369 w 10112"/>
              <a:gd name="T87" fmla="*/ 7352 h 9271"/>
              <a:gd name="T88" fmla="*/ 7744 w 10112"/>
              <a:gd name="T89" fmla="*/ 8423 h 9271"/>
              <a:gd name="T90" fmla="*/ 9600 w 10112"/>
              <a:gd name="T91" fmla="*/ 8423 h 9271"/>
              <a:gd name="T92" fmla="*/ 9600 w 10112"/>
              <a:gd name="T93" fmla="*/ 6567 h 9271"/>
              <a:gd name="T94" fmla="*/ 7744 w 10112"/>
              <a:gd name="T95" fmla="*/ 6568 h 9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0112" h="9271">
                <a:moveTo>
                  <a:pt x="7744" y="6568"/>
                </a:moveTo>
                <a:cubicBezTo>
                  <a:pt x="7743" y="6568"/>
                  <a:pt x="7743" y="6568"/>
                  <a:pt x="7743" y="6569"/>
                </a:cubicBezTo>
                <a:lnTo>
                  <a:pt x="6007" y="5696"/>
                </a:lnTo>
                <a:cubicBezTo>
                  <a:pt x="6085" y="5350"/>
                  <a:pt x="6021" y="4979"/>
                  <a:pt x="5816" y="4675"/>
                </a:cubicBezTo>
                <a:lnTo>
                  <a:pt x="6135" y="4419"/>
                </a:lnTo>
                <a:cubicBezTo>
                  <a:pt x="6500" y="4645"/>
                  <a:pt x="6984" y="4602"/>
                  <a:pt x="7301" y="4285"/>
                </a:cubicBezTo>
                <a:cubicBezTo>
                  <a:pt x="7671" y="3915"/>
                  <a:pt x="7671" y="3316"/>
                  <a:pt x="7301" y="2946"/>
                </a:cubicBezTo>
                <a:cubicBezTo>
                  <a:pt x="6931" y="2576"/>
                  <a:pt x="6332" y="2576"/>
                  <a:pt x="5962" y="2946"/>
                </a:cubicBezTo>
                <a:cubicBezTo>
                  <a:pt x="5637" y="3271"/>
                  <a:pt x="5598" y="3772"/>
                  <a:pt x="5843" y="4140"/>
                </a:cubicBezTo>
                <a:lnTo>
                  <a:pt x="5543" y="4381"/>
                </a:lnTo>
                <a:cubicBezTo>
                  <a:pt x="5337" y="4217"/>
                  <a:pt x="5094" y="4123"/>
                  <a:pt x="4844" y="4101"/>
                </a:cubicBezTo>
                <a:lnTo>
                  <a:pt x="4673" y="2629"/>
                </a:lnTo>
                <a:cubicBezTo>
                  <a:pt x="4809" y="2566"/>
                  <a:pt x="4936" y="2480"/>
                  <a:pt x="5048" y="2368"/>
                </a:cubicBezTo>
                <a:cubicBezTo>
                  <a:pt x="5560" y="1856"/>
                  <a:pt x="5560" y="1024"/>
                  <a:pt x="5048" y="512"/>
                </a:cubicBezTo>
                <a:cubicBezTo>
                  <a:pt x="4536" y="0"/>
                  <a:pt x="3705" y="0"/>
                  <a:pt x="3192" y="512"/>
                </a:cubicBezTo>
                <a:cubicBezTo>
                  <a:pt x="2680" y="1025"/>
                  <a:pt x="2680" y="1856"/>
                  <a:pt x="3192" y="2368"/>
                </a:cubicBezTo>
                <a:cubicBezTo>
                  <a:pt x="3412" y="2588"/>
                  <a:pt x="3691" y="2713"/>
                  <a:pt x="3978" y="2744"/>
                </a:cubicBezTo>
                <a:lnTo>
                  <a:pt x="4282" y="4175"/>
                </a:lnTo>
                <a:cubicBezTo>
                  <a:pt x="4106" y="4238"/>
                  <a:pt x="3941" y="4339"/>
                  <a:pt x="3800" y="4480"/>
                </a:cubicBezTo>
                <a:cubicBezTo>
                  <a:pt x="3734" y="4546"/>
                  <a:pt x="3677" y="4617"/>
                  <a:pt x="3627" y="4693"/>
                </a:cubicBezTo>
                <a:lnTo>
                  <a:pt x="2666" y="4210"/>
                </a:lnTo>
                <a:cubicBezTo>
                  <a:pt x="2673" y="4071"/>
                  <a:pt x="2626" y="3930"/>
                  <a:pt x="2520" y="3823"/>
                </a:cubicBezTo>
                <a:cubicBezTo>
                  <a:pt x="2322" y="3626"/>
                  <a:pt x="2002" y="3626"/>
                  <a:pt x="1805" y="3823"/>
                </a:cubicBezTo>
                <a:cubicBezTo>
                  <a:pt x="1607" y="4021"/>
                  <a:pt x="1607" y="4341"/>
                  <a:pt x="1805" y="4539"/>
                </a:cubicBezTo>
                <a:cubicBezTo>
                  <a:pt x="1991" y="4726"/>
                  <a:pt x="2287" y="4734"/>
                  <a:pt x="2486" y="4567"/>
                </a:cubicBezTo>
                <a:lnTo>
                  <a:pt x="3464" y="5058"/>
                </a:lnTo>
                <a:cubicBezTo>
                  <a:pt x="3395" y="5310"/>
                  <a:pt x="3402" y="5578"/>
                  <a:pt x="3486" y="5826"/>
                </a:cubicBezTo>
                <a:lnTo>
                  <a:pt x="2174" y="6744"/>
                </a:lnTo>
                <a:cubicBezTo>
                  <a:pt x="1663" y="6399"/>
                  <a:pt x="964" y="6452"/>
                  <a:pt x="513" y="6903"/>
                </a:cubicBezTo>
                <a:cubicBezTo>
                  <a:pt x="0" y="7416"/>
                  <a:pt x="0" y="8247"/>
                  <a:pt x="513" y="8759"/>
                </a:cubicBezTo>
                <a:cubicBezTo>
                  <a:pt x="1025" y="9271"/>
                  <a:pt x="1856" y="9271"/>
                  <a:pt x="2368" y="8759"/>
                </a:cubicBezTo>
                <a:cubicBezTo>
                  <a:pt x="2725" y="8403"/>
                  <a:pt x="2832" y="7892"/>
                  <a:pt x="2693" y="7442"/>
                </a:cubicBezTo>
                <a:lnTo>
                  <a:pt x="3801" y="6335"/>
                </a:lnTo>
                <a:cubicBezTo>
                  <a:pt x="4001" y="6535"/>
                  <a:pt x="4250" y="6656"/>
                  <a:pt x="4509" y="6700"/>
                </a:cubicBezTo>
                <a:lnTo>
                  <a:pt x="4561" y="7335"/>
                </a:lnTo>
                <a:cubicBezTo>
                  <a:pt x="4457" y="7377"/>
                  <a:pt x="4359" y="7440"/>
                  <a:pt x="4275" y="7525"/>
                </a:cubicBezTo>
                <a:cubicBezTo>
                  <a:pt x="3939" y="7861"/>
                  <a:pt x="3939" y="8405"/>
                  <a:pt x="4275" y="8741"/>
                </a:cubicBezTo>
                <a:cubicBezTo>
                  <a:pt x="4611" y="9077"/>
                  <a:pt x="5155" y="9077"/>
                  <a:pt x="5491" y="8741"/>
                </a:cubicBezTo>
                <a:cubicBezTo>
                  <a:pt x="5827" y="8405"/>
                  <a:pt x="5827" y="7861"/>
                  <a:pt x="5491" y="7525"/>
                </a:cubicBezTo>
                <a:cubicBezTo>
                  <a:pt x="5342" y="7376"/>
                  <a:pt x="5152" y="7297"/>
                  <a:pt x="4958" y="7280"/>
                </a:cubicBezTo>
                <a:lnTo>
                  <a:pt x="4911" y="6705"/>
                </a:lnTo>
                <a:cubicBezTo>
                  <a:pt x="5184" y="6667"/>
                  <a:pt x="5447" y="6545"/>
                  <a:pt x="5656" y="6335"/>
                </a:cubicBezTo>
                <a:cubicBezTo>
                  <a:pt x="5679" y="6313"/>
                  <a:pt x="5699" y="6289"/>
                  <a:pt x="5720" y="6265"/>
                </a:cubicBezTo>
                <a:lnTo>
                  <a:pt x="7369" y="7352"/>
                </a:lnTo>
                <a:cubicBezTo>
                  <a:pt x="7327" y="7734"/>
                  <a:pt x="7452" y="8130"/>
                  <a:pt x="7744" y="8423"/>
                </a:cubicBezTo>
                <a:cubicBezTo>
                  <a:pt x="8257" y="8935"/>
                  <a:pt x="9088" y="8935"/>
                  <a:pt x="9600" y="8423"/>
                </a:cubicBezTo>
                <a:cubicBezTo>
                  <a:pt x="10112" y="7910"/>
                  <a:pt x="10112" y="7079"/>
                  <a:pt x="9600" y="6567"/>
                </a:cubicBezTo>
                <a:cubicBezTo>
                  <a:pt x="9087" y="6055"/>
                  <a:pt x="8256" y="6055"/>
                  <a:pt x="7744" y="6568"/>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6" name="iconfont-1177-866136">
            <a:extLst>
              <a:ext uri="{FF2B5EF4-FFF2-40B4-BE49-F238E27FC236}">
                <a16:creationId xmlns:a16="http://schemas.microsoft.com/office/drawing/2014/main" id="{191AF0B4-784A-46CA-B388-89945C1E8C52}"/>
              </a:ext>
            </a:extLst>
          </p:cNvPr>
          <p:cNvSpPr>
            <a:spLocks noChangeAspect="1"/>
          </p:cNvSpPr>
          <p:nvPr/>
        </p:nvSpPr>
        <p:spPr bwMode="auto">
          <a:xfrm>
            <a:off x="9281919" y="4327043"/>
            <a:ext cx="436103" cy="540547"/>
          </a:xfrm>
          <a:custGeom>
            <a:avLst/>
            <a:gdLst>
              <a:gd name="T0" fmla="*/ 4070 w 8630"/>
              <a:gd name="T1" fmla="*/ 2276 h 10694"/>
              <a:gd name="T2" fmla="*/ 4256 w 8630"/>
              <a:gd name="T3" fmla="*/ 2276 h 10694"/>
              <a:gd name="T4" fmla="*/ 4256 w 8630"/>
              <a:gd name="T5" fmla="*/ 2043 h 10694"/>
              <a:gd name="T6" fmla="*/ 4494 w 8630"/>
              <a:gd name="T7" fmla="*/ 2043 h 10694"/>
              <a:gd name="T8" fmla="*/ 4494 w 8630"/>
              <a:gd name="T9" fmla="*/ 1857 h 10694"/>
              <a:gd name="T10" fmla="*/ 4256 w 8630"/>
              <a:gd name="T11" fmla="*/ 1857 h 10694"/>
              <a:gd name="T12" fmla="*/ 4256 w 8630"/>
              <a:gd name="T13" fmla="*/ 1624 h 10694"/>
              <a:gd name="T14" fmla="*/ 4070 w 8630"/>
              <a:gd name="T15" fmla="*/ 1624 h 10694"/>
              <a:gd name="T16" fmla="*/ 4070 w 8630"/>
              <a:gd name="T17" fmla="*/ 1857 h 10694"/>
              <a:gd name="T18" fmla="*/ 3842 w 8630"/>
              <a:gd name="T19" fmla="*/ 1857 h 10694"/>
              <a:gd name="T20" fmla="*/ 3842 w 8630"/>
              <a:gd name="T21" fmla="*/ 2043 h 10694"/>
              <a:gd name="T22" fmla="*/ 4070 w 8630"/>
              <a:gd name="T23" fmla="*/ 2043 h 10694"/>
              <a:gd name="T24" fmla="*/ 4070 w 8630"/>
              <a:gd name="T25" fmla="*/ 2276 h 10694"/>
              <a:gd name="T26" fmla="*/ 6085 w 8630"/>
              <a:gd name="T27" fmla="*/ 3471 h 10694"/>
              <a:gd name="T28" fmla="*/ 6085 w 8630"/>
              <a:gd name="T29" fmla="*/ 1493 h 10694"/>
              <a:gd name="T30" fmla="*/ 2251 w 8630"/>
              <a:gd name="T31" fmla="*/ 1493 h 10694"/>
              <a:gd name="T32" fmla="*/ 2251 w 8630"/>
              <a:gd name="T33" fmla="*/ 3471 h 10694"/>
              <a:gd name="T34" fmla="*/ 4144 w 8630"/>
              <a:gd name="T35" fmla="*/ 2840 h 10694"/>
              <a:gd name="T36" fmla="*/ 6085 w 8630"/>
              <a:gd name="T37" fmla="*/ 3471 h 10694"/>
              <a:gd name="T38" fmla="*/ 3458 w 8630"/>
              <a:gd name="T39" fmla="*/ 1725 h 10694"/>
              <a:gd name="T40" fmla="*/ 3864 w 8630"/>
              <a:gd name="T41" fmla="*/ 1319 h 10694"/>
              <a:gd name="T42" fmla="*/ 4168 w 8630"/>
              <a:gd name="T43" fmla="*/ 1457 h 10694"/>
              <a:gd name="T44" fmla="*/ 4472 w 8630"/>
              <a:gd name="T45" fmla="*/ 1319 h 10694"/>
              <a:gd name="T46" fmla="*/ 4878 w 8630"/>
              <a:gd name="T47" fmla="*/ 1725 h 10694"/>
              <a:gd name="T48" fmla="*/ 4734 w 8630"/>
              <a:gd name="T49" fmla="*/ 2034 h 10694"/>
              <a:gd name="T50" fmla="*/ 4734 w 8630"/>
              <a:gd name="T51" fmla="*/ 2034 h 10694"/>
              <a:gd name="T52" fmla="*/ 4176 w 8630"/>
              <a:gd name="T53" fmla="*/ 2581 h 10694"/>
              <a:gd name="T54" fmla="*/ 3601 w 8630"/>
              <a:gd name="T55" fmla="*/ 2034 h 10694"/>
              <a:gd name="T56" fmla="*/ 3601 w 8630"/>
              <a:gd name="T57" fmla="*/ 2034 h 10694"/>
              <a:gd name="T58" fmla="*/ 3458 w 8630"/>
              <a:gd name="T59" fmla="*/ 1725 h 10694"/>
              <a:gd name="T60" fmla="*/ 2106 w 8630"/>
              <a:gd name="T61" fmla="*/ 4218 h 10694"/>
              <a:gd name="T62" fmla="*/ 4168 w 8630"/>
              <a:gd name="T63" fmla="*/ 6785 h 10694"/>
              <a:gd name="T64" fmla="*/ 6230 w 8630"/>
              <a:gd name="T65" fmla="*/ 4218 h 10694"/>
              <a:gd name="T66" fmla="*/ 6222 w 8630"/>
              <a:gd name="T67" fmla="*/ 4059 h 10694"/>
              <a:gd name="T68" fmla="*/ 5899 w 8630"/>
              <a:gd name="T69" fmla="*/ 3738 h 10694"/>
              <a:gd name="T70" fmla="*/ 4229 w 8630"/>
              <a:gd name="T71" fmla="*/ 3193 h 10694"/>
              <a:gd name="T72" fmla="*/ 4173 w 8630"/>
              <a:gd name="T73" fmla="*/ 3193 h 10694"/>
              <a:gd name="T74" fmla="*/ 2485 w 8630"/>
              <a:gd name="T75" fmla="*/ 3738 h 10694"/>
              <a:gd name="T76" fmla="*/ 2113 w 8630"/>
              <a:gd name="T77" fmla="*/ 4099 h 10694"/>
              <a:gd name="T78" fmla="*/ 2106 w 8630"/>
              <a:gd name="T79" fmla="*/ 4218 h 10694"/>
              <a:gd name="T80" fmla="*/ 6314 w 8630"/>
              <a:gd name="T81" fmla="*/ 6153 h 10694"/>
              <a:gd name="T82" fmla="*/ 4210 w 8630"/>
              <a:gd name="T83" fmla="*/ 9750 h 10694"/>
              <a:gd name="T84" fmla="*/ 2317 w 8630"/>
              <a:gd name="T85" fmla="*/ 6153 h 10694"/>
              <a:gd name="T86" fmla="*/ 88 w 8630"/>
              <a:gd name="T87" fmla="*/ 8727 h 10694"/>
              <a:gd name="T88" fmla="*/ 584 w 8630"/>
              <a:gd name="T89" fmla="*/ 10032 h 10694"/>
              <a:gd name="T90" fmla="*/ 4315 w 8630"/>
              <a:gd name="T91" fmla="*/ 10676 h 10694"/>
              <a:gd name="T92" fmla="*/ 8046 w 8630"/>
              <a:gd name="T93" fmla="*/ 10032 h 10694"/>
              <a:gd name="T94" fmla="*/ 8542 w 8630"/>
              <a:gd name="T95" fmla="*/ 8727 h 10694"/>
              <a:gd name="T96" fmla="*/ 6314 w 8630"/>
              <a:gd name="T97" fmla="*/ 6153 h 10694"/>
              <a:gd name="T98" fmla="*/ 2647 w 8630"/>
              <a:gd name="T99" fmla="*/ 10212 h 10694"/>
              <a:gd name="T100" fmla="*/ 1187 w 8630"/>
              <a:gd name="T101" fmla="*/ 9914 h 10694"/>
              <a:gd name="T102" fmla="*/ 1342 w 8630"/>
              <a:gd name="T103" fmla="*/ 9545 h 10694"/>
              <a:gd name="T104" fmla="*/ 3093 w 8630"/>
              <a:gd name="T105" fmla="*/ 9766 h 10694"/>
              <a:gd name="T106" fmla="*/ 3181 w 8630"/>
              <a:gd name="T107" fmla="*/ 10156 h 10694"/>
              <a:gd name="T108" fmla="*/ 2647 w 8630"/>
              <a:gd name="T109" fmla="*/ 10212 h 10694"/>
              <a:gd name="T110" fmla="*/ 5783 w 8630"/>
              <a:gd name="T111" fmla="*/ 10288 h 10694"/>
              <a:gd name="T112" fmla="*/ 5249 w 8630"/>
              <a:gd name="T113" fmla="*/ 10232 h 10694"/>
              <a:gd name="T114" fmla="*/ 5337 w 8630"/>
              <a:gd name="T115" fmla="*/ 9842 h 10694"/>
              <a:gd name="T116" fmla="*/ 7088 w 8630"/>
              <a:gd name="T117" fmla="*/ 9622 h 10694"/>
              <a:gd name="T118" fmla="*/ 7243 w 8630"/>
              <a:gd name="T119" fmla="*/ 9990 h 10694"/>
              <a:gd name="T120" fmla="*/ 5783 w 8630"/>
              <a:gd name="T121" fmla="*/ 10288 h 10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630" h="10694">
                <a:moveTo>
                  <a:pt x="4070" y="2276"/>
                </a:moveTo>
                <a:lnTo>
                  <a:pt x="4256" y="2276"/>
                </a:lnTo>
                <a:lnTo>
                  <a:pt x="4256" y="2043"/>
                </a:lnTo>
                <a:lnTo>
                  <a:pt x="4494" y="2043"/>
                </a:lnTo>
                <a:lnTo>
                  <a:pt x="4494" y="1857"/>
                </a:lnTo>
                <a:lnTo>
                  <a:pt x="4256" y="1857"/>
                </a:lnTo>
                <a:lnTo>
                  <a:pt x="4256" y="1624"/>
                </a:lnTo>
                <a:lnTo>
                  <a:pt x="4070" y="1624"/>
                </a:lnTo>
                <a:lnTo>
                  <a:pt x="4070" y="1857"/>
                </a:lnTo>
                <a:lnTo>
                  <a:pt x="3842" y="1857"/>
                </a:lnTo>
                <a:lnTo>
                  <a:pt x="3842" y="2043"/>
                </a:lnTo>
                <a:lnTo>
                  <a:pt x="4070" y="2043"/>
                </a:lnTo>
                <a:lnTo>
                  <a:pt x="4070" y="2276"/>
                </a:lnTo>
                <a:close/>
                <a:moveTo>
                  <a:pt x="6085" y="3471"/>
                </a:moveTo>
                <a:lnTo>
                  <a:pt x="6085" y="1493"/>
                </a:lnTo>
                <a:cubicBezTo>
                  <a:pt x="6085" y="1493"/>
                  <a:pt x="4168" y="0"/>
                  <a:pt x="2251" y="1493"/>
                </a:cubicBezTo>
                <a:lnTo>
                  <a:pt x="2251" y="3471"/>
                </a:lnTo>
                <a:cubicBezTo>
                  <a:pt x="2251" y="3471"/>
                  <a:pt x="2861" y="2861"/>
                  <a:pt x="4144" y="2840"/>
                </a:cubicBezTo>
                <a:cubicBezTo>
                  <a:pt x="5427" y="2819"/>
                  <a:pt x="6085" y="3471"/>
                  <a:pt x="6085" y="3471"/>
                </a:cubicBezTo>
                <a:close/>
                <a:moveTo>
                  <a:pt x="3458" y="1725"/>
                </a:moveTo>
                <a:cubicBezTo>
                  <a:pt x="3458" y="1501"/>
                  <a:pt x="3640" y="1319"/>
                  <a:pt x="3864" y="1319"/>
                </a:cubicBezTo>
                <a:cubicBezTo>
                  <a:pt x="3985" y="1319"/>
                  <a:pt x="4093" y="1373"/>
                  <a:pt x="4168" y="1457"/>
                </a:cubicBezTo>
                <a:cubicBezTo>
                  <a:pt x="4242" y="1373"/>
                  <a:pt x="4351" y="1319"/>
                  <a:pt x="4472" y="1319"/>
                </a:cubicBezTo>
                <a:cubicBezTo>
                  <a:pt x="4696" y="1319"/>
                  <a:pt x="4878" y="1501"/>
                  <a:pt x="4878" y="1725"/>
                </a:cubicBezTo>
                <a:cubicBezTo>
                  <a:pt x="4878" y="1849"/>
                  <a:pt x="4822" y="1959"/>
                  <a:pt x="4734" y="2034"/>
                </a:cubicBezTo>
                <a:lnTo>
                  <a:pt x="4734" y="2034"/>
                </a:lnTo>
                <a:lnTo>
                  <a:pt x="4176" y="2581"/>
                </a:lnTo>
                <a:lnTo>
                  <a:pt x="3601" y="2034"/>
                </a:lnTo>
                <a:lnTo>
                  <a:pt x="3601" y="2034"/>
                </a:lnTo>
                <a:cubicBezTo>
                  <a:pt x="3514" y="1959"/>
                  <a:pt x="3458" y="1849"/>
                  <a:pt x="3458" y="1725"/>
                </a:cubicBezTo>
                <a:close/>
                <a:moveTo>
                  <a:pt x="2106" y="4218"/>
                </a:moveTo>
                <a:cubicBezTo>
                  <a:pt x="2106" y="5357"/>
                  <a:pt x="3029" y="6785"/>
                  <a:pt x="4168" y="6785"/>
                </a:cubicBezTo>
                <a:cubicBezTo>
                  <a:pt x="5306" y="6785"/>
                  <a:pt x="6230" y="5357"/>
                  <a:pt x="6230" y="4218"/>
                </a:cubicBezTo>
                <a:cubicBezTo>
                  <a:pt x="6230" y="4164"/>
                  <a:pt x="6226" y="4111"/>
                  <a:pt x="6222" y="4059"/>
                </a:cubicBezTo>
                <a:lnTo>
                  <a:pt x="5899" y="3738"/>
                </a:lnTo>
                <a:cubicBezTo>
                  <a:pt x="5869" y="3710"/>
                  <a:pt x="5314" y="3193"/>
                  <a:pt x="4229" y="3193"/>
                </a:cubicBezTo>
                <a:lnTo>
                  <a:pt x="4173" y="3193"/>
                </a:lnTo>
                <a:cubicBezTo>
                  <a:pt x="3042" y="3212"/>
                  <a:pt x="2507" y="3717"/>
                  <a:pt x="2485" y="3738"/>
                </a:cubicBezTo>
                <a:lnTo>
                  <a:pt x="2113" y="4099"/>
                </a:lnTo>
                <a:cubicBezTo>
                  <a:pt x="2110" y="4138"/>
                  <a:pt x="2106" y="4178"/>
                  <a:pt x="2106" y="4218"/>
                </a:cubicBezTo>
                <a:close/>
                <a:moveTo>
                  <a:pt x="6314" y="6153"/>
                </a:moveTo>
                <a:lnTo>
                  <a:pt x="4210" y="9750"/>
                </a:lnTo>
                <a:lnTo>
                  <a:pt x="2317" y="6153"/>
                </a:lnTo>
                <a:cubicBezTo>
                  <a:pt x="2317" y="6153"/>
                  <a:pt x="577" y="6310"/>
                  <a:pt x="88" y="8727"/>
                </a:cubicBezTo>
                <a:cubicBezTo>
                  <a:pt x="0" y="9160"/>
                  <a:pt x="196" y="9820"/>
                  <a:pt x="584" y="10032"/>
                </a:cubicBezTo>
                <a:cubicBezTo>
                  <a:pt x="1162" y="10350"/>
                  <a:pt x="2264" y="10694"/>
                  <a:pt x="4315" y="10676"/>
                </a:cubicBezTo>
                <a:cubicBezTo>
                  <a:pt x="6366" y="10694"/>
                  <a:pt x="7468" y="10350"/>
                  <a:pt x="8046" y="10032"/>
                </a:cubicBezTo>
                <a:cubicBezTo>
                  <a:pt x="8434" y="9820"/>
                  <a:pt x="8630" y="9160"/>
                  <a:pt x="8542" y="8727"/>
                </a:cubicBezTo>
                <a:cubicBezTo>
                  <a:pt x="8053" y="6310"/>
                  <a:pt x="6314" y="6153"/>
                  <a:pt x="6314" y="6153"/>
                </a:cubicBezTo>
                <a:close/>
                <a:moveTo>
                  <a:pt x="2647" y="10212"/>
                </a:moveTo>
                <a:cubicBezTo>
                  <a:pt x="1904" y="10212"/>
                  <a:pt x="1222" y="9929"/>
                  <a:pt x="1187" y="9914"/>
                </a:cubicBezTo>
                <a:lnTo>
                  <a:pt x="1342" y="9545"/>
                </a:lnTo>
                <a:cubicBezTo>
                  <a:pt x="1352" y="9549"/>
                  <a:pt x="2304" y="9943"/>
                  <a:pt x="3093" y="9766"/>
                </a:cubicBezTo>
                <a:lnTo>
                  <a:pt x="3181" y="10156"/>
                </a:lnTo>
                <a:cubicBezTo>
                  <a:pt x="3005" y="10196"/>
                  <a:pt x="2824" y="10212"/>
                  <a:pt x="2647" y="10212"/>
                </a:cubicBezTo>
                <a:close/>
                <a:moveTo>
                  <a:pt x="5783" y="10288"/>
                </a:moveTo>
                <a:cubicBezTo>
                  <a:pt x="5606" y="10288"/>
                  <a:pt x="5425" y="10272"/>
                  <a:pt x="5249" y="10232"/>
                </a:cubicBezTo>
                <a:lnTo>
                  <a:pt x="5337" y="9842"/>
                </a:lnTo>
                <a:cubicBezTo>
                  <a:pt x="6128" y="10021"/>
                  <a:pt x="7078" y="9626"/>
                  <a:pt x="7088" y="9622"/>
                </a:cubicBezTo>
                <a:lnTo>
                  <a:pt x="7243" y="9990"/>
                </a:lnTo>
                <a:cubicBezTo>
                  <a:pt x="7208" y="10005"/>
                  <a:pt x="6526" y="10288"/>
                  <a:pt x="5783" y="10288"/>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7" name="iconfont-11140-5257375">
            <a:extLst>
              <a:ext uri="{FF2B5EF4-FFF2-40B4-BE49-F238E27FC236}">
                <a16:creationId xmlns:a16="http://schemas.microsoft.com/office/drawing/2014/main" id="{F0EF5CA4-F091-497B-B69A-851D0E6B4BC0}"/>
              </a:ext>
            </a:extLst>
          </p:cNvPr>
          <p:cNvSpPr>
            <a:spLocks noChangeAspect="1"/>
          </p:cNvSpPr>
          <p:nvPr/>
        </p:nvSpPr>
        <p:spPr bwMode="auto">
          <a:xfrm>
            <a:off x="10721864" y="4327045"/>
            <a:ext cx="436103" cy="436174"/>
          </a:xfrm>
          <a:custGeom>
            <a:avLst/>
            <a:gdLst>
              <a:gd name="T0" fmla="*/ 8523 w 12796"/>
              <a:gd name="T1" fmla="*/ 7695 h 12796"/>
              <a:gd name="T2" fmla="*/ 4758 w 12796"/>
              <a:gd name="T3" fmla="*/ 7695 h 12796"/>
              <a:gd name="T4" fmla="*/ 4289 w 12796"/>
              <a:gd name="T5" fmla="*/ 8308 h 12796"/>
              <a:gd name="T6" fmla="*/ 8992 w 12796"/>
              <a:gd name="T7" fmla="*/ 8308 h 12796"/>
              <a:gd name="T8" fmla="*/ 8523 w 12796"/>
              <a:gd name="T9" fmla="*/ 7695 h 12796"/>
              <a:gd name="T10" fmla="*/ 5486 w 12796"/>
              <a:gd name="T11" fmla="*/ 5770 h 12796"/>
              <a:gd name="T12" fmla="*/ 5012 w 12796"/>
              <a:gd name="T13" fmla="*/ 5058 h 12796"/>
              <a:gd name="T14" fmla="*/ 4173 w 12796"/>
              <a:gd name="T15" fmla="*/ 5224 h 12796"/>
              <a:gd name="T16" fmla="*/ 4004 w 12796"/>
              <a:gd name="T17" fmla="*/ 6063 h 12796"/>
              <a:gd name="T18" fmla="*/ 4714 w 12796"/>
              <a:gd name="T19" fmla="*/ 6540 h 12796"/>
              <a:gd name="T20" fmla="*/ 5486 w 12796"/>
              <a:gd name="T21" fmla="*/ 5770 h 12796"/>
              <a:gd name="T22" fmla="*/ 8565 w 12796"/>
              <a:gd name="T23" fmla="*/ 4998 h 12796"/>
              <a:gd name="T24" fmla="*/ 7852 w 12796"/>
              <a:gd name="T25" fmla="*/ 5471 h 12796"/>
              <a:gd name="T26" fmla="*/ 8017 w 12796"/>
              <a:gd name="T27" fmla="*/ 6311 h 12796"/>
              <a:gd name="T28" fmla="*/ 8856 w 12796"/>
              <a:gd name="T29" fmla="*/ 6480 h 12796"/>
              <a:gd name="T30" fmla="*/ 9333 w 12796"/>
              <a:gd name="T31" fmla="*/ 5770 h 12796"/>
              <a:gd name="T32" fmla="*/ 8565 w 12796"/>
              <a:gd name="T33" fmla="*/ 4998 h 12796"/>
              <a:gd name="T34" fmla="*/ 6640 w 12796"/>
              <a:gd name="T35" fmla="*/ 0 h 12796"/>
              <a:gd name="T36" fmla="*/ 953 w 12796"/>
              <a:gd name="T37" fmla="*/ 3800 h 12796"/>
              <a:gd name="T38" fmla="*/ 2287 w 12796"/>
              <a:gd name="T39" fmla="*/ 10509 h 12796"/>
              <a:gd name="T40" fmla="*/ 8996 w 12796"/>
              <a:gd name="T41" fmla="*/ 11844 h 12796"/>
              <a:gd name="T42" fmla="*/ 12796 w 12796"/>
              <a:gd name="T43" fmla="*/ 6156 h 12796"/>
              <a:gd name="T44" fmla="*/ 10993 w 12796"/>
              <a:gd name="T45" fmla="*/ 1803 h 12796"/>
              <a:gd name="T46" fmla="*/ 6640 w 12796"/>
              <a:gd name="T47" fmla="*/ 0 h 12796"/>
              <a:gd name="T48" fmla="*/ 11258 w 12796"/>
              <a:gd name="T49" fmla="*/ 7695 h 12796"/>
              <a:gd name="T50" fmla="*/ 11009 w 12796"/>
              <a:gd name="T51" fmla="*/ 7655 h 12796"/>
              <a:gd name="T52" fmla="*/ 6641 w 12796"/>
              <a:gd name="T53" fmla="*/ 10774 h 12796"/>
              <a:gd name="T54" fmla="*/ 2272 w 12796"/>
              <a:gd name="T55" fmla="*/ 7655 h 12796"/>
              <a:gd name="T56" fmla="*/ 2024 w 12796"/>
              <a:gd name="T57" fmla="*/ 7695 h 12796"/>
              <a:gd name="T58" fmla="*/ 1272 w 12796"/>
              <a:gd name="T59" fmla="*/ 6926 h 12796"/>
              <a:gd name="T60" fmla="*/ 2024 w 12796"/>
              <a:gd name="T61" fmla="*/ 6156 h 12796"/>
              <a:gd name="T62" fmla="*/ 6640 w 12796"/>
              <a:gd name="T63" fmla="*/ 1538 h 12796"/>
              <a:gd name="T64" fmla="*/ 6640 w 12796"/>
              <a:gd name="T65" fmla="*/ 1923 h 12796"/>
              <a:gd name="T66" fmla="*/ 5101 w 12796"/>
              <a:gd name="T67" fmla="*/ 3007 h 12796"/>
              <a:gd name="T68" fmla="*/ 5101 w 12796"/>
              <a:gd name="T69" fmla="*/ 3808 h 12796"/>
              <a:gd name="T70" fmla="*/ 7372 w 12796"/>
              <a:gd name="T71" fmla="*/ 2307 h 12796"/>
              <a:gd name="T72" fmla="*/ 7410 w 12796"/>
              <a:gd name="T73" fmla="*/ 1602 h 12796"/>
              <a:gd name="T74" fmla="*/ 11258 w 12796"/>
              <a:gd name="T75" fmla="*/ 6156 h 12796"/>
              <a:gd name="T76" fmla="*/ 12045 w 12796"/>
              <a:gd name="T77" fmla="*/ 6925 h 12796"/>
              <a:gd name="T78" fmla="*/ 11258 w 12796"/>
              <a:gd name="T79" fmla="*/ 7695 h 12796"/>
              <a:gd name="T80" fmla="*/ 11258 w 12796"/>
              <a:gd name="T81" fmla="*/ 7695 h 12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2796" h="12796">
                <a:moveTo>
                  <a:pt x="8523" y="7695"/>
                </a:moveTo>
                <a:cubicBezTo>
                  <a:pt x="7478" y="8722"/>
                  <a:pt x="5803" y="8722"/>
                  <a:pt x="4758" y="7695"/>
                </a:cubicBezTo>
                <a:cubicBezTo>
                  <a:pt x="4573" y="7876"/>
                  <a:pt x="4415" y="8082"/>
                  <a:pt x="4289" y="8308"/>
                </a:cubicBezTo>
                <a:cubicBezTo>
                  <a:pt x="5614" y="9543"/>
                  <a:pt x="7667" y="9543"/>
                  <a:pt x="8992" y="8308"/>
                </a:cubicBezTo>
                <a:cubicBezTo>
                  <a:pt x="8866" y="8082"/>
                  <a:pt x="8708" y="7876"/>
                  <a:pt x="8523" y="7695"/>
                </a:cubicBezTo>
                <a:close/>
                <a:moveTo>
                  <a:pt x="5486" y="5770"/>
                </a:moveTo>
                <a:cubicBezTo>
                  <a:pt x="5486" y="5459"/>
                  <a:pt x="5299" y="5178"/>
                  <a:pt x="5012" y="5058"/>
                </a:cubicBezTo>
                <a:cubicBezTo>
                  <a:pt x="4724" y="4939"/>
                  <a:pt x="4393" y="5004"/>
                  <a:pt x="4173" y="5224"/>
                </a:cubicBezTo>
                <a:cubicBezTo>
                  <a:pt x="3952" y="5444"/>
                  <a:pt x="3886" y="5775"/>
                  <a:pt x="4004" y="6063"/>
                </a:cubicBezTo>
                <a:cubicBezTo>
                  <a:pt x="4123" y="6351"/>
                  <a:pt x="4403" y="6539"/>
                  <a:pt x="4714" y="6540"/>
                </a:cubicBezTo>
                <a:cubicBezTo>
                  <a:pt x="5140" y="6540"/>
                  <a:pt x="5485" y="6195"/>
                  <a:pt x="5486" y="5770"/>
                </a:cubicBezTo>
                <a:close/>
                <a:moveTo>
                  <a:pt x="8565" y="4998"/>
                </a:moveTo>
                <a:cubicBezTo>
                  <a:pt x="8254" y="4997"/>
                  <a:pt x="7972" y="5184"/>
                  <a:pt x="7852" y="5471"/>
                </a:cubicBezTo>
                <a:cubicBezTo>
                  <a:pt x="7733" y="5759"/>
                  <a:pt x="7798" y="6090"/>
                  <a:pt x="8017" y="6311"/>
                </a:cubicBezTo>
                <a:cubicBezTo>
                  <a:pt x="8237" y="6532"/>
                  <a:pt x="8568" y="6599"/>
                  <a:pt x="8856" y="6480"/>
                </a:cubicBezTo>
                <a:cubicBezTo>
                  <a:pt x="9144" y="6362"/>
                  <a:pt x="9332" y="6081"/>
                  <a:pt x="9333" y="5770"/>
                </a:cubicBezTo>
                <a:cubicBezTo>
                  <a:pt x="9333" y="5345"/>
                  <a:pt x="8990" y="5000"/>
                  <a:pt x="8565" y="4998"/>
                </a:cubicBezTo>
                <a:close/>
                <a:moveTo>
                  <a:pt x="6640" y="0"/>
                </a:moveTo>
                <a:cubicBezTo>
                  <a:pt x="4150" y="0"/>
                  <a:pt x="1906" y="1500"/>
                  <a:pt x="953" y="3800"/>
                </a:cubicBezTo>
                <a:cubicBezTo>
                  <a:pt x="0" y="6100"/>
                  <a:pt x="527" y="8748"/>
                  <a:pt x="2287" y="10509"/>
                </a:cubicBezTo>
                <a:cubicBezTo>
                  <a:pt x="4048" y="12270"/>
                  <a:pt x="6696" y="12796"/>
                  <a:pt x="8996" y="11844"/>
                </a:cubicBezTo>
                <a:cubicBezTo>
                  <a:pt x="11297" y="10891"/>
                  <a:pt x="12796" y="8646"/>
                  <a:pt x="12796" y="6156"/>
                </a:cubicBezTo>
                <a:cubicBezTo>
                  <a:pt x="12796" y="4523"/>
                  <a:pt x="12148" y="2957"/>
                  <a:pt x="10993" y="1803"/>
                </a:cubicBezTo>
                <a:cubicBezTo>
                  <a:pt x="9839" y="648"/>
                  <a:pt x="8273" y="0"/>
                  <a:pt x="6640" y="0"/>
                </a:cubicBezTo>
                <a:close/>
                <a:moveTo>
                  <a:pt x="11258" y="7695"/>
                </a:moveTo>
                <a:cubicBezTo>
                  <a:pt x="11173" y="7695"/>
                  <a:pt x="11089" y="7682"/>
                  <a:pt x="11009" y="7655"/>
                </a:cubicBezTo>
                <a:cubicBezTo>
                  <a:pt x="10369" y="9521"/>
                  <a:pt x="8614" y="10774"/>
                  <a:pt x="6641" y="10774"/>
                </a:cubicBezTo>
                <a:cubicBezTo>
                  <a:pt x="4668" y="10774"/>
                  <a:pt x="2913" y="9521"/>
                  <a:pt x="2272" y="7655"/>
                </a:cubicBezTo>
                <a:cubicBezTo>
                  <a:pt x="2192" y="7682"/>
                  <a:pt x="2108" y="7695"/>
                  <a:pt x="2024" y="7695"/>
                </a:cubicBezTo>
                <a:cubicBezTo>
                  <a:pt x="1606" y="7686"/>
                  <a:pt x="1272" y="7344"/>
                  <a:pt x="1272" y="6926"/>
                </a:cubicBezTo>
                <a:cubicBezTo>
                  <a:pt x="1272" y="6508"/>
                  <a:pt x="1606" y="6166"/>
                  <a:pt x="2024" y="6156"/>
                </a:cubicBezTo>
                <a:cubicBezTo>
                  <a:pt x="2024" y="3606"/>
                  <a:pt x="4090" y="1539"/>
                  <a:pt x="6640" y="1538"/>
                </a:cubicBezTo>
                <a:lnTo>
                  <a:pt x="6640" y="1923"/>
                </a:lnTo>
                <a:cubicBezTo>
                  <a:pt x="6648" y="2724"/>
                  <a:pt x="5852" y="3284"/>
                  <a:pt x="5101" y="3007"/>
                </a:cubicBezTo>
                <a:lnTo>
                  <a:pt x="5101" y="3808"/>
                </a:lnTo>
                <a:cubicBezTo>
                  <a:pt x="6142" y="4021"/>
                  <a:pt x="7159" y="3349"/>
                  <a:pt x="7372" y="2307"/>
                </a:cubicBezTo>
                <a:lnTo>
                  <a:pt x="7410" y="1602"/>
                </a:lnTo>
                <a:cubicBezTo>
                  <a:pt x="9632" y="1978"/>
                  <a:pt x="11257" y="3903"/>
                  <a:pt x="11258" y="6156"/>
                </a:cubicBezTo>
                <a:cubicBezTo>
                  <a:pt x="11689" y="6146"/>
                  <a:pt x="12045" y="6493"/>
                  <a:pt x="12045" y="6925"/>
                </a:cubicBezTo>
                <a:cubicBezTo>
                  <a:pt x="12045" y="7357"/>
                  <a:pt x="11689" y="7705"/>
                  <a:pt x="11258" y="7695"/>
                </a:cubicBezTo>
                <a:close/>
                <a:moveTo>
                  <a:pt x="11258" y="7695"/>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8" name="unionpay-logo_39141">
            <a:extLst>
              <a:ext uri="{FF2B5EF4-FFF2-40B4-BE49-F238E27FC236}">
                <a16:creationId xmlns:a16="http://schemas.microsoft.com/office/drawing/2014/main" id="{5FDD8CD3-817D-4B3B-8549-F199BE494F98}"/>
              </a:ext>
            </a:extLst>
          </p:cNvPr>
          <p:cNvSpPr>
            <a:spLocks noChangeAspect="1"/>
          </p:cNvSpPr>
          <p:nvPr/>
        </p:nvSpPr>
        <p:spPr bwMode="auto">
          <a:xfrm>
            <a:off x="932231" y="5282190"/>
            <a:ext cx="436103" cy="265389"/>
          </a:xfrm>
          <a:custGeom>
            <a:avLst/>
            <a:gdLst>
              <a:gd name="T0" fmla="*/ 325 w 484"/>
              <a:gd name="T1" fmla="*/ 96 h 295"/>
              <a:gd name="T2" fmla="*/ 215 w 484"/>
              <a:gd name="T3" fmla="*/ 134 h 295"/>
              <a:gd name="T4" fmla="*/ 204 w 484"/>
              <a:gd name="T5" fmla="*/ 115 h 295"/>
              <a:gd name="T6" fmla="*/ 349 w 484"/>
              <a:gd name="T7" fmla="*/ 137 h 295"/>
              <a:gd name="T8" fmla="*/ 267 w 484"/>
              <a:gd name="T9" fmla="*/ 193 h 295"/>
              <a:gd name="T10" fmla="*/ 316 w 484"/>
              <a:gd name="T11" fmla="*/ 219 h 295"/>
              <a:gd name="T12" fmla="*/ 324 w 484"/>
              <a:gd name="T13" fmla="*/ 192 h 295"/>
              <a:gd name="T14" fmla="*/ 319 w 484"/>
              <a:gd name="T15" fmla="*/ 174 h 295"/>
              <a:gd name="T16" fmla="*/ 254 w 484"/>
              <a:gd name="T17" fmla="*/ 173 h 295"/>
              <a:gd name="T18" fmla="*/ 253 w 484"/>
              <a:gd name="T19" fmla="*/ 266 h 295"/>
              <a:gd name="T20" fmla="*/ 116 w 484"/>
              <a:gd name="T21" fmla="*/ 266 h 295"/>
              <a:gd name="T22" fmla="*/ 0 w 484"/>
              <a:gd name="T23" fmla="*/ 275 h 295"/>
              <a:gd name="T24" fmla="*/ 159 w 484"/>
              <a:gd name="T25" fmla="*/ 29 h 295"/>
              <a:gd name="T26" fmla="*/ 290 w 484"/>
              <a:gd name="T27" fmla="*/ 0 h 295"/>
              <a:gd name="T28" fmla="*/ 306 w 484"/>
              <a:gd name="T29" fmla="*/ 29 h 295"/>
              <a:gd name="T30" fmla="*/ 111 w 484"/>
              <a:gd name="T31" fmla="*/ 122 h 295"/>
              <a:gd name="T32" fmla="*/ 72 w 484"/>
              <a:gd name="T33" fmla="*/ 131 h 295"/>
              <a:gd name="T34" fmla="*/ 56 w 484"/>
              <a:gd name="T35" fmla="*/ 128 h 295"/>
              <a:gd name="T36" fmla="*/ 147 w 484"/>
              <a:gd name="T37" fmla="*/ 103 h 295"/>
              <a:gd name="T38" fmla="*/ 127 w 484"/>
              <a:gd name="T39" fmla="*/ 145 h 295"/>
              <a:gd name="T40" fmla="*/ 142 w 484"/>
              <a:gd name="T41" fmla="*/ 145 h 295"/>
              <a:gd name="T42" fmla="*/ 370 w 484"/>
              <a:gd name="T43" fmla="*/ 145 h 295"/>
              <a:gd name="T44" fmla="*/ 365 w 484"/>
              <a:gd name="T45" fmla="*/ 170 h 295"/>
              <a:gd name="T46" fmla="*/ 365 w 484"/>
              <a:gd name="T47" fmla="*/ 178 h 295"/>
              <a:gd name="T48" fmla="*/ 297 w 484"/>
              <a:gd name="T49" fmla="*/ 121 h 295"/>
              <a:gd name="T50" fmla="*/ 339 w 484"/>
              <a:gd name="T51" fmla="*/ 93 h 295"/>
              <a:gd name="T52" fmla="*/ 244 w 484"/>
              <a:gd name="T53" fmla="*/ 145 h 295"/>
              <a:gd name="T54" fmla="*/ 259 w 484"/>
              <a:gd name="T55" fmla="*/ 145 h 295"/>
              <a:gd name="T56" fmla="*/ 251 w 484"/>
              <a:gd name="T57" fmla="*/ 110 h 295"/>
              <a:gd name="T58" fmla="*/ 211 w 484"/>
              <a:gd name="T59" fmla="*/ 164 h 295"/>
              <a:gd name="T60" fmla="*/ 217 w 484"/>
              <a:gd name="T61" fmla="*/ 177 h 295"/>
              <a:gd name="T62" fmla="*/ 163 w 484"/>
              <a:gd name="T63" fmla="*/ 145 h 295"/>
              <a:gd name="T64" fmla="*/ 185 w 484"/>
              <a:gd name="T65" fmla="*/ 99 h 295"/>
              <a:gd name="T66" fmla="*/ 230 w 484"/>
              <a:gd name="T67" fmla="*/ 125 h 295"/>
              <a:gd name="T68" fmla="*/ 189 w 484"/>
              <a:gd name="T69" fmla="*/ 125 h 295"/>
              <a:gd name="T70" fmla="*/ 213 w 484"/>
              <a:gd name="T71" fmla="*/ 210 h 295"/>
              <a:gd name="T72" fmla="*/ 234 w 484"/>
              <a:gd name="T73" fmla="*/ 185 h 295"/>
              <a:gd name="T74" fmla="*/ 191 w 484"/>
              <a:gd name="T75" fmla="*/ 210 h 295"/>
              <a:gd name="T76" fmla="*/ 281 w 484"/>
              <a:gd name="T77" fmla="*/ 203 h 295"/>
              <a:gd name="T78" fmla="*/ 254 w 484"/>
              <a:gd name="T79" fmla="*/ 203 h 295"/>
              <a:gd name="T80" fmla="*/ 265 w 484"/>
              <a:gd name="T81" fmla="*/ 223 h 295"/>
              <a:gd name="T82" fmla="*/ 291 w 484"/>
              <a:gd name="T83" fmla="*/ 164 h 295"/>
              <a:gd name="T84" fmla="*/ 232 w 484"/>
              <a:gd name="T85" fmla="*/ 232 h 295"/>
              <a:gd name="T86" fmla="*/ 273 w 484"/>
              <a:gd name="T87" fmla="*/ 201 h 295"/>
              <a:gd name="T88" fmla="*/ 346 w 484"/>
              <a:gd name="T89" fmla="*/ 174 h 295"/>
              <a:gd name="T90" fmla="*/ 304 w 484"/>
              <a:gd name="T91" fmla="*/ 174 h 295"/>
              <a:gd name="T92" fmla="*/ 313 w 484"/>
              <a:gd name="T93" fmla="*/ 232 h 295"/>
              <a:gd name="T94" fmla="*/ 343 w 484"/>
              <a:gd name="T95" fmla="*/ 190 h 295"/>
              <a:gd name="T96" fmla="*/ 341 w 484"/>
              <a:gd name="T97" fmla="*/ 221 h 295"/>
              <a:gd name="T98" fmla="*/ 357 w 484"/>
              <a:gd name="T99" fmla="*/ 218 h 295"/>
              <a:gd name="T100" fmla="*/ 371 w 484"/>
              <a:gd name="T101" fmla="*/ 222 h 295"/>
              <a:gd name="T102" fmla="*/ 369 w 484"/>
              <a:gd name="T103" fmla="*/ 198 h 295"/>
              <a:gd name="T104" fmla="*/ 401 w 484"/>
              <a:gd name="T105" fmla="*/ 132 h 295"/>
              <a:gd name="T106" fmla="*/ 371 w 484"/>
              <a:gd name="T107" fmla="*/ 17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84" h="295">
                <a:moveTo>
                  <a:pt x="313" y="109"/>
                </a:moveTo>
                <a:lnTo>
                  <a:pt x="299" y="109"/>
                </a:lnTo>
                <a:lnTo>
                  <a:pt x="303" y="90"/>
                </a:lnTo>
                <a:lnTo>
                  <a:pt x="315" y="90"/>
                </a:lnTo>
                <a:cubicBezTo>
                  <a:pt x="318" y="90"/>
                  <a:pt x="321" y="90"/>
                  <a:pt x="323" y="91"/>
                </a:cubicBezTo>
                <a:cubicBezTo>
                  <a:pt x="324" y="92"/>
                  <a:pt x="325" y="94"/>
                  <a:pt x="325" y="96"/>
                </a:cubicBezTo>
                <a:cubicBezTo>
                  <a:pt x="325" y="97"/>
                  <a:pt x="325" y="97"/>
                  <a:pt x="325" y="98"/>
                </a:cubicBezTo>
                <a:cubicBezTo>
                  <a:pt x="325" y="98"/>
                  <a:pt x="325" y="99"/>
                  <a:pt x="325" y="100"/>
                </a:cubicBezTo>
                <a:cubicBezTo>
                  <a:pt x="324" y="103"/>
                  <a:pt x="323" y="105"/>
                  <a:pt x="321" y="107"/>
                </a:cubicBezTo>
                <a:cubicBezTo>
                  <a:pt x="319" y="108"/>
                  <a:pt x="316" y="109"/>
                  <a:pt x="313" y="109"/>
                </a:cubicBezTo>
                <a:close/>
                <a:moveTo>
                  <a:pt x="207" y="137"/>
                </a:moveTo>
                <a:cubicBezTo>
                  <a:pt x="210" y="137"/>
                  <a:pt x="213" y="136"/>
                  <a:pt x="215" y="134"/>
                </a:cubicBezTo>
                <a:cubicBezTo>
                  <a:pt x="217" y="131"/>
                  <a:pt x="218" y="128"/>
                  <a:pt x="219" y="124"/>
                </a:cubicBezTo>
                <a:cubicBezTo>
                  <a:pt x="219" y="123"/>
                  <a:pt x="219" y="122"/>
                  <a:pt x="219" y="122"/>
                </a:cubicBezTo>
                <a:cubicBezTo>
                  <a:pt x="219" y="121"/>
                  <a:pt x="219" y="120"/>
                  <a:pt x="219" y="120"/>
                </a:cubicBezTo>
                <a:cubicBezTo>
                  <a:pt x="219" y="117"/>
                  <a:pt x="219" y="115"/>
                  <a:pt x="217" y="114"/>
                </a:cubicBezTo>
                <a:cubicBezTo>
                  <a:pt x="216" y="112"/>
                  <a:pt x="214" y="112"/>
                  <a:pt x="212" y="112"/>
                </a:cubicBezTo>
                <a:cubicBezTo>
                  <a:pt x="209" y="112"/>
                  <a:pt x="206" y="113"/>
                  <a:pt x="204" y="115"/>
                </a:cubicBezTo>
                <a:cubicBezTo>
                  <a:pt x="202" y="117"/>
                  <a:pt x="201" y="121"/>
                  <a:pt x="200" y="125"/>
                </a:cubicBezTo>
                <a:cubicBezTo>
                  <a:pt x="200" y="126"/>
                  <a:pt x="200" y="126"/>
                  <a:pt x="200" y="127"/>
                </a:cubicBezTo>
                <a:cubicBezTo>
                  <a:pt x="200" y="128"/>
                  <a:pt x="200" y="128"/>
                  <a:pt x="200" y="129"/>
                </a:cubicBezTo>
                <a:cubicBezTo>
                  <a:pt x="200" y="132"/>
                  <a:pt x="200" y="133"/>
                  <a:pt x="202" y="135"/>
                </a:cubicBezTo>
                <a:cubicBezTo>
                  <a:pt x="203" y="136"/>
                  <a:pt x="205" y="137"/>
                  <a:pt x="207" y="137"/>
                </a:cubicBezTo>
                <a:close/>
                <a:moveTo>
                  <a:pt x="349" y="137"/>
                </a:moveTo>
                <a:cubicBezTo>
                  <a:pt x="353" y="139"/>
                  <a:pt x="358" y="134"/>
                  <a:pt x="360" y="128"/>
                </a:cubicBezTo>
                <a:cubicBezTo>
                  <a:pt x="362" y="122"/>
                  <a:pt x="360" y="116"/>
                  <a:pt x="357" y="115"/>
                </a:cubicBezTo>
                <a:cubicBezTo>
                  <a:pt x="353" y="114"/>
                  <a:pt x="349" y="118"/>
                  <a:pt x="346" y="124"/>
                </a:cubicBezTo>
                <a:cubicBezTo>
                  <a:pt x="344" y="130"/>
                  <a:pt x="346" y="136"/>
                  <a:pt x="349" y="137"/>
                </a:cubicBezTo>
                <a:close/>
                <a:moveTo>
                  <a:pt x="249" y="193"/>
                </a:moveTo>
                <a:lnTo>
                  <a:pt x="267" y="193"/>
                </a:lnTo>
                <a:cubicBezTo>
                  <a:pt x="269" y="193"/>
                  <a:pt x="270" y="192"/>
                  <a:pt x="270" y="191"/>
                </a:cubicBezTo>
                <a:lnTo>
                  <a:pt x="271" y="186"/>
                </a:lnTo>
                <a:lnTo>
                  <a:pt x="251" y="186"/>
                </a:lnTo>
                <a:lnTo>
                  <a:pt x="249" y="193"/>
                </a:lnTo>
                <a:close/>
                <a:moveTo>
                  <a:pt x="306" y="219"/>
                </a:moveTo>
                <a:lnTo>
                  <a:pt x="316" y="219"/>
                </a:lnTo>
                <a:lnTo>
                  <a:pt x="319" y="210"/>
                </a:lnTo>
                <a:lnTo>
                  <a:pt x="308" y="210"/>
                </a:lnTo>
                <a:lnTo>
                  <a:pt x="306" y="219"/>
                </a:lnTo>
                <a:close/>
                <a:moveTo>
                  <a:pt x="310" y="205"/>
                </a:moveTo>
                <a:cubicBezTo>
                  <a:pt x="310" y="205"/>
                  <a:pt x="317" y="201"/>
                  <a:pt x="321" y="201"/>
                </a:cubicBezTo>
                <a:cubicBezTo>
                  <a:pt x="322" y="196"/>
                  <a:pt x="324" y="192"/>
                  <a:pt x="324" y="192"/>
                </a:cubicBezTo>
                <a:lnTo>
                  <a:pt x="313" y="192"/>
                </a:lnTo>
                <a:lnTo>
                  <a:pt x="310" y="205"/>
                </a:lnTo>
                <a:close/>
                <a:moveTo>
                  <a:pt x="315" y="186"/>
                </a:moveTo>
                <a:cubicBezTo>
                  <a:pt x="315" y="186"/>
                  <a:pt x="321" y="184"/>
                  <a:pt x="326" y="183"/>
                </a:cubicBezTo>
                <a:cubicBezTo>
                  <a:pt x="327" y="179"/>
                  <a:pt x="329" y="174"/>
                  <a:pt x="329" y="174"/>
                </a:cubicBezTo>
                <a:lnTo>
                  <a:pt x="319" y="174"/>
                </a:lnTo>
                <a:lnTo>
                  <a:pt x="315" y="186"/>
                </a:lnTo>
                <a:close/>
                <a:moveTo>
                  <a:pt x="252" y="181"/>
                </a:moveTo>
                <a:cubicBezTo>
                  <a:pt x="252" y="181"/>
                  <a:pt x="255" y="179"/>
                  <a:pt x="261" y="179"/>
                </a:cubicBezTo>
                <a:cubicBezTo>
                  <a:pt x="267" y="179"/>
                  <a:pt x="273" y="179"/>
                  <a:pt x="273" y="179"/>
                </a:cubicBezTo>
                <a:lnTo>
                  <a:pt x="275" y="173"/>
                </a:lnTo>
                <a:lnTo>
                  <a:pt x="254" y="173"/>
                </a:lnTo>
                <a:lnTo>
                  <a:pt x="252" y="181"/>
                </a:lnTo>
                <a:close/>
                <a:moveTo>
                  <a:pt x="481" y="29"/>
                </a:moveTo>
                <a:lnTo>
                  <a:pt x="427" y="267"/>
                </a:lnTo>
                <a:cubicBezTo>
                  <a:pt x="423" y="282"/>
                  <a:pt x="409" y="294"/>
                  <a:pt x="393" y="295"/>
                </a:cubicBezTo>
                <a:lnTo>
                  <a:pt x="274" y="295"/>
                </a:lnTo>
                <a:cubicBezTo>
                  <a:pt x="259" y="295"/>
                  <a:pt x="249" y="282"/>
                  <a:pt x="253" y="266"/>
                </a:cubicBezTo>
                <a:lnTo>
                  <a:pt x="257" y="248"/>
                </a:lnTo>
                <a:lnTo>
                  <a:pt x="247" y="248"/>
                </a:lnTo>
                <a:lnTo>
                  <a:pt x="243" y="266"/>
                </a:lnTo>
                <a:cubicBezTo>
                  <a:pt x="240" y="282"/>
                  <a:pt x="249" y="295"/>
                  <a:pt x="265" y="295"/>
                </a:cubicBezTo>
                <a:lnTo>
                  <a:pt x="138" y="295"/>
                </a:lnTo>
                <a:cubicBezTo>
                  <a:pt x="122" y="295"/>
                  <a:pt x="113" y="282"/>
                  <a:pt x="116" y="266"/>
                </a:cubicBezTo>
                <a:lnTo>
                  <a:pt x="129" y="211"/>
                </a:lnTo>
                <a:lnTo>
                  <a:pt x="118" y="211"/>
                </a:lnTo>
                <a:lnTo>
                  <a:pt x="105" y="266"/>
                </a:lnTo>
                <a:cubicBezTo>
                  <a:pt x="102" y="282"/>
                  <a:pt x="112" y="295"/>
                  <a:pt x="127" y="295"/>
                </a:cubicBezTo>
                <a:lnTo>
                  <a:pt x="22" y="295"/>
                </a:lnTo>
                <a:cubicBezTo>
                  <a:pt x="10" y="295"/>
                  <a:pt x="1" y="286"/>
                  <a:pt x="0" y="275"/>
                </a:cubicBezTo>
                <a:lnTo>
                  <a:pt x="0" y="271"/>
                </a:lnTo>
                <a:cubicBezTo>
                  <a:pt x="0" y="269"/>
                  <a:pt x="0" y="268"/>
                  <a:pt x="1" y="266"/>
                </a:cubicBezTo>
                <a:lnTo>
                  <a:pt x="54" y="29"/>
                </a:lnTo>
                <a:cubicBezTo>
                  <a:pt x="58" y="13"/>
                  <a:pt x="78" y="0"/>
                  <a:pt x="94" y="0"/>
                </a:cubicBezTo>
                <a:lnTo>
                  <a:pt x="198" y="0"/>
                </a:lnTo>
                <a:cubicBezTo>
                  <a:pt x="182" y="1"/>
                  <a:pt x="163" y="13"/>
                  <a:pt x="159" y="29"/>
                </a:cubicBezTo>
                <a:lnTo>
                  <a:pt x="149" y="74"/>
                </a:lnTo>
                <a:lnTo>
                  <a:pt x="160" y="74"/>
                </a:lnTo>
                <a:lnTo>
                  <a:pt x="170" y="29"/>
                </a:lnTo>
                <a:cubicBezTo>
                  <a:pt x="174" y="13"/>
                  <a:pt x="193" y="1"/>
                  <a:pt x="209" y="0"/>
                </a:cubicBezTo>
                <a:cubicBezTo>
                  <a:pt x="209" y="0"/>
                  <a:pt x="209" y="0"/>
                  <a:pt x="210" y="0"/>
                </a:cubicBezTo>
                <a:lnTo>
                  <a:pt x="290" y="0"/>
                </a:lnTo>
                <a:lnTo>
                  <a:pt x="336" y="0"/>
                </a:lnTo>
                <a:cubicBezTo>
                  <a:pt x="336" y="0"/>
                  <a:pt x="335" y="0"/>
                  <a:pt x="335" y="0"/>
                </a:cubicBezTo>
                <a:cubicBezTo>
                  <a:pt x="320" y="1"/>
                  <a:pt x="300" y="13"/>
                  <a:pt x="297" y="29"/>
                </a:cubicBezTo>
                <a:lnTo>
                  <a:pt x="287" y="74"/>
                </a:lnTo>
                <a:lnTo>
                  <a:pt x="296" y="74"/>
                </a:lnTo>
                <a:lnTo>
                  <a:pt x="306" y="29"/>
                </a:lnTo>
                <a:cubicBezTo>
                  <a:pt x="310" y="13"/>
                  <a:pt x="329" y="1"/>
                  <a:pt x="345" y="0"/>
                </a:cubicBezTo>
                <a:cubicBezTo>
                  <a:pt x="345" y="0"/>
                  <a:pt x="345" y="0"/>
                  <a:pt x="345" y="0"/>
                </a:cubicBezTo>
                <a:lnTo>
                  <a:pt x="345" y="0"/>
                </a:lnTo>
                <a:lnTo>
                  <a:pt x="459" y="0"/>
                </a:lnTo>
                <a:cubicBezTo>
                  <a:pt x="474" y="0"/>
                  <a:pt x="484" y="13"/>
                  <a:pt x="481" y="29"/>
                </a:cubicBezTo>
                <a:close/>
                <a:moveTo>
                  <a:pt x="111" y="122"/>
                </a:moveTo>
                <a:lnTo>
                  <a:pt x="121" y="76"/>
                </a:lnTo>
                <a:lnTo>
                  <a:pt x="106" y="76"/>
                </a:lnTo>
                <a:lnTo>
                  <a:pt x="97" y="121"/>
                </a:lnTo>
                <a:cubicBezTo>
                  <a:pt x="96" y="125"/>
                  <a:pt x="94" y="128"/>
                  <a:pt x="91" y="131"/>
                </a:cubicBezTo>
                <a:cubicBezTo>
                  <a:pt x="89" y="133"/>
                  <a:pt x="85" y="134"/>
                  <a:pt x="80" y="134"/>
                </a:cubicBezTo>
                <a:cubicBezTo>
                  <a:pt x="77" y="134"/>
                  <a:pt x="74" y="133"/>
                  <a:pt x="72" y="131"/>
                </a:cubicBezTo>
                <a:cubicBezTo>
                  <a:pt x="71" y="129"/>
                  <a:pt x="70" y="127"/>
                  <a:pt x="70" y="125"/>
                </a:cubicBezTo>
                <a:cubicBezTo>
                  <a:pt x="70" y="124"/>
                  <a:pt x="70" y="123"/>
                  <a:pt x="71" y="121"/>
                </a:cubicBezTo>
                <a:lnTo>
                  <a:pt x="80" y="76"/>
                </a:lnTo>
                <a:lnTo>
                  <a:pt x="66" y="76"/>
                </a:lnTo>
                <a:lnTo>
                  <a:pt x="56" y="122"/>
                </a:lnTo>
                <a:cubicBezTo>
                  <a:pt x="56" y="124"/>
                  <a:pt x="56" y="126"/>
                  <a:pt x="56" y="128"/>
                </a:cubicBezTo>
                <a:cubicBezTo>
                  <a:pt x="56" y="133"/>
                  <a:pt x="57" y="137"/>
                  <a:pt x="60" y="140"/>
                </a:cubicBezTo>
                <a:cubicBezTo>
                  <a:pt x="64" y="144"/>
                  <a:pt x="70" y="146"/>
                  <a:pt x="78" y="146"/>
                </a:cubicBezTo>
                <a:cubicBezTo>
                  <a:pt x="87" y="146"/>
                  <a:pt x="95" y="144"/>
                  <a:pt x="100" y="140"/>
                </a:cubicBezTo>
                <a:cubicBezTo>
                  <a:pt x="106" y="136"/>
                  <a:pt x="110" y="130"/>
                  <a:pt x="111" y="122"/>
                </a:cubicBezTo>
                <a:close/>
                <a:moveTo>
                  <a:pt x="156" y="106"/>
                </a:moveTo>
                <a:cubicBezTo>
                  <a:pt x="154" y="104"/>
                  <a:pt x="151" y="103"/>
                  <a:pt x="147" y="103"/>
                </a:cubicBezTo>
                <a:cubicBezTo>
                  <a:pt x="142" y="103"/>
                  <a:pt x="138" y="104"/>
                  <a:pt x="135" y="108"/>
                </a:cubicBezTo>
                <a:lnTo>
                  <a:pt x="134" y="110"/>
                </a:lnTo>
                <a:lnTo>
                  <a:pt x="135" y="104"/>
                </a:lnTo>
                <a:lnTo>
                  <a:pt x="124" y="104"/>
                </a:lnTo>
                <a:lnTo>
                  <a:pt x="116" y="145"/>
                </a:lnTo>
                <a:lnTo>
                  <a:pt x="127" y="145"/>
                </a:lnTo>
                <a:lnTo>
                  <a:pt x="131" y="121"/>
                </a:lnTo>
                <a:cubicBezTo>
                  <a:pt x="132" y="118"/>
                  <a:pt x="133" y="116"/>
                  <a:pt x="135" y="114"/>
                </a:cubicBezTo>
                <a:cubicBezTo>
                  <a:pt x="137" y="113"/>
                  <a:pt x="139" y="112"/>
                  <a:pt x="142" y="112"/>
                </a:cubicBezTo>
                <a:cubicBezTo>
                  <a:pt x="144" y="112"/>
                  <a:pt x="146" y="112"/>
                  <a:pt x="146" y="114"/>
                </a:cubicBezTo>
                <a:cubicBezTo>
                  <a:pt x="147" y="115"/>
                  <a:pt x="147" y="117"/>
                  <a:pt x="147" y="120"/>
                </a:cubicBezTo>
                <a:lnTo>
                  <a:pt x="142" y="145"/>
                </a:lnTo>
                <a:lnTo>
                  <a:pt x="152" y="145"/>
                </a:lnTo>
                <a:lnTo>
                  <a:pt x="158" y="117"/>
                </a:lnTo>
                <a:cubicBezTo>
                  <a:pt x="159" y="112"/>
                  <a:pt x="158" y="109"/>
                  <a:pt x="156" y="106"/>
                </a:cubicBezTo>
                <a:close/>
                <a:moveTo>
                  <a:pt x="355" y="142"/>
                </a:moveTo>
                <a:lnTo>
                  <a:pt x="357" y="145"/>
                </a:lnTo>
                <a:lnTo>
                  <a:pt x="370" y="145"/>
                </a:lnTo>
                <a:lnTo>
                  <a:pt x="378" y="106"/>
                </a:lnTo>
                <a:lnTo>
                  <a:pt x="367" y="107"/>
                </a:lnTo>
                <a:lnTo>
                  <a:pt x="362" y="110"/>
                </a:lnTo>
                <a:cubicBezTo>
                  <a:pt x="357" y="107"/>
                  <a:pt x="353" y="104"/>
                  <a:pt x="344" y="108"/>
                </a:cubicBezTo>
                <a:cubicBezTo>
                  <a:pt x="332" y="114"/>
                  <a:pt x="322" y="156"/>
                  <a:pt x="355" y="142"/>
                </a:cubicBezTo>
                <a:close/>
                <a:moveTo>
                  <a:pt x="365" y="170"/>
                </a:moveTo>
                <a:cubicBezTo>
                  <a:pt x="363" y="170"/>
                  <a:pt x="363" y="170"/>
                  <a:pt x="363" y="168"/>
                </a:cubicBezTo>
                <a:lnTo>
                  <a:pt x="362" y="164"/>
                </a:lnTo>
                <a:lnTo>
                  <a:pt x="349" y="164"/>
                </a:lnTo>
                <a:lnTo>
                  <a:pt x="350" y="174"/>
                </a:lnTo>
                <a:cubicBezTo>
                  <a:pt x="350" y="177"/>
                  <a:pt x="352" y="179"/>
                  <a:pt x="355" y="178"/>
                </a:cubicBezTo>
                <a:lnTo>
                  <a:pt x="365" y="178"/>
                </a:lnTo>
                <a:lnTo>
                  <a:pt x="367" y="170"/>
                </a:lnTo>
                <a:lnTo>
                  <a:pt x="365" y="170"/>
                </a:lnTo>
                <a:lnTo>
                  <a:pt x="365" y="170"/>
                </a:lnTo>
                <a:close/>
                <a:moveTo>
                  <a:pt x="278" y="145"/>
                </a:moveTo>
                <a:lnTo>
                  <a:pt x="292" y="145"/>
                </a:lnTo>
                <a:lnTo>
                  <a:pt x="297" y="121"/>
                </a:lnTo>
                <a:lnTo>
                  <a:pt x="313" y="121"/>
                </a:lnTo>
                <a:cubicBezTo>
                  <a:pt x="319" y="121"/>
                  <a:pt x="325" y="119"/>
                  <a:pt x="329" y="115"/>
                </a:cubicBezTo>
                <a:cubicBezTo>
                  <a:pt x="334" y="111"/>
                  <a:pt x="337" y="106"/>
                  <a:pt x="338" y="100"/>
                </a:cubicBezTo>
                <a:cubicBezTo>
                  <a:pt x="339" y="99"/>
                  <a:pt x="339" y="97"/>
                  <a:pt x="339" y="96"/>
                </a:cubicBezTo>
                <a:cubicBezTo>
                  <a:pt x="339" y="95"/>
                  <a:pt x="339" y="94"/>
                  <a:pt x="339" y="93"/>
                </a:cubicBezTo>
                <a:lnTo>
                  <a:pt x="339" y="93"/>
                </a:lnTo>
                <a:cubicBezTo>
                  <a:pt x="339" y="88"/>
                  <a:pt x="338" y="85"/>
                  <a:pt x="335" y="82"/>
                </a:cubicBezTo>
                <a:cubicBezTo>
                  <a:pt x="332" y="80"/>
                  <a:pt x="327" y="78"/>
                  <a:pt x="322" y="78"/>
                </a:cubicBezTo>
                <a:lnTo>
                  <a:pt x="292" y="78"/>
                </a:lnTo>
                <a:lnTo>
                  <a:pt x="278" y="145"/>
                </a:lnTo>
                <a:close/>
                <a:moveTo>
                  <a:pt x="233" y="145"/>
                </a:moveTo>
                <a:lnTo>
                  <a:pt x="244" y="145"/>
                </a:lnTo>
                <a:lnTo>
                  <a:pt x="248" y="121"/>
                </a:lnTo>
                <a:cubicBezTo>
                  <a:pt x="249" y="118"/>
                  <a:pt x="250" y="116"/>
                  <a:pt x="252" y="114"/>
                </a:cubicBezTo>
                <a:cubicBezTo>
                  <a:pt x="254" y="113"/>
                  <a:pt x="256" y="112"/>
                  <a:pt x="259" y="112"/>
                </a:cubicBezTo>
                <a:cubicBezTo>
                  <a:pt x="261" y="112"/>
                  <a:pt x="263" y="112"/>
                  <a:pt x="263" y="114"/>
                </a:cubicBezTo>
                <a:cubicBezTo>
                  <a:pt x="264" y="115"/>
                  <a:pt x="264" y="117"/>
                  <a:pt x="264" y="120"/>
                </a:cubicBezTo>
                <a:lnTo>
                  <a:pt x="259" y="145"/>
                </a:lnTo>
                <a:lnTo>
                  <a:pt x="269" y="145"/>
                </a:lnTo>
                <a:lnTo>
                  <a:pt x="275" y="117"/>
                </a:lnTo>
                <a:cubicBezTo>
                  <a:pt x="276" y="112"/>
                  <a:pt x="275" y="109"/>
                  <a:pt x="273" y="106"/>
                </a:cubicBezTo>
                <a:cubicBezTo>
                  <a:pt x="271" y="104"/>
                  <a:pt x="268" y="103"/>
                  <a:pt x="264" y="103"/>
                </a:cubicBezTo>
                <a:cubicBezTo>
                  <a:pt x="259" y="103"/>
                  <a:pt x="255" y="104"/>
                  <a:pt x="252" y="108"/>
                </a:cubicBezTo>
                <a:lnTo>
                  <a:pt x="251" y="110"/>
                </a:lnTo>
                <a:lnTo>
                  <a:pt x="252" y="104"/>
                </a:lnTo>
                <a:lnTo>
                  <a:pt x="241" y="104"/>
                </a:lnTo>
                <a:lnTo>
                  <a:pt x="233" y="145"/>
                </a:lnTo>
                <a:close/>
                <a:moveTo>
                  <a:pt x="222" y="169"/>
                </a:moveTo>
                <a:lnTo>
                  <a:pt x="225" y="164"/>
                </a:lnTo>
                <a:lnTo>
                  <a:pt x="211" y="164"/>
                </a:lnTo>
                <a:lnTo>
                  <a:pt x="206" y="172"/>
                </a:lnTo>
                <a:cubicBezTo>
                  <a:pt x="205" y="173"/>
                  <a:pt x="204" y="174"/>
                  <a:pt x="202" y="174"/>
                </a:cubicBezTo>
                <a:lnTo>
                  <a:pt x="200" y="174"/>
                </a:lnTo>
                <a:lnTo>
                  <a:pt x="198" y="182"/>
                </a:lnTo>
                <a:lnTo>
                  <a:pt x="208" y="182"/>
                </a:lnTo>
                <a:cubicBezTo>
                  <a:pt x="212" y="182"/>
                  <a:pt x="214" y="180"/>
                  <a:pt x="217" y="177"/>
                </a:cubicBezTo>
                <a:lnTo>
                  <a:pt x="236" y="177"/>
                </a:lnTo>
                <a:lnTo>
                  <a:pt x="238" y="169"/>
                </a:lnTo>
                <a:lnTo>
                  <a:pt x="222" y="169"/>
                </a:lnTo>
                <a:close/>
                <a:moveTo>
                  <a:pt x="183" y="104"/>
                </a:moveTo>
                <a:lnTo>
                  <a:pt x="172" y="104"/>
                </a:lnTo>
                <a:lnTo>
                  <a:pt x="163" y="145"/>
                </a:lnTo>
                <a:lnTo>
                  <a:pt x="174" y="145"/>
                </a:lnTo>
                <a:lnTo>
                  <a:pt x="183" y="104"/>
                </a:lnTo>
                <a:close/>
                <a:moveTo>
                  <a:pt x="187" y="89"/>
                </a:moveTo>
                <a:lnTo>
                  <a:pt x="175" y="89"/>
                </a:lnTo>
                <a:lnTo>
                  <a:pt x="173" y="99"/>
                </a:lnTo>
                <a:lnTo>
                  <a:pt x="185" y="99"/>
                </a:lnTo>
                <a:lnTo>
                  <a:pt x="187" y="89"/>
                </a:lnTo>
                <a:close/>
                <a:moveTo>
                  <a:pt x="189" y="130"/>
                </a:moveTo>
                <a:cubicBezTo>
                  <a:pt x="189" y="135"/>
                  <a:pt x="190" y="139"/>
                  <a:pt x="193" y="142"/>
                </a:cubicBezTo>
                <a:cubicBezTo>
                  <a:pt x="196" y="145"/>
                  <a:pt x="200" y="146"/>
                  <a:pt x="205" y="146"/>
                </a:cubicBezTo>
                <a:cubicBezTo>
                  <a:pt x="211" y="146"/>
                  <a:pt x="217" y="144"/>
                  <a:pt x="221" y="140"/>
                </a:cubicBezTo>
                <a:cubicBezTo>
                  <a:pt x="225" y="136"/>
                  <a:pt x="228" y="131"/>
                  <a:pt x="230" y="125"/>
                </a:cubicBezTo>
                <a:cubicBezTo>
                  <a:pt x="230" y="124"/>
                  <a:pt x="230" y="123"/>
                  <a:pt x="230" y="121"/>
                </a:cubicBezTo>
                <a:cubicBezTo>
                  <a:pt x="230" y="120"/>
                  <a:pt x="230" y="119"/>
                  <a:pt x="230" y="119"/>
                </a:cubicBezTo>
                <a:cubicBezTo>
                  <a:pt x="230" y="114"/>
                  <a:pt x="229" y="110"/>
                  <a:pt x="226" y="107"/>
                </a:cubicBezTo>
                <a:cubicBezTo>
                  <a:pt x="223" y="104"/>
                  <a:pt x="219" y="103"/>
                  <a:pt x="214" y="103"/>
                </a:cubicBezTo>
                <a:cubicBezTo>
                  <a:pt x="208" y="103"/>
                  <a:pt x="202" y="105"/>
                  <a:pt x="198" y="109"/>
                </a:cubicBezTo>
                <a:cubicBezTo>
                  <a:pt x="193" y="113"/>
                  <a:pt x="191" y="118"/>
                  <a:pt x="189" y="125"/>
                </a:cubicBezTo>
                <a:cubicBezTo>
                  <a:pt x="189" y="125"/>
                  <a:pt x="189" y="126"/>
                  <a:pt x="189" y="128"/>
                </a:cubicBezTo>
                <a:cubicBezTo>
                  <a:pt x="189" y="129"/>
                  <a:pt x="189" y="129"/>
                  <a:pt x="189" y="130"/>
                </a:cubicBezTo>
                <a:close/>
                <a:moveTo>
                  <a:pt x="224" y="224"/>
                </a:moveTo>
                <a:lnTo>
                  <a:pt x="213" y="224"/>
                </a:lnTo>
                <a:cubicBezTo>
                  <a:pt x="210" y="224"/>
                  <a:pt x="209" y="223"/>
                  <a:pt x="209" y="221"/>
                </a:cubicBezTo>
                <a:lnTo>
                  <a:pt x="213" y="210"/>
                </a:lnTo>
                <a:lnTo>
                  <a:pt x="227" y="210"/>
                </a:lnTo>
                <a:lnTo>
                  <a:pt x="229" y="201"/>
                </a:lnTo>
                <a:lnTo>
                  <a:pt x="215" y="201"/>
                </a:lnTo>
                <a:lnTo>
                  <a:pt x="217" y="193"/>
                </a:lnTo>
                <a:lnTo>
                  <a:pt x="232" y="193"/>
                </a:lnTo>
                <a:lnTo>
                  <a:pt x="234" y="185"/>
                </a:lnTo>
                <a:lnTo>
                  <a:pt x="198" y="185"/>
                </a:lnTo>
                <a:lnTo>
                  <a:pt x="196" y="193"/>
                </a:lnTo>
                <a:lnTo>
                  <a:pt x="204" y="193"/>
                </a:lnTo>
                <a:lnTo>
                  <a:pt x="202" y="201"/>
                </a:lnTo>
                <a:lnTo>
                  <a:pt x="193" y="201"/>
                </a:lnTo>
                <a:lnTo>
                  <a:pt x="191" y="210"/>
                </a:lnTo>
                <a:lnTo>
                  <a:pt x="200" y="210"/>
                </a:lnTo>
                <a:lnTo>
                  <a:pt x="196" y="225"/>
                </a:lnTo>
                <a:cubicBezTo>
                  <a:pt x="194" y="230"/>
                  <a:pt x="196" y="232"/>
                  <a:pt x="200" y="232"/>
                </a:cubicBezTo>
                <a:lnTo>
                  <a:pt x="222" y="232"/>
                </a:lnTo>
                <a:lnTo>
                  <a:pt x="224" y="224"/>
                </a:lnTo>
                <a:close/>
                <a:moveTo>
                  <a:pt x="281" y="203"/>
                </a:moveTo>
                <a:lnTo>
                  <a:pt x="272" y="203"/>
                </a:lnTo>
                <a:lnTo>
                  <a:pt x="271" y="206"/>
                </a:lnTo>
                <a:cubicBezTo>
                  <a:pt x="271" y="207"/>
                  <a:pt x="270" y="208"/>
                  <a:pt x="268" y="208"/>
                </a:cubicBezTo>
                <a:lnTo>
                  <a:pt x="265" y="208"/>
                </a:lnTo>
                <a:lnTo>
                  <a:pt x="265" y="203"/>
                </a:lnTo>
                <a:lnTo>
                  <a:pt x="254" y="203"/>
                </a:lnTo>
                <a:lnTo>
                  <a:pt x="253" y="226"/>
                </a:lnTo>
                <a:cubicBezTo>
                  <a:pt x="253" y="230"/>
                  <a:pt x="255" y="232"/>
                  <a:pt x="259" y="232"/>
                </a:cubicBezTo>
                <a:lnTo>
                  <a:pt x="273" y="232"/>
                </a:lnTo>
                <a:lnTo>
                  <a:pt x="275" y="225"/>
                </a:lnTo>
                <a:lnTo>
                  <a:pt x="269" y="225"/>
                </a:lnTo>
                <a:cubicBezTo>
                  <a:pt x="266" y="225"/>
                  <a:pt x="265" y="224"/>
                  <a:pt x="265" y="223"/>
                </a:cubicBezTo>
                <a:lnTo>
                  <a:pt x="265" y="214"/>
                </a:lnTo>
                <a:lnTo>
                  <a:pt x="271" y="214"/>
                </a:lnTo>
                <a:cubicBezTo>
                  <a:pt x="276" y="214"/>
                  <a:pt x="279" y="212"/>
                  <a:pt x="280" y="208"/>
                </a:cubicBezTo>
                <a:lnTo>
                  <a:pt x="281" y="203"/>
                </a:lnTo>
                <a:close/>
                <a:moveTo>
                  <a:pt x="282" y="195"/>
                </a:moveTo>
                <a:lnTo>
                  <a:pt x="291" y="164"/>
                </a:lnTo>
                <a:lnTo>
                  <a:pt x="268" y="164"/>
                </a:lnTo>
                <a:cubicBezTo>
                  <a:pt x="262" y="164"/>
                  <a:pt x="255" y="169"/>
                  <a:pt x="255" y="169"/>
                </a:cubicBezTo>
                <a:lnTo>
                  <a:pt x="255" y="164"/>
                </a:lnTo>
                <a:lnTo>
                  <a:pt x="243" y="164"/>
                </a:lnTo>
                <a:lnTo>
                  <a:pt x="226" y="227"/>
                </a:lnTo>
                <a:cubicBezTo>
                  <a:pt x="225" y="230"/>
                  <a:pt x="227" y="232"/>
                  <a:pt x="232" y="232"/>
                </a:cubicBezTo>
                <a:lnTo>
                  <a:pt x="245" y="232"/>
                </a:lnTo>
                <a:lnTo>
                  <a:pt x="247" y="225"/>
                </a:lnTo>
                <a:lnTo>
                  <a:pt x="242" y="225"/>
                </a:lnTo>
                <a:cubicBezTo>
                  <a:pt x="241" y="225"/>
                  <a:pt x="240" y="224"/>
                  <a:pt x="241" y="223"/>
                </a:cubicBezTo>
                <a:lnTo>
                  <a:pt x="247" y="201"/>
                </a:lnTo>
                <a:lnTo>
                  <a:pt x="273" y="201"/>
                </a:lnTo>
                <a:cubicBezTo>
                  <a:pt x="278" y="201"/>
                  <a:pt x="281" y="199"/>
                  <a:pt x="282" y="195"/>
                </a:cubicBezTo>
                <a:close/>
                <a:moveTo>
                  <a:pt x="331" y="228"/>
                </a:moveTo>
                <a:lnTo>
                  <a:pt x="333" y="219"/>
                </a:lnTo>
                <a:lnTo>
                  <a:pt x="330" y="219"/>
                </a:lnTo>
                <a:lnTo>
                  <a:pt x="343" y="174"/>
                </a:lnTo>
                <a:lnTo>
                  <a:pt x="346" y="174"/>
                </a:lnTo>
                <a:lnTo>
                  <a:pt x="349" y="164"/>
                </a:lnTo>
                <a:lnTo>
                  <a:pt x="332" y="164"/>
                </a:lnTo>
                <a:cubicBezTo>
                  <a:pt x="327" y="164"/>
                  <a:pt x="320" y="168"/>
                  <a:pt x="320" y="168"/>
                </a:cubicBezTo>
                <a:lnTo>
                  <a:pt x="320" y="164"/>
                </a:lnTo>
                <a:lnTo>
                  <a:pt x="306" y="164"/>
                </a:lnTo>
                <a:lnTo>
                  <a:pt x="304" y="174"/>
                </a:lnTo>
                <a:lnTo>
                  <a:pt x="306" y="174"/>
                </a:lnTo>
                <a:lnTo>
                  <a:pt x="293" y="219"/>
                </a:lnTo>
                <a:lnTo>
                  <a:pt x="291" y="219"/>
                </a:lnTo>
                <a:lnTo>
                  <a:pt x="288" y="228"/>
                </a:lnTo>
                <a:lnTo>
                  <a:pt x="315" y="228"/>
                </a:lnTo>
                <a:lnTo>
                  <a:pt x="313" y="232"/>
                </a:lnTo>
                <a:lnTo>
                  <a:pt x="327" y="232"/>
                </a:lnTo>
                <a:lnTo>
                  <a:pt x="328" y="228"/>
                </a:lnTo>
                <a:lnTo>
                  <a:pt x="331" y="228"/>
                </a:lnTo>
                <a:close/>
                <a:moveTo>
                  <a:pt x="387" y="181"/>
                </a:moveTo>
                <a:lnTo>
                  <a:pt x="345" y="181"/>
                </a:lnTo>
                <a:lnTo>
                  <a:pt x="343" y="190"/>
                </a:lnTo>
                <a:lnTo>
                  <a:pt x="358" y="190"/>
                </a:lnTo>
                <a:lnTo>
                  <a:pt x="355" y="198"/>
                </a:lnTo>
                <a:lnTo>
                  <a:pt x="341" y="198"/>
                </a:lnTo>
                <a:lnTo>
                  <a:pt x="338" y="206"/>
                </a:lnTo>
                <a:lnTo>
                  <a:pt x="352" y="206"/>
                </a:lnTo>
                <a:lnTo>
                  <a:pt x="341" y="221"/>
                </a:lnTo>
                <a:cubicBezTo>
                  <a:pt x="340" y="223"/>
                  <a:pt x="339" y="224"/>
                  <a:pt x="337" y="224"/>
                </a:cubicBezTo>
                <a:lnTo>
                  <a:pt x="333" y="224"/>
                </a:lnTo>
                <a:lnTo>
                  <a:pt x="331" y="232"/>
                </a:lnTo>
                <a:lnTo>
                  <a:pt x="343" y="232"/>
                </a:lnTo>
                <a:cubicBezTo>
                  <a:pt x="346" y="232"/>
                  <a:pt x="349" y="231"/>
                  <a:pt x="350" y="228"/>
                </a:cubicBezTo>
                <a:lnTo>
                  <a:pt x="357" y="218"/>
                </a:lnTo>
                <a:lnTo>
                  <a:pt x="359" y="227"/>
                </a:lnTo>
                <a:cubicBezTo>
                  <a:pt x="359" y="230"/>
                  <a:pt x="361" y="232"/>
                  <a:pt x="365" y="232"/>
                </a:cubicBezTo>
                <a:lnTo>
                  <a:pt x="373" y="232"/>
                </a:lnTo>
                <a:lnTo>
                  <a:pt x="376" y="223"/>
                </a:lnTo>
                <a:lnTo>
                  <a:pt x="374" y="223"/>
                </a:lnTo>
                <a:cubicBezTo>
                  <a:pt x="372" y="223"/>
                  <a:pt x="371" y="223"/>
                  <a:pt x="371" y="222"/>
                </a:cubicBezTo>
                <a:lnTo>
                  <a:pt x="369" y="212"/>
                </a:lnTo>
                <a:lnTo>
                  <a:pt x="362" y="212"/>
                </a:lnTo>
                <a:lnTo>
                  <a:pt x="365" y="206"/>
                </a:lnTo>
                <a:lnTo>
                  <a:pt x="380" y="206"/>
                </a:lnTo>
                <a:lnTo>
                  <a:pt x="383" y="198"/>
                </a:lnTo>
                <a:lnTo>
                  <a:pt x="369" y="198"/>
                </a:lnTo>
                <a:lnTo>
                  <a:pt x="372" y="190"/>
                </a:lnTo>
                <a:lnTo>
                  <a:pt x="385" y="190"/>
                </a:lnTo>
                <a:lnTo>
                  <a:pt x="387" y="181"/>
                </a:lnTo>
                <a:close/>
                <a:moveTo>
                  <a:pt x="425" y="104"/>
                </a:moveTo>
                <a:lnTo>
                  <a:pt x="413" y="104"/>
                </a:lnTo>
                <a:lnTo>
                  <a:pt x="401" y="132"/>
                </a:lnTo>
                <a:lnTo>
                  <a:pt x="400" y="104"/>
                </a:lnTo>
                <a:lnTo>
                  <a:pt x="394" y="104"/>
                </a:lnTo>
                <a:lnTo>
                  <a:pt x="386" y="104"/>
                </a:lnTo>
                <a:lnTo>
                  <a:pt x="390" y="148"/>
                </a:lnTo>
                <a:cubicBezTo>
                  <a:pt x="387" y="154"/>
                  <a:pt x="382" y="168"/>
                  <a:pt x="372" y="171"/>
                </a:cubicBezTo>
                <a:lnTo>
                  <a:pt x="371" y="178"/>
                </a:lnTo>
                <a:cubicBezTo>
                  <a:pt x="383" y="178"/>
                  <a:pt x="387" y="172"/>
                  <a:pt x="390" y="170"/>
                </a:cubicBezTo>
                <a:cubicBezTo>
                  <a:pt x="392" y="167"/>
                  <a:pt x="396" y="162"/>
                  <a:pt x="401" y="153"/>
                </a:cubicBezTo>
                <a:lnTo>
                  <a:pt x="425" y="104"/>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39" name="iconfont-11046-5220745">
            <a:extLst>
              <a:ext uri="{FF2B5EF4-FFF2-40B4-BE49-F238E27FC236}">
                <a16:creationId xmlns:a16="http://schemas.microsoft.com/office/drawing/2014/main" id="{6E8C4C0A-57F7-4654-9297-AB8FCE446030}"/>
              </a:ext>
            </a:extLst>
          </p:cNvPr>
          <p:cNvSpPr>
            <a:spLocks noChangeAspect="1"/>
          </p:cNvSpPr>
          <p:nvPr/>
        </p:nvSpPr>
        <p:spPr bwMode="auto">
          <a:xfrm>
            <a:off x="2330753" y="5191439"/>
            <a:ext cx="436103" cy="390702"/>
          </a:xfrm>
          <a:custGeom>
            <a:avLst/>
            <a:gdLst>
              <a:gd name="connsiteX0" fmla="*/ 14904 w 487714"/>
              <a:gd name="connsiteY0" fmla="*/ 406486 h 436940"/>
              <a:gd name="connsiteX1" fmla="*/ 211321 w 487714"/>
              <a:gd name="connsiteY1" fmla="*/ 406486 h 436940"/>
              <a:gd name="connsiteX2" fmla="*/ 226177 w 487714"/>
              <a:gd name="connsiteY2" fmla="*/ 421390 h 436940"/>
              <a:gd name="connsiteX3" fmla="*/ 211321 w 487714"/>
              <a:gd name="connsiteY3" fmla="*/ 436246 h 436940"/>
              <a:gd name="connsiteX4" fmla="*/ 14904 w 487714"/>
              <a:gd name="connsiteY4" fmla="*/ 436246 h 436940"/>
              <a:gd name="connsiteX5" fmla="*/ 0 w 487714"/>
              <a:gd name="connsiteY5" fmla="*/ 421390 h 436940"/>
              <a:gd name="connsiteX6" fmla="*/ 14904 w 487714"/>
              <a:gd name="connsiteY6" fmla="*/ 406486 h 436940"/>
              <a:gd name="connsiteX7" fmla="*/ 14904 w 487714"/>
              <a:gd name="connsiteY7" fmla="*/ 334069 h 436940"/>
              <a:gd name="connsiteX8" fmla="*/ 113708 w 487714"/>
              <a:gd name="connsiteY8" fmla="*/ 334069 h 436940"/>
              <a:gd name="connsiteX9" fmla="*/ 128564 w 487714"/>
              <a:gd name="connsiteY9" fmla="*/ 348925 h 436940"/>
              <a:gd name="connsiteX10" fmla="*/ 113708 w 487714"/>
              <a:gd name="connsiteY10" fmla="*/ 363829 h 436940"/>
              <a:gd name="connsiteX11" fmla="*/ 14904 w 487714"/>
              <a:gd name="connsiteY11" fmla="*/ 363829 h 436940"/>
              <a:gd name="connsiteX12" fmla="*/ 0 w 487714"/>
              <a:gd name="connsiteY12" fmla="*/ 348925 h 436940"/>
              <a:gd name="connsiteX13" fmla="*/ 14904 w 487714"/>
              <a:gd name="connsiteY13" fmla="*/ 334069 h 436940"/>
              <a:gd name="connsiteX14" fmla="*/ 350628 w 487714"/>
              <a:gd name="connsiteY14" fmla="*/ 214051 h 436940"/>
              <a:gd name="connsiteX15" fmla="*/ 361332 w 487714"/>
              <a:gd name="connsiteY15" fmla="*/ 241768 h 436940"/>
              <a:gd name="connsiteX16" fmla="*/ 327540 w 487714"/>
              <a:gd name="connsiteY16" fmla="*/ 254098 h 436940"/>
              <a:gd name="connsiteX17" fmla="*/ 322492 w 487714"/>
              <a:gd name="connsiteY17" fmla="*/ 255050 h 436940"/>
              <a:gd name="connsiteX18" fmla="*/ 308491 w 487714"/>
              <a:gd name="connsiteY18" fmla="*/ 245241 h 436940"/>
              <a:gd name="connsiteX19" fmla="*/ 317349 w 487714"/>
              <a:gd name="connsiteY19" fmla="*/ 226194 h 436940"/>
              <a:gd name="connsiteX20" fmla="*/ 68771 w 487714"/>
              <a:gd name="connsiteY20" fmla="*/ 169850 h 436940"/>
              <a:gd name="connsiteX21" fmla="*/ 454465 w 487714"/>
              <a:gd name="connsiteY21" fmla="*/ 349705 h 436940"/>
              <a:gd name="connsiteX22" fmla="*/ 453841 w 487714"/>
              <a:gd name="connsiteY22" fmla="*/ 364128 h 436940"/>
              <a:gd name="connsiteX23" fmla="*/ 446894 w 487714"/>
              <a:gd name="connsiteY23" fmla="*/ 378990 h 436940"/>
              <a:gd name="connsiteX24" fmla="*/ 56185 w 487714"/>
              <a:gd name="connsiteY24" fmla="*/ 196842 h 436940"/>
              <a:gd name="connsiteX25" fmla="*/ 327148 w 487714"/>
              <a:gd name="connsiteY25" fmla="*/ 153254 h 436940"/>
              <a:gd name="connsiteX26" fmla="*/ 337848 w 487714"/>
              <a:gd name="connsiteY26" fmla="*/ 180959 h 436940"/>
              <a:gd name="connsiteX27" fmla="*/ 288062 w 487714"/>
              <a:gd name="connsiteY27" fmla="*/ 199099 h 436940"/>
              <a:gd name="connsiteX28" fmla="*/ 283014 w 487714"/>
              <a:gd name="connsiteY28" fmla="*/ 200051 h 436940"/>
              <a:gd name="connsiteX29" fmla="*/ 269013 w 487714"/>
              <a:gd name="connsiteY29" fmla="*/ 190242 h 436940"/>
              <a:gd name="connsiteX30" fmla="*/ 277871 w 487714"/>
              <a:gd name="connsiteY30" fmla="*/ 171195 h 436940"/>
              <a:gd name="connsiteX31" fmla="*/ 134081 w 487714"/>
              <a:gd name="connsiteY31" fmla="*/ 29785 h 436940"/>
              <a:gd name="connsiteX32" fmla="*/ 68771 w 487714"/>
              <a:gd name="connsiteY32" fmla="*/ 169850 h 436940"/>
              <a:gd name="connsiteX33" fmla="*/ 62668 w 487714"/>
              <a:gd name="connsiteY33" fmla="*/ 167005 h 436940"/>
              <a:gd name="connsiteX34" fmla="*/ 50096 w 487714"/>
              <a:gd name="connsiteY34" fmla="*/ 194004 h 436940"/>
              <a:gd name="connsiteX35" fmla="*/ 56185 w 487714"/>
              <a:gd name="connsiteY35" fmla="*/ 196842 h 436940"/>
              <a:gd name="connsiteX36" fmla="*/ 43020 w 487714"/>
              <a:gd name="connsiteY36" fmla="*/ 225077 h 436940"/>
              <a:gd name="connsiteX37" fmla="*/ 433695 w 487714"/>
              <a:gd name="connsiteY37" fmla="*/ 407225 h 436940"/>
              <a:gd name="connsiteX38" fmla="*/ 446894 w 487714"/>
              <a:gd name="connsiteY38" fmla="*/ 378990 h 436940"/>
              <a:gd name="connsiteX39" fmla="*/ 454166 w 487714"/>
              <a:gd name="connsiteY39" fmla="*/ 382380 h 436940"/>
              <a:gd name="connsiteX40" fmla="*/ 466738 w 487714"/>
              <a:gd name="connsiteY40" fmla="*/ 355428 h 436940"/>
              <a:gd name="connsiteX41" fmla="*/ 454465 w 487714"/>
              <a:gd name="connsiteY41" fmla="*/ 349705 h 436940"/>
              <a:gd name="connsiteX42" fmla="*/ 455317 w 487714"/>
              <a:gd name="connsiteY42" fmla="*/ 330014 h 436940"/>
              <a:gd name="connsiteX43" fmla="*/ 432219 w 487714"/>
              <a:gd name="connsiteY43" fmla="*/ 304793 h 436940"/>
              <a:gd name="connsiteX44" fmla="*/ 386355 w 487714"/>
              <a:gd name="connsiteY44" fmla="*/ 283507 h 436940"/>
              <a:gd name="connsiteX45" fmla="*/ 371639 w 487714"/>
              <a:gd name="connsiteY45" fmla="*/ 268411 h 436940"/>
              <a:gd name="connsiteX46" fmla="*/ 371400 w 487714"/>
              <a:gd name="connsiteY46" fmla="*/ 267840 h 436940"/>
              <a:gd name="connsiteX47" fmla="*/ 361332 w 487714"/>
              <a:gd name="connsiteY47" fmla="*/ 241768 h 436940"/>
              <a:gd name="connsiteX48" fmla="*/ 371781 w 487714"/>
              <a:gd name="connsiteY48" fmla="*/ 237955 h 436940"/>
              <a:gd name="connsiteX49" fmla="*/ 380638 w 487714"/>
              <a:gd name="connsiteY49" fmla="*/ 218908 h 436940"/>
              <a:gd name="connsiteX50" fmla="*/ 361590 w 487714"/>
              <a:gd name="connsiteY50" fmla="*/ 210051 h 436940"/>
              <a:gd name="connsiteX51" fmla="*/ 350628 w 487714"/>
              <a:gd name="connsiteY51" fmla="*/ 214051 h 436940"/>
              <a:gd name="connsiteX52" fmla="*/ 337848 w 487714"/>
              <a:gd name="connsiteY52" fmla="*/ 180959 h 436940"/>
              <a:gd name="connsiteX53" fmla="*/ 351446 w 487714"/>
              <a:gd name="connsiteY53" fmla="*/ 176004 h 436940"/>
              <a:gd name="connsiteX54" fmla="*/ 360351 w 487714"/>
              <a:gd name="connsiteY54" fmla="*/ 156957 h 436940"/>
              <a:gd name="connsiteX55" fmla="*/ 341303 w 487714"/>
              <a:gd name="connsiteY55" fmla="*/ 148100 h 436940"/>
              <a:gd name="connsiteX56" fmla="*/ 327148 w 487714"/>
              <a:gd name="connsiteY56" fmla="*/ 153254 h 436940"/>
              <a:gd name="connsiteX57" fmla="*/ 311392 w 487714"/>
              <a:gd name="connsiteY57" fmla="*/ 112454 h 436940"/>
              <a:gd name="connsiteX58" fmla="*/ 294246 w 487714"/>
              <a:gd name="connsiteY58" fmla="*/ 104502 h 436940"/>
              <a:gd name="connsiteX59" fmla="*/ 289293 w 487714"/>
              <a:gd name="connsiteY59" fmla="*/ 108311 h 436940"/>
              <a:gd name="connsiteX60" fmla="*/ 239762 w 487714"/>
              <a:gd name="connsiteY60" fmla="*/ 128788 h 436940"/>
              <a:gd name="connsiteX61" fmla="*/ 191851 w 487714"/>
              <a:gd name="connsiteY61" fmla="*/ 120026 h 436940"/>
              <a:gd name="connsiteX62" fmla="*/ 156417 w 487714"/>
              <a:gd name="connsiteY62" fmla="*/ 86215 h 436940"/>
              <a:gd name="connsiteX63" fmla="*/ 143844 w 487714"/>
              <a:gd name="connsiteY63" fmla="*/ 34452 h 436940"/>
              <a:gd name="connsiteX64" fmla="*/ 123889 w 487714"/>
              <a:gd name="connsiteY64" fmla="*/ 1832 h 436940"/>
              <a:gd name="connsiteX65" fmla="*/ 146654 w 487714"/>
              <a:gd name="connsiteY65" fmla="*/ 2832 h 436940"/>
              <a:gd name="connsiteX66" fmla="*/ 157084 w 487714"/>
              <a:gd name="connsiteY66" fmla="*/ 7642 h 436940"/>
              <a:gd name="connsiteX67" fmla="*/ 173658 w 487714"/>
              <a:gd name="connsiteY67" fmla="*/ 34547 h 436940"/>
              <a:gd name="connsiteX68" fmla="*/ 205424 w 487714"/>
              <a:gd name="connsiteY68" fmla="*/ 93406 h 436940"/>
              <a:gd name="connsiteX69" fmla="*/ 271148 w 487714"/>
              <a:gd name="connsiteY69" fmla="*/ 84596 h 436940"/>
              <a:gd name="connsiteX70" fmla="*/ 276053 w 487714"/>
              <a:gd name="connsiteY70" fmla="*/ 80787 h 436940"/>
              <a:gd name="connsiteX71" fmla="*/ 306772 w 487714"/>
              <a:gd name="connsiteY71" fmla="*/ 77406 h 436940"/>
              <a:gd name="connsiteX72" fmla="*/ 323917 w 487714"/>
              <a:gd name="connsiteY72" fmla="*/ 85406 h 436940"/>
              <a:gd name="connsiteX73" fmla="*/ 339110 w 487714"/>
              <a:gd name="connsiteY73" fmla="*/ 101644 h 436940"/>
              <a:gd name="connsiteX74" fmla="*/ 398881 w 487714"/>
              <a:gd name="connsiteY74" fmla="*/ 256411 h 436940"/>
              <a:gd name="connsiteX75" fmla="*/ 444744 w 487714"/>
              <a:gd name="connsiteY75" fmla="*/ 277792 h 436940"/>
              <a:gd name="connsiteX76" fmla="*/ 480749 w 487714"/>
              <a:gd name="connsiteY76" fmla="*/ 376652 h 436940"/>
              <a:gd name="connsiteX77" fmla="*/ 460604 w 487714"/>
              <a:gd name="connsiteY77" fmla="*/ 419749 h 436940"/>
              <a:gd name="connsiteX78" fmla="*/ 433600 w 487714"/>
              <a:gd name="connsiteY78" fmla="*/ 436940 h 436940"/>
              <a:gd name="connsiteX79" fmla="*/ 421027 w 487714"/>
              <a:gd name="connsiteY79" fmla="*/ 434130 h 436940"/>
              <a:gd name="connsiteX80" fmla="*/ 30447 w 487714"/>
              <a:gd name="connsiteY80" fmla="*/ 252077 h 436940"/>
              <a:gd name="connsiteX81" fmla="*/ 15016 w 487714"/>
              <a:gd name="connsiteY81" fmla="*/ 235267 h 436940"/>
              <a:gd name="connsiteX82" fmla="*/ 16016 w 487714"/>
              <a:gd name="connsiteY82" fmla="*/ 212552 h 436940"/>
              <a:gd name="connsiteX83" fmla="*/ 107124 w 487714"/>
              <a:gd name="connsiteY83" fmla="*/ 17213 h 436940"/>
              <a:gd name="connsiteX84" fmla="*/ 123889 w 487714"/>
              <a:gd name="connsiteY84" fmla="*/ 1832 h 436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487714" h="436940">
                <a:moveTo>
                  <a:pt x="14904" y="406486"/>
                </a:moveTo>
                <a:lnTo>
                  <a:pt x="211321" y="406486"/>
                </a:lnTo>
                <a:cubicBezTo>
                  <a:pt x="219511" y="406486"/>
                  <a:pt x="226177" y="413152"/>
                  <a:pt x="226177" y="421390"/>
                </a:cubicBezTo>
                <a:cubicBezTo>
                  <a:pt x="226177" y="429580"/>
                  <a:pt x="219511" y="436246"/>
                  <a:pt x="211321" y="436246"/>
                </a:cubicBezTo>
                <a:lnTo>
                  <a:pt x="14904" y="436246"/>
                </a:lnTo>
                <a:cubicBezTo>
                  <a:pt x="6667" y="436246"/>
                  <a:pt x="0" y="429580"/>
                  <a:pt x="0" y="421390"/>
                </a:cubicBezTo>
                <a:cubicBezTo>
                  <a:pt x="0" y="413152"/>
                  <a:pt x="6667" y="406486"/>
                  <a:pt x="14904" y="406486"/>
                </a:cubicBezTo>
                <a:close/>
                <a:moveTo>
                  <a:pt x="14904" y="334069"/>
                </a:moveTo>
                <a:lnTo>
                  <a:pt x="113708" y="334069"/>
                </a:lnTo>
                <a:cubicBezTo>
                  <a:pt x="121898" y="334069"/>
                  <a:pt x="128564" y="340735"/>
                  <a:pt x="128564" y="348925"/>
                </a:cubicBezTo>
                <a:cubicBezTo>
                  <a:pt x="128564" y="357163"/>
                  <a:pt x="121898" y="363829"/>
                  <a:pt x="113708" y="363829"/>
                </a:cubicBezTo>
                <a:lnTo>
                  <a:pt x="14904" y="363829"/>
                </a:lnTo>
                <a:cubicBezTo>
                  <a:pt x="6667" y="363829"/>
                  <a:pt x="0" y="357163"/>
                  <a:pt x="0" y="348925"/>
                </a:cubicBezTo>
                <a:cubicBezTo>
                  <a:pt x="0" y="340735"/>
                  <a:pt x="6667" y="334069"/>
                  <a:pt x="14904" y="334069"/>
                </a:cubicBezTo>
                <a:close/>
                <a:moveTo>
                  <a:pt x="350628" y="214051"/>
                </a:moveTo>
                <a:lnTo>
                  <a:pt x="361332" y="241768"/>
                </a:lnTo>
                <a:lnTo>
                  <a:pt x="327540" y="254098"/>
                </a:lnTo>
                <a:cubicBezTo>
                  <a:pt x="325921" y="254764"/>
                  <a:pt x="324207" y="255050"/>
                  <a:pt x="322492" y="255050"/>
                </a:cubicBezTo>
                <a:cubicBezTo>
                  <a:pt x="316397" y="255050"/>
                  <a:pt x="310682" y="251288"/>
                  <a:pt x="308491" y="245241"/>
                </a:cubicBezTo>
                <a:cubicBezTo>
                  <a:pt x="305682" y="237479"/>
                  <a:pt x="309682" y="229003"/>
                  <a:pt x="317349" y="226194"/>
                </a:cubicBezTo>
                <a:close/>
                <a:moveTo>
                  <a:pt x="68771" y="169850"/>
                </a:moveTo>
                <a:lnTo>
                  <a:pt x="454465" y="349705"/>
                </a:lnTo>
                <a:lnTo>
                  <a:pt x="453841" y="364128"/>
                </a:lnTo>
                <a:lnTo>
                  <a:pt x="446894" y="378990"/>
                </a:lnTo>
                <a:lnTo>
                  <a:pt x="56185" y="196842"/>
                </a:lnTo>
                <a:close/>
                <a:moveTo>
                  <a:pt x="327148" y="153254"/>
                </a:moveTo>
                <a:lnTo>
                  <a:pt x="337848" y="180959"/>
                </a:lnTo>
                <a:lnTo>
                  <a:pt x="288062" y="199099"/>
                </a:lnTo>
                <a:cubicBezTo>
                  <a:pt x="286443" y="199766"/>
                  <a:pt x="284728" y="200051"/>
                  <a:pt x="283014" y="200051"/>
                </a:cubicBezTo>
                <a:cubicBezTo>
                  <a:pt x="276918" y="200051"/>
                  <a:pt x="271204" y="196290"/>
                  <a:pt x="269013" y="190242"/>
                </a:cubicBezTo>
                <a:cubicBezTo>
                  <a:pt x="266203" y="182480"/>
                  <a:pt x="270204" y="174005"/>
                  <a:pt x="277871" y="171195"/>
                </a:cubicBezTo>
                <a:close/>
                <a:moveTo>
                  <a:pt x="134081" y="29785"/>
                </a:moveTo>
                <a:lnTo>
                  <a:pt x="68771" y="169850"/>
                </a:lnTo>
                <a:lnTo>
                  <a:pt x="62668" y="167005"/>
                </a:lnTo>
                <a:lnTo>
                  <a:pt x="50096" y="194004"/>
                </a:lnTo>
                <a:lnTo>
                  <a:pt x="56185" y="196842"/>
                </a:lnTo>
                <a:lnTo>
                  <a:pt x="43020" y="225077"/>
                </a:lnTo>
                <a:lnTo>
                  <a:pt x="433695" y="407225"/>
                </a:lnTo>
                <a:lnTo>
                  <a:pt x="446894" y="378990"/>
                </a:lnTo>
                <a:lnTo>
                  <a:pt x="454166" y="382380"/>
                </a:lnTo>
                <a:lnTo>
                  <a:pt x="466738" y="355428"/>
                </a:lnTo>
                <a:lnTo>
                  <a:pt x="454465" y="349705"/>
                </a:lnTo>
                <a:lnTo>
                  <a:pt x="455317" y="330014"/>
                </a:lnTo>
                <a:cubicBezTo>
                  <a:pt x="451400" y="319270"/>
                  <a:pt x="443387" y="310008"/>
                  <a:pt x="432219" y="304793"/>
                </a:cubicBezTo>
                <a:lnTo>
                  <a:pt x="386355" y="283507"/>
                </a:lnTo>
                <a:cubicBezTo>
                  <a:pt x="379783" y="280459"/>
                  <a:pt x="374544" y="275078"/>
                  <a:pt x="371639" y="268411"/>
                </a:cubicBezTo>
                <a:lnTo>
                  <a:pt x="371400" y="267840"/>
                </a:lnTo>
                <a:lnTo>
                  <a:pt x="361332" y="241768"/>
                </a:lnTo>
                <a:lnTo>
                  <a:pt x="371781" y="237955"/>
                </a:lnTo>
                <a:cubicBezTo>
                  <a:pt x="379448" y="235193"/>
                  <a:pt x="383448" y="226670"/>
                  <a:pt x="380638" y="218908"/>
                </a:cubicBezTo>
                <a:cubicBezTo>
                  <a:pt x="377829" y="211242"/>
                  <a:pt x="369304" y="207242"/>
                  <a:pt x="361590" y="210051"/>
                </a:cubicBezTo>
                <a:lnTo>
                  <a:pt x="350628" y="214051"/>
                </a:lnTo>
                <a:lnTo>
                  <a:pt x="337848" y="180959"/>
                </a:lnTo>
                <a:lnTo>
                  <a:pt x="351446" y="176004"/>
                </a:lnTo>
                <a:cubicBezTo>
                  <a:pt x="359161" y="173195"/>
                  <a:pt x="363113" y="164624"/>
                  <a:pt x="360351" y="156957"/>
                </a:cubicBezTo>
                <a:cubicBezTo>
                  <a:pt x="357542" y="149291"/>
                  <a:pt x="349017" y="145291"/>
                  <a:pt x="341303" y="148100"/>
                </a:cubicBezTo>
                <a:lnTo>
                  <a:pt x="327148" y="153254"/>
                </a:lnTo>
                <a:lnTo>
                  <a:pt x="311392" y="112454"/>
                </a:lnTo>
                <a:lnTo>
                  <a:pt x="294246" y="104502"/>
                </a:lnTo>
                <a:lnTo>
                  <a:pt x="289293" y="108311"/>
                </a:lnTo>
                <a:cubicBezTo>
                  <a:pt x="274244" y="119931"/>
                  <a:pt x="257146" y="126979"/>
                  <a:pt x="239762" y="128788"/>
                </a:cubicBezTo>
                <a:cubicBezTo>
                  <a:pt x="223093" y="130502"/>
                  <a:pt x="206567" y="127455"/>
                  <a:pt x="191851" y="120026"/>
                </a:cubicBezTo>
                <a:cubicBezTo>
                  <a:pt x="177087" y="112550"/>
                  <a:pt x="164799" y="100787"/>
                  <a:pt x="156417" y="86215"/>
                </a:cubicBezTo>
                <a:cubicBezTo>
                  <a:pt x="147749" y="71167"/>
                  <a:pt x="143368" y="53310"/>
                  <a:pt x="143844" y="34452"/>
                </a:cubicBezTo>
                <a:close/>
                <a:moveTo>
                  <a:pt x="123889" y="1832"/>
                </a:moveTo>
                <a:cubicBezTo>
                  <a:pt x="131366" y="-930"/>
                  <a:pt x="139462" y="-549"/>
                  <a:pt x="146654" y="2832"/>
                </a:cubicBezTo>
                <a:lnTo>
                  <a:pt x="157084" y="7642"/>
                </a:lnTo>
                <a:cubicBezTo>
                  <a:pt x="167466" y="12547"/>
                  <a:pt x="173991" y="23071"/>
                  <a:pt x="173658" y="34547"/>
                </a:cubicBezTo>
                <a:cubicBezTo>
                  <a:pt x="172896" y="60929"/>
                  <a:pt x="184802" y="82930"/>
                  <a:pt x="205424" y="93406"/>
                </a:cubicBezTo>
                <a:cubicBezTo>
                  <a:pt x="225903" y="103835"/>
                  <a:pt x="250478" y="100549"/>
                  <a:pt x="271148" y="84596"/>
                </a:cubicBezTo>
                <a:lnTo>
                  <a:pt x="276053" y="80787"/>
                </a:lnTo>
                <a:cubicBezTo>
                  <a:pt x="284959" y="74025"/>
                  <a:pt x="296723" y="72691"/>
                  <a:pt x="306772" y="77406"/>
                </a:cubicBezTo>
                <a:lnTo>
                  <a:pt x="323917" y="85406"/>
                </a:lnTo>
                <a:cubicBezTo>
                  <a:pt x="330966" y="88644"/>
                  <a:pt x="336300" y="94454"/>
                  <a:pt x="339110" y="101644"/>
                </a:cubicBezTo>
                <a:lnTo>
                  <a:pt x="398881" y="256411"/>
                </a:lnTo>
                <a:lnTo>
                  <a:pt x="444744" y="277792"/>
                </a:lnTo>
                <a:cubicBezTo>
                  <a:pt x="481940" y="295079"/>
                  <a:pt x="498085" y="339461"/>
                  <a:pt x="480749" y="376652"/>
                </a:cubicBezTo>
                <a:lnTo>
                  <a:pt x="460604" y="419749"/>
                </a:lnTo>
                <a:cubicBezTo>
                  <a:pt x="455555" y="430559"/>
                  <a:pt x="444792" y="436940"/>
                  <a:pt x="433600" y="436940"/>
                </a:cubicBezTo>
                <a:cubicBezTo>
                  <a:pt x="429361" y="436940"/>
                  <a:pt x="425122" y="436035"/>
                  <a:pt x="421027" y="434130"/>
                </a:cubicBezTo>
                <a:lnTo>
                  <a:pt x="30447" y="252077"/>
                </a:lnTo>
                <a:cubicBezTo>
                  <a:pt x="23255" y="248744"/>
                  <a:pt x="17778" y="242696"/>
                  <a:pt x="15016" y="235267"/>
                </a:cubicBezTo>
                <a:cubicBezTo>
                  <a:pt x="12301" y="227791"/>
                  <a:pt x="12635" y="219743"/>
                  <a:pt x="16016" y="212552"/>
                </a:cubicBezTo>
                <a:lnTo>
                  <a:pt x="107124" y="17213"/>
                </a:lnTo>
                <a:cubicBezTo>
                  <a:pt x="110458" y="10023"/>
                  <a:pt x="116459" y="4546"/>
                  <a:pt x="123889" y="1832"/>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0" name="runer-silhouette-running-fast_55240">
            <a:extLst>
              <a:ext uri="{FF2B5EF4-FFF2-40B4-BE49-F238E27FC236}">
                <a16:creationId xmlns:a16="http://schemas.microsoft.com/office/drawing/2014/main" id="{B7B877F5-F4EC-4394-8880-7199D731F055}"/>
              </a:ext>
            </a:extLst>
          </p:cNvPr>
          <p:cNvSpPr>
            <a:spLocks noChangeAspect="1"/>
          </p:cNvSpPr>
          <p:nvPr/>
        </p:nvSpPr>
        <p:spPr bwMode="auto">
          <a:xfrm>
            <a:off x="3657448" y="5290589"/>
            <a:ext cx="629299" cy="432015"/>
          </a:xfrm>
          <a:custGeom>
            <a:avLst/>
            <a:gdLst>
              <a:gd name="connsiteX0" fmla="*/ 8886 w 608265"/>
              <a:gd name="connsiteY0" fmla="*/ 323966 h 417574"/>
              <a:gd name="connsiteX1" fmla="*/ 177618 w 608265"/>
              <a:gd name="connsiteY1" fmla="*/ 323966 h 417574"/>
              <a:gd name="connsiteX2" fmla="*/ 186504 w 608265"/>
              <a:gd name="connsiteY2" fmla="*/ 332846 h 417574"/>
              <a:gd name="connsiteX3" fmla="*/ 177618 w 608265"/>
              <a:gd name="connsiteY3" fmla="*/ 341819 h 417574"/>
              <a:gd name="connsiteX4" fmla="*/ 8886 w 608265"/>
              <a:gd name="connsiteY4" fmla="*/ 341819 h 417574"/>
              <a:gd name="connsiteX5" fmla="*/ 0 w 608265"/>
              <a:gd name="connsiteY5" fmla="*/ 332846 h 417574"/>
              <a:gd name="connsiteX6" fmla="*/ 8886 w 608265"/>
              <a:gd name="connsiteY6" fmla="*/ 323966 h 417574"/>
              <a:gd name="connsiteX7" fmla="*/ 79120 w 608265"/>
              <a:gd name="connsiteY7" fmla="*/ 211485 h 417574"/>
              <a:gd name="connsiteX8" fmla="*/ 266721 w 608265"/>
              <a:gd name="connsiteY8" fmla="*/ 211485 h 417574"/>
              <a:gd name="connsiteX9" fmla="*/ 275699 w 608265"/>
              <a:gd name="connsiteY9" fmla="*/ 220365 h 417574"/>
              <a:gd name="connsiteX10" fmla="*/ 266721 w 608265"/>
              <a:gd name="connsiteY10" fmla="*/ 229338 h 417574"/>
              <a:gd name="connsiteX11" fmla="*/ 79120 w 608265"/>
              <a:gd name="connsiteY11" fmla="*/ 229338 h 417574"/>
              <a:gd name="connsiteX12" fmla="*/ 70142 w 608265"/>
              <a:gd name="connsiteY12" fmla="*/ 220365 h 417574"/>
              <a:gd name="connsiteX13" fmla="*/ 79120 w 608265"/>
              <a:gd name="connsiteY13" fmla="*/ 211485 h 417574"/>
              <a:gd name="connsiteX14" fmla="*/ 19751 w 608265"/>
              <a:gd name="connsiteY14" fmla="*/ 110788 h 417574"/>
              <a:gd name="connsiteX15" fmla="*/ 207446 w 608265"/>
              <a:gd name="connsiteY15" fmla="*/ 110788 h 417574"/>
              <a:gd name="connsiteX16" fmla="*/ 216424 w 608265"/>
              <a:gd name="connsiteY16" fmla="*/ 119668 h 417574"/>
              <a:gd name="connsiteX17" fmla="*/ 207446 w 608265"/>
              <a:gd name="connsiteY17" fmla="*/ 128641 h 417574"/>
              <a:gd name="connsiteX18" fmla="*/ 19751 w 608265"/>
              <a:gd name="connsiteY18" fmla="*/ 128641 h 417574"/>
              <a:gd name="connsiteX19" fmla="*/ 10867 w 608265"/>
              <a:gd name="connsiteY19" fmla="*/ 119668 h 417574"/>
              <a:gd name="connsiteX20" fmla="*/ 19751 w 608265"/>
              <a:gd name="connsiteY20" fmla="*/ 110788 h 417574"/>
              <a:gd name="connsiteX21" fmla="*/ 578133 w 608265"/>
              <a:gd name="connsiteY21" fmla="*/ 72790 h 417574"/>
              <a:gd name="connsiteX22" fmla="*/ 603752 w 608265"/>
              <a:gd name="connsiteY22" fmla="*/ 108101 h 417574"/>
              <a:gd name="connsiteX23" fmla="*/ 465063 w 608265"/>
              <a:gd name="connsiteY23" fmla="*/ 160953 h 417574"/>
              <a:gd name="connsiteX24" fmla="*/ 417649 w 608265"/>
              <a:gd name="connsiteY24" fmla="*/ 247514 h 417574"/>
              <a:gd name="connsiteX25" fmla="*/ 479839 w 608265"/>
              <a:gd name="connsiteY25" fmla="*/ 289814 h 417574"/>
              <a:gd name="connsiteX26" fmla="*/ 531368 w 608265"/>
              <a:gd name="connsiteY26" fmla="*/ 383099 h 417574"/>
              <a:gd name="connsiteX27" fmla="*/ 486759 w 608265"/>
              <a:gd name="connsiteY27" fmla="*/ 403923 h 417574"/>
              <a:gd name="connsiteX28" fmla="*/ 445050 w 608265"/>
              <a:gd name="connsiteY28" fmla="*/ 324551 h 417574"/>
              <a:gd name="connsiteX29" fmla="*/ 369299 w 608265"/>
              <a:gd name="connsiteY29" fmla="*/ 279730 h 417574"/>
              <a:gd name="connsiteX30" fmla="*/ 365465 w 608265"/>
              <a:gd name="connsiteY30" fmla="*/ 278049 h 417574"/>
              <a:gd name="connsiteX31" fmla="*/ 207044 w 608265"/>
              <a:gd name="connsiteY31" fmla="*/ 308583 h 417574"/>
              <a:gd name="connsiteX32" fmla="*/ 234351 w 608265"/>
              <a:gd name="connsiteY32" fmla="*/ 265256 h 417574"/>
              <a:gd name="connsiteX33" fmla="*/ 339560 w 608265"/>
              <a:gd name="connsiteY33" fmla="*/ 219314 h 417574"/>
              <a:gd name="connsiteX34" fmla="*/ 389312 w 608265"/>
              <a:gd name="connsiteY34" fmla="*/ 124815 h 417574"/>
              <a:gd name="connsiteX35" fmla="*/ 307016 w 608265"/>
              <a:gd name="connsiteY35" fmla="*/ 155443 h 417574"/>
              <a:gd name="connsiteX36" fmla="*/ 264464 w 608265"/>
              <a:gd name="connsiteY36" fmla="*/ 130605 h 417574"/>
              <a:gd name="connsiteX37" fmla="*/ 437662 w 608265"/>
              <a:gd name="connsiteY37" fmla="*/ 93160 h 417574"/>
              <a:gd name="connsiteX38" fmla="*/ 455337 w 608265"/>
              <a:gd name="connsiteY38" fmla="*/ 103152 h 417574"/>
              <a:gd name="connsiteX39" fmla="*/ 561201 w 608265"/>
              <a:gd name="connsiteY39" fmla="*/ 83355 h 417574"/>
              <a:gd name="connsiteX40" fmla="*/ 578133 w 608265"/>
              <a:gd name="connsiteY40" fmla="*/ 72790 h 417574"/>
              <a:gd name="connsiteX41" fmla="*/ 187624 w 608265"/>
              <a:gd name="connsiteY41" fmla="*/ 23569 h 417574"/>
              <a:gd name="connsiteX42" fmla="*/ 375276 w 608265"/>
              <a:gd name="connsiteY42" fmla="*/ 23569 h 417574"/>
              <a:gd name="connsiteX43" fmla="*/ 384158 w 608265"/>
              <a:gd name="connsiteY43" fmla="*/ 32542 h 417574"/>
              <a:gd name="connsiteX44" fmla="*/ 375276 w 608265"/>
              <a:gd name="connsiteY44" fmla="*/ 41422 h 417574"/>
              <a:gd name="connsiteX45" fmla="*/ 187624 w 608265"/>
              <a:gd name="connsiteY45" fmla="*/ 41422 h 417574"/>
              <a:gd name="connsiteX46" fmla="*/ 178742 w 608265"/>
              <a:gd name="connsiteY46" fmla="*/ 32542 h 417574"/>
              <a:gd name="connsiteX47" fmla="*/ 187624 w 608265"/>
              <a:gd name="connsiteY47" fmla="*/ 23569 h 417574"/>
              <a:gd name="connsiteX48" fmla="*/ 480973 w 608265"/>
              <a:gd name="connsiteY48" fmla="*/ 0 h 417574"/>
              <a:gd name="connsiteX49" fmla="*/ 529804 w 608265"/>
              <a:gd name="connsiteY49" fmla="*/ 48690 h 417574"/>
              <a:gd name="connsiteX50" fmla="*/ 480973 w 608265"/>
              <a:gd name="connsiteY50" fmla="*/ 97380 h 417574"/>
              <a:gd name="connsiteX51" fmla="*/ 432142 w 608265"/>
              <a:gd name="connsiteY51" fmla="*/ 48690 h 417574"/>
              <a:gd name="connsiteX52" fmla="*/ 480973 w 608265"/>
              <a:gd name="connsiteY52" fmla="*/ 0 h 41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608265" h="417574">
                <a:moveTo>
                  <a:pt x="8886" y="323966"/>
                </a:moveTo>
                <a:lnTo>
                  <a:pt x="177618" y="323966"/>
                </a:lnTo>
                <a:cubicBezTo>
                  <a:pt x="182482" y="323966"/>
                  <a:pt x="186504" y="327986"/>
                  <a:pt x="186504" y="332846"/>
                </a:cubicBezTo>
                <a:cubicBezTo>
                  <a:pt x="186504" y="337800"/>
                  <a:pt x="182482" y="341819"/>
                  <a:pt x="177618" y="341819"/>
                </a:cubicBezTo>
                <a:lnTo>
                  <a:pt x="8886" y="341819"/>
                </a:lnTo>
                <a:cubicBezTo>
                  <a:pt x="4022" y="341819"/>
                  <a:pt x="0" y="337800"/>
                  <a:pt x="0" y="332846"/>
                </a:cubicBezTo>
                <a:cubicBezTo>
                  <a:pt x="0" y="327986"/>
                  <a:pt x="4022" y="323966"/>
                  <a:pt x="8886" y="323966"/>
                </a:cubicBezTo>
                <a:close/>
                <a:moveTo>
                  <a:pt x="79120" y="211485"/>
                </a:moveTo>
                <a:lnTo>
                  <a:pt x="266721" y="211485"/>
                </a:lnTo>
                <a:cubicBezTo>
                  <a:pt x="271678" y="211485"/>
                  <a:pt x="275699" y="215411"/>
                  <a:pt x="275699" y="220365"/>
                </a:cubicBezTo>
                <a:cubicBezTo>
                  <a:pt x="275699" y="225319"/>
                  <a:pt x="271678" y="229338"/>
                  <a:pt x="266721" y="229338"/>
                </a:cubicBezTo>
                <a:lnTo>
                  <a:pt x="79120" y="229338"/>
                </a:lnTo>
                <a:cubicBezTo>
                  <a:pt x="74163" y="229338"/>
                  <a:pt x="70142" y="225319"/>
                  <a:pt x="70142" y="220365"/>
                </a:cubicBezTo>
                <a:cubicBezTo>
                  <a:pt x="70142" y="215411"/>
                  <a:pt x="74163" y="211485"/>
                  <a:pt x="79120" y="211485"/>
                </a:cubicBezTo>
                <a:close/>
                <a:moveTo>
                  <a:pt x="19751" y="110788"/>
                </a:moveTo>
                <a:lnTo>
                  <a:pt x="207446" y="110788"/>
                </a:lnTo>
                <a:cubicBezTo>
                  <a:pt x="212403" y="110788"/>
                  <a:pt x="216424" y="114808"/>
                  <a:pt x="216424" y="119668"/>
                </a:cubicBezTo>
                <a:cubicBezTo>
                  <a:pt x="216424" y="124622"/>
                  <a:pt x="212403" y="128641"/>
                  <a:pt x="207446" y="128641"/>
                </a:cubicBezTo>
                <a:lnTo>
                  <a:pt x="19751" y="128641"/>
                </a:lnTo>
                <a:cubicBezTo>
                  <a:pt x="14888" y="128641"/>
                  <a:pt x="10867" y="124622"/>
                  <a:pt x="10867" y="119668"/>
                </a:cubicBezTo>
                <a:cubicBezTo>
                  <a:pt x="10867" y="114808"/>
                  <a:pt x="14888" y="110788"/>
                  <a:pt x="19751" y="110788"/>
                </a:cubicBezTo>
                <a:close/>
                <a:moveTo>
                  <a:pt x="578133" y="72790"/>
                </a:moveTo>
                <a:cubicBezTo>
                  <a:pt x="596983" y="70090"/>
                  <a:pt x="617569" y="88701"/>
                  <a:pt x="603752" y="108101"/>
                </a:cubicBezTo>
                <a:cubicBezTo>
                  <a:pt x="567934" y="158151"/>
                  <a:pt x="517808" y="177107"/>
                  <a:pt x="465063" y="160953"/>
                </a:cubicBezTo>
                <a:cubicBezTo>
                  <a:pt x="448510" y="189433"/>
                  <a:pt x="432705" y="218287"/>
                  <a:pt x="417649" y="247514"/>
                </a:cubicBezTo>
                <a:cubicBezTo>
                  <a:pt x="440000" y="258906"/>
                  <a:pt x="466279" y="278983"/>
                  <a:pt x="479839" y="289814"/>
                </a:cubicBezTo>
                <a:cubicBezTo>
                  <a:pt x="496766" y="303261"/>
                  <a:pt x="518462" y="356393"/>
                  <a:pt x="531368" y="383099"/>
                </a:cubicBezTo>
                <a:cubicBezTo>
                  <a:pt x="545209" y="411673"/>
                  <a:pt x="500600" y="432496"/>
                  <a:pt x="486759" y="403923"/>
                </a:cubicBezTo>
                <a:cubicBezTo>
                  <a:pt x="475350" y="380485"/>
                  <a:pt x="456179" y="333702"/>
                  <a:pt x="445050" y="324551"/>
                </a:cubicBezTo>
                <a:cubicBezTo>
                  <a:pt x="433828" y="315400"/>
                  <a:pt x="397262" y="289441"/>
                  <a:pt x="369299" y="279730"/>
                </a:cubicBezTo>
                <a:cubicBezTo>
                  <a:pt x="367897" y="279263"/>
                  <a:pt x="366587" y="278702"/>
                  <a:pt x="365465" y="278049"/>
                </a:cubicBezTo>
                <a:cubicBezTo>
                  <a:pt x="331237" y="321470"/>
                  <a:pt x="264184" y="341919"/>
                  <a:pt x="207044" y="308583"/>
                </a:cubicBezTo>
                <a:cubicBezTo>
                  <a:pt x="176837" y="290935"/>
                  <a:pt x="204145" y="247608"/>
                  <a:pt x="234351" y="265256"/>
                </a:cubicBezTo>
                <a:cubicBezTo>
                  <a:pt x="276248" y="289721"/>
                  <a:pt x="319828" y="258439"/>
                  <a:pt x="339560" y="219314"/>
                </a:cubicBezTo>
                <a:cubicBezTo>
                  <a:pt x="359293" y="180095"/>
                  <a:pt x="373227" y="152549"/>
                  <a:pt x="389312" y="124815"/>
                </a:cubicBezTo>
                <a:cubicBezTo>
                  <a:pt x="357984" y="114917"/>
                  <a:pt x="329460" y="123975"/>
                  <a:pt x="307016" y="155443"/>
                </a:cubicBezTo>
                <a:cubicBezTo>
                  <a:pt x="288686" y="180936"/>
                  <a:pt x="245948" y="156470"/>
                  <a:pt x="264464" y="130605"/>
                </a:cubicBezTo>
                <a:cubicBezTo>
                  <a:pt x="307951" y="69816"/>
                  <a:pt x="372760" y="54688"/>
                  <a:pt x="437662" y="93160"/>
                </a:cubicBezTo>
                <a:cubicBezTo>
                  <a:pt x="440374" y="94747"/>
                  <a:pt x="452625" y="101471"/>
                  <a:pt x="455337" y="103152"/>
                </a:cubicBezTo>
                <a:cubicBezTo>
                  <a:pt x="495644" y="127056"/>
                  <a:pt x="533145" y="122481"/>
                  <a:pt x="561201" y="83355"/>
                </a:cubicBezTo>
                <a:cubicBezTo>
                  <a:pt x="565760" y="76959"/>
                  <a:pt x="571850" y="73691"/>
                  <a:pt x="578133" y="72790"/>
                </a:cubicBezTo>
                <a:close/>
                <a:moveTo>
                  <a:pt x="187624" y="23569"/>
                </a:moveTo>
                <a:lnTo>
                  <a:pt x="375276" y="23569"/>
                </a:lnTo>
                <a:cubicBezTo>
                  <a:pt x="380231" y="23569"/>
                  <a:pt x="384158" y="27588"/>
                  <a:pt x="384158" y="32542"/>
                </a:cubicBezTo>
                <a:cubicBezTo>
                  <a:pt x="384158" y="37496"/>
                  <a:pt x="380231" y="41422"/>
                  <a:pt x="375276" y="41422"/>
                </a:cubicBezTo>
                <a:lnTo>
                  <a:pt x="187624" y="41422"/>
                </a:lnTo>
                <a:cubicBezTo>
                  <a:pt x="182669" y="41422"/>
                  <a:pt x="178742" y="37496"/>
                  <a:pt x="178742" y="32542"/>
                </a:cubicBezTo>
                <a:cubicBezTo>
                  <a:pt x="178742" y="27588"/>
                  <a:pt x="182669" y="23569"/>
                  <a:pt x="187624" y="23569"/>
                </a:cubicBezTo>
                <a:close/>
                <a:moveTo>
                  <a:pt x="480973" y="0"/>
                </a:moveTo>
                <a:cubicBezTo>
                  <a:pt x="507942" y="0"/>
                  <a:pt x="529804" y="21799"/>
                  <a:pt x="529804" y="48690"/>
                </a:cubicBezTo>
                <a:cubicBezTo>
                  <a:pt x="529804" y="75581"/>
                  <a:pt x="507942" y="97380"/>
                  <a:pt x="480973" y="97380"/>
                </a:cubicBezTo>
                <a:cubicBezTo>
                  <a:pt x="454004" y="97380"/>
                  <a:pt x="432142" y="75581"/>
                  <a:pt x="432142" y="48690"/>
                </a:cubicBezTo>
                <a:cubicBezTo>
                  <a:pt x="432142" y="21799"/>
                  <a:pt x="454004" y="0"/>
                  <a:pt x="480973" y="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1" name="sportive-medal-symbol-with-a-star_49965">
            <a:extLst>
              <a:ext uri="{FF2B5EF4-FFF2-40B4-BE49-F238E27FC236}">
                <a16:creationId xmlns:a16="http://schemas.microsoft.com/office/drawing/2014/main" id="{ECCAB8BB-F513-4464-9C4B-5AFE1AABA075}"/>
              </a:ext>
            </a:extLst>
          </p:cNvPr>
          <p:cNvSpPr>
            <a:spLocks noChangeAspect="1"/>
          </p:cNvSpPr>
          <p:nvPr/>
        </p:nvSpPr>
        <p:spPr bwMode="auto">
          <a:xfrm>
            <a:off x="5075697" y="5213774"/>
            <a:ext cx="346114" cy="457143"/>
          </a:xfrm>
          <a:custGeom>
            <a:avLst/>
            <a:gdLst>
              <a:gd name="connsiteX0" fmla="*/ 229781 w 457953"/>
              <a:gd name="connsiteY0" fmla="*/ 313808 h 604857"/>
              <a:gd name="connsiteX1" fmla="*/ 236958 w 457953"/>
              <a:gd name="connsiteY1" fmla="*/ 318110 h 604857"/>
              <a:gd name="connsiteX2" fmla="*/ 262796 w 457953"/>
              <a:gd name="connsiteY2" fmla="*/ 388367 h 604857"/>
              <a:gd name="connsiteX3" fmla="*/ 336002 w 457953"/>
              <a:gd name="connsiteY3" fmla="*/ 391235 h 604857"/>
              <a:gd name="connsiteX4" fmla="*/ 343179 w 457953"/>
              <a:gd name="connsiteY4" fmla="*/ 395536 h 604857"/>
              <a:gd name="connsiteX5" fmla="*/ 341743 w 457953"/>
              <a:gd name="connsiteY5" fmla="*/ 404139 h 604857"/>
              <a:gd name="connsiteX6" fmla="*/ 282892 w 457953"/>
              <a:gd name="connsiteY6" fmla="*/ 450022 h 604857"/>
              <a:gd name="connsiteX7" fmla="*/ 302987 w 457953"/>
              <a:gd name="connsiteY7" fmla="*/ 521713 h 604857"/>
              <a:gd name="connsiteX8" fmla="*/ 300116 w 457953"/>
              <a:gd name="connsiteY8" fmla="*/ 530316 h 604857"/>
              <a:gd name="connsiteX9" fmla="*/ 291504 w 457953"/>
              <a:gd name="connsiteY9" fmla="*/ 530316 h 604857"/>
              <a:gd name="connsiteX10" fmla="*/ 229781 w 457953"/>
              <a:gd name="connsiteY10" fmla="*/ 488735 h 604857"/>
              <a:gd name="connsiteX11" fmla="*/ 168059 w 457953"/>
              <a:gd name="connsiteY11" fmla="*/ 530316 h 604857"/>
              <a:gd name="connsiteX12" fmla="*/ 159446 w 457953"/>
              <a:gd name="connsiteY12" fmla="*/ 530316 h 604857"/>
              <a:gd name="connsiteX13" fmla="*/ 156575 w 457953"/>
              <a:gd name="connsiteY13" fmla="*/ 521713 h 604857"/>
              <a:gd name="connsiteX14" fmla="*/ 176671 w 457953"/>
              <a:gd name="connsiteY14" fmla="*/ 450022 h 604857"/>
              <a:gd name="connsiteX15" fmla="*/ 117819 w 457953"/>
              <a:gd name="connsiteY15" fmla="*/ 404139 h 604857"/>
              <a:gd name="connsiteX16" fmla="*/ 116384 w 457953"/>
              <a:gd name="connsiteY16" fmla="*/ 395536 h 604857"/>
              <a:gd name="connsiteX17" fmla="*/ 123561 w 457953"/>
              <a:gd name="connsiteY17" fmla="*/ 391235 h 604857"/>
              <a:gd name="connsiteX18" fmla="*/ 196767 w 457953"/>
              <a:gd name="connsiteY18" fmla="*/ 388367 h 604857"/>
              <a:gd name="connsiteX19" fmla="*/ 222604 w 457953"/>
              <a:gd name="connsiteY19" fmla="*/ 318110 h 604857"/>
              <a:gd name="connsiteX20" fmla="*/ 229781 w 457953"/>
              <a:gd name="connsiteY20" fmla="*/ 313808 h 604857"/>
              <a:gd name="connsiteX21" fmla="*/ 229717 w 457953"/>
              <a:gd name="connsiteY21" fmla="*/ 259429 h 604857"/>
              <a:gd name="connsiteX22" fmla="*/ 68946 w 457953"/>
              <a:gd name="connsiteY22" fmla="*/ 419960 h 604857"/>
              <a:gd name="connsiteX23" fmla="*/ 229717 w 457953"/>
              <a:gd name="connsiteY23" fmla="*/ 581924 h 604857"/>
              <a:gd name="connsiteX24" fmla="*/ 390487 w 457953"/>
              <a:gd name="connsiteY24" fmla="*/ 419960 h 604857"/>
              <a:gd name="connsiteX25" fmla="*/ 229717 w 457953"/>
              <a:gd name="connsiteY25" fmla="*/ 259429 h 604857"/>
              <a:gd name="connsiteX26" fmla="*/ 328763 w 457953"/>
              <a:gd name="connsiteY26" fmla="*/ 0 h 604857"/>
              <a:gd name="connsiteX27" fmla="*/ 457953 w 457953"/>
              <a:gd name="connsiteY27" fmla="*/ 0 h 604857"/>
              <a:gd name="connsiteX28" fmla="*/ 317279 w 457953"/>
              <a:gd name="connsiteY28" fmla="*/ 196364 h 604857"/>
              <a:gd name="connsiteX29" fmla="*/ 317279 w 457953"/>
              <a:gd name="connsiteY29" fmla="*/ 257996 h 604857"/>
              <a:gd name="connsiteX30" fmla="*/ 413454 w 457953"/>
              <a:gd name="connsiteY30" fmla="*/ 419960 h 604857"/>
              <a:gd name="connsiteX31" fmla="*/ 229717 w 457953"/>
              <a:gd name="connsiteY31" fmla="*/ 604857 h 604857"/>
              <a:gd name="connsiteX32" fmla="*/ 45979 w 457953"/>
              <a:gd name="connsiteY32" fmla="*/ 419960 h 604857"/>
              <a:gd name="connsiteX33" fmla="*/ 142154 w 457953"/>
              <a:gd name="connsiteY33" fmla="*/ 257996 h 604857"/>
              <a:gd name="connsiteX34" fmla="*/ 142154 w 457953"/>
              <a:gd name="connsiteY34" fmla="*/ 190630 h 604857"/>
              <a:gd name="connsiteX35" fmla="*/ 176605 w 457953"/>
              <a:gd name="connsiteY35" fmla="*/ 190630 h 604857"/>
              <a:gd name="connsiteX36" fmla="*/ 162251 w 457953"/>
              <a:gd name="connsiteY36" fmla="*/ 210697 h 604857"/>
              <a:gd name="connsiteX37" fmla="*/ 162251 w 457953"/>
              <a:gd name="connsiteY37" fmla="*/ 249396 h 604857"/>
              <a:gd name="connsiteX38" fmla="*/ 229717 w 457953"/>
              <a:gd name="connsiteY38" fmla="*/ 236496 h 604857"/>
              <a:gd name="connsiteX39" fmla="*/ 297183 w 457953"/>
              <a:gd name="connsiteY39" fmla="*/ 249396 h 604857"/>
              <a:gd name="connsiteX40" fmla="*/ 297183 w 457953"/>
              <a:gd name="connsiteY40" fmla="*/ 225030 h 604857"/>
              <a:gd name="connsiteX41" fmla="*/ 166557 w 457953"/>
              <a:gd name="connsiteY41" fmla="*/ 225030 h 604857"/>
              <a:gd name="connsiteX42" fmla="*/ 0 w 457953"/>
              <a:gd name="connsiteY42" fmla="*/ 0 h 604857"/>
              <a:gd name="connsiteX43" fmla="*/ 130753 w 457953"/>
              <a:gd name="connsiteY43" fmla="*/ 0 h 604857"/>
              <a:gd name="connsiteX44" fmla="*/ 218401 w 457953"/>
              <a:gd name="connsiteY44" fmla="*/ 121854 h 604857"/>
              <a:gd name="connsiteX45" fmla="*/ 179606 w 457953"/>
              <a:gd name="connsiteY45" fmla="*/ 176330 h 604857"/>
              <a:gd name="connsiteX46" fmla="*/ 127880 w 457953"/>
              <a:gd name="connsiteY46" fmla="*/ 176330 h 604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57953" h="604857">
                <a:moveTo>
                  <a:pt x="229781" y="313808"/>
                </a:moveTo>
                <a:cubicBezTo>
                  <a:pt x="232652" y="313808"/>
                  <a:pt x="235523" y="315242"/>
                  <a:pt x="236958" y="318110"/>
                </a:cubicBezTo>
                <a:lnTo>
                  <a:pt x="262796" y="388367"/>
                </a:lnTo>
                <a:lnTo>
                  <a:pt x="336002" y="391235"/>
                </a:lnTo>
                <a:cubicBezTo>
                  <a:pt x="340308" y="391235"/>
                  <a:pt x="343179" y="392669"/>
                  <a:pt x="343179" y="395536"/>
                </a:cubicBezTo>
                <a:cubicBezTo>
                  <a:pt x="344614" y="399838"/>
                  <a:pt x="343179" y="402705"/>
                  <a:pt x="341743" y="404139"/>
                </a:cubicBezTo>
                <a:lnTo>
                  <a:pt x="282892" y="450022"/>
                </a:lnTo>
                <a:lnTo>
                  <a:pt x="302987" y="521713"/>
                </a:lnTo>
                <a:cubicBezTo>
                  <a:pt x="304423" y="524581"/>
                  <a:pt x="302987" y="527449"/>
                  <a:pt x="300116" y="530316"/>
                </a:cubicBezTo>
                <a:cubicBezTo>
                  <a:pt x="297246" y="531750"/>
                  <a:pt x="294375" y="531750"/>
                  <a:pt x="291504" y="530316"/>
                </a:cubicBezTo>
                <a:lnTo>
                  <a:pt x="229781" y="488735"/>
                </a:lnTo>
                <a:lnTo>
                  <a:pt x="168059" y="530316"/>
                </a:lnTo>
                <a:cubicBezTo>
                  <a:pt x="165188" y="531750"/>
                  <a:pt x="162317" y="531750"/>
                  <a:pt x="159446" y="530316"/>
                </a:cubicBezTo>
                <a:cubicBezTo>
                  <a:pt x="156575" y="527449"/>
                  <a:pt x="155140" y="524581"/>
                  <a:pt x="156575" y="521713"/>
                </a:cubicBezTo>
                <a:lnTo>
                  <a:pt x="176671" y="450022"/>
                </a:lnTo>
                <a:lnTo>
                  <a:pt x="117819" y="404139"/>
                </a:lnTo>
                <a:cubicBezTo>
                  <a:pt x="116384" y="402705"/>
                  <a:pt x="114948" y="399838"/>
                  <a:pt x="116384" y="395536"/>
                </a:cubicBezTo>
                <a:cubicBezTo>
                  <a:pt x="116384" y="392669"/>
                  <a:pt x="119254" y="391235"/>
                  <a:pt x="123561" y="391235"/>
                </a:cubicBezTo>
                <a:lnTo>
                  <a:pt x="196767" y="388367"/>
                </a:lnTo>
                <a:lnTo>
                  <a:pt x="222604" y="318110"/>
                </a:lnTo>
                <a:cubicBezTo>
                  <a:pt x="224040" y="315242"/>
                  <a:pt x="226910" y="313808"/>
                  <a:pt x="229781" y="313808"/>
                </a:cubicBezTo>
                <a:close/>
                <a:moveTo>
                  <a:pt x="229717" y="259429"/>
                </a:moveTo>
                <a:cubicBezTo>
                  <a:pt x="140719" y="259429"/>
                  <a:pt x="68946" y="331095"/>
                  <a:pt x="68946" y="419960"/>
                </a:cubicBezTo>
                <a:cubicBezTo>
                  <a:pt x="68946" y="508825"/>
                  <a:pt x="140719" y="581924"/>
                  <a:pt x="229717" y="581924"/>
                </a:cubicBezTo>
                <a:cubicBezTo>
                  <a:pt x="318715" y="581924"/>
                  <a:pt x="390487" y="508825"/>
                  <a:pt x="390487" y="419960"/>
                </a:cubicBezTo>
                <a:cubicBezTo>
                  <a:pt x="390487" y="331095"/>
                  <a:pt x="318715" y="259429"/>
                  <a:pt x="229717" y="259429"/>
                </a:cubicBezTo>
                <a:close/>
                <a:moveTo>
                  <a:pt x="328763" y="0"/>
                </a:moveTo>
                <a:lnTo>
                  <a:pt x="457953" y="0"/>
                </a:lnTo>
                <a:lnTo>
                  <a:pt x="317279" y="196364"/>
                </a:lnTo>
                <a:lnTo>
                  <a:pt x="317279" y="257996"/>
                </a:lnTo>
                <a:cubicBezTo>
                  <a:pt x="374697" y="289529"/>
                  <a:pt x="414890" y="351161"/>
                  <a:pt x="413454" y="419960"/>
                </a:cubicBezTo>
                <a:cubicBezTo>
                  <a:pt x="413454" y="521725"/>
                  <a:pt x="331634" y="604857"/>
                  <a:pt x="229717" y="604857"/>
                </a:cubicBezTo>
                <a:cubicBezTo>
                  <a:pt x="127800" y="604857"/>
                  <a:pt x="45979" y="521725"/>
                  <a:pt x="45979" y="419960"/>
                </a:cubicBezTo>
                <a:cubicBezTo>
                  <a:pt x="45979" y="351161"/>
                  <a:pt x="84736" y="289529"/>
                  <a:pt x="142154" y="257996"/>
                </a:cubicBezTo>
                <a:lnTo>
                  <a:pt x="142154" y="190630"/>
                </a:lnTo>
                <a:lnTo>
                  <a:pt x="176605" y="190630"/>
                </a:lnTo>
                <a:lnTo>
                  <a:pt x="162251" y="210697"/>
                </a:lnTo>
                <a:lnTo>
                  <a:pt x="162251" y="249396"/>
                </a:lnTo>
                <a:cubicBezTo>
                  <a:pt x="183782" y="240796"/>
                  <a:pt x="205314" y="236496"/>
                  <a:pt x="229717" y="236496"/>
                </a:cubicBezTo>
                <a:cubicBezTo>
                  <a:pt x="254119" y="236496"/>
                  <a:pt x="275651" y="240796"/>
                  <a:pt x="297183" y="249396"/>
                </a:cubicBezTo>
                <a:lnTo>
                  <a:pt x="297183" y="225030"/>
                </a:lnTo>
                <a:lnTo>
                  <a:pt x="166557" y="225030"/>
                </a:lnTo>
                <a:close/>
                <a:moveTo>
                  <a:pt x="0" y="0"/>
                </a:moveTo>
                <a:lnTo>
                  <a:pt x="130753" y="0"/>
                </a:lnTo>
                <a:lnTo>
                  <a:pt x="218401" y="121854"/>
                </a:lnTo>
                <a:lnTo>
                  <a:pt x="179606" y="176330"/>
                </a:lnTo>
                <a:lnTo>
                  <a:pt x="127880" y="176330"/>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2" name="iconfont-11790-5634907">
            <a:extLst>
              <a:ext uri="{FF2B5EF4-FFF2-40B4-BE49-F238E27FC236}">
                <a16:creationId xmlns:a16="http://schemas.microsoft.com/office/drawing/2014/main" id="{54EEFA2A-B70F-4EB6-AE10-B444A0721D35}"/>
              </a:ext>
            </a:extLst>
          </p:cNvPr>
          <p:cNvSpPr>
            <a:spLocks noChangeAspect="1"/>
          </p:cNvSpPr>
          <p:nvPr/>
        </p:nvSpPr>
        <p:spPr bwMode="auto">
          <a:xfrm>
            <a:off x="6526287" y="5213774"/>
            <a:ext cx="436103" cy="436185"/>
          </a:xfrm>
          <a:custGeom>
            <a:avLst/>
            <a:gdLst>
              <a:gd name="T0" fmla="*/ 11200 w 11200"/>
              <a:gd name="T1" fmla="*/ 2692 h 11203"/>
              <a:gd name="T2" fmla="*/ 10433 w 11200"/>
              <a:gd name="T3" fmla="*/ 2212 h 11203"/>
              <a:gd name="T4" fmla="*/ 10675 w 11200"/>
              <a:gd name="T5" fmla="*/ 1210 h 11203"/>
              <a:gd name="T6" fmla="*/ 9770 w 11200"/>
              <a:gd name="T7" fmla="*/ 1210 h 11203"/>
              <a:gd name="T8" fmla="*/ 9480 w 11200"/>
              <a:gd name="T9" fmla="*/ 215 h 11203"/>
              <a:gd name="T10" fmla="*/ 8680 w 11200"/>
              <a:gd name="T11" fmla="*/ 660 h 11203"/>
              <a:gd name="T12" fmla="*/ 7940 w 11200"/>
              <a:gd name="T13" fmla="*/ 0 h 11203"/>
              <a:gd name="T14" fmla="*/ 7482 w 11200"/>
              <a:gd name="T15" fmla="*/ 740 h 11203"/>
              <a:gd name="T16" fmla="*/ 6505 w 11200"/>
              <a:gd name="T17" fmla="*/ 490 h 11203"/>
              <a:gd name="T18" fmla="*/ 6505 w 11200"/>
              <a:gd name="T19" fmla="*/ 1393 h 11203"/>
              <a:gd name="T20" fmla="*/ 5518 w 11200"/>
              <a:gd name="T21" fmla="*/ 1683 h 11203"/>
              <a:gd name="T22" fmla="*/ 5963 w 11200"/>
              <a:gd name="T23" fmla="*/ 2468 h 11203"/>
              <a:gd name="T24" fmla="*/ 5243 w 11200"/>
              <a:gd name="T25" fmla="*/ 3205 h 11203"/>
              <a:gd name="T26" fmla="*/ 6022 w 11200"/>
              <a:gd name="T27" fmla="*/ 3695 h 11203"/>
              <a:gd name="T28" fmla="*/ 5780 w 11200"/>
              <a:gd name="T29" fmla="*/ 4655 h 11203"/>
              <a:gd name="T30" fmla="*/ 6700 w 11200"/>
              <a:gd name="T31" fmla="*/ 4683 h 11203"/>
              <a:gd name="T32" fmla="*/ 6995 w 11200"/>
              <a:gd name="T33" fmla="*/ 5645 h 11203"/>
              <a:gd name="T34" fmla="*/ 7770 w 11200"/>
              <a:gd name="T35" fmla="*/ 5208 h 11203"/>
              <a:gd name="T36" fmla="*/ 8503 w 11200"/>
              <a:gd name="T37" fmla="*/ 5928 h 11203"/>
              <a:gd name="T38" fmla="*/ 8960 w 11200"/>
              <a:gd name="T39" fmla="*/ 5120 h 11203"/>
              <a:gd name="T40" fmla="*/ 9987 w 11200"/>
              <a:gd name="T41" fmla="*/ 5358 h 11203"/>
              <a:gd name="T42" fmla="*/ 9962 w 11200"/>
              <a:gd name="T43" fmla="*/ 4455 h 11203"/>
              <a:gd name="T44" fmla="*/ 10940 w 11200"/>
              <a:gd name="T45" fmla="*/ 4173 h 11203"/>
              <a:gd name="T46" fmla="*/ 10473 w 11200"/>
              <a:gd name="T47" fmla="*/ 3400 h 11203"/>
              <a:gd name="T48" fmla="*/ 8220 w 11200"/>
              <a:gd name="T49" fmla="*/ 4355 h 11203"/>
              <a:gd name="T50" fmla="*/ 8220 w 11200"/>
              <a:gd name="T51" fmla="*/ 1515 h 11203"/>
              <a:gd name="T52" fmla="*/ 8220 w 11200"/>
              <a:gd name="T53" fmla="*/ 4355 h 11203"/>
              <a:gd name="T54" fmla="*/ 11200 w 11200"/>
              <a:gd name="T55" fmla="*/ 5128 h 11203"/>
              <a:gd name="T56" fmla="*/ 9823 w 11200"/>
              <a:gd name="T57" fmla="*/ 6460 h 11203"/>
              <a:gd name="T58" fmla="*/ 10692 w 11200"/>
              <a:gd name="T59" fmla="*/ 7910 h 11203"/>
              <a:gd name="T60" fmla="*/ 8862 w 11200"/>
              <a:gd name="T61" fmla="*/ 8440 h 11203"/>
              <a:gd name="T62" fmla="*/ 8915 w 11200"/>
              <a:gd name="T63" fmla="*/ 10132 h 11203"/>
              <a:gd name="T64" fmla="*/ 6985 w 11200"/>
              <a:gd name="T65" fmla="*/ 9687 h 11203"/>
              <a:gd name="T66" fmla="*/ 6127 w 11200"/>
              <a:gd name="T67" fmla="*/ 11203 h 11203"/>
              <a:gd name="T68" fmla="*/ 4752 w 11200"/>
              <a:gd name="T69" fmla="*/ 9850 h 11203"/>
              <a:gd name="T70" fmla="*/ 3300 w 11200"/>
              <a:gd name="T71" fmla="*/ 10670 h 11203"/>
              <a:gd name="T72" fmla="*/ 2745 w 11200"/>
              <a:gd name="T73" fmla="*/ 8865 h 11203"/>
              <a:gd name="T74" fmla="*/ 1015 w 11200"/>
              <a:gd name="T75" fmla="*/ 8815 h 11203"/>
              <a:gd name="T76" fmla="*/ 1470 w 11200"/>
              <a:gd name="T77" fmla="*/ 7010 h 11203"/>
              <a:gd name="T78" fmla="*/ 0 w 11200"/>
              <a:gd name="T79" fmla="*/ 6087 h 11203"/>
              <a:gd name="T80" fmla="*/ 1350 w 11200"/>
              <a:gd name="T81" fmla="*/ 4698 h 11203"/>
              <a:gd name="T82" fmla="*/ 520 w 11200"/>
              <a:gd name="T83" fmla="*/ 3220 h 11203"/>
              <a:gd name="T84" fmla="*/ 2378 w 11200"/>
              <a:gd name="T85" fmla="*/ 2678 h 11203"/>
              <a:gd name="T86" fmla="*/ 2377 w 11200"/>
              <a:gd name="T87" fmla="*/ 985 h 11203"/>
              <a:gd name="T88" fmla="*/ 4207 w 11200"/>
              <a:gd name="T89" fmla="*/ 1453 h 11203"/>
              <a:gd name="T90" fmla="*/ 5065 w 11200"/>
              <a:gd name="T91" fmla="*/ 0 h 11203"/>
              <a:gd name="T92" fmla="*/ 6415 w 11200"/>
              <a:gd name="T93" fmla="*/ 1148 h 11203"/>
              <a:gd name="T94" fmla="*/ 5693 w 11200"/>
              <a:gd name="T95" fmla="*/ 958 h 11203"/>
              <a:gd name="T96" fmla="*/ 5335 w 11200"/>
              <a:gd name="T97" fmla="*/ 1578 h 11203"/>
              <a:gd name="T98" fmla="*/ 5367 w 11200"/>
              <a:gd name="T99" fmla="*/ 1832 h 11203"/>
              <a:gd name="T100" fmla="*/ 5790 w 11200"/>
              <a:gd name="T101" fmla="*/ 2292 h 11203"/>
              <a:gd name="T102" fmla="*/ 5040 w 11200"/>
              <a:gd name="T103" fmla="*/ 2497 h 11203"/>
              <a:gd name="T104" fmla="*/ 5033 w 11200"/>
              <a:gd name="T105" fmla="*/ 2980 h 11203"/>
              <a:gd name="T106" fmla="*/ 5593 w 11200"/>
              <a:gd name="T107" fmla="*/ 8210 h 11203"/>
              <a:gd name="T108" fmla="*/ 8503 w 11200"/>
              <a:gd name="T109" fmla="*/ 6145 h 11203"/>
              <a:gd name="T110" fmla="*/ 8715 w 11200"/>
              <a:gd name="T111" fmla="*/ 5980 h 11203"/>
              <a:gd name="T112" fmla="*/ 8903 w 11200"/>
              <a:gd name="T113" fmla="*/ 5365 h 11203"/>
              <a:gd name="T114" fmla="*/ 9448 w 11200"/>
              <a:gd name="T115" fmla="*/ 5932 h 11203"/>
              <a:gd name="T116" fmla="*/ 10103 w 11200"/>
              <a:gd name="T117" fmla="*/ 5545 h 11203"/>
              <a:gd name="T118" fmla="*/ 10198 w 11200"/>
              <a:gd name="T119" fmla="*/ 5295 h 11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1200" h="11203">
                <a:moveTo>
                  <a:pt x="11200" y="3225"/>
                </a:moveTo>
                <a:lnTo>
                  <a:pt x="11200" y="2692"/>
                </a:lnTo>
                <a:lnTo>
                  <a:pt x="10488" y="2472"/>
                </a:lnTo>
                <a:lnTo>
                  <a:pt x="10433" y="2212"/>
                </a:lnTo>
                <a:lnTo>
                  <a:pt x="10935" y="1695"/>
                </a:lnTo>
                <a:lnTo>
                  <a:pt x="10675" y="1210"/>
                </a:lnTo>
                <a:lnTo>
                  <a:pt x="9950" y="1398"/>
                </a:lnTo>
                <a:lnTo>
                  <a:pt x="9770" y="1210"/>
                </a:lnTo>
                <a:lnTo>
                  <a:pt x="9958" y="505"/>
                </a:lnTo>
                <a:lnTo>
                  <a:pt x="9480" y="215"/>
                </a:lnTo>
                <a:lnTo>
                  <a:pt x="8948" y="740"/>
                </a:lnTo>
                <a:lnTo>
                  <a:pt x="8680" y="660"/>
                </a:lnTo>
                <a:lnTo>
                  <a:pt x="8505" y="0"/>
                </a:lnTo>
                <a:lnTo>
                  <a:pt x="7940" y="0"/>
                </a:lnTo>
                <a:lnTo>
                  <a:pt x="7785" y="660"/>
                </a:lnTo>
                <a:lnTo>
                  <a:pt x="7482" y="740"/>
                </a:lnTo>
                <a:lnTo>
                  <a:pt x="6990" y="215"/>
                </a:lnTo>
                <a:lnTo>
                  <a:pt x="6505" y="490"/>
                </a:lnTo>
                <a:lnTo>
                  <a:pt x="6708" y="1183"/>
                </a:lnTo>
                <a:lnTo>
                  <a:pt x="6505" y="1393"/>
                </a:lnTo>
                <a:lnTo>
                  <a:pt x="5793" y="1205"/>
                </a:lnTo>
                <a:lnTo>
                  <a:pt x="5518" y="1683"/>
                </a:lnTo>
                <a:lnTo>
                  <a:pt x="6035" y="2208"/>
                </a:lnTo>
                <a:lnTo>
                  <a:pt x="5963" y="2468"/>
                </a:lnTo>
                <a:lnTo>
                  <a:pt x="5250" y="2663"/>
                </a:lnTo>
                <a:lnTo>
                  <a:pt x="5243" y="3205"/>
                </a:lnTo>
                <a:lnTo>
                  <a:pt x="5963" y="3393"/>
                </a:lnTo>
                <a:lnTo>
                  <a:pt x="6022" y="3695"/>
                </a:lnTo>
                <a:lnTo>
                  <a:pt x="5520" y="4193"/>
                </a:lnTo>
                <a:lnTo>
                  <a:pt x="5780" y="4655"/>
                </a:lnTo>
                <a:lnTo>
                  <a:pt x="6520" y="4468"/>
                </a:lnTo>
                <a:lnTo>
                  <a:pt x="6700" y="4683"/>
                </a:lnTo>
                <a:lnTo>
                  <a:pt x="6497" y="5355"/>
                </a:lnTo>
                <a:lnTo>
                  <a:pt x="6995" y="5645"/>
                </a:lnTo>
                <a:lnTo>
                  <a:pt x="7480" y="5135"/>
                </a:lnTo>
                <a:lnTo>
                  <a:pt x="7770" y="5208"/>
                </a:lnTo>
                <a:lnTo>
                  <a:pt x="7937" y="5920"/>
                </a:lnTo>
                <a:lnTo>
                  <a:pt x="8503" y="5928"/>
                </a:lnTo>
                <a:lnTo>
                  <a:pt x="8670" y="5208"/>
                </a:lnTo>
                <a:lnTo>
                  <a:pt x="8960" y="5120"/>
                </a:lnTo>
                <a:lnTo>
                  <a:pt x="9478" y="5660"/>
                </a:lnTo>
                <a:lnTo>
                  <a:pt x="9987" y="5358"/>
                </a:lnTo>
                <a:lnTo>
                  <a:pt x="9767" y="4658"/>
                </a:lnTo>
                <a:lnTo>
                  <a:pt x="9962" y="4455"/>
                </a:lnTo>
                <a:lnTo>
                  <a:pt x="10682" y="4675"/>
                </a:lnTo>
                <a:lnTo>
                  <a:pt x="10940" y="4173"/>
                </a:lnTo>
                <a:lnTo>
                  <a:pt x="10418" y="3703"/>
                </a:lnTo>
                <a:lnTo>
                  <a:pt x="10473" y="3400"/>
                </a:lnTo>
                <a:lnTo>
                  <a:pt x="11200" y="3225"/>
                </a:lnTo>
                <a:close/>
                <a:moveTo>
                  <a:pt x="8220" y="4355"/>
                </a:moveTo>
                <a:cubicBezTo>
                  <a:pt x="7438" y="4355"/>
                  <a:pt x="6800" y="3720"/>
                  <a:pt x="6800" y="2935"/>
                </a:cubicBezTo>
                <a:cubicBezTo>
                  <a:pt x="6800" y="2150"/>
                  <a:pt x="7435" y="1515"/>
                  <a:pt x="8220" y="1515"/>
                </a:cubicBezTo>
                <a:cubicBezTo>
                  <a:pt x="9005" y="1515"/>
                  <a:pt x="9640" y="2150"/>
                  <a:pt x="9640" y="2935"/>
                </a:cubicBezTo>
                <a:cubicBezTo>
                  <a:pt x="9640" y="3722"/>
                  <a:pt x="9005" y="4355"/>
                  <a:pt x="8220" y="4355"/>
                </a:cubicBezTo>
                <a:close/>
                <a:moveTo>
                  <a:pt x="10028" y="4765"/>
                </a:moveTo>
                <a:lnTo>
                  <a:pt x="11200" y="5128"/>
                </a:lnTo>
                <a:lnTo>
                  <a:pt x="11200" y="6125"/>
                </a:lnTo>
                <a:lnTo>
                  <a:pt x="9823" y="6460"/>
                </a:lnTo>
                <a:lnTo>
                  <a:pt x="9720" y="7027"/>
                </a:lnTo>
                <a:lnTo>
                  <a:pt x="10692" y="7910"/>
                </a:lnTo>
                <a:lnTo>
                  <a:pt x="10212" y="8857"/>
                </a:lnTo>
                <a:lnTo>
                  <a:pt x="8862" y="8440"/>
                </a:lnTo>
                <a:lnTo>
                  <a:pt x="8497" y="8820"/>
                </a:lnTo>
                <a:lnTo>
                  <a:pt x="8915" y="10132"/>
                </a:lnTo>
                <a:lnTo>
                  <a:pt x="7957" y="10700"/>
                </a:lnTo>
                <a:lnTo>
                  <a:pt x="6985" y="9687"/>
                </a:lnTo>
                <a:lnTo>
                  <a:pt x="6442" y="9853"/>
                </a:lnTo>
                <a:lnTo>
                  <a:pt x="6127" y="11203"/>
                </a:lnTo>
                <a:lnTo>
                  <a:pt x="5067" y="11190"/>
                </a:lnTo>
                <a:lnTo>
                  <a:pt x="4752" y="9850"/>
                </a:lnTo>
                <a:lnTo>
                  <a:pt x="4210" y="9710"/>
                </a:lnTo>
                <a:lnTo>
                  <a:pt x="3300" y="10670"/>
                </a:lnTo>
                <a:lnTo>
                  <a:pt x="2365" y="10127"/>
                </a:lnTo>
                <a:lnTo>
                  <a:pt x="2745" y="8865"/>
                </a:lnTo>
                <a:lnTo>
                  <a:pt x="2402" y="8462"/>
                </a:lnTo>
                <a:lnTo>
                  <a:pt x="1015" y="8815"/>
                </a:lnTo>
                <a:lnTo>
                  <a:pt x="522" y="7945"/>
                </a:lnTo>
                <a:lnTo>
                  <a:pt x="1470" y="7010"/>
                </a:lnTo>
                <a:lnTo>
                  <a:pt x="1350" y="6440"/>
                </a:lnTo>
                <a:lnTo>
                  <a:pt x="0" y="6087"/>
                </a:lnTo>
                <a:lnTo>
                  <a:pt x="12" y="5065"/>
                </a:lnTo>
                <a:lnTo>
                  <a:pt x="1350" y="4698"/>
                </a:lnTo>
                <a:lnTo>
                  <a:pt x="1493" y="4205"/>
                </a:lnTo>
                <a:lnTo>
                  <a:pt x="520" y="3220"/>
                </a:lnTo>
                <a:lnTo>
                  <a:pt x="1038" y="2325"/>
                </a:lnTo>
                <a:lnTo>
                  <a:pt x="2378" y="2678"/>
                </a:lnTo>
                <a:lnTo>
                  <a:pt x="2757" y="2285"/>
                </a:lnTo>
                <a:lnTo>
                  <a:pt x="2377" y="985"/>
                </a:lnTo>
                <a:lnTo>
                  <a:pt x="3287" y="467"/>
                </a:lnTo>
                <a:lnTo>
                  <a:pt x="4207" y="1453"/>
                </a:lnTo>
                <a:lnTo>
                  <a:pt x="4775" y="1300"/>
                </a:lnTo>
                <a:lnTo>
                  <a:pt x="5065" y="0"/>
                </a:lnTo>
                <a:lnTo>
                  <a:pt x="6125" y="0"/>
                </a:lnTo>
                <a:lnTo>
                  <a:pt x="6415" y="1148"/>
                </a:lnTo>
                <a:lnTo>
                  <a:pt x="5850" y="1000"/>
                </a:lnTo>
                <a:lnTo>
                  <a:pt x="5693" y="958"/>
                </a:lnTo>
                <a:lnTo>
                  <a:pt x="5610" y="1100"/>
                </a:lnTo>
                <a:lnTo>
                  <a:pt x="5335" y="1578"/>
                </a:lnTo>
                <a:lnTo>
                  <a:pt x="5252" y="1717"/>
                </a:lnTo>
                <a:lnTo>
                  <a:pt x="5367" y="1832"/>
                </a:lnTo>
                <a:lnTo>
                  <a:pt x="5797" y="2267"/>
                </a:lnTo>
                <a:lnTo>
                  <a:pt x="5790" y="2292"/>
                </a:lnTo>
                <a:lnTo>
                  <a:pt x="5195" y="2455"/>
                </a:lnTo>
                <a:lnTo>
                  <a:pt x="5040" y="2497"/>
                </a:lnTo>
                <a:lnTo>
                  <a:pt x="5037" y="2657"/>
                </a:lnTo>
                <a:lnTo>
                  <a:pt x="5033" y="2980"/>
                </a:lnTo>
                <a:cubicBezTo>
                  <a:pt x="3845" y="3240"/>
                  <a:pt x="2950" y="4300"/>
                  <a:pt x="2950" y="5568"/>
                </a:cubicBezTo>
                <a:cubicBezTo>
                  <a:pt x="2950" y="7025"/>
                  <a:pt x="4133" y="8210"/>
                  <a:pt x="5593" y="8210"/>
                </a:cubicBezTo>
                <a:cubicBezTo>
                  <a:pt x="6855" y="8210"/>
                  <a:pt x="7910" y="7325"/>
                  <a:pt x="8173" y="6140"/>
                </a:cubicBezTo>
                <a:lnTo>
                  <a:pt x="8503" y="6145"/>
                </a:lnTo>
                <a:lnTo>
                  <a:pt x="8675" y="6147"/>
                </a:lnTo>
                <a:lnTo>
                  <a:pt x="8715" y="5980"/>
                </a:lnTo>
                <a:lnTo>
                  <a:pt x="8855" y="5380"/>
                </a:lnTo>
                <a:lnTo>
                  <a:pt x="8903" y="5365"/>
                </a:lnTo>
                <a:lnTo>
                  <a:pt x="9330" y="5810"/>
                </a:lnTo>
                <a:lnTo>
                  <a:pt x="9448" y="5932"/>
                </a:lnTo>
                <a:lnTo>
                  <a:pt x="9593" y="5847"/>
                </a:lnTo>
                <a:lnTo>
                  <a:pt x="10103" y="5545"/>
                </a:lnTo>
                <a:lnTo>
                  <a:pt x="10248" y="5458"/>
                </a:lnTo>
                <a:lnTo>
                  <a:pt x="10198" y="5295"/>
                </a:lnTo>
                <a:lnTo>
                  <a:pt x="10028" y="4765"/>
                </a:ln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3" name="iconfont-11790-5634903">
            <a:extLst>
              <a:ext uri="{FF2B5EF4-FFF2-40B4-BE49-F238E27FC236}">
                <a16:creationId xmlns:a16="http://schemas.microsoft.com/office/drawing/2014/main" id="{AD04CA07-DB9C-46B6-96A2-D2699337549B}"/>
              </a:ext>
            </a:extLst>
          </p:cNvPr>
          <p:cNvSpPr>
            <a:spLocks noChangeAspect="1"/>
          </p:cNvSpPr>
          <p:nvPr/>
        </p:nvSpPr>
        <p:spPr bwMode="auto">
          <a:xfrm>
            <a:off x="7924851" y="5172243"/>
            <a:ext cx="436103" cy="351682"/>
          </a:xfrm>
          <a:custGeom>
            <a:avLst/>
            <a:gdLst>
              <a:gd name="T0" fmla="*/ 10175 w 13430"/>
              <a:gd name="T1" fmla="*/ 4102 h 10830"/>
              <a:gd name="T2" fmla="*/ 9240 w 13430"/>
              <a:gd name="T3" fmla="*/ 3059 h 10830"/>
              <a:gd name="T4" fmla="*/ 9063 w 13430"/>
              <a:gd name="T5" fmla="*/ 2239 h 10830"/>
              <a:gd name="T6" fmla="*/ 10975 w 13430"/>
              <a:gd name="T7" fmla="*/ 4359 h 10830"/>
              <a:gd name="T8" fmla="*/ 10175 w 13430"/>
              <a:gd name="T9" fmla="*/ 4102 h 10830"/>
              <a:gd name="T10" fmla="*/ 5370 w 13430"/>
              <a:gd name="T11" fmla="*/ 10830 h 10830"/>
              <a:gd name="T12" fmla="*/ 0 w 13430"/>
              <a:gd name="T13" fmla="*/ 7422 h 10830"/>
              <a:gd name="T14" fmla="*/ 1908 w 13430"/>
              <a:gd name="T15" fmla="*/ 3830 h 10830"/>
              <a:gd name="T16" fmla="*/ 6248 w 13430"/>
              <a:gd name="T17" fmla="*/ 3687 h 10830"/>
              <a:gd name="T18" fmla="*/ 6555 w 13430"/>
              <a:gd name="T19" fmla="*/ 3837 h 10830"/>
              <a:gd name="T20" fmla="*/ 9405 w 13430"/>
              <a:gd name="T21" fmla="*/ 5122 h 10830"/>
              <a:gd name="T22" fmla="*/ 9613 w 13430"/>
              <a:gd name="T23" fmla="*/ 5450 h 10830"/>
              <a:gd name="T24" fmla="*/ 5370 w 13430"/>
              <a:gd name="T25" fmla="*/ 10830 h 10830"/>
              <a:gd name="T26" fmla="*/ 8963 w 13430"/>
              <a:gd name="T27" fmla="*/ 7172 h 10830"/>
              <a:gd name="T28" fmla="*/ 4878 w 13430"/>
              <a:gd name="T29" fmla="*/ 5030 h 10830"/>
              <a:gd name="T30" fmla="*/ 1292 w 13430"/>
              <a:gd name="T31" fmla="*/ 7930 h 10830"/>
              <a:gd name="T32" fmla="*/ 5378 w 13430"/>
              <a:gd name="T33" fmla="*/ 10072 h 10830"/>
              <a:gd name="T34" fmla="*/ 8963 w 13430"/>
              <a:gd name="T35" fmla="*/ 7172 h 10830"/>
              <a:gd name="T36" fmla="*/ 8698 w 13430"/>
              <a:gd name="T37" fmla="*/ 540 h 10830"/>
              <a:gd name="T38" fmla="*/ 8905 w 13430"/>
              <a:gd name="T39" fmla="*/ 1497 h 10830"/>
              <a:gd name="T40" fmla="*/ 11698 w 13430"/>
              <a:gd name="T41" fmla="*/ 4597 h 10830"/>
              <a:gd name="T42" fmla="*/ 12632 w 13430"/>
              <a:gd name="T43" fmla="*/ 4897 h 10830"/>
              <a:gd name="T44" fmla="*/ 8698 w 13430"/>
              <a:gd name="T45" fmla="*/ 540 h 10830"/>
              <a:gd name="T46" fmla="*/ 6735 w 13430"/>
              <a:gd name="T47" fmla="*/ 8315 h 10830"/>
              <a:gd name="T48" fmla="*/ 4007 w 13430"/>
              <a:gd name="T49" fmla="*/ 9472 h 10830"/>
              <a:gd name="T50" fmla="*/ 3000 w 13430"/>
              <a:gd name="T51" fmla="*/ 7230 h 10830"/>
              <a:gd name="T52" fmla="*/ 5585 w 13430"/>
              <a:gd name="T53" fmla="*/ 6102 h 10830"/>
              <a:gd name="T54" fmla="*/ 6735 w 13430"/>
              <a:gd name="T55" fmla="*/ 8315 h 10830"/>
              <a:gd name="T56" fmla="*/ 4577 w 13430"/>
              <a:gd name="T57" fmla="*/ 7565 h 10830"/>
              <a:gd name="T58" fmla="*/ 3627 w 13430"/>
              <a:gd name="T59" fmla="*/ 7887 h 10830"/>
              <a:gd name="T60" fmla="*/ 3842 w 13430"/>
              <a:gd name="T61" fmla="*/ 8737 h 10830"/>
              <a:gd name="T62" fmla="*/ 4820 w 13430"/>
              <a:gd name="T63" fmla="*/ 8415 h 10830"/>
              <a:gd name="T64" fmla="*/ 4577 w 13430"/>
              <a:gd name="T65" fmla="*/ 7565 h 10830"/>
              <a:gd name="T66" fmla="*/ 5392 w 13430"/>
              <a:gd name="T67" fmla="*/ 7230 h 10830"/>
              <a:gd name="T68" fmla="*/ 5035 w 13430"/>
              <a:gd name="T69" fmla="*/ 7365 h 10830"/>
              <a:gd name="T70" fmla="*/ 5127 w 13430"/>
              <a:gd name="T71" fmla="*/ 7687 h 10830"/>
              <a:gd name="T72" fmla="*/ 5492 w 13430"/>
              <a:gd name="T73" fmla="*/ 7552 h 10830"/>
              <a:gd name="T74" fmla="*/ 5392 w 13430"/>
              <a:gd name="T75" fmla="*/ 7230 h 10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3430" h="10830">
                <a:moveTo>
                  <a:pt x="10175" y="4102"/>
                </a:moveTo>
                <a:cubicBezTo>
                  <a:pt x="10365" y="3502"/>
                  <a:pt x="9840" y="2932"/>
                  <a:pt x="9240" y="3059"/>
                </a:cubicBezTo>
                <a:cubicBezTo>
                  <a:pt x="8690" y="3179"/>
                  <a:pt x="8520" y="2357"/>
                  <a:pt x="9063" y="2239"/>
                </a:cubicBezTo>
                <a:cubicBezTo>
                  <a:pt x="10315" y="1967"/>
                  <a:pt x="11370" y="3167"/>
                  <a:pt x="10975" y="4359"/>
                </a:cubicBezTo>
                <a:cubicBezTo>
                  <a:pt x="10805" y="4889"/>
                  <a:pt x="10005" y="4630"/>
                  <a:pt x="10175" y="4102"/>
                </a:cubicBezTo>
                <a:close/>
                <a:moveTo>
                  <a:pt x="5370" y="10830"/>
                </a:moveTo>
                <a:cubicBezTo>
                  <a:pt x="2713" y="10830"/>
                  <a:pt x="0" y="9545"/>
                  <a:pt x="0" y="7422"/>
                </a:cubicBezTo>
                <a:cubicBezTo>
                  <a:pt x="0" y="6314"/>
                  <a:pt x="700" y="5037"/>
                  <a:pt x="1908" y="3830"/>
                </a:cubicBezTo>
                <a:cubicBezTo>
                  <a:pt x="4400" y="1337"/>
                  <a:pt x="6988" y="1307"/>
                  <a:pt x="6248" y="3687"/>
                </a:cubicBezTo>
                <a:cubicBezTo>
                  <a:pt x="6148" y="4015"/>
                  <a:pt x="6555" y="3830"/>
                  <a:pt x="6555" y="3837"/>
                </a:cubicBezTo>
                <a:cubicBezTo>
                  <a:pt x="8543" y="2997"/>
                  <a:pt x="10068" y="3417"/>
                  <a:pt x="9405" y="5122"/>
                </a:cubicBezTo>
                <a:cubicBezTo>
                  <a:pt x="9313" y="5357"/>
                  <a:pt x="9433" y="5395"/>
                  <a:pt x="9613" y="5450"/>
                </a:cubicBezTo>
                <a:cubicBezTo>
                  <a:pt x="13005" y="6507"/>
                  <a:pt x="10483" y="10830"/>
                  <a:pt x="5370" y="10830"/>
                </a:cubicBezTo>
                <a:close/>
                <a:moveTo>
                  <a:pt x="8963" y="7172"/>
                </a:moveTo>
                <a:cubicBezTo>
                  <a:pt x="8828" y="5780"/>
                  <a:pt x="7000" y="4822"/>
                  <a:pt x="4878" y="5030"/>
                </a:cubicBezTo>
                <a:cubicBezTo>
                  <a:pt x="2758" y="5245"/>
                  <a:pt x="1157" y="6537"/>
                  <a:pt x="1292" y="7930"/>
                </a:cubicBezTo>
                <a:cubicBezTo>
                  <a:pt x="1427" y="9322"/>
                  <a:pt x="3255" y="10280"/>
                  <a:pt x="5378" y="10072"/>
                </a:cubicBezTo>
                <a:cubicBezTo>
                  <a:pt x="7497" y="9857"/>
                  <a:pt x="9098" y="8565"/>
                  <a:pt x="8963" y="7172"/>
                </a:cubicBezTo>
                <a:close/>
                <a:moveTo>
                  <a:pt x="8698" y="540"/>
                </a:moveTo>
                <a:cubicBezTo>
                  <a:pt x="8050" y="680"/>
                  <a:pt x="8278" y="1632"/>
                  <a:pt x="8905" y="1497"/>
                </a:cubicBezTo>
                <a:cubicBezTo>
                  <a:pt x="10713" y="1117"/>
                  <a:pt x="12275" y="2817"/>
                  <a:pt x="11698" y="4597"/>
                </a:cubicBezTo>
                <a:cubicBezTo>
                  <a:pt x="11513" y="5202"/>
                  <a:pt x="12425" y="5522"/>
                  <a:pt x="12632" y="4897"/>
                </a:cubicBezTo>
                <a:cubicBezTo>
                  <a:pt x="13430" y="2402"/>
                  <a:pt x="11255" y="0"/>
                  <a:pt x="8698" y="540"/>
                </a:cubicBezTo>
                <a:close/>
                <a:moveTo>
                  <a:pt x="6735" y="8315"/>
                </a:moveTo>
                <a:cubicBezTo>
                  <a:pt x="6308" y="9285"/>
                  <a:pt x="5065" y="9815"/>
                  <a:pt x="4007" y="9472"/>
                </a:cubicBezTo>
                <a:cubicBezTo>
                  <a:pt x="2987" y="9145"/>
                  <a:pt x="2557" y="8137"/>
                  <a:pt x="3000" y="7230"/>
                </a:cubicBezTo>
                <a:cubicBezTo>
                  <a:pt x="3442" y="6345"/>
                  <a:pt x="4578" y="5845"/>
                  <a:pt x="5585" y="6102"/>
                </a:cubicBezTo>
                <a:cubicBezTo>
                  <a:pt x="6635" y="6372"/>
                  <a:pt x="7163" y="7357"/>
                  <a:pt x="6735" y="8315"/>
                </a:cubicBezTo>
                <a:close/>
                <a:moveTo>
                  <a:pt x="4577" y="7565"/>
                </a:moveTo>
                <a:cubicBezTo>
                  <a:pt x="4255" y="7430"/>
                  <a:pt x="3827" y="7572"/>
                  <a:pt x="3627" y="7887"/>
                </a:cubicBezTo>
                <a:cubicBezTo>
                  <a:pt x="3420" y="8210"/>
                  <a:pt x="3520" y="8587"/>
                  <a:pt x="3842" y="8737"/>
                </a:cubicBezTo>
                <a:cubicBezTo>
                  <a:pt x="4170" y="8887"/>
                  <a:pt x="4612" y="8745"/>
                  <a:pt x="4820" y="8415"/>
                </a:cubicBezTo>
                <a:cubicBezTo>
                  <a:pt x="5020" y="8087"/>
                  <a:pt x="4912" y="7707"/>
                  <a:pt x="4577" y="7565"/>
                </a:cubicBezTo>
                <a:close/>
                <a:moveTo>
                  <a:pt x="5392" y="7230"/>
                </a:moveTo>
                <a:cubicBezTo>
                  <a:pt x="5265" y="7187"/>
                  <a:pt x="5107" y="7245"/>
                  <a:pt x="5035" y="7365"/>
                </a:cubicBezTo>
                <a:cubicBezTo>
                  <a:pt x="4962" y="7492"/>
                  <a:pt x="5000" y="7630"/>
                  <a:pt x="5127" y="7687"/>
                </a:cubicBezTo>
                <a:cubicBezTo>
                  <a:pt x="5255" y="7737"/>
                  <a:pt x="5420" y="7680"/>
                  <a:pt x="5492" y="7552"/>
                </a:cubicBezTo>
                <a:cubicBezTo>
                  <a:pt x="5562" y="7422"/>
                  <a:pt x="5520" y="7280"/>
                  <a:pt x="5392" y="7230"/>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4" name="qq-penguin-shape_52088">
            <a:extLst>
              <a:ext uri="{FF2B5EF4-FFF2-40B4-BE49-F238E27FC236}">
                <a16:creationId xmlns:a16="http://schemas.microsoft.com/office/drawing/2014/main" id="{769D5B94-A2D0-4A55-BDD3-2660A8FEA5F7}"/>
              </a:ext>
            </a:extLst>
          </p:cNvPr>
          <p:cNvSpPr>
            <a:spLocks noChangeAspect="1"/>
          </p:cNvSpPr>
          <p:nvPr/>
        </p:nvSpPr>
        <p:spPr bwMode="auto">
          <a:xfrm>
            <a:off x="9323374" y="5208524"/>
            <a:ext cx="436103" cy="425430"/>
          </a:xfrm>
          <a:custGeom>
            <a:avLst/>
            <a:gdLst>
              <a:gd name="T0" fmla="*/ 348 w 432"/>
              <a:gd name="T1" fmla="*/ 176 h 422"/>
              <a:gd name="T2" fmla="*/ 353 w 432"/>
              <a:gd name="T3" fmla="*/ 137 h 422"/>
              <a:gd name="T4" fmla="*/ 216 w 432"/>
              <a:gd name="T5" fmla="*/ 0 h 422"/>
              <a:gd name="T6" fmla="*/ 78 w 432"/>
              <a:gd name="T7" fmla="*/ 137 h 422"/>
              <a:gd name="T8" fmla="*/ 84 w 432"/>
              <a:gd name="T9" fmla="*/ 176 h 422"/>
              <a:gd name="T10" fmla="*/ 27 w 432"/>
              <a:gd name="T11" fmla="*/ 328 h 422"/>
              <a:gd name="T12" fmla="*/ 70 w 432"/>
              <a:gd name="T13" fmla="*/ 290 h 422"/>
              <a:gd name="T14" fmla="*/ 101 w 432"/>
              <a:gd name="T15" fmla="*/ 351 h 422"/>
              <a:gd name="T16" fmla="*/ 65 w 432"/>
              <a:gd name="T17" fmla="*/ 384 h 422"/>
              <a:gd name="T18" fmla="*/ 135 w 432"/>
              <a:gd name="T19" fmla="*/ 422 h 422"/>
              <a:gd name="T20" fmla="*/ 196 w 432"/>
              <a:gd name="T21" fmla="*/ 402 h 422"/>
              <a:gd name="T22" fmla="*/ 216 w 432"/>
              <a:gd name="T23" fmla="*/ 404 h 422"/>
              <a:gd name="T24" fmla="*/ 236 w 432"/>
              <a:gd name="T25" fmla="*/ 402 h 422"/>
              <a:gd name="T26" fmla="*/ 297 w 432"/>
              <a:gd name="T27" fmla="*/ 422 h 422"/>
              <a:gd name="T28" fmla="*/ 367 w 432"/>
              <a:gd name="T29" fmla="*/ 384 h 422"/>
              <a:gd name="T30" fmla="*/ 330 w 432"/>
              <a:gd name="T31" fmla="*/ 351 h 422"/>
              <a:gd name="T32" fmla="*/ 362 w 432"/>
              <a:gd name="T33" fmla="*/ 290 h 422"/>
              <a:gd name="T34" fmla="*/ 404 w 432"/>
              <a:gd name="T35" fmla="*/ 328 h 422"/>
              <a:gd name="T36" fmla="*/ 348 w 432"/>
              <a:gd name="T37" fmla="*/ 176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32" h="422">
                <a:moveTo>
                  <a:pt x="348" y="176"/>
                </a:moveTo>
                <a:cubicBezTo>
                  <a:pt x="351" y="164"/>
                  <a:pt x="353" y="151"/>
                  <a:pt x="353" y="137"/>
                </a:cubicBezTo>
                <a:cubicBezTo>
                  <a:pt x="353" y="61"/>
                  <a:pt x="292" y="0"/>
                  <a:pt x="216" y="0"/>
                </a:cubicBezTo>
                <a:cubicBezTo>
                  <a:pt x="140" y="0"/>
                  <a:pt x="78" y="61"/>
                  <a:pt x="78" y="137"/>
                </a:cubicBezTo>
                <a:cubicBezTo>
                  <a:pt x="78" y="151"/>
                  <a:pt x="80" y="164"/>
                  <a:pt x="84" y="176"/>
                </a:cubicBezTo>
                <a:cubicBezTo>
                  <a:pt x="67" y="190"/>
                  <a:pt x="0" y="250"/>
                  <a:pt x="27" y="328"/>
                </a:cubicBezTo>
                <a:cubicBezTo>
                  <a:pt x="27" y="328"/>
                  <a:pt x="51" y="326"/>
                  <a:pt x="70" y="290"/>
                </a:cubicBezTo>
                <a:cubicBezTo>
                  <a:pt x="76" y="313"/>
                  <a:pt x="86" y="334"/>
                  <a:pt x="101" y="351"/>
                </a:cubicBezTo>
                <a:cubicBezTo>
                  <a:pt x="80" y="357"/>
                  <a:pt x="65" y="370"/>
                  <a:pt x="65" y="384"/>
                </a:cubicBezTo>
                <a:cubicBezTo>
                  <a:pt x="65" y="405"/>
                  <a:pt x="96" y="422"/>
                  <a:pt x="135" y="422"/>
                </a:cubicBezTo>
                <a:cubicBezTo>
                  <a:pt x="161" y="422"/>
                  <a:pt x="184" y="414"/>
                  <a:pt x="196" y="402"/>
                </a:cubicBezTo>
                <a:cubicBezTo>
                  <a:pt x="202" y="403"/>
                  <a:pt x="209" y="404"/>
                  <a:pt x="216" y="404"/>
                </a:cubicBezTo>
                <a:cubicBezTo>
                  <a:pt x="223" y="404"/>
                  <a:pt x="229" y="403"/>
                  <a:pt x="236" y="402"/>
                </a:cubicBezTo>
                <a:cubicBezTo>
                  <a:pt x="248" y="414"/>
                  <a:pt x="271" y="422"/>
                  <a:pt x="297" y="422"/>
                </a:cubicBezTo>
                <a:cubicBezTo>
                  <a:pt x="335" y="422"/>
                  <a:pt x="367" y="405"/>
                  <a:pt x="367" y="384"/>
                </a:cubicBezTo>
                <a:cubicBezTo>
                  <a:pt x="367" y="370"/>
                  <a:pt x="352" y="357"/>
                  <a:pt x="330" y="351"/>
                </a:cubicBezTo>
                <a:cubicBezTo>
                  <a:pt x="345" y="334"/>
                  <a:pt x="356" y="313"/>
                  <a:pt x="362" y="290"/>
                </a:cubicBezTo>
                <a:cubicBezTo>
                  <a:pt x="381" y="326"/>
                  <a:pt x="404" y="328"/>
                  <a:pt x="404" y="328"/>
                </a:cubicBezTo>
                <a:cubicBezTo>
                  <a:pt x="432" y="250"/>
                  <a:pt x="365" y="190"/>
                  <a:pt x="348" y="176"/>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45" name="iconfont-1186-600060">
            <a:extLst>
              <a:ext uri="{FF2B5EF4-FFF2-40B4-BE49-F238E27FC236}">
                <a16:creationId xmlns:a16="http://schemas.microsoft.com/office/drawing/2014/main" id="{BB76F89C-2420-4EF1-B599-253A11D08C61}"/>
              </a:ext>
            </a:extLst>
          </p:cNvPr>
          <p:cNvSpPr>
            <a:spLocks noChangeAspect="1"/>
          </p:cNvSpPr>
          <p:nvPr/>
        </p:nvSpPr>
        <p:spPr bwMode="auto">
          <a:xfrm>
            <a:off x="10590507" y="5180850"/>
            <a:ext cx="698816" cy="425430"/>
          </a:xfrm>
          <a:custGeom>
            <a:avLst/>
            <a:gdLst>
              <a:gd name="T0" fmla="*/ 9934 w 12800"/>
              <a:gd name="T1" fmla="*/ 4202 h 7792"/>
              <a:gd name="T2" fmla="*/ 6623 w 12800"/>
              <a:gd name="T3" fmla="*/ 2783 h 7792"/>
              <a:gd name="T4" fmla="*/ 2894 w 12800"/>
              <a:gd name="T5" fmla="*/ 4202 h 7792"/>
              <a:gd name="T6" fmla="*/ 1837 w 12800"/>
              <a:gd name="T7" fmla="*/ 3757 h 7792"/>
              <a:gd name="T8" fmla="*/ 1837 w 12800"/>
              <a:gd name="T9" fmla="*/ 5037 h 7792"/>
              <a:gd name="T10" fmla="*/ 2115 w 12800"/>
              <a:gd name="T11" fmla="*/ 5426 h 7792"/>
              <a:gd name="T12" fmla="*/ 1837 w 12800"/>
              <a:gd name="T13" fmla="*/ 5816 h 7792"/>
              <a:gd name="T14" fmla="*/ 2143 w 12800"/>
              <a:gd name="T15" fmla="*/ 7179 h 7792"/>
              <a:gd name="T16" fmla="*/ 1197 w 12800"/>
              <a:gd name="T17" fmla="*/ 7179 h 7792"/>
              <a:gd name="T18" fmla="*/ 1503 w 12800"/>
              <a:gd name="T19" fmla="*/ 5788 h 7792"/>
              <a:gd name="T20" fmla="*/ 1252 w 12800"/>
              <a:gd name="T21" fmla="*/ 5399 h 7792"/>
              <a:gd name="T22" fmla="*/ 1503 w 12800"/>
              <a:gd name="T23" fmla="*/ 5009 h 7792"/>
              <a:gd name="T24" fmla="*/ 1503 w 12800"/>
              <a:gd name="T25" fmla="*/ 3618 h 7792"/>
              <a:gd name="T26" fmla="*/ 0 w 12800"/>
              <a:gd name="T27" fmla="*/ 3006 h 7792"/>
              <a:gd name="T28" fmla="*/ 6678 w 12800"/>
              <a:gd name="T29" fmla="*/ 0 h 7792"/>
              <a:gd name="T30" fmla="*/ 12800 w 12800"/>
              <a:gd name="T31" fmla="*/ 3033 h 7792"/>
              <a:gd name="T32" fmla="*/ 9934 w 12800"/>
              <a:gd name="T33" fmla="*/ 4202 h 7792"/>
              <a:gd name="T34" fmla="*/ 6511 w 12800"/>
              <a:gd name="T35" fmla="*/ 3479 h 7792"/>
              <a:gd name="T36" fmla="*/ 9517 w 12800"/>
              <a:gd name="T37" fmla="*/ 4508 h 7792"/>
              <a:gd name="T38" fmla="*/ 9517 w 12800"/>
              <a:gd name="T39" fmla="*/ 6985 h 7792"/>
              <a:gd name="T40" fmla="*/ 6344 w 12800"/>
              <a:gd name="T41" fmla="*/ 7792 h 7792"/>
              <a:gd name="T42" fmla="*/ 3534 w 12800"/>
              <a:gd name="T43" fmla="*/ 6985 h 7792"/>
              <a:gd name="T44" fmla="*/ 3534 w 12800"/>
              <a:gd name="T45" fmla="*/ 4508 h 7792"/>
              <a:gd name="T46" fmla="*/ 6511 w 12800"/>
              <a:gd name="T47" fmla="*/ 3479 h 7792"/>
              <a:gd name="T48" fmla="*/ 6483 w 12800"/>
              <a:gd name="T49" fmla="*/ 7346 h 7792"/>
              <a:gd name="T50" fmla="*/ 8904 w 12800"/>
              <a:gd name="T51" fmla="*/ 6734 h 7792"/>
              <a:gd name="T52" fmla="*/ 6483 w 12800"/>
              <a:gd name="T53" fmla="*/ 6122 h 7792"/>
              <a:gd name="T54" fmla="*/ 4063 w 12800"/>
              <a:gd name="T55" fmla="*/ 6734 h 7792"/>
              <a:gd name="T56" fmla="*/ 6483 w 12800"/>
              <a:gd name="T57" fmla="*/ 7346 h 7792"/>
              <a:gd name="T58" fmla="*/ 6483 w 12800"/>
              <a:gd name="T59" fmla="*/ 7346 h 7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2800" h="7792">
                <a:moveTo>
                  <a:pt x="9934" y="4202"/>
                </a:moveTo>
                <a:cubicBezTo>
                  <a:pt x="9934" y="4202"/>
                  <a:pt x="8543" y="2783"/>
                  <a:pt x="6623" y="2783"/>
                </a:cubicBezTo>
                <a:cubicBezTo>
                  <a:pt x="4730" y="2783"/>
                  <a:pt x="2894" y="4202"/>
                  <a:pt x="2894" y="4202"/>
                </a:cubicBezTo>
                <a:lnTo>
                  <a:pt x="1837" y="3757"/>
                </a:lnTo>
                <a:lnTo>
                  <a:pt x="1837" y="5037"/>
                </a:lnTo>
                <a:cubicBezTo>
                  <a:pt x="2003" y="5093"/>
                  <a:pt x="2115" y="5232"/>
                  <a:pt x="2115" y="5426"/>
                </a:cubicBezTo>
                <a:cubicBezTo>
                  <a:pt x="2115" y="5621"/>
                  <a:pt x="2003" y="5760"/>
                  <a:pt x="1837" y="5816"/>
                </a:cubicBezTo>
                <a:lnTo>
                  <a:pt x="2143" y="7179"/>
                </a:lnTo>
                <a:lnTo>
                  <a:pt x="1197" y="7179"/>
                </a:lnTo>
                <a:lnTo>
                  <a:pt x="1503" y="5788"/>
                </a:lnTo>
                <a:cubicBezTo>
                  <a:pt x="1363" y="5733"/>
                  <a:pt x="1252" y="5566"/>
                  <a:pt x="1252" y="5399"/>
                </a:cubicBezTo>
                <a:cubicBezTo>
                  <a:pt x="1252" y="5232"/>
                  <a:pt x="1363" y="5093"/>
                  <a:pt x="1503" y="5009"/>
                </a:cubicBezTo>
                <a:lnTo>
                  <a:pt x="1503" y="3618"/>
                </a:lnTo>
                <a:lnTo>
                  <a:pt x="0" y="3006"/>
                </a:lnTo>
                <a:lnTo>
                  <a:pt x="6678" y="0"/>
                </a:lnTo>
                <a:lnTo>
                  <a:pt x="12800" y="3033"/>
                </a:lnTo>
                <a:lnTo>
                  <a:pt x="9934" y="4202"/>
                </a:lnTo>
                <a:close/>
                <a:moveTo>
                  <a:pt x="6511" y="3479"/>
                </a:moveTo>
                <a:cubicBezTo>
                  <a:pt x="8459" y="3479"/>
                  <a:pt x="9517" y="4508"/>
                  <a:pt x="9517" y="4508"/>
                </a:cubicBezTo>
                <a:lnTo>
                  <a:pt x="9517" y="6985"/>
                </a:lnTo>
                <a:cubicBezTo>
                  <a:pt x="9517" y="6985"/>
                  <a:pt x="8403" y="7792"/>
                  <a:pt x="6344" y="7792"/>
                </a:cubicBezTo>
                <a:cubicBezTo>
                  <a:pt x="4285" y="7792"/>
                  <a:pt x="3534" y="6985"/>
                  <a:pt x="3534" y="6985"/>
                </a:cubicBezTo>
                <a:lnTo>
                  <a:pt x="3534" y="4508"/>
                </a:lnTo>
                <a:cubicBezTo>
                  <a:pt x="3562" y="4508"/>
                  <a:pt x="4591" y="3479"/>
                  <a:pt x="6511" y="3479"/>
                </a:cubicBezTo>
                <a:close/>
                <a:moveTo>
                  <a:pt x="6483" y="7346"/>
                </a:moveTo>
                <a:cubicBezTo>
                  <a:pt x="7819" y="7346"/>
                  <a:pt x="8904" y="7068"/>
                  <a:pt x="8904" y="6734"/>
                </a:cubicBezTo>
                <a:cubicBezTo>
                  <a:pt x="8904" y="6400"/>
                  <a:pt x="7819" y="6122"/>
                  <a:pt x="6483" y="6122"/>
                </a:cubicBezTo>
                <a:cubicBezTo>
                  <a:pt x="5148" y="6122"/>
                  <a:pt x="4063" y="6400"/>
                  <a:pt x="4063" y="6734"/>
                </a:cubicBezTo>
                <a:cubicBezTo>
                  <a:pt x="4063" y="7068"/>
                  <a:pt x="5148" y="7346"/>
                  <a:pt x="6483" y="7346"/>
                </a:cubicBezTo>
                <a:close/>
                <a:moveTo>
                  <a:pt x="6483" y="7346"/>
                </a:move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grpSp>
        <p:nvGrpSpPr>
          <p:cNvPr id="46" name="组合 45">
            <a:extLst>
              <a:ext uri="{FF2B5EF4-FFF2-40B4-BE49-F238E27FC236}">
                <a16:creationId xmlns:a16="http://schemas.microsoft.com/office/drawing/2014/main" id="{C4B927AE-E767-4A18-8BB9-8152D8E22A93}"/>
              </a:ext>
            </a:extLst>
          </p:cNvPr>
          <p:cNvGrpSpPr/>
          <p:nvPr/>
        </p:nvGrpSpPr>
        <p:grpSpPr>
          <a:xfrm>
            <a:off x="2813984" y="250441"/>
            <a:ext cx="6727441" cy="830997"/>
            <a:chOff x="2982082" y="157588"/>
            <a:chExt cx="6727441" cy="830997"/>
          </a:xfrm>
        </p:grpSpPr>
        <p:sp>
          <p:nvSpPr>
            <p:cNvPr id="47" name="文本框 46">
              <a:extLst>
                <a:ext uri="{FF2B5EF4-FFF2-40B4-BE49-F238E27FC236}">
                  <a16:creationId xmlns:a16="http://schemas.microsoft.com/office/drawing/2014/main" id="{C628F4CA-8A0A-4A71-827E-AC9CAD01FB24}"/>
                </a:ext>
              </a:extLst>
            </p:cNvPr>
            <p:cNvSpPr txBox="1"/>
            <p:nvPr/>
          </p:nvSpPr>
          <p:spPr>
            <a:xfrm>
              <a:off x="3971779" y="157588"/>
              <a:ext cx="4693920" cy="830997"/>
            </a:xfrm>
            <a:prstGeom prst="rect">
              <a:avLst/>
            </a:prstGeom>
            <a:noFill/>
          </p:spPr>
          <p:txBody>
            <a:bodyPr wrap="square" rtlCol="0">
              <a:spAutoFit/>
            </a:bodyPr>
            <a:lstStyle/>
            <a:p>
              <a:pPr algn="dist">
                <a:defRPr/>
              </a:pPr>
              <a:r>
                <a:rPr lang="zh-CN" altLang="en-US" sz="4800" kern="0" dirty="0">
                  <a:solidFill>
                    <a:srgbClr val="FFFFFF"/>
                  </a:solidFill>
                  <a:effectLst>
                    <a:outerShdw blurRad="215900" dist="38100" dir="13500000" algn="br" rotWithShape="0">
                      <a:prstClr val="black">
                        <a:alpha val="35000"/>
                      </a:prstClr>
                    </a:outerShdw>
                  </a:effectLst>
                  <a:latin typeface="Arial" panose="020F0502020204030204"/>
                  <a:ea typeface="微软雅黑"/>
                  <a:cs typeface="+mn-ea"/>
                  <a:sym typeface="+mn-lt"/>
                </a:rPr>
                <a:t>附赠图标</a:t>
              </a:r>
            </a:p>
          </p:txBody>
        </p:sp>
        <p:cxnSp>
          <p:nvCxnSpPr>
            <p:cNvPr id="48" name="直接连接符 47">
              <a:extLst>
                <a:ext uri="{FF2B5EF4-FFF2-40B4-BE49-F238E27FC236}">
                  <a16:creationId xmlns:a16="http://schemas.microsoft.com/office/drawing/2014/main" id="{0B2EAF26-9C29-47C3-8FC6-B32EB76EEE41}"/>
                </a:ext>
              </a:extLst>
            </p:cNvPr>
            <p:cNvCxnSpPr>
              <a:cxnSpLocks/>
            </p:cNvCxnSpPr>
            <p:nvPr/>
          </p:nvCxnSpPr>
          <p:spPr>
            <a:xfrm>
              <a:off x="2982082" y="597369"/>
              <a:ext cx="694544" cy="0"/>
            </a:xfrm>
            <a:prstGeom prst="line">
              <a:avLst/>
            </a:prstGeom>
            <a:noFill/>
            <a:ln w="50800" cap="flat" cmpd="sng" algn="ctr">
              <a:solidFill>
                <a:srgbClr val="FFFFFF"/>
              </a:solidFill>
              <a:prstDash val="solid"/>
              <a:miter lim="800000"/>
            </a:ln>
            <a:effectLst/>
          </p:spPr>
        </p:cxnSp>
        <p:cxnSp>
          <p:nvCxnSpPr>
            <p:cNvPr id="49" name="直接连接符 48">
              <a:extLst>
                <a:ext uri="{FF2B5EF4-FFF2-40B4-BE49-F238E27FC236}">
                  <a16:creationId xmlns:a16="http://schemas.microsoft.com/office/drawing/2014/main" id="{CFA884AB-8E53-4A5E-B4E8-241673082BC7}"/>
                </a:ext>
              </a:extLst>
            </p:cNvPr>
            <p:cNvCxnSpPr>
              <a:cxnSpLocks/>
            </p:cNvCxnSpPr>
            <p:nvPr/>
          </p:nvCxnSpPr>
          <p:spPr>
            <a:xfrm>
              <a:off x="9014979" y="655985"/>
              <a:ext cx="694544" cy="0"/>
            </a:xfrm>
            <a:prstGeom prst="line">
              <a:avLst/>
            </a:prstGeom>
            <a:noFill/>
            <a:ln w="50800" cap="flat" cmpd="sng" algn="ctr">
              <a:solidFill>
                <a:srgbClr val="FFFFFF"/>
              </a:solidFill>
              <a:prstDash val="solid"/>
              <a:miter lim="800000"/>
            </a:ln>
            <a:effectLst/>
          </p:spPr>
        </p:cxnSp>
      </p:grpSp>
    </p:spTree>
    <p:extLst>
      <p:ext uri="{BB962C8B-B14F-4D97-AF65-F5344CB8AC3E}">
        <p14:creationId xmlns:p14="http://schemas.microsoft.com/office/powerpoint/2010/main" val="392801592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D4036D83-1C97-4B08-AE3C-7AEDA923BBD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419215" y="1678797"/>
            <a:ext cx="7124626" cy="7124626"/>
          </a:xfrm>
          <a:prstGeom prst="rect">
            <a:avLst/>
          </a:prstGeom>
        </p:spPr>
      </p:pic>
      <p:pic>
        <p:nvPicPr>
          <p:cNvPr id="5" name="Picture 2">
            <a:extLst>
              <a:ext uri="{FF2B5EF4-FFF2-40B4-BE49-F238E27FC236}">
                <a16:creationId xmlns:a16="http://schemas.microsoft.com/office/drawing/2014/main" id="{7014BE1E-9895-46A3-A269-4F2EC9A44DD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35601" b="12078"/>
          <a:stretch/>
        </p:blipFill>
        <p:spPr bwMode="auto">
          <a:xfrm>
            <a:off x="0" y="2106219"/>
            <a:ext cx="12214205" cy="3024460"/>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694115BE-34ED-407E-929E-7206110F62ED}"/>
              </a:ext>
            </a:extLst>
          </p:cNvPr>
          <p:cNvSpPr/>
          <p:nvPr/>
        </p:nvSpPr>
        <p:spPr>
          <a:xfrm>
            <a:off x="0" y="2107257"/>
            <a:ext cx="12215445" cy="3023423"/>
          </a:xfrm>
          <a:prstGeom prst="rect">
            <a:avLst/>
          </a:prstGeom>
          <a:solidFill>
            <a:srgbClr val="0C49B7">
              <a:alpha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cxnSp>
        <p:nvCxnSpPr>
          <p:cNvPr id="14" name="直接连接符 13">
            <a:extLst>
              <a:ext uri="{FF2B5EF4-FFF2-40B4-BE49-F238E27FC236}">
                <a16:creationId xmlns:a16="http://schemas.microsoft.com/office/drawing/2014/main" id="{27DF0BF8-018C-4FDD-A3BA-D79B2F32A3B7}"/>
              </a:ext>
            </a:extLst>
          </p:cNvPr>
          <p:cNvCxnSpPr>
            <a:cxnSpLocks/>
            <a:endCxn id="16" idx="1"/>
          </p:cNvCxnSpPr>
          <p:nvPr/>
        </p:nvCxnSpPr>
        <p:spPr>
          <a:xfrm flipV="1">
            <a:off x="0" y="5522445"/>
            <a:ext cx="5022908" cy="7132"/>
          </a:xfrm>
          <a:prstGeom prst="line">
            <a:avLst/>
          </a:prstGeom>
          <a:noFill/>
          <a:ln w="38100" cap="flat" cmpd="sng" algn="ctr">
            <a:solidFill>
              <a:srgbClr val="0C49B7"/>
            </a:solidFill>
            <a:prstDash val="solid"/>
            <a:miter lim="800000"/>
          </a:ln>
          <a:effectLst/>
        </p:spPr>
      </p:cxnSp>
      <p:cxnSp>
        <p:nvCxnSpPr>
          <p:cNvPr id="15" name="直接连接符 14">
            <a:extLst>
              <a:ext uri="{FF2B5EF4-FFF2-40B4-BE49-F238E27FC236}">
                <a16:creationId xmlns:a16="http://schemas.microsoft.com/office/drawing/2014/main" id="{FC0357B2-C74F-4527-8CC3-ABD1C43FEBF6}"/>
              </a:ext>
            </a:extLst>
          </p:cNvPr>
          <p:cNvCxnSpPr>
            <a:cxnSpLocks/>
            <a:stCxn id="16" idx="3"/>
          </p:cNvCxnSpPr>
          <p:nvPr/>
        </p:nvCxnSpPr>
        <p:spPr>
          <a:xfrm>
            <a:off x="7169092" y="5522445"/>
            <a:ext cx="5045113" cy="7132"/>
          </a:xfrm>
          <a:prstGeom prst="line">
            <a:avLst/>
          </a:prstGeom>
          <a:noFill/>
          <a:ln w="38100" cap="flat" cmpd="sng" algn="ctr">
            <a:solidFill>
              <a:srgbClr val="0C49B7"/>
            </a:solidFill>
            <a:prstDash val="solid"/>
            <a:miter lim="800000"/>
          </a:ln>
          <a:effectLst/>
        </p:spPr>
      </p:cxnSp>
      <p:pic>
        <p:nvPicPr>
          <p:cNvPr id="16" name="图片 15">
            <a:extLst>
              <a:ext uri="{FF2B5EF4-FFF2-40B4-BE49-F238E27FC236}">
                <a16:creationId xmlns:a16="http://schemas.microsoft.com/office/drawing/2014/main" id="{47CB63C7-A0A1-43D6-BC88-C8F3884ED186}"/>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5036563" y="5353168"/>
            <a:ext cx="2118874" cy="338553"/>
          </a:xfrm>
          <a:prstGeom prst="rect">
            <a:avLst/>
          </a:prstGeom>
        </p:spPr>
      </p:pic>
      <p:grpSp>
        <p:nvGrpSpPr>
          <p:cNvPr id="17" name="组合 16">
            <a:extLst>
              <a:ext uri="{FF2B5EF4-FFF2-40B4-BE49-F238E27FC236}">
                <a16:creationId xmlns:a16="http://schemas.microsoft.com/office/drawing/2014/main" id="{4B430D64-60EA-4ED4-B546-E07D34F40436}"/>
              </a:ext>
            </a:extLst>
          </p:cNvPr>
          <p:cNvGrpSpPr/>
          <p:nvPr/>
        </p:nvGrpSpPr>
        <p:grpSpPr>
          <a:xfrm>
            <a:off x="3968198" y="808968"/>
            <a:ext cx="4255603" cy="1068170"/>
            <a:chOff x="985945" y="526951"/>
            <a:chExt cx="4255603" cy="1068170"/>
          </a:xfrm>
        </p:grpSpPr>
        <p:pic>
          <p:nvPicPr>
            <p:cNvPr id="18" name="图片 17">
              <a:extLst>
                <a:ext uri="{FF2B5EF4-FFF2-40B4-BE49-F238E27FC236}">
                  <a16:creationId xmlns:a16="http://schemas.microsoft.com/office/drawing/2014/main" id="{E40649E3-E3A9-4AF2-9615-CBEFFDF57949}"/>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85945" y="526951"/>
              <a:ext cx="1068170" cy="1068170"/>
            </a:xfrm>
            <a:prstGeom prst="rect">
              <a:avLst/>
            </a:prstGeom>
          </p:spPr>
        </p:pic>
        <p:pic>
          <p:nvPicPr>
            <p:cNvPr id="19" name="图片 18">
              <a:extLst>
                <a:ext uri="{FF2B5EF4-FFF2-40B4-BE49-F238E27FC236}">
                  <a16:creationId xmlns:a16="http://schemas.microsoft.com/office/drawing/2014/main" id="{74D9A361-FF78-4F4A-8727-B20731A616A0}"/>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2050235" y="642953"/>
              <a:ext cx="3191313" cy="522925"/>
            </a:xfrm>
            <a:prstGeom prst="rect">
              <a:avLst/>
            </a:prstGeom>
          </p:spPr>
        </p:pic>
        <p:sp>
          <p:nvSpPr>
            <p:cNvPr id="20" name="矩形 19">
              <a:extLst>
                <a:ext uri="{FF2B5EF4-FFF2-40B4-BE49-F238E27FC236}">
                  <a16:creationId xmlns:a16="http://schemas.microsoft.com/office/drawing/2014/main" id="{2B574254-B8AE-4285-9800-E0F8630A3AD1}"/>
                </a:ext>
              </a:extLst>
            </p:cNvPr>
            <p:cNvSpPr/>
            <p:nvPr/>
          </p:nvSpPr>
          <p:spPr>
            <a:xfrm>
              <a:off x="2164265" y="1124660"/>
              <a:ext cx="3077283" cy="307777"/>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
        <p:nvSpPr>
          <p:cNvPr id="21" name="Rectangle 10">
            <a:extLst>
              <a:ext uri="{FF2B5EF4-FFF2-40B4-BE49-F238E27FC236}">
                <a16:creationId xmlns:a16="http://schemas.microsoft.com/office/drawing/2014/main" id="{178B4715-213C-4130-B388-F2AED9BB4EC4}"/>
              </a:ext>
            </a:extLst>
          </p:cNvPr>
          <p:cNvSpPr/>
          <p:nvPr/>
        </p:nvSpPr>
        <p:spPr>
          <a:xfrm>
            <a:off x="472916" y="4248086"/>
            <a:ext cx="11017224" cy="400110"/>
          </a:xfrm>
          <a:prstGeom prst="rect">
            <a:avLst/>
          </a:prstGeom>
        </p:spPr>
        <p:txBody>
          <a:bodyPr wrap="square">
            <a:spAutoFit/>
          </a:bodyPr>
          <a:lstStyle/>
          <a:p>
            <a:pPr algn="ctr"/>
            <a:r>
              <a:rPr lang="en-US" altLang="zh-CN" sz="2000" b="1" dirty="0">
                <a:solidFill>
                  <a:prstClr val="white"/>
                </a:solidFill>
                <a:latin typeface="微软雅黑 Light" panose="020B0502040204020203" pitchFamily="34" charset="-122"/>
                <a:ea typeface="微软雅黑 Light" panose="020B0502040204020203" pitchFamily="34" charset="-122"/>
              </a:rPr>
              <a:t>BEIHANG UNIVERSITY </a:t>
            </a:r>
            <a:r>
              <a:rPr lang="zh-CN" altLang="en-US" sz="2000" b="1" dirty="0">
                <a:solidFill>
                  <a:prstClr val="white"/>
                </a:solidFill>
                <a:latin typeface="微软雅黑 Light" panose="020B0502040204020203" pitchFamily="34" charset="-122"/>
                <a:ea typeface="微软雅黑 Light" panose="020B0502040204020203" pitchFamily="34" charset="-122"/>
              </a:rPr>
              <a:t>GRADUATION REPLY GENERAL TEMPLATE</a:t>
            </a:r>
          </a:p>
        </p:txBody>
      </p:sp>
      <p:sp>
        <p:nvSpPr>
          <p:cNvPr id="22" name="Rectangle 9">
            <a:extLst>
              <a:ext uri="{FF2B5EF4-FFF2-40B4-BE49-F238E27FC236}">
                <a16:creationId xmlns:a16="http://schemas.microsoft.com/office/drawing/2014/main" id="{13874866-8ECB-4DB7-A378-438311BD9B22}"/>
              </a:ext>
            </a:extLst>
          </p:cNvPr>
          <p:cNvSpPr/>
          <p:nvPr/>
        </p:nvSpPr>
        <p:spPr>
          <a:xfrm>
            <a:off x="-24684" y="2795748"/>
            <a:ext cx="12238889" cy="1200329"/>
          </a:xfrm>
          <a:prstGeom prst="rect">
            <a:avLst/>
          </a:prstGeom>
        </p:spPr>
        <p:txBody>
          <a:bodyPr wrap="square">
            <a:spAutoFit/>
          </a:bodyPr>
          <a:lstStyle/>
          <a:p>
            <a:pPr algn="ctr"/>
            <a:r>
              <a:rPr lang="zh-CN" altLang="en-US" sz="7200" b="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  感谢观看 期待您的指点</a:t>
            </a:r>
            <a:r>
              <a:rPr lang="zh-CN" altLang="en-US" sz="7200" b="1" i="1" dirty="0">
                <a:solidFill>
                  <a:prstClr val="white"/>
                </a:solidFill>
                <a:latin typeface="微软雅黑" panose="020B0503020204020204" pitchFamily="34" charset="-122"/>
                <a:ea typeface="微软雅黑" panose="020B0503020204020204" pitchFamily="34" charset="-122"/>
                <a:cs typeface="阿里巴巴普惠体 B" panose="00020600040101010101" pitchFamily="18" charset="-122"/>
              </a:rPr>
              <a:t>！</a:t>
            </a:r>
          </a:p>
        </p:txBody>
      </p:sp>
      <p:grpSp>
        <p:nvGrpSpPr>
          <p:cNvPr id="23" name="组合 22">
            <a:extLst>
              <a:ext uri="{FF2B5EF4-FFF2-40B4-BE49-F238E27FC236}">
                <a16:creationId xmlns:a16="http://schemas.microsoft.com/office/drawing/2014/main" id="{75EC7289-EDAC-475D-9EE4-D5E3AB633F0A}"/>
              </a:ext>
            </a:extLst>
          </p:cNvPr>
          <p:cNvGrpSpPr/>
          <p:nvPr/>
        </p:nvGrpSpPr>
        <p:grpSpPr>
          <a:xfrm>
            <a:off x="2388937" y="6230473"/>
            <a:ext cx="7205735" cy="338554"/>
            <a:chOff x="415917" y="6056049"/>
            <a:chExt cx="7205735" cy="338554"/>
          </a:xfrm>
        </p:grpSpPr>
        <p:sp>
          <p:nvSpPr>
            <p:cNvPr id="24" name="TextBox 14">
              <a:extLst>
                <a:ext uri="{FF2B5EF4-FFF2-40B4-BE49-F238E27FC236}">
                  <a16:creationId xmlns:a16="http://schemas.microsoft.com/office/drawing/2014/main" id="{D6E469E3-7F38-4756-842A-13BAAC787229}"/>
                </a:ext>
              </a:extLst>
            </p:cNvPr>
            <p:cNvSpPr txBox="1"/>
            <p:nvPr/>
          </p:nvSpPr>
          <p:spPr>
            <a:xfrm>
              <a:off x="415917" y="6056049"/>
              <a:ext cx="2031325"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答辩人：星空情报站</a:t>
              </a:r>
            </a:p>
          </p:txBody>
        </p:sp>
        <p:sp>
          <p:nvSpPr>
            <p:cNvPr id="25" name="TextBox 28">
              <a:extLst>
                <a:ext uri="{FF2B5EF4-FFF2-40B4-BE49-F238E27FC236}">
                  <a16:creationId xmlns:a16="http://schemas.microsoft.com/office/drawing/2014/main" id="{BCD24276-E34F-4EB7-A713-C5111E8FD518}"/>
                </a:ext>
              </a:extLst>
            </p:cNvPr>
            <p:cNvSpPr txBox="1"/>
            <p:nvPr/>
          </p:nvSpPr>
          <p:spPr>
            <a:xfrm>
              <a:off x="2741384" y="6056049"/>
              <a:ext cx="2294218"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指导老师：</a:t>
              </a:r>
              <a:r>
                <a:rPr lang="en-US" altLang="zh-CN" sz="1600" b="1" dirty="0">
                  <a:solidFill>
                    <a:srgbClr val="0C49B7"/>
                  </a:solidFill>
                  <a:latin typeface="Arial" panose="020F0502020204030204"/>
                  <a:ea typeface="微软雅黑"/>
                  <a:cs typeface="+mn-ea"/>
                </a:rPr>
                <a:t> </a:t>
              </a:r>
              <a:r>
                <a:rPr lang="zh-CN" altLang="en-US" sz="1600" b="1" dirty="0">
                  <a:solidFill>
                    <a:srgbClr val="0C49B7"/>
                  </a:solidFill>
                  <a:latin typeface="Arial" panose="020F0502020204030204"/>
                  <a:ea typeface="微软雅黑"/>
                  <a:cs typeface="+mn-ea"/>
                </a:rPr>
                <a:t>微信公众号</a:t>
              </a:r>
            </a:p>
          </p:txBody>
        </p:sp>
        <p:sp>
          <p:nvSpPr>
            <p:cNvPr id="26" name="TextBox 90">
              <a:extLst>
                <a:ext uri="{FF2B5EF4-FFF2-40B4-BE49-F238E27FC236}">
                  <a16:creationId xmlns:a16="http://schemas.microsoft.com/office/drawing/2014/main" id="{5B872297-A36B-4F0B-9A29-EF9E291912A0}"/>
                </a:ext>
              </a:extLst>
            </p:cNvPr>
            <p:cNvSpPr txBox="1"/>
            <p:nvPr/>
          </p:nvSpPr>
          <p:spPr>
            <a:xfrm>
              <a:off x="5295374" y="6056049"/>
              <a:ext cx="2326278" cy="338554"/>
            </a:xfrm>
            <a:prstGeom prst="rect">
              <a:avLst/>
            </a:prstGeom>
            <a:noFill/>
          </p:spPr>
          <p:txBody>
            <a:bodyPr wrap="none" rtlCol="0">
              <a:spAutoFit/>
            </a:bodyPr>
            <a:lstStyle/>
            <a:p>
              <a:r>
                <a:rPr lang="zh-CN" altLang="en-US" sz="1600" b="1" dirty="0">
                  <a:solidFill>
                    <a:srgbClr val="0C49B7"/>
                  </a:solidFill>
                  <a:latin typeface="Arial" panose="020F0502020204030204"/>
                  <a:ea typeface="微软雅黑"/>
                  <a:cs typeface="+mn-ea"/>
                </a:rPr>
                <a:t>日期：</a:t>
              </a:r>
              <a:r>
                <a:rPr lang="en-US" altLang="zh-CN" sz="1600" b="1" dirty="0">
                  <a:solidFill>
                    <a:srgbClr val="0C49B7"/>
                  </a:solidFill>
                  <a:latin typeface="Arial" panose="020F0502020204030204"/>
                  <a:ea typeface="微软雅黑"/>
                  <a:cs typeface="+mn-ea"/>
                </a:rPr>
                <a:t>2023</a:t>
              </a:r>
              <a:r>
                <a:rPr lang="zh-CN" altLang="en-US" sz="1600" b="1" dirty="0">
                  <a:solidFill>
                    <a:srgbClr val="0C49B7"/>
                  </a:solidFill>
                  <a:latin typeface="Arial" panose="020F0502020204030204"/>
                  <a:ea typeface="微软雅黑"/>
                  <a:cs typeface="+mn-ea"/>
                </a:rPr>
                <a:t>年</a:t>
              </a:r>
              <a:r>
                <a:rPr lang="en-US" altLang="zh-CN" sz="1600" b="1" dirty="0">
                  <a:solidFill>
                    <a:srgbClr val="0C49B7"/>
                  </a:solidFill>
                  <a:latin typeface="Arial" panose="020F0502020204030204"/>
                  <a:ea typeface="微软雅黑"/>
                  <a:cs typeface="+mn-ea"/>
                </a:rPr>
                <a:t>09</a:t>
              </a:r>
              <a:r>
                <a:rPr lang="zh-CN" altLang="en-US" sz="1600" b="1" dirty="0">
                  <a:solidFill>
                    <a:srgbClr val="0C49B7"/>
                  </a:solidFill>
                  <a:latin typeface="Arial" panose="020F0502020204030204"/>
                  <a:ea typeface="微软雅黑"/>
                  <a:cs typeface="+mn-ea"/>
                </a:rPr>
                <a:t>月</a:t>
              </a:r>
              <a:r>
                <a:rPr lang="en-US" altLang="zh-CN" sz="1600" b="1" dirty="0">
                  <a:solidFill>
                    <a:srgbClr val="0C49B7"/>
                  </a:solidFill>
                  <a:latin typeface="Arial" panose="020F0502020204030204"/>
                  <a:ea typeface="微软雅黑"/>
                  <a:cs typeface="+mn-ea"/>
                </a:rPr>
                <a:t>30</a:t>
              </a:r>
              <a:r>
                <a:rPr lang="zh-CN" altLang="en-US" sz="1600" b="1" dirty="0">
                  <a:solidFill>
                    <a:srgbClr val="0C49B7"/>
                  </a:solidFill>
                  <a:latin typeface="Arial" panose="020F0502020204030204"/>
                  <a:ea typeface="微软雅黑"/>
                  <a:cs typeface="+mn-ea"/>
                </a:rPr>
                <a:t>日</a:t>
              </a:r>
            </a:p>
          </p:txBody>
        </p:sp>
      </p:grpSp>
    </p:spTree>
    <p:extLst>
      <p:ext uri="{BB962C8B-B14F-4D97-AF65-F5344CB8AC3E}">
        <p14:creationId xmlns:p14="http://schemas.microsoft.com/office/powerpoint/2010/main" val="153538554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DFA013-C969-430B-9872-8ECCDB9BA6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
            <a:ext cx="12191999" cy="6872989"/>
          </a:xfrm>
          <a:custGeom>
            <a:avLst/>
            <a:gdLst>
              <a:gd name="connsiteX0" fmla="*/ 0 w 12191999"/>
              <a:gd name="connsiteY0" fmla="*/ 0 h 6858000"/>
              <a:gd name="connsiteX1" fmla="*/ 12191999 w 12191999"/>
              <a:gd name="connsiteY1" fmla="*/ 0 h 6858000"/>
              <a:gd name="connsiteX2" fmla="*/ 12191999 w 12191999"/>
              <a:gd name="connsiteY2" fmla="*/ 1 h 6858000"/>
              <a:gd name="connsiteX3" fmla="*/ 8438627 w 12191999"/>
              <a:gd name="connsiteY3" fmla="*/ 1 h 6858000"/>
              <a:gd name="connsiteX4" fmla="*/ 12191999 w 12191999"/>
              <a:gd name="connsiteY4" fmla="*/ 5623284 h 6858000"/>
              <a:gd name="connsiteX5" fmla="*/ 12191999 w 12191999"/>
              <a:gd name="connsiteY5" fmla="*/ 6858000 h 6858000"/>
              <a:gd name="connsiteX6" fmla="*/ 0 w 1219199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6858000">
                <a:moveTo>
                  <a:pt x="0" y="0"/>
                </a:moveTo>
                <a:lnTo>
                  <a:pt x="12191999" y="0"/>
                </a:lnTo>
                <a:lnTo>
                  <a:pt x="12191999" y="1"/>
                </a:lnTo>
                <a:lnTo>
                  <a:pt x="8438627" y="1"/>
                </a:lnTo>
                <a:lnTo>
                  <a:pt x="12191999" y="5623284"/>
                </a:lnTo>
                <a:lnTo>
                  <a:pt x="12191999" y="6858000"/>
                </a:lnTo>
                <a:lnTo>
                  <a:pt x="0" y="6858000"/>
                </a:lnTo>
                <a:close/>
              </a:path>
            </a:pathLst>
          </a:custGeom>
          <a:effectLst>
            <a:outerShdw blurRad="393700" dist="38100" dir="19800000" algn="bl" rotWithShape="0">
              <a:prstClr val="black">
                <a:alpha val="49000"/>
              </a:prstClr>
            </a:outerShdw>
          </a:effectLst>
        </p:spPr>
      </p:pic>
      <p:sp>
        <p:nvSpPr>
          <p:cNvPr id="3" name="任意多边形: 形状 2">
            <a:extLst>
              <a:ext uri="{FF2B5EF4-FFF2-40B4-BE49-F238E27FC236}">
                <a16:creationId xmlns:a16="http://schemas.microsoft.com/office/drawing/2014/main" id="{E448A566-6116-4E40-B5ED-22E042473CC5}"/>
              </a:ext>
            </a:extLst>
          </p:cNvPr>
          <p:cNvSpPr/>
          <p:nvPr/>
        </p:nvSpPr>
        <p:spPr>
          <a:xfrm>
            <a:off x="0" y="0"/>
            <a:ext cx="12191999" cy="6872990"/>
          </a:xfrm>
          <a:custGeom>
            <a:avLst/>
            <a:gdLst>
              <a:gd name="connsiteX0" fmla="*/ 0 w 12192000"/>
              <a:gd name="connsiteY0" fmla="*/ 0 h 6858000"/>
              <a:gd name="connsiteX1" fmla="*/ 12192000 w 12192000"/>
              <a:gd name="connsiteY1" fmla="*/ 0 h 6858000"/>
              <a:gd name="connsiteX2" fmla="*/ 12192000 w 12192000"/>
              <a:gd name="connsiteY2" fmla="*/ 1 h 6858000"/>
              <a:gd name="connsiteX3" fmla="*/ 8438627 w 12192000"/>
              <a:gd name="connsiteY3" fmla="*/ 1 h 6858000"/>
              <a:gd name="connsiteX4" fmla="*/ 12192000 w 12192000"/>
              <a:gd name="connsiteY4" fmla="*/ 5623285 h 6858000"/>
              <a:gd name="connsiteX5" fmla="*/ 12192000 w 12192000"/>
              <a:gd name="connsiteY5" fmla="*/ 6858000 h 6858000"/>
              <a:gd name="connsiteX6" fmla="*/ 0 w 1219200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58000">
                <a:moveTo>
                  <a:pt x="0" y="0"/>
                </a:moveTo>
                <a:lnTo>
                  <a:pt x="12192000" y="0"/>
                </a:lnTo>
                <a:lnTo>
                  <a:pt x="12192000" y="1"/>
                </a:lnTo>
                <a:lnTo>
                  <a:pt x="8438627" y="1"/>
                </a:lnTo>
                <a:lnTo>
                  <a:pt x="12192000" y="5623285"/>
                </a:lnTo>
                <a:lnTo>
                  <a:pt x="12192000" y="6858000"/>
                </a:lnTo>
                <a:lnTo>
                  <a:pt x="0" y="6858000"/>
                </a:lnTo>
                <a:close/>
              </a:path>
            </a:pathLst>
          </a:custGeom>
          <a:solidFill>
            <a:srgbClr val="0C49B7">
              <a:alpha val="80000"/>
            </a:srgbClr>
          </a:solidFill>
          <a:ln w="12700" cap="flat" cmpd="sng" algn="ctr">
            <a:noFill/>
            <a:prstDash val="solid"/>
            <a:miter lim="800000"/>
          </a:ln>
          <a:effectLst>
            <a:outerShdw blurRad="50800" dist="38100" dir="13500000" algn="br" rotWithShape="0">
              <a:prstClr val="black">
                <a:alpha val="40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sp>
        <p:nvSpPr>
          <p:cNvPr id="4" name="平行四边形 3">
            <a:extLst>
              <a:ext uri="{FF2B5EF4-FFF2-40B4-BE49-F238E27FC236}">
                <a16:creationId xmlns:a16="http://schemas.microsoft.com/office/drawing/2014/main" id="{EB4102EB-071E-4599-8080-238EE6BC133A}"/>
              </a:ext>
            </a:extLst>
          </p:cNvPr>
          <p:cNvSpPr/>
          <p:nvPr/>
        </p:nvSpPr>
        <p:spPr>
          <a:xfrm rot="3720564">
            <a:off x="-2212109" y="2394088"/>
            <a:ext cx="9404027" cy="2305880"/>
          </a:xfrm>
          <a:prstGeom prst="parallelogram">
            <a:avLst>
              <a:gd name="adj" fmla="val 49564"/>
            </a:avLst>
          </a:prstGeom>
          <a:solidFill>
            <a:sysClr val="window" lastClr="FFFFFF">
              <a:alpha val="20000"/>
            </a:sysClr>
          </a:solidFill>
          <a:ln w="12700" cap="flat" cmpd="sng" algn="ctr">
            <a:noFill/>
            <a:prstDash val="solid"/>
            <a:miter lim="800000"/>
          </a:ln>
          <a:effectLst>
            <a:outerShdw blurRad="215900" dist="38100" dir="5400000" algn="t" rotWithShape="0">
              <a:prstClr val="black">
                <a:alpha val="16000"/>
              </a:prstClr>
            </a:outerShdw>
          </a:effectLst>
          <a:scene3d>
            <a:camera prst="orthographicFront"/>
            <a:lightRig rig="sunrise" dir="t">
              <a:rot lat="0" lon="0" rev="11400000"/>
            </a:lightRig>
          </a:scene3d>
          <a:sp3d prstMaterial="metal"/>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grpSp>
        <p:nvGrpSpPr>
          <p:cNvPr id="6" name="组合 5">
            <a:extLst>
              <a:ext uri="{FF2B5EF4-FFF2-40B4-BE49-F238E27FC236}">
                <a16:creationId xmlns:a16="http://schemas.microsoft.com/office/drawing/2014/main" id="{2E0B5547-C2E2-4534-A3F8-AA7777FD74CC}"/>
              </a:ext>
            </a:extLst>
          </p:cNvPr>
          <p:cNvGrpSpPr/>
          <p:nvPr/>
        </p:nvGrpSpPr>
        <p:grpSpPr>
          <a:xfrm>
            <a:off x="2711704" y="1153450"/>
            <a:ext cx="4633976" cy="765868"/>
            <a:chOff x="2574544" y="1130300"/>
            <a:chExt cx="4633976" cy="765868"/>
          </a:xfrm>
        </p:grpSpPr>
        <p:cxnSp>
          <p:nvCxnSpPr>
            <p:cNvPr id="7" name="直接连接符 6">
              <a:extLst>
                <a:ext uri="{FF2B5EF4-FFF2-40B4-BE49-F238E27FC236}">
                  <a16:creationId xmlns:a16="http://schemas.microsoft.com/office/drawing/2014/main" id="{DA94C32D-8615-42CC-A10C-7C0CE449A875}"/>
                </a:ext>
              </a:extLst>
            </p:cNvPr>
            <p:cNvCxnSpPr>
              <a:cxnSpLocks/>
            </p:cNvCxnSpPr>
            <p:nvPr/>
          </p:nvCxnSpPr>
          <p:spPr>
            <a:xfrm flipV="1">
              <a:off x="2575560" y="1130300"/>
              <a:ext cx="4632960" cy="0"/>
            </a:xfrm>
            <a:prstGeom prst="line">
              <a:avLst/>
            </a:prstGeom>
            <a:noFill/>
            <a:ln w="25400" cap="rnd" cmpd="sng" algn="ctr">
              <a:gradFill>
                <a:gsLst>
                  <a:gs pos="45000">
                    <a:srgbClr val="FFFFFF"/>
                  </a:gs>
                  <a:gs pos="0">
                    <a:srgbClr val="FFFFFF">
                      <a:alpha val="0"/>
                    </a:srgbClr>
                  </a:gs>
                </a:gsLst>
                <a:lin ang="5400000" scaled="1"/>
              </a:gradFill>
              <a:prstDash val="solid"/>
              <a:miter lim="800000"/>
            </a:ln>
            <a:effectLst>
              <a:outerShdw blurRad="50800" dist="25400" dir="16200000" rotWithShape="0">
                <a:prstClr val="black">
                  <a:alpha val="40000"/>
                </a:prstClr>
              </a:outerShdw>
            </a:effectLst>
          </p:spPr>
        </p:cxnSp>
        <p:cxnSp>
          <p:nvCxnSpPr>
            <p:cNvPr id="8" name="直接连接符 7">
              <a:extLst>
                <a:ext uri="{FF2B5EF4-FFF2-40B4-BE49-F238E27FC236}">
                  <a16:creationId xmlns:a16="http://schemas.microsoft.com/office/drawing/2014/main" id="{5FFF3DE8-A9FD-4613-9AD3-773718406685}"/>
                </a:ext>
              </a:extLst>
            </p:cNvPr>
            <p:cNvCxnSpPr>
              <a:cxnSpLocks/>
            </p:cNvCxnSpPr>
            <p:nvPr/>
          </p:nvCxnSpPr>
          <p:spPr>
            <a:xfrm flipV="1">
              <a:off x="2574544" y="1132840"/>
              <a:ext cx="0" cy="763328"/>
            </a:xfrm>
            <a:prstGeom prst="line">
              <a:avLst/>
            </a:prstGeom>
            <a:noFill/>
            <a:ln w="25400" cap="rnd" cmpd="sng" algn="ctr">
              <a:gradFill>
                <a:gsLst>
                  <a:gs pos="45000">
                    <a:srgbClr val="FFFFFF"/>
                  </a:gs>
                  <a:gs pos="0">
                    <a:srgbClr val="FFFFFF">
                      <a:alpha val="0"/>
                    </a:srgbClr>
                  </a:gs>
                </a:gsLst>
                <a:lin ang="5400000" scaled="1"/>
              </a:gradFill>
              <a:prstDash val="solid"/>
              <a:miter lim="800000"/>
            </a:ln>
            <a:effectLst>
              <a:outerShdw blurRad="50800" dist="25400" dir="13500000" algn="br" rotWithShape="0">
                <a:prstClr val="black">
                  <a:alpha val="40000"/>
                </a:prstClr>
              </a:outerShdw>
            </a:effectLst>
          </p:spPr>
        </p:cxnSp>
      </p:grpSp>
      <p:grpSp>
        <p:nvGrpSpPr>
          <p:cNvPr id="9" name="组合 8">
            <a:extLst>
              <a:ext uri="{FF2B5EF4-FFF2-40B4-BE49-F238E27FC236}">
                <a16:creationId xmlns:a16="http://schemas.microsoft.com/office/drawing/2014/main" id="{E386A125-C402-4A59-8A7F-5B94AAEB4BD3}"/>
              </a:ext>
            </a:extLst>
          </p:cNvPr>
          <p:cNvGrpSpPr/>
          <p:nvPr/>
        </p:nvGrpSpPr>
        <p:grpSpPr>
          <a:xfrm>
            <a:off x="2712720" y="4448120"/>
            <a:ext cx="4641088" cy="1359320"/>
            <a:chOff x="2575560" y="4401820"/>
            <a:chExt cx="4641088" cy="1359320"/>
          </a:xfrm>
        </p:grpSpPr>
        <p:cxnSp>
          <p:nvCxnSpPr>
            <p:cNvPr id="10" name="直接连接符 9">
              <a:extLst>
                <a:ext uri="{FF2B5EF4-FFF2-40B4-BE49-F238E27FC236}">
                  <a16:creationId xmlns:a16="http://schemas.microsoft.com/office/drawing/2014/main" id="{69D2BDF0-158E-4D3D-910D-06F6DEE3939C}"/>
                </a:ext>
              </a:extLst>
            </p:cNvPr>
            <p:cNvCxnSpPr>
              <a:cxnSpLocks/>
            </p:cNvCxnSpPr>
            <p:nvPr/>
          </p:nvCxnSpPr>
          <p:spPr>
            <a:xfrm>
              <a:off x="2575560" y="5761140"/>
              <a:ext cx="4632960" cy="0"/>
            </a:xfrm>
            <a:prstGeom prst="line">
              <a:avLst/>
            </a:prstGeom>
            <a:noFill/>
            <a:ln w="25400" cap="rnd" cmpd="sng" algn="ctr">
              <a:gradFill>
                <a:gsLst>
                  <a:gs pos="45000">
                    <a:srgbClr val="FFFFFF"/>
                  </a:gs>
                  <a:gs pos="0">
                    <a:srgbClr val="FFFFFF">
                      <a:alpha val="0"/>
                    </a:srgbClr>
                  </a:gs>
                </a:gsLst>
                <a:lin ang="5400000" scaled="1"/>
              </a:gradFill>
              <a:prstDash val="solid"/>
              <a:round/>
            </a:ln>
            <a:effectLst>
              <a:outerShdw blurRad="50800" dist="38100" dir="5400000" algn="t" rotWithShape="0">
                <a:prstClr val="black">
                  <a:alpha val="40000"/>
                </a:prstClr>
              </a:outerShdw>
            </a:effectLst>
          </p:spPr>
        </p:cxnSp>
        <p:cxnSp>
          <p:nvCxnSpPr>
            <p:cNvPr id="11" name="直接连接符 10">
              <a:extLst>
                <a:ext uri="{FF2B5EF4-FFF2-40B4-BE49-F238E27FC236}">
                  <a16:creationId xmlns:a16="http://schemas.microsoft.com/office/drawing/2014/main" id="{EF87748F-F498-4732-BF3B-EA60FAA01E53}"/>
                </a:ext>
              </a:extLst>
            </p:cNvPr>
            <p:cNvCxnSpPr>
              <a:cxnSpLocks/>
            </p:cNvCxnSpPr>
            <p:nvPr/>
          </p:nvCxnSpPr>
          <p:spPr>
            <a:xfrm>
              <a:off x="7216648" y="4401820"/>
              <a:ext cx="0" cy="1358050"/>
            </a:xfrm>
            <a:prstGeom prst="line">
              <a:avLst/>
            </a:prstGeom>
            <a:noFill/>
            <a:ln w="25400" cap="rnd" cmpd="sng" algn="ctr">
              <a:gradFill>
                <a:gsLst>
                  <a:gs pos="45000">
                    <a:srgbClr val="FFFFFF"/>
                  </a:gs>
                  <a:gs pos="0">
                    <a:srgbClr val="FFFFFF">
                      <a:alpha val="0"/>
                    </a:srgbClr>
                  </a:gs>
                </a:gsLst>
                <a:lin ang="5400000" scaled="1"/>
              </a:gradFill>
              <a:prstDash val="solid"/>
              <a:round/>
            </a:ln>
            <a:effectLst>
              <a:outerShdw blurRad="50800" dist="38100" dir="2700000" algn="tl" rotWithShape="0">
                <a:prstClr val="black">
                  <a:alpha val="40000"/>
                </a:prstClr>
              </a:outerShdw>
            </a:effectLst>
          </p:spPr>
        </p:cxnSp>
      </p:grpSp>
      <p:sp>
        <p:nvSpPr>
          <p:cNvPr id="12" name="平行四边形 11">
            <a:extLst>
              <a:ext uri="{FF2B5EF4-FFF2-40B4-BE49-F238E27FC236}">
                <a16:creationId xmlns:a16="http://schemas.microsoft.com/office/drawing/2014/main" id="{A06DEBC6-2F1B-4026-8DFD-980C0FEBCBB4}"/>
              </a:ext>
            </a:extLst>
          </p:cNvPr>
          <p:cNvSpPr/>
          <p:nvPr/>
        </p:nvSpPr>
        <p:spPr>
          <a:xfrm>
            <a:off x="2344059" y="3487332"/>
            <a:ext cx="5958390" cy="369332"/>
          </a:xfrm>
          <a:prstGeom prst="parallelogram">
            <a:avLst>
              <a:gd name="adj" fmla="val 57544"/>
            </a:avLst>
          </a:prstGeom>
          <a:solidFill>
            <a:sysClr val="window" lastClr="FFFFFF">
              <a:alpha val="55000"/>
            </a:sysClr>
          </a:solidFill>
          <a:ln w="12700" cap="flat" cmpd="sng" algn="ctr">
            <a:noFill/>
            <a:prstDash val="solid"/>
            <a:miter lim="800000"/>
          </a:ln>
          <a:effectLst>
            <a:outerShdw blurRad="215900" dist="38100" dir="5400000" algn="t"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32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endParaRPr>
          </a:p>
        </p:txBody>
      </p:sp>
      <p:grpSp>
        <p:nvGrpSpPr>
          <p:cNvPr id="13" name="组合 12">
            <a:extLst>
              <a:ext uri="{FF2B5EF4-FFF2-40B4-BE49-F238E27FC236}">
                <a16:creationId xmlns:a16="http://schemas.microsoft.com/office/drawing/2014/main" id="{B0F46B5A-8BC9-474C-8B07-B5CA7728A113}"/>
              </a:ext>
            </a:extLst>
          </p:cNvPr>
          <p:cNvGrpSpPr/>
          <p:nvPr/>
        </p:nvGrpSpPr>
        <p:grpSpPr>
          <a:xfrm>
            <a:off x="3913234" y="4413528"/>
            <a:ext cx="2842023" cy="940004"/>
            <a:chOff x="4483464" y="4876336"/>
            <a:chExt cx="2842023" cy="940004"/>
          </a:xfrm>
        </p:grpSpPr>
        <p:grpSp>
          <p:nvGrpSpPr>
            <p:cNvPr id="14" name="组合 13">
              <a:extLst>
                <a:ext uri="{FF2B5EF4-FFF2-40B4-BE49-F238E27FC236}">
                  <a16:creationId xmlns:a16="http://schemas.microsoft.com/office/drawing/2014/main" id="{0AF596A9-594D-4B41-B47B-B17ACA7753FE}"/>
                </a:ext>
              </a:extLst>
            </p:cNvPr>
            <p:cNvGrpSpPr/>
            <p:nvPr/>
          </p:nvGrpSpPr>
          <p:grpSpPr>
            <a:xfrm>
              <a:off x="4483464" y="4876336"/>
              <a:ext cx="2842023" cy="369332"/>
              <a:chOff x="4401377" y="4837317"/>
              <a:chExt cx="2842023" cy="369332"/>
            </a:xfrm>
          </p:grpSpPr>
          <p:sp>
            <p:nvSpPr>
              <p:cNvPr id="18" name="iconfont-1187-868307">
                <a:extLst>
                  <a:ext uri="{FF2B5EF4-FFF2-40B4-BE49-F238E27FC236}">
                    <a16:creationId xmlns:a16="http://schemas.microsoft.com/office/drawing/2014/main" id="{7D89A8AD-670F-42AE-B1AC-32852C572B49}"/>
                  </a:ext>
                </a:extLst>
              </p:cNvPr>
              <p:cNvSpPr>
                <a:spLocks noChangeAspect="1"/>
              </p:cNvSpPr>
              <p:nvPr/>
            </p:nvSpPr>
            <p:spPr bwMode="auto">
              <a:xfrm>
                <a:off x="4401377" y="4862697"/>
                <a:ext cx="299157" cy="318572"/>
              </a:xfrm>
              <a:custGeom>
                <a:avLst/>
                <a:gdLst>
                  <a:gd name="connsiteX0" fmla="*/ 259627 w 568475"/>
                  <a:gd name="connsiteY0" fmla="*/ 574975 h 605368"/>
                  <a:gd name="connsiteX1" fmla="*/ 257135 w 568475"/>
                  <a:gd name="connsiteY1" fmla="*/ 587594 h 605368"/>
                  <a:gd name="connsiteX2" fmla="*/ 272266 w 568475"/>
                  <a:gd name="connsiteY2" fmla="*/ 587594 h 605368"/>
                  <a:gd name="connsiteX3" fmla="*/ 267549 w 568475"/>
                  <a:gd name="connsiteY3" fmla="*/ 535518 h 605368"/>
                  <a:gd name="connsiteX4" fmla="*/ 263900 w 568475"/>
                  <a:gd name="connsiteY4" fmla="*/ 554002 h 605368"/>
                  <a:gd name="connsiteX5" fmla="*/ 297455 w 568475"/>
                  <a:gd name="connsiteY5" fmla="*/ 587594 h 605368"/>
                  <a:gd name="connsiteX6" fmla="*/ 311339 w 568475"/>
                  <a:gd name="connsiteY6" fmla="*/ 587594 h 605368"/>
                  <a:gd name="connsiteX7" fmla="*/ 309292 w 568475"/>
                  <a:gd name="connsiteY7" fmla="*/ 577108 h 605368"/>
                  <a:gd name="connsiteX8" fmla="*/ 272622 w 568475"/>
                  <a:gd name="connsiteY8" fmla="*/ 510457 h 605368"/>
                  <a:gd name="connsiteX9" fmla="*/ 271732 w 568475"/>
                  <a:gd name="connsiteY9" fmla="*/ 514545 h 605368"/>
                  <a:gd name="connsiteX10" fmla="*/ 302973 w 568475"/>
                  <a:gd name="connsiteY10" fmla="*/ 545738 h 605368"/>
                  <a:gd name="connsiteX11" fmla="*/ 295941 w 568475"/>
                  <a:gd name="connsiteY11" fmla="*/ 510457 h 605368"/>
                  <a:gd name="connsiteX12" fmla="*/ 293716 w 568475"/>
                  <a:gd name="connsiteY12" fmla="*/ 510546 h 605368"/>
                  <a:gd name="connsiteX13" fmla="*/ 274758 w 568475"/>
                  <a:gd name="connsiteY13" fmla="*/ 510546 h 605368"/>
                  <a:gd name="connsiteX14" fmla="*/ 272622 w 568475"/>
                  <a:gd name="connsiteY14" fmla="*/ 510457 h 605368"/>
                  <a:gd name="connsiteX15" fmla="*/ 275648 w 568475"/>
                  <a:gd name="connsiteY15" fmla="*/ 467267 h 605368"/>
                  <a:gd name="connsiteX16" fmla="*/ 264523 w 568475"/>
                  <a:gd name="connsiteY16" fmla="*/ 481131 h 605368"/>
                  <a:gd name="connsiteX17" fmla="*/ 264701 w 568475"/>
                  <a:gd name="connsiteY17" fmla="*/ 482730 h 605368"/>
                  <a:gd name="connsiteX18" fmla="*/ 274758 w 568475"/>
                  <a:gd name="connsiteY18" fmla="*/ 492772 h 605368"/>
                  <a:gd name="connsiteX19" fmla="*/ 293716 w 568475"/>
                  <a:gd name="connsiteY19" fmla="*/ 492772 h 605368"/>
                  <a:gd name="connsiteX20" fmla="*/ 303863 w 568475"/>
                  <a:gd name="connsiteY20" fmla="*/ 482730 h 605368"/>
                  <a:gd name="connsiteX21" fmla="*/ 304041 w 568475"/>
                  <a:gd name="connsiteY21" fmla="*/ 481131 h 605368"/>
                  <a:gd name="connsiteX22" fmla="*/ 292826 w 568475"/>
                  <a:gd name="connsiteY22" fmla="*/ 467267 h 605368"/>
                  <a:gd name="connsiteX23" fmla="*/ 291046 w 568475"/>
                  <a:gd name="connsiteY23" fmla="*/ 469489 h 605368"/>
                  <a:gd name="connsiteX24" fmla="*/ 284282 w 568475"/>
                  <a:gd name="connsiteY24" fmla="*/ 472599 h 605368"/>
                  <a:gd name="connsiteX25" fmla="*/ 277428 w 568475"/>
                  <a:gd name="connsiteY25" fmla="*/ 469489 h 605368"/>
                  <a:gd name="connsiteX26" fmla="*/ 275648 w 568475"/>
                  <a:gd name="connsiteY26" fmla="*/ 467267 h 605368"/>
                  <a:gd name="connsiteX27" fmla="*/ 531627 w 568475"/>
                  <a:gd name="connsiteY27" fmla="*/ 466290 h 605368"/>
                  <a:gd name="connsiteX28" fmla="*/ 502701 w 568475"/>
                  <a:gd name="connsiteY28" fmla="*/ 495172 h 605368"/>
                  <a:gd name="connsiteX29" fmla="*/ 483030 w 568475"/>
                  <a:gd name="connsiteY29" fmla="*/ 542538 h 605368"/>
                  <a:gd name="connsiteX30" fmla="*/ 483030 w 568475"/>
                  <a:gd name="connsiteY30" fmla="*/ 587594 h 605368"/>
                  <a:gd name="connsiteX31" fmla="*/ 531093 w 568475"/>
                  <a:gd name="connsiteY31" fmla="*/ 587594 h 605368"/>
                  <a:gd name="connsiteX32" fmla="*/ 550674 w 568475"/>
                  <a:gd name="connsiteY32" fmla="*/ 571509 h 605368"/>
                  <a:gd name="connsiteX33" fmla="*/ 550674 w 568475"/>
                  <a:gd name="connsiteY33" fmla="*/ 519611 h 605368"/>
                  <a:gd name="connsiteX34" fmla="*/ 531627 w 568475"/>
                  <a:gd name="connsiteY34" fmla="*/ 466290 h 605368"/>
                  <a:gd name="connsiteX35" fmla="*/ 36937 w 568475"/>
                  <a:gd name="connsiteY35" fmla="*/ 466290 h 605368"/>
                  <a:gd name="connsiteX36" fmla="*/ 17801 w 568475"/>
                  <a:gd name="connsiteY36" fmla="*/ 519611 h 605368"/>
                  <a:gd name="connsiteX37" fmla="*/ 17801 w 568475"/>
                  <a:gd name="connsiteY37" fmla="*/ 571509 h 605368"/>
                  <a:gd name="connsiteX38" fmla="*/ 37382 w 568475"/>
                  <a:gd name="connsiteY38" fmla="*/ 587594 h 605368"/>
                  <a:gd name="connsiteX39" fmla="*/ 85445 w 568475"/>
                  <a:gd name="connsiteY39" fmla="*/ 587594 h 605368"/>
                  <a:gd name="connsiteX40" fmla="*/ 85445 w 568475"/>
                  <a:gd name="connsiteY40" fmla="*/ 542538 h 605368"/>
                  <a:gd name="connsiteX41" fmla="*/ 65863 w 568475"/>
                  <a:gd name="connsiteY41" fmla="*/ 495172 h 605368"/>
                  <a:gd name="connsiteX42" fmla="*/ 409868 w 568475"/>
                  <a:gd name="connsiteY42" fmla="*/ 425766 h 605368"/>
                  <a:gd name="connsiteX43" fmla="*/ 355041 w 568475"/>
                  <a:gd name="connsiteY43" fmla="*/ 506636 h 605368"/>
                  <a:gd name="connsiteX44" fmla="*/ 341601 w 568475"/>
                  <a:gd name="connsiteY44" fmla="*/ 514634 h 605368"/>
                  <a:gd name="connsiteX45" fmla="*/ 339821 w 568475"/>
                  <a:gd name="connsiteY45" fmla="*/ 514723 h 605368"/>
                  <a:gd name="connsiteX46" fmla="*/ 326826 w 568475"/>
                  <a:gd name="connsiteY46" fmla="*/ 509302 h 605368"/>
                  <a:gd name="connsiteX47" fmla="*/ 326203 w 568475"/>
                  <a:gd name="connsiteY47" fmla="*/ 508591 h 605368"/>
                  <a:gd name="connsiteX48" fmla="*/ 317303 w 568475"/>
                  <a:gd name="connsiteY48" fmla="*/ 497571 h 605368"/>
                  <a:gd name="connsiteX49" fmla="*/ 312674 w 568475"/>
                  <a:gd name="connsiteY49" fmla="*/ 503170 h 605368"/>
                  <a:gd name="connsiteX50" fmla="*/ 326203 w 568475"/>
                  <a:gd name="connsiteY50" fmla="*/ 571065 h 605368"/>
                  <a:gd name="connsiteX51" fmla="*/ 329496 w 568475"/>
                  <a:gd name="connsiteY51" fmla="*/ 587594 h 605368"/>
                  <a:gd name="connsiteX52" fmla="*/ 465229 w 568475"/>
                  <a:gd name="connsiteY52" fmla="*/ 587594 h 605368"/>
                  <a:gd name="connsiteX53" fmla="*/ 465229 w 568475"/>
                  <a:gd name="connsiteY53" fmla="*/ 542538 h 605368"/>
                  <a:gd name="connsiteX54" fmla="*/ 490062 w 568475"/>
                  <a:gd name="connsiteY54" fmla="*/ 482642 h 605368"/>
                  <a:gd name="connsiteX55" fmla="*/ 518899 w 568475"/>
                  <a:gd name="connsiteY55" fmla="*/ 453848 h 605368"/>
                  <a:gd name="connsiteX56" fmla="*/ 494690 w 568475"/>
                  <a:gd name="connsiteY56" fmla="*/ 441585 h 605368"/>
                  <a:gd name="connsiteX57" fmla="*/ 158607 w 568475"/>
                  <a:gd name="connsiteY57" fmla="*/ 425766 h 605368"/>
                  <a:gd name="connsiteX58" fmla="*/ 73785 w 568475"/>
                  <a:gd name="connsiteY58" fmla="*/ 441585 h 605368"/>
                  <a:gd name="connsiteX59" fmla="*/ 49576 w 568475"/>
                  <a:gd name="connsiteY59" fmla="*/ 453848 h 605368"/>
                  <a:gd name="connsiteX60" fmla="*/ 78413 w 568475"/>
                  <a:gd name="connsiteY60" fmla="*/ 482642 h 605368"/>
                  <a:gd name="connsiteX61" fmla="*/ 103246 w 568475"/>
                  <a:gd name="connsiteY61" fmla="*/ 542538 h 605368"/>
                  <a:gd name="connsiteX62" fmla="*/ 103246 w 568475"/>
                  <a:gd name="connsiteY62" fmla="*/ 587594 h 605368"/>
                  <a:gd name="connsiteX63" fmla="*/ 238978 w 568475"/>
                  <a:gd name="connsiteY63" fmla="*/ 587594 h 605368"/>
                  <a:gd name="connsiteX64" fmla="*/ 255889 w 568475"/>
                  <a:gd name="connsiteY64" fmla="*/ 503170 h 605368"/>
                  <a:gd name="connsiteX65" fmla="*/ 251261 w 568475"/>
                  <a:gd name="connsiteY65" fmla="*/ 497571 h 605368"/>
                  <a:gd name="connsiteX66" fmla="*/ 242360 w 568475"/>
                  <a:gd name="connsiteY66" fmla="*/ 508591 h 605368"/>
                  <a:gd name="connsiteX67" fmla="*/ 241737 w 568475"/>
                  <a:gd name="connsiteY67" fmla="*/ 509302 h 605368"/>
                  <a:gd name="connsiteX68" fmla="*/ 228743 w 568475"/>
                  <a:gd name="connsiteY68" fmla="*/ 514723 h 605368"/>
                  <a:gd name="connsiteX69" fmla="*/ 226963 w 568475"/>
                  <a:gd name="connsiteY69" fmla="*/ 514634 h 605368"/>
                  <a:gd name="connsiteX70" fmla="*/ 213523 w 568475"/>
                  <a:gd name="connsiteY70" fmla="*/ 506636 h 605368"/>
                  <a:gd name="connsiteX71" fmla="*/ 367947 w 568475"/>
                  <a:gd name="connsiteY71" fmla="*/ 381421 h 605368"/>
                  <a:gd name="connsiteX72" fmla="*/ 317392 w 568475"/>
                  <a:gd name="connsiteY72" fmla="*/ 410747 h 605368"/>
                  <a:gd name="connsiteX73" fmla="*/ 303062 w 568475"/>
                  <a:gd name="connsiteY73" fmla="*/ 451627 h 605368"/>
                  <a:gd name="connsiteX74" fmla="*/ 339554 w 568475"/>
                  <a:gd name="connsiteY74" fmla="*/ 496860 h 605368"/>
                  <a:gd name="connsiteX75" fmla="*/ 339910 w 568475"/>
                  <a:gd name="connsiteY75" fmla="*/ 496949 h 605368"/>
                  <a:gd name="connsiteX76" fmla="*/ 340266 w 568475"/>
                  <a:gd name="connsiteY76" fmla="*/ 496683 h 605368"/>
                  <a:gd name="connsiteX77" fmla="*/ 394648 w 568475"/>
                  <a:gd name="connsiteY77" fmla="*/ 416613 h 605368"/>
                  <a:gd name="connsiteX78" fmla="*/ 200617 w 568475"/>
                  <a:gd name="connsiteY78" fmla="*/ 381332 h 605368"/>
                  <a:gd name="connsiteX79" fmla="*/ 173916 w 568475"/>
                  <a:gd name="connsiteY79" fmla="*/ 416613 h 605368"/>
                  <a:gd name="connsiteX80" fmla="*/ 228209 w 568475"/>
                  <a:gd name="connsiteY80" fmla="*/ 496683 h 605368"/>
                  <a:gd name="connsiteX81" fmla="*/ 228654 w 568475"/>
                  <a:gd name="connsiteY81" fmla="*/ 496949 h 605368"/>
                  <a:gd name="connsiteX82" fmla="*/ 229010 w 568475"/>
                  <a:gd name="connsiteY82" fmla="*/ 496860 h 605368"/>
                  <a:gd name="connsiteX83" fmla="*/ 265413 w 568475"/>
                  <a:gd name="connsiteY83" fmla="*/ 451627 h 605368"/>
                  <a:gd name="connsiteX84" fmla="*/ 251172 w 568475"/>
                  <a:gd name="connsiteY84" fmla="*/ 410747 h 605368"/>
                  <a:gd name="connsiteX85" fmla="*/ 200617 w 568475"/>
                  <a:gd name="connsiteY85" fmla="*/ 381332 h 605368"/>
                  <a:gd name="connsiteX86" fmla="*/ 264612 w 568475"/>
                  <a:gd name="connsiteY86" fmla="*/ 368358 h 605368"/>
                  <a:gd name="connsiteX87" fmla="*/ 284282 w 568475"/>
                  <a:gd name="connsiteY87" fmla="*/ 448605 h 605368"/>
                  <a:gd name="connsiteX88" fmla="*/ 303952 w 568475"/>
                  <a:gd name="connsiteY88" fmla="*/ 368358 h 605368"/>
                  <a:gd name="connsiteX89" fmla="*/ 268138 w 568475"/>
                  <a:gd name="connsiteY89" fmla="*/ 309521 h 605368"/>
                  <a:gd name="connsiteX90" fmla="*/ 284308 w 568475"/>
                  <a:gd name="connsiteY90" fmla="*/ 311377 h 605368"/>
                  <a:gd name="connsiteX91" fmla="*/ 314844 w 568475"/>
                  <a:gd name="connsiteY91" fmla="*/ 313333 h 605368"/>
                  <a:gd name="connsiteX92" fmla="*/ 324904 w 568475"/>
                  <a:gd name="connsiteY92" fmla="*/ 315911 h 605368"/>
                  <a:gd name="connsiteX93" fmla="*/ 337368 w 568475"/>
                  <a:gd name="connsiteY93" fmla="*/ 314666 h 605368"/>
                  <a:gd name="connsiteX94" fmla="*/ 338703 w 568475"/>
                  <a:gd name="connsiteY94" fmla="*/ 327113 h 605368"/>
                  <a:gd name="connsiteX95" fmla="*/ 324726 w 568475"/>
                  <a:gd name="connsiteY95" fmla="*/ 333692 h 605368"/>
                  <a:gd name="connsiteX96" fmla="*/ 309057 w 568475"/>
                  <a:gd name="connsiteY96" fmla="*/ 330225 h 605368"/>
                  <a:gd name="connsiteX97" fmla="*/ 289471 w 568475"/>
                  <a:gd name="connsiteY97" fmla="*/ 328802 h 605368"/>
                  <a:gd name="connsiteX98" fmla="*/ 289293 w 568475"/>
                  <a:gd name="connsiteY98" fmla="*/ 328891 h 605368"/>
                  <a:gd name="connsiteX99" fmla="*/ 288759 w 568475"/>
                  <a:gd name="connsiteY99" fmla="*/ 329158 h 605368"/>
                  <a:gd name="connsiteX100" fmla="*/ 288492 w 568475"/>
                  <a:gd name="connsiteY100" fmla="*/ 329336 h 605368"/>
                  <a:gd name="connsiteX101" fmla="*/ 288047 w 568475"/>
                  <a:gd name="connsiteY101" fmla="*/ 329602 h 605368"/>
                  <a:gd name="connsiteX102" fmla="*/ 287602 w 568475"/>
                  <a:gd name="connsiteY102" fmla="*/ 329780 h 605368"/>
                  <a:gd name="connsiteX103" fmla="*/ 287246 w 568475"/>
                  <a:gd name="connsiteY103" fmla="*/ 329869 h 605368"/>
                  <a:gd name="connsiteX104" fmla="*/ 286800 w 568475"/>
                  <a:gd name="connsiteY104" fmla="*/ 330047 h 605368"/>
                  <a:gd name="connsiteX105" fmla="*/ 286444 w 568475"/>
                  <a:gd name="connsiteY105" fmla="*/ 330136 h 605368"/>
                  <a:gd name="connsiteX106" fmla="*/ 285910 w 568475"/>
                  <a:gd name="connsiteY106" fmla="*/ 330225 h 605368"/>
                  <a:gd name="connsiteX107" fmla="*/ 285643 w 568475"/>
                  <a:gd name="connsiteY107" fmla="*/ 330314 h 605368"/>
                  <a:gd name="connsiteX108" fmla="*/ 285109 w 568475"/>
                  <a:gd name="connsiteY108" fmla="*/ 330403 h 605368"/>
                  <a:gd name="connsiteX109" fmla="*/ 284753 w 568475"/>
                  <a:gd name="connsiteY109" fmla="*/ 330403 h 605368"/>
                  <a:gd name="connsiteX110" fmla="*/ 284308 w 568475"/>
                  <a:gd name="connsiteY110" fmla="*/ 330403 h 605368"/>
                  <a:gd name="connsiteX111" fmla="*/ 283863 w 568475"/>
                  <a:gd name="connsiteY111" fmla="*/ 330403 h 605368"/>
                  <a:gd name="connsiteX112" fmla="*/ 283417 w 568475"/>
                  <a:gd name="connsiteY112" fmla="*/ 330403 h 605368"/>
                  <a:gd name="connsiteX113" fmla="*/ 282972 w 568475"/>
                  <a:gd name="connsiteY113" fmla="*/ 330314 h 605368"/>
                  <a:gd name="connsiteX114" fmla="*/ 282616 w 568475"/>
                  <a:gd name="connsiteY114" fmla="*/ 330225 h 605368"/>
                  <a:gd name="connsiteX115" fmla="*/ 282171 w 568475"/>
                  <a:gd name="connsiteY115" fmla="*/ 330136 h 605368"/>
                  <a:gd name="connsiteX116" fmla="*/ 281815 w 568475"/>
                  <a:gd name="connsiteY116" fmla="*/ 330047 h 605368"/>
                  <a:gd name="connsiteX117" fmla="*/ 281370 w 568475"/>
                  <a:gd name="connsiteY117" fmla="*/ 329958 h 605368"/>
                  <a:gd name="connsiteX118" fmla="*/ 280925 w 568475"/>
                  <a:gd name="connsiteY118" fmla="*/ 329780 h 605368"/>
                  <a:gd name="connsiteX119" fmla="*/ 280569 w 568475"/>
                  <a:gd name="connsiteY119" fmla="*/ 329602 h 605368"/>
                  <a:gd name="connsiteX120" fmla="*/ 280124 w 568475"/>
                  <a:gd name="connsiteY120" fmla="*/ 329336 h 605368"/>
                  <a:gd name="connsiteX121" fmla="*/ 279767 w 568475"/>
                  <a:gd name="connsiteY121" fmla="*/ 329158 h 605368"/>
                  <a:gd name="connsiteX122" fmla="*/ 279322 w 568475"/>
                  <a:gd name="connsiteY122" fmla="*/ 328891 h 605368"/>
                  <a:gd name="connsiteX123" fmla="*/ 279144 w 568475"/>
                  <a:gd name="connsiteY123" fmla="*/ 328802 h 605368"/>
                  <a:gd name="connsiteX124" fmla="*/ 259469 w 568475"/>
                  <a:gd name="connsiteY124" fmla="*/ 330225 h 605368"/>
                  <a:gd name="connsiteX125" fmla="*/ 243801 w 568475"/>
                  <a:gd name="connsiteY125" fmla="*/ 333692 h 605368"/>
                  <a:gd name="connsiteX126" fmla="*/ 229913 w 568475"/>
                  <a:gd name="connsiteY126" fmla="*/ 327113 h 605368"/>
                  <a:gd name="connsiteX127" fmla="*/ 231159 w 568475"/>
                  <a:gd name="connsiteY127" fmla="*/ 314666 h 605368"/>
                  <a:gd name="connsiteX128" fmla="*/ 243712 w 568475"/>
                  <a:gd name="connsiteY128" fmla="*/ 315911 h 605368"/>
                  <a:gd name="connsiteX129" fmla="*/ 253772 w 568475"/>
                  <a:gd name="connsiteY129" fmla="*/ 313333 h 605368"/>
                  <a:gd name="connsiteX130" fmla="*/ 268138 w 568475"/>
                  <a:gd name="connsiteY130" fmla="*/ 309521 h 605368"/>
                  <a:gd name="connsiteX131" fmla="*/ 474130 w 568475"/>
                  <a:gd name="connsiteY131" fmla="*/ 245098 h 605368"/>
                  <a:gd name="connsiteX132" fmla="*/ 464072 w 568475"/>
                  <a:gd name="connsiteY132" fmla="*/ 255229 h 605368"/>
                  <a:gd name="connsiteX133" fmla="*/ 464072 w 568475"/>
                  <a:gd name="connsiteY133" fmla="*/ 280112 h 605368"/>
                  <a:gd name="connsiteX134" fmla="*/ 484187 w 568475"/>
                  <a:gd name="connsiteY134" fmla="*/ 280112 h 605368"/>
                  <a:gd name="connsiteX135" fmla="*/ 484187 w 568475"/>
                  <a:gd name="connsiteY135" fmla="*/ 255229 h 605368"/>
                  <a:gd name="connsiteX136" fmla="*/ 474130 w 568475"/>
                  <a:gd name="connsiteY136" fmla="*/ 245098 h 605368"/>
                  <a:gd name="connsiteX137" fmla="*/ 350700 w 568475"/>
                  <a:gd name="connsiteY137" fmla="*/ 236805 h 605368"/>
                  <a:gd name="connsiteX138" fmla="*/ 359601 w 568475"/>
                  <a:gd name="connsiteY138" fmla="*/ 245700 h 605368"/>
                  <a:gd name="connsiteX139" fmla="*/ 341265 w 568475"/>
                  <a:gd name="connsiteY139" fmla="*/ 264114 h 605368"/>
                  <a:gd name="connsiteX140" fmla="*/ 332363 w 568475"/>
                  <a:gd name="connsiteY140" fmla="*/ 255219 h 605368"/>
                  <a:gd name="connsiteX141" fmla="*/ 341265 w 568475"/>
                  <a:gd name="connsiteY141" fmla="*/ 246323 h 605368"/>
                  <a:gd name="connsiteX142" fmla="*/ 341799 w 568475"/>
                  <a:gd name="connsiteY142" fmla="*/ 245700 h 605368"/>
                  <a:gd name="connsiteX143" fmla="*/ 350700 w 568475"/>
                  <a:gd name="connsiteY143" fmla="*/ 236805 h 605368"/>
                  <a:gd name="connsiteX144" fmla="*/ 236807 w 568475"/>
                  <a:gd name="connsiteY144" fmla="*/ 236805 h 605368"/>
                  <a:gd name="connsiteX145" fmla="*/ 245709 w 568475"/>
                  <a:gd name="connsiteY145" fmla="*/ 245700 h 605368"/>
                  <a:gd name="connsiteX146" fmla="*/ 227372 w 568475"/>
                  <a:gd name="connsiteY146" fmla="*/ 264114 h 605368"/>
                  <a:gd name="connsiteX147" fmla="*/ 218471 w 568475"/>
                  <a:gd name="connsiteY147" fmla="*/ 255219 h 605368"/>
                  <a:gd name="connsiteX148" fmla="*/ 227372 w 568475"/>
                  <a:gd name="connsiteY148" fmla="*/ 246323 h 605368"/>
                  <a:gd name="connsiteX149" fmla="*/ 227906 w 568475"/>
                  <a:gd name="connsiteY149" fmla="*/ 245700 h 605368"/>
                  <a:gd name="connsiteX150" fmla="*/ 236807 w 568475"/>
                  <a:gd name="connsiteY150" fmla="*/ 236805 h 605368"/>
                  <a:gd name="connsiteX151" fmla="*/ 284282 w 568475"/>
                  <a:gd name="connsiteY151" fmla="*/ 235678 h 605368"/>
                  <a:gd name="connsiteX152" fmla="*/ 274135 w 568475"/>
                  <a:gd name="connsiteY152" fmla="*/ 245720 h 605368"/>
                  <a:gd name="connsiteX153" fmla="*/ 227319 w 568475"/>
                  <a:gd name="connsiteY153" fmla="*/ 292553 h 605368"/>
                  <a:gd name="connsiteX154" fmla="*/ 180413 w 568475"/>
                  <a:gd name="connsiteY154" fmla="*/ 245720 h 605368"/>
                  <a:gd name="connsiteX155" fmla="*/ 180413 w 568475"/>
                  <a:gd name="connsiteY155" fmla="*/ 245098 h 605368"/>
                  <a:gd name="connsiteX156" fmla="*/ 159942 w 568475"/>
                  <a:gd name="connsiteY156" fmla="*/ 245098 h 605368"/>
                  <a:gd name="connsiteX157" fmla="*/ 159942 w 568475"/>
                  <a:gd name="connsiteY157" fmla="*/ 245453 h 605368"/>
                  <a:gd name="connsiteX158" fmla="*/ 188512 w 568475"/>
                  <a:gd name="connsiteY158" fmla="*/ 339920 h 605368"/>
                  <a:gd name="connsiteX159" fmla="*/ 248057 w 568475"/>
                  <a:gd name="connsiteY159" fmla="*/ 390752 h 605368"/>
                  <a:gd name="connsiteX160" fmla="*/ 246989 w 568475"/>
                  <a:gd name="connsiteY160" fmla="*/ 358938 h 605368"/>
                  <a:gd name="connsiteX161" fmla="*/ 255800 w 568475"/>
                  <a:gd name="connsiteY161" fmla="*/ 350584 h 605368"/>
                  <a:gd name="connsiteX162" fmla="*/ 312674 w 568475"/>
                  <a:gd name="connsiteY162" fmla="*/ 350584 h 605368"/>
                  <a:gd name="connsiteX163" fmla="*/ 321575 w 568475"/>
                  <a:gd name="connsiteY163" fmla="*/ 358938 h 605368"/>
                  <a:gd name="connsiteX164" fmla="*/ 320507 w 568475"/>
                  <a:gd name="connsiteY164" fmla="*/ 390841 h 605368"/>
                  <a:gd name="connsiteX165" fmla="*/ 379963 w 568475"/>
                  <a:gd name="connsiteY165" fmla="*/ 340098 h 605368"/>
                  <a:gd name="connsiteX166" fmla="*/ 408533 w 568475"/>
                  <a:gd name="connsiteY166" fmla="*/ 245453 h 605368"/>
                  <a:gd name="connsiteX167" fmla="*/ 408533 w 568475"/>
                  <a:gd name="connsiteY167" fmla="*/ 245098 h 605368"/>
                  <a:gd name="connsiteX168" fmla="*/ 388062 w 568475"/>
                  <a:gd name="connsiteY168" fmla="*/ 245098 h 605368"/>
                  <a:gd name="connsiteX169" fmla="*/ 388062 w 568475"/>
                  <a:gd name="connsiteY169" fmla="*/ 245720 h 605368"/>
                  <a:gd name="connsiteX170" fmla="*/ 341245 w 568475"/>
                  <a:gd name="connsiteY170" fmla="*/ 292553 h 605368"/>
                  <a:gd name="connsiteX171" fmla="*/ 294339 w 568475"/>
                  <a:gd name="connsiteY171" fmla="*/ 245720 h 605368"/>
                  <a:gd name="connsiteX172" fmla="*/ 284282 w 568475"/>
                  <a:gd name="connsiteY172" fmla="*/ 235678 h 605368"/>
                  <a:gd name="connsiteX173" fmla="*/ 341245 w 568475"/>
                  <a:gd name="connsiteY173" fmla="*/ 216660 h 605368"/>
                  <a:gd name="connsiteX174" fmla="*/ 312140 w 568475"/>
                  <a:gd name="connsiteY174" fmla="*/ 245720 h 605368"/>
                  <a:gd name="connsiteX175" fmla="*/ 341245 w 568475"/>
                  <a:gd name="connsiteY175" fmla="*/ 274780 h 605368"/>
                  <a:gd name="connsiteX176" fmla="*/ 370261 w 568475"/>
                  <a:gd name="connsiteY176" fmla="*/ 245720 h 605368"/>
                  <a:gd name="connsiteX177" fmla="*/ 341245 w 568475"/>
                  <a:gd name="connsiteY177" fmla="*/ 216660 h 605368"/>
                  <a:gd name="connsiteX178" fmla="*/ 227319 w 568475"/>
                  <a:gd name="connsiteY178" fmla="*/ 216660 h 605368"/>
                  <a:gd name="connsiteX179" fmla="*/ 198214 w 568475"/>
                  <a:gd name="connsiteY179" fmla="*/ 245720 h 605368"/>
                  <a:gd name="connsiteX180" fmla="*/ 227319 w 568475"/>
                  <a:gd name="connsiteY180" fmla="*/ 274780 h 605368"/>
                  <a:gd name="connsiteX181" fmla="*/ 256334 w 568475"/>
                  <a:gd name="connsiteY181" fmla="*/ 245720 h 605368"/>
                  <a:gd name="connsiteX182" fmla="*/ 227319 w 568475"/>
                  <a:gd name="connsiteY182" fmla="*/ 216660 h 605368"/>
                  <a:gd name="connsiteX183" fmla="*/ 284282 w 568475"/>
                  <a:gd name="connsiteY183" fmla="*/ 178802 h 605368"/>
                  <a:gd name="connsiteX184" fmla="*/ 192696 w 568475"/>
                  <a:gd name="connsiteY184" fmla="*/ 189555 h 605368"/>
                  <a:gd name="connsiteX185" fmla="*/ 160209 w 568475"/>
                  <a:gd name="connsiteY185" fmla="*/ 207773 h 605368"/>
                  <a:gd name="connsiteX186" fmla="*/ 159942 w 568475"/>
                  <a:gd name="connsiteY186" fmla="*/ 210084 h 605368"/>
                  <a:gd name="connsiteX187" fmla="*/ 159942 w 568475"/>
                  <a:gd name="connsiteY187" fmla="*/ 227324 h 605368"/>
                  <a:gd name="connsiteX188" fmla="*/ 184151 w 568475"/>
                  <a:gd name="connsiteY188" fmla="*/ 227324 h 605368"/>
                  <a:gd name="connsiteX189" fmla="*/ 227319 w 568475"/>
                  <a:gd name="connsiteY189" fmla="*/ 198887 h 605368"/>
                  <a:gd name="connsiteX190" fmla="*/ 268261 w 568475"/>
                  <a:gd name="connsiteY190" fmla="*/ 222970 h 605368"/>
                  <a:gd name="connsiteX191" fmla="*/ 284282 w 568475"/>
                  <a:gd name="connsiteY191" fmla="*/ 217904 h 605368"/>
                  <a:gd name="connsiteX192" fmla="*/ 300303 w 568475"/>
                  <a:gd name="connsiteY192" fmla="*/ 222970 h 605368"/>
                  <a:gd name="connsiteX193" fmla="*/ 341245 w 568475"/>
                  <a:gd name="connsiteY193" fmla="*/ 198887 h 605368"/>
                  <a:gd name="connsiteX194" fmla="*/ 384324 w 568475"/>
                  <a:gd name="connsiteY194" fmla="*/ 227324 h 605368"/>
                  <a:gd name="connsiteX195" fmla="*/ 408533 w 568475"/>
                  <a:gd name="connsiteY195" fmla="*/ 227324 h 605368"/>
                  <a:gd name="connsiteX196" fmla="*/ 408533 w 568475"/>
                  <a:gd name="connsiteY196" fmla="*/ 209728 h 605368"/>
                  <a:gd name="connsiteX197" fmla="*/ 408266 w 568475"/>
                  <a:gd name="connsiteY197" fmla="*/ 207773 h 605368"/>
                  <a:gd name="connsiteX198" fmla="*/ 375779 w 568475"/>
                  <a:gd name="connsiteY198" fmla="*/ 189555 h 605368"/>
                  <a:gd name="connsiteX199" fmla="*/ 284282 w 568475"/>
                  <a:gd name="connsiteY199" fmla="*/ 178802 h 605368"/>
                  <a:gd name="connsiteX200" fmla="*/ 284282 w 568475"/>
                  <a:gd name="connsiteY200" fmla="*/ 140856 h 605368"/>
                  <a:gd name="connsiteX201" fmla="*/ 192696 w 568475"/>
                  <a:gd name="connsiteY201" fmla="*/ 151609 h 605368"/>
                  <a:gd name="connsiteX202" fmla="*/ 160209 w 568475"/>
                  <a:gd name="connsiteY202" fmla="*/ 169916 h 605368"/>
                  <a:gd name="connsiteX203" fmla="*/ 159942 w 568475"/>
                  <a:gd name="connsiteY203" fmla="*/ 172137 h 605368"/>
                  <a:gd name="connsiteX204" fmla="*/ 159942 w 568475"/>
                  <a:gd name="connsiteY204" fmla="*/ 183690 h 605368"/>
                  <a:gd name="connsiteX205" fmla="*/ 187800 w 568475"/>
                  <a:gd name="connsiteY205" fmla="*/ 172404 h 605368"/>
                  <a:gd name="connsiteX206" fmla="*/ 284282 w 568475"/>
                  <a:gd name="connsiteY206" fmla="*/ 161029 h 605368"/>
                  <a:gd name="connsiteX207" fmla="*/ 380675 w 568475"/>
                  <a:gd name="connsiteY207" fmla="*/ 172404 h 605368"/>
                  <a:gd name="connsiteX208" fmla="*/ 408533 w 568475"/>
                  <a:gd name="connsiteY208" fmla="*/ 183601 h 605368"/>
                  <a:gd name="connsiteX209" fmla="*/ 408533 w 568475"/>
                  <a:gd name="connsiteY209" fmla="*/ 171871 h 605368"/>
                  <a:gd name="connsiteX210" fmla="*/ 408266 w 568475"/>
                  <a:gd name="connsiteY210" fmla="*/ 169916 h 605368"/>
                  <a:gd name="connsiteX211" fmla="*/ 375779 w 568475"/>
                  <a:gd name="connsiteY211" fmla="*/ 151609 h 605368"/>
                  <a:gd name="connsiteX212" fmla="*/ 284282 w 568475"/>
                  <a:gd name="connsiteY212" fmla="*/ 140856 h 605368"/>
                  <a:gd name="connsiteX213" fmla="*/ 284282 w 568475"/>
                  <a:gd name="connsiteY213" fmla="*/ 74472 h 605368"/>
                  <a:gd name="connsiteX214" fmla="*/ 192696 w 568475"/>
                  <a:gd name="connsiteY214" fmla="*/ 85225 h 605368"/>
                  <a:gd name="connsiteX215" fmla="*/ 160209 w 568475"/>
                  <a:gd name="connsiteY215" fmla="*/ 103531 h 605368"/>
                  <a:gd name="connsiteX216" fmla="*/ 159942 w 568475"/>
                  <a:gd name="connsiteY216" fmla="*/ 105753 h 605368"/>
                  <a:gd name="connsiteX217" fmla="*/ 159942 w 568475"/>
                  <a:gd name="connsiteY217" fmla="*/ 138279 h 605368"/>
                  <a:gd name="connsiteX218" fmla="*/ 159942 w 568475"/>
                  <a:gd name="connsiteY218" fmla="*/ 143078 h 605368"/>
                  <a:gd name="connsiteX219" fmla="*/ 159942 w 568475"/>
                  <a:gd name="connsiteY219" fmla="*/ 145744 h 605368"/>
                  <a:gd name="connsiteX220" fmla="*/ 187800 w 568475"/>
                  <a:gd name="connsiteY220" fmla="*/ 134546 h 605368"/>
                  <a:gd name="connsiteX221" fmla="*/ 284282 w 568475"/>
                  <a:gd name="connsiteY221" fmla="*/ 123082 h 605368"/>
                  <a:gd name="connsiteX222" fmla="*/ 380675 w 568475"/>
                  <a:gd name="connsiteY222" fmla="*/ 134546 h 605368"/>
                  <a:gd name="connsiteX223" fmla="*/ 408533 w 568475"/>
                  <a:gd name="connsiteY223" fmla="*/ 145655 h 605368"/>
                  <a:gd name="connsiteX224" fmla="*/ 408533 w 568475"/>
                  <a:gd name="connsiteY224" fmla="*/ 139345 h 605368"/>
                  <a:gd name="connsiteX225" fmla="*/ 408533 w 568475"/>
                  <a:gd name="connsiteY225" fmla="*/ 135435 h 605368"/>
                  <a:gd name="connsiteX226" fmla="*/ 408533 w 568475"/>
                  <a:gd name="connsiteY226" fmla="*/ 105486 h 605368"/>
                  <a:gd name="connsiteX227" fmla="*/ 408266 w 568475"/>
                  <a:gd name="connsiteY227" fmla="*/ 103531 h 605368"/>
                  <a:gd name="connsiteX228" fmla="*/ 375779 w 568475"/>
                  <a:gd name="connsiteY228" fmla="*/ 85225 h 605368"/>
                  <a:gd name="connsiteX229" fmla="*/ 284282 w 568475"/>
                  <a:gd name="connsiteY229" fmla="*/ 74472 h 605368"/>
                  <a:gd name="connsiteX230" fmla="*/ 279431 w 568475"/>
                  <a:gd name="connsiteY230" fmla="*/ 17729 h 605368"/>
                  <a:gd name="connsiteX231" fmla="*/ 252952 w 568475"/>
                  <a:gd name="connsiteY231" fmla="*/ 22128 h 605368"/>
                  <a:gd name="connsiteX232" fmla="*/ 59811 w 568475"/>
                  <a:gd name="connsiteY232" fmla="*/ 88246 h 605368"/>
                  <a:gd name="connsiteX233" fmla="*/ 55628 w 568475"/>
                  <a:gd name="connsiteY233" fmla="*/ 94111 h 605368"/>
                  <a:gd name="connsiteX234" fmla="*/ 59811 w 568475"/>
                  <a:gd name="connsiteY234" fmla="*/ 99977 h 605368"/>
                  <a:gd name="connsiteX235" fmla="*/ 142141 w 568475"/>
                  <a:gd name="connsiteY235" fmla="*/ 128148 h 605368"/>
                  <a:gd name="connsiteX236" fmla="*/ 142141 w 568475"/>
                  <a:gd name="connsiteY236" fmla="*/ 103531 h 605368"/>
                  <a:gd name="connsiteX237" fmla="*/ 142675 w 568475"/>
                  <a:gd name="connsiteY237" fmla="*/ 100599 h 605368"/>
                  <a:gd name="connsiteX238" fmla="*/ 187800 w 568475"/>
                  <a:gd name="connsiteY238" fmla="*/ 68162 h 605368"/>
                  <a:gd name="connsiteX239" fmla="*/ 284282 w 568475"/>
                  <a:gd name="connsiteY239" fmla="*/ 56698 h 605368"/>
                  <a:gd name="connsiteX240" fmla="*/ 380675 w 568475"/>
                  <a:gd name="connsiteY240" fmla="*/ 68162 h 605368"/>
                  <a:gd name="connsiteX241" fmla="*/ 425889 w 568475"/>
                  <a:gd name="connsiteY241" fmla="*/ 100954 h 605368"/>
                  <a:gd name="connsiteX242" fmla="*/ 426334 w 568475"/>
                  <a:gd name="connsiteY242" fmla="*/ 103531 h 605368"/>
                  <a:gd name="connsiteX243" fmla="*/ 426334 w 568475"/>
                  <a:gd name="connsiteY243" fmla="*/ 124860 h 605368"/>
                  <a:gd name="connsiteX244" fmla="*/ 499051 w 568475"/>
                  <a:gd name="connsiteY244" fmla="*/ 99977 h 605368"/>
                  <a:gd name="connsiteX245" fmla="*/ 503235 w 568475"/>
                  <a:gd name="connsiteY245" fmla="*/ 94111 h 605368"/>
                  <a:gd name="connsiteX246" fmla="*/ 499051 w 568475"/>
                  <a:gd name="connsiteY246" fmla="*/ 88246 h 605368"/>
                  <a:gd name="connsiteX247" fmla="*/ 305910 w 568475"/>
                  <a:gd name="connsiteY247" fmla="*/ 22128 h 605368"/>
                  <a:gd name="connsiteX248" fmla="*/ 279431 w 568475"/>
                  <a:gd name="connsiteY248" fmla="*/ 17729 h 605368"/>
                  <a:gd name="connsiteX249" fmla="*/ 279431 w 568475"/>
                  <a:gd name="connsiteY249" fmla="*/ 0 h 605368"/>
                  <a:gd name="connsiteX250" fmla="*/ 311695 w 568475"/>
                  <a:gd name="connsiteY250" fmla="*/ 5332 h 605368"/>
                  <a:gd name="connsiteX251" fmla="*/ 504837 w 568475"/>
                  <a:gd name="connsiteY251" fmla="*/ 71450 h 605368"/>
                  <a:gd name="connsiteX252" fmla="*/ 521036 w 568475"/>
                  <a:gd name="connsiteY252" fmla="*/ 94111 h 605368"/>
                  <a:gd name="connsiteX253" fmla="*/ 504837 w 568475"/>
                  <a:gd name="connsiteY253" fmla="*/ 116773 h 605368"/>
                  <a:gd name="connsiteX254" fmla="*/ 483030 w 568475"/>
                  <a:gd name="connsiteY254" fmla="*/ 124238 h 605368"/>
                  <a:gd name="connsiteX255" fmla="*/ 483030 w 568475"/>
                  <a:gd name="connsiteY255" fmla="*/ 228835 h 605368"/>
                  <a:gd name="connsiteX256" fmla="*/ 501988 w 568475"/>
                  <a:gd name="connsiteY256" fmla="*/ 255229 h 605368"/>
                  <a:gd name="connsiteX257" fmla="*/ 501988 w 568475"/>
                  <a:gd name="connsiteY257" fmla="*/ 288999 h 605368"/>
                  <a:gd name="connsiteX258" fmla="*/ 493088 w 568475"/>
                  <a:gd name="connsiteY258" fmla="*/ 297885 h 605368"/>
                  <a:gd name="connsiteX259" fmla="*/ 455172 w 568475"/>
                  <a:gd name="connsiteY259" fmla="*/ 297885 h 605368"/>
                  <a:gd name="connsiteX260" fmla="*/ 446271 w 568475"/>
                  <a:gd name="connsiteY260" fmla="*/ 288999 h 605368"/>
                  <a:gd name="connsiteX261" fmla="*/ 446271 w 568475"/>
                  <a:gd name="connsiteY261" fmla="*/ 255229 h 605368"/>
                  <a:gd name="connsiteX262" fmla="*/ 465229 w 568475"/>
                  <a:gd name="connsiteY262" fmla="*/ 228835 h 605368"/>
                  <a:gd name="connsiteX263" fmla="*/ 465229 w 568475"/>
                  <a:gd name="connsiteY263" fmla="*/ 130281 h 605368"/>
                  <a:gd name="connsiteX264" fmla="*/ 426334 w 568475"/>
                  <a:gd name="connsiteY264" fmla="*/ 143611 h 605368"/>
                  <a:gd name="connsiteX265" fmla="*/ 426334 w 568475"/>
                  <a:gd name="connsiteY265" fmla="*/ 245453 h 605368"/>
                  <a:gd name="connsiteX266" fmla="*/ 380586 w 568475"/>
                  <a:gd name="connsiteY266" fmla="*/ 368535 h 605368"/>
                  <a:gd name="connsiteX267" fmla="*/ 410224 w 568475"/>
                  <a:gd name="connsiteY267" fmla="*/ 407815 h 605368"/>
                  <a:gd name="connsiteX268" fmla="*/ 498339 w 568475"/>
                  <a:gd name="connsiteY268" fmla="*/ 424255 h 605368"/>
                  <a:gd name="connsiteX269" fmla="*/ 499140 w 568475"/>
                  <a:gd name="connsiteY269" fmla="*/ 424433 h 605368"/>
                  <a:gd name="connsiteX270" fmla="*/ 550407 w 568475"/>
                  <a:gd name="connsiteY270" fmla="*/ 461758 h 605368"/>
                  <a:gd name="connsiteX271" fmla="*/ 568475 w 568475"/>
                  <a:gd name="connsiteY271" fmla="*/ 519611 h 605368"/>
                  <a:gd name="connsiteX272" fmla="*/ 568475 w 568475"/>
                  <a:gd name="connsiteY272" fmla="*/ 571509 h 605368"/>
                  <a:gd name="connsiteX273" fmla="*/ 531093 w 568475"/>
                  <a:gd name="connsiteY273" fmla="*/ 605368 h 605368"/>
                  <a:gd name="connsiteX274" fmla="*/ 322287 w 568475"/>
                  <a:gd name="connsiteY274" fmla="*/ 605368 h 605368"/>
                  <a:gd name="connsiteX275" fmla="*/ 322198 w 568475"/>
                  <a:gd name="connsiteY275" fmla="*/ 605368 h 605368"/>
                  <a:gd name="connsiteX276" fmla="*/ 246366 w 568475"/>
                  <a:gd name="connsiteY276" fmla="*/ 605368 h 605368"/>
                  <a:gd name="connsiteX277" fmla="*/ 246277 w 568475"/>
                  <a:gd name="connsiteY277" fmla="*/ 605368 h 605368"/>
                  <a:gd name="connsiteX278" fmla="*/ 37382 w 568475"/>
                  <a:gd name="connsiteY278" fmla="*/ 605368 h 605368"/>
                  <a:gd name="connsiteX279" fmla="*/ 0 w 568475"/>
                  <a:gd name="connsiteY279" fmla="*/ 571509 h 605368"/>
                  <a:gd name="connsiteX280" fmla="*/ 0 w 568475"/>
                  <a:gd name="connsiteY280" fmla="*/ 519611 h 605368"/>
                  <a:gd name="connsiteX281" fmla="*/ 18068 w 568475"/>
                  <a:gd name="connsiteY281" fmla="*/ 461758 h 605368"/>
                  <a:gd name="connsiteX282" fmla="*/ 69424 w 568475"/>
                  <a:gd name="connsiteY282" fmla="*/ 424433 h 605368"/>
                  <a:gd name="connsiteX283" fmla="*/ 70136 w 568475"/>
                  <a:gd name="connsiteY283" fmla="*/ 424255 h 605368"/>
                  <a:gd name="connsiteX284" fmla="*/ 158340 w 568475"/>
                  <a:gd name="connsiteY284" fmla="*/ 407815 h 605368"/>
                  <a:gd name="connsiteX285" fmla="*/ 187978 w 568475"/>
                  <a:gd name="connsiteY285" fmla="*/ 368535 h 605368"/>
                  <a:gd name="connsiteX286" fmla="*/ 142141 w 568475"/>
                  <a:gd name="connsiteY286" fmla="*/ 245453 h 605368"/>
                  <a:gd name="connsiteX287" fmla="*/ 142141 w 568475"/>
                  <a:gd name="connsiteY287" fmla="*/ 146899 h 605368"/>
                  <a:gd name="connsiteX288" fmla="*/ 54026 w 568475"/>
                  <a:gd name="connsiteY288" fmla="*/ 116773 h 605368"/>
                  <a:gd name="connsiteX289" fmla="*/ 37827 w 568475"/>
                  <a:gd name="connsiteY289" fmla="*/ 94111 h 605368"/>
                  <a:gd name="connsiteX290" fmla="*/ 54026 w 568475"/>
                  <a:gd name="connsiteY290" fmla="*/ 71450 h 605368"/>
                  <a:gd name="connsiteX291" fmla="*/ 247167 w 568475"/>
                  <a:gd name="connsiteY291" fmla="*/ 5332 h 605368"/>
                  <a:gd name="connsiteX292" fmla="*/ 279431 w 568475"/>
                  <a:gd name="connsiteY292" fmla="*/ 0 h 605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568475" h="605368">
                    <a:moveTo>
                      <a:pt x="259627" y="574975"/>
                    </a:moveTo>
                    <a:lnTo>
                      <a:pt x="257135" y="587594"/>
                    </a:lnTo>
                    <a:lnTo>
                      <a:pt x="272266" y="587594"/>
                    </a:lnTo>
                    <a:close/>
                    <a:moveTo>
                      <a:pt x="267549" y="535518"/>
                    </a:moveTo>
                    <a:lnTo>
                      <a:pt x="263900" y="554002"/>
                    </a:lnTo>
                    <a:lnTo>
                      <a:pt x="297455" y="587594"/>
                    </a:lnTo>
                    <a:lnTo>
                      <a:pt x="311339" y="587594"/>
                    </a:lnTo>
                    <a:lnTo>
                      <a:pt x="309292" y="577108"/>
                    </a:lnTo>
                    <a:close/>
                    <a:moveTo>
                      <a:pt x="272622" y="510457"/>
                    </a:moveTo>
                    <a:lnTo>
                      <a:pt x="271732" y="514545"/>
                    </a:lnTo>
                    <a:lnTo>
                      <a:pt x="302973" y="545738"/>
                    </a:lnTo>
                    <a:lnTo>
                      <a:pt x="295941" y="510457"/>
                    </a:lnTo>
                    <a:cubicBezTo>
                      <a:pt x="295229" y="510546"/>
                      <a:pt x="294517" y="510546"/>
                      <a:pt x="293716" y="510546"/>
                    </a:cubicBezTo>
                    <a:lnTo>
                      <a:pt x="274758" y="510546"/>
                    </a:lnTo>
                    <a:cubicBezTo>
                      <a:pt x="274046" y="510546"/>
                      <a:pt x="273334" y="510546"/>
                      <a:pt x="272622" y="510457"/>
                    </a:cubicBezTo>
                    <a:close/>
                    <a:moveTo>
                      <a:pt x="275648" y="467267"/>
                    </a:moveTo>
                    <a:lnTo>
                      <a:pt x="264523" y="481131"/>
                    </a:lnTo>
                    <a:cubicBezTo>
                      <a:pt x="264612" y="481664"/>
                      <a:pt x="264701" y="482197"/>
                      <a:pt x="264701" y="482730"/>
                    </a:cubicBezTo>
                    <a:cubicBezTo>
                      <a:pt x="264701" y="488240"/>
                      <a:pt x="269240" y="492772"/>
                      <a:pt x="274758" y="492772"/>
                    </a:cubicBezTo>
                    <a:lnTo>
                      <a:pt x="293716" y="492772"/>
                    </a:lnTo>
                    <a:cubicBezTo>
                      <a:pt x="299324" y="492772"/>
                      <a:pt x="303863" y="488240"/>
                      <a:pt x="303863" y="482730"/>
                    </a:cubicBezTo>
                    <a:cubicBezTo>
                      <a:pt x="303863" y="482197"/>
                      <a:pt x="303863" y="481664"/>
                      <a:pt x="304041" y="481131"/>
                    </a:cubicBezTo>
                    <a:lnTo>
                      <a:pt x="292826" y="467267"/>
                    </a:lnTo>
                    <a:cubicBezTo>
                      <a:pt x="292292" y="467978"/>
                      <a:pt x="291669" y="468778"/>
                      <a:pt x="291046" y="469489"/>
                    </a:cubicBezTo>
                    <a:cubicBezTo>
                      <a:pt x="289355" y="471444"/>
                      <a:pt x="286863" y="472599"/>
                      <a:pt x="284282" y="472599"/>
                    </a:cubicBezTo>
                    <a:cubicBezTo>
                      <a:pt x="281612" y="472599"/>
                      <a:pt x="279119" y="471444"/>
                      <a:pt x="277428" y="469489"/>
                    </a:cubicBezTo>
                    <a:cubicBezTo>
                      <a:pt x="276894" y="468778"/>
                      <a:pt x="276271" y="467978"/>
                      <a:pt x="275648" y="467267"/>
                    </a:cubicBezTo>
                    <a:close/>
                    <a:moveTo>
                      <a:pt x="531627" y="466290"/>
                    </a:moveTo>
                    <a:lnTo>
                      <a:pt x="502701" y="495172"/>
                    </a:lnTo>
                    <a:cubicBezTo>
                      <a:pt x="490062" y="507880"/>
                      <a:pt x="483030" y="524676"/>
                      <a:pt x="483030" y="542538"/>
                    </a:cubicBezTo>
                    <a:lnTo>
                      <a:pt x="483030" y="587594"/>
                    </a:lnTo>
                    <a:lnTo>
                      <a:pt x="531093" y="587594"/>
                    </a:lnTo>
                    <a:cubicBezTo>
                      <a:pt x="541863" y="587594"/>
                      <a:pt x="550674" y="580396"/>
                      <a:pt x="550674" y="571509"/>
                    </a:cubicBezTo>
                    <a:lnTo>
                      <a:pt x="550674" y="519611"/>
                    </a:lnTo>
                    <a:cubicBezTo>
                      <a:pt x="550674" y="501659"/>
                      <a:pt x="544177" y="481842"/>
                      <a:pt x="531627" y="466290"/>
                    </a:cubicBezTo>
                    <a:close/>
                    <a:moveTo>
                      <a:pt x="36937" y="466290"/>
                    </a:moveTo>
                    <a:cubicBezTo>
                      <a:pt x="24298" y="481842"/>
                      <a:pt x="17801" y="501659"/>
                      <a:pt x="17801" y="519611"/>
                    </a:cubicBezTo>
                    <a:lnTo>
                      <a:pt x="17801" y="571509"/>
                    </a:lnTo>
                    <a:cubicBezTo>
                      <a:pt x="17801" y="580396"/>
                      <a:pt x="26612" y="587594"/>
                      <a:pt x="37382" y="587594"/>
                    </a:cubicBezTo>
                    <a:lnTo>
                      <a:pt x="85445" y="587594"/>
                    </a:lnTo>
                    <a:lnTo>
                      <a:pt x="85445" y="542538"/>
                    </a:lnTo>
                    <a:cubicBezTo>
                      <a:pt x="85445" y="524676"/>
                      <a:pt x="78502" y="507880"/>
                      <a:pt x="65863" y="495172"/>
                    </a:cubicBezTo>
                    <a:close/>
                    <a:moveTo>
                      <a:pt x="409868" y="425766"/>
                    </a:moveTo>
                    <a:lnTo>
                      <a:pt x="355041" y="506636"/>
                    </a:lnTo>
                    <a:cubicBezTo>
                      <a:pt x="351926" y="511168"/>
                      <a:pt x="347031" y="514101"/>
                      <a:pt x="341601" y="514634"/>
                    </a:cubicBezTo>
                    <a:cubicBezTo>
                      <a:pt x="340978" y="514634"/>
                      <a:pt x="340355" y="514723"/>
                      <a:pt x="339821" y="514723"/>
                    </a:cubicBezTo>
                    <a:cubicBezTo>
                      <a:pt x="334926" y="514723"/>
                      <a:pt x="330297" y="512768"/>
                      <a:pt x="326826" y="509302"/>
                    </a:cubicBezTo>
                    <a:cubicBezTo>
                      <a:pt x="326559" y="509035"/>
                      <a:pt x="326381" y="508858"/>
                      <a:pt x="326203" y="508591"/>
                    </a:cubicBezTo>
                    <a:lnTo>
                      <a:pt x="317303" y="497571"/>
                    </a:lnTo>
                    <a:cubicBezTo>
                      <a:pt x="315968" y="499615"/>
                      <a:pt x="314454" y="501570"/>
                      <a:pt x="312674" y="503170"/>
                    </a:cubicBezTo>
                    <a:lnTo>
                      <a:pt x="326203" y="571065"/>
                    </a:lnTo>
                    <a:lnTo>
                      <a:pt x="329496" y="587594"/>
                    </a:lnTo>
                    <a:lnTo>
                      <a:pt x="465229" y="587594"/>
                    </a:lnTo>
                    <a:lnTo>
                      <a:pt x="465229" y="542538"/>
                    </a:lnTo>
                    <a:cubicBezTo>
                      <a:pt x="465229" y="519877"/>
                      <a:pt x="474041" y="498638"/>
                      <a:pt x="490062" y="482642"/>
                    </a:cubicBezTo>
                    <a:lnTo>
                      <a:pt x="518899" y="453848"/>
                    </a:lnTo>
                    <a:cubicBezTo>
                      <a:pt x="511957" y="448516"/>
                      <a:pt x="503858" y="444251"/>
                      <a:pt x="494690" y="441585"/>
                    </a:cubicBezTo>
                    <a:close/>
                    <a:moveTo>
                      <a:pt x="158607" y="425766"/>
                    </a:moveTo>
                    <a:lnTo>
                      <a:pt x="73785" y="441585"/>
                    </a:lnTo>
                    <a:cubicBezTo>
                      <a:pt x="64617" y="444251"/>
                      <a:pt x="56607" y="448516"/>
                      <a:pt x="49576" y="453848"/>
                    </a:cubicBezTo>
                    <a:lnTo>
                      <a:pt x="78413" y="482642"/>
                    </a:lnTo>
                    <a:cubicBezTo>
                      <a:pt x="94434" y="498638"/>
                      <a:pt x="103246" y="519877"/>
                      <a:pt x="103246" y="542538"/>
                    </a:cubicBezTo>
                    <a:lnTo>
                      <a:pt x="103246" y="587594"/>
                    </a:lnTo>
                    <a:lnTo>
                      <a:pt x="238978" y="587594"/>
                    </a:lnTo>
                    <a:lnTo>
                      <a:pt x="255889" y="503170"/>
                    </a:lnTo>
                    <a:cubicBezTo>
                      <a:pt x="254109" y="501570"/>
                      <a:pt x="252507" y="499615"/>
                      <a:pt x="251261" y="497571"/>
                    </a:cubicBezTo>
                    <a:lnTo>
                      <a:pt x="242360" y="508591"/>
                    </a:lnTo>
                    <a:cubicBezTo>
                      <a:pt x="242182" y="508858"/>
                      <a:pt x="241915" y="509124"/>
                      <a:pt x="241737" y="509302"/>
                    </a:cubicBezTo>
                    <a:cubicBezTo>
                      <a:pt x="238266" y="512768"/>
                      <a:pt x="233549" y="514723"/>
                      <a:pt x="228743" y="514723"/>
                    </a:cubicBezTo>
                    <a:cubicBezTo>
                      <a:pt x="228120" y="514723"/>
                      <a:pt x="227586" y="514634"/>
                      <a:pt x="226963" y="514634"/>
                    </a:cubicBezTo>
                    <a:cubicBezTo>
                      <a:pt x="221533" y="514101"/>
                      <a:pt x="216549" y="511168"/>
                      <a:pt x="213523" y="506636"/>
                    </a:cubicBezTo>
                    <a:close/>
                    <a:moveTo>
                      <a:pt x="367947" y="381421"/>
                    </a:moveTo>
                    <a:cubicBezTo>
                      <a:pt x="352994" y="394929"/>
                      <a:pt x="335905" y="405149"/>
                      <a:pt x="317392" y="410747"/>
                    </a:cubicBezTo>
                    <a:cubicBezTo>
                      <a:pt x="314632" y="424167"/>
                      <a:pt x="310182" y="438474"/>
                      <a:pt x="303062" y="451627"/>
                    </a:cubicBezTo>
                    <a:lnTo>
                      <a:pt x="339554" y="496860"/>
                    </a:lnTo>
                    <a:cubicBezTo>
                      <a:pt x="339643" y="496860"/>
                      <a:pt x="339732" y="496949"/>
                      <a:pt x="339910" y="496949"/>
                    </a:cubicBezTo>
                    <a:cubicBezTo>
                      <a:pt x="340177" y="496860"/>
                      <a:pt x="340266" y="496683"/>
                      <a:pt x="340266" y="496683"/>
                    </a:cubicBezTo>
                    <a:lnTo>
                      <a:pt x="394648" y="416613"/>
                    </a:lnTo>
                    <a:close/>
                    <a:moveTo>
                      <a:pt x="200617" y="381332"/>
                    </a:moveTo>
                    <a:lnTo>
                      <a:pt x="173916" y="416613"/>
                    </a:lnTo>
                    <a:lnTo>
                      <a:pt x="228209" y="496683"/>
                    </a:lnTo>
                    <a:cubicBezTo>
                      <a:pt x="228298" y="496683"/>
                      <a:pt x="228387" y="496860"/>
                      <a:pt x="228654" y="496949"/>
                    </a:cubicBezTo>
                    <a:cubicBezTo>
                      <a:pt x="228832" y="496949"/>
                      <a:pt x="228921" y="496860"/>
                      <a:pt x="229010" y="496860"/>
                    </a:cubicBezTo>
                    <a:lnTo>
                      <a:pt x="265413" y="451627"/>
                    </a:lnTo>
                    <a:cubicBezTo>
                      <a:pt x="258381" y="438385"/>
                      <a:pt x="253931" y="424078"/>
                      <a:pt x="251172" y="410747"/>
                    </a:cubicBezTo>
                    <a:cubicBezTo>
                      <a:pt x="232659" y="405060"/>
                      <a:pt x="215570" y="394840"/>
                      <a:pt x="200617" y="381332"/>
                    </a:cubicBezTo>
                    <a:close/>
                    <a:moveTo>
                      <a:pt x="264612" y="368358"/>
                    </a:moveTo>
                    <a:cubicBezTo>
                      <a:pt x="264790" y="384620"/>
                      <a:pt x="267193" y="421323"/>
                      <a:pt x="284282" y="448605"/>
                    </a:cubicBezTo>
                    <a:cubicBezTo>
                      <a:pt x="301371" y="421323"/>
                      <a:pt x="303774" y="384620"/>
                      <a:pt x="303952" y="368358"/>
                    </a:cubicBezTo>
                    <a:close/>
                    <a:moveTo>
                      <a:pt x="268138" y="309521"/>
                    </a:moveTo>
                    <a:cubicBezTo>
                      <a:pt x="273358" y="308799"/>
                      <a:pt x="278877" y="309021"/>
                      <a:pt x="284308" y="311377"/>
                    </a:cubicBezTo>
                    <a:cubicBezTo>
                      <a:pt x="295169" y="306665"/>
                      <a:pt x="306386" y="310488"/>
                      <a:pt x="314844" y="313333"/>
                    </a:cubicBezTo>
                    <a:cubicBezTo>
                      <a:pt x="317960" y="314400"/>
                      <a:pt x="323123" y="316178"/>
                      <a:pt x="324904" y="315911"/>
                    </a:cubicBezTo>
                    <a:cubicBezTo>
                      <a:pt x="328020" y="312177"/>
                      <a:pt x="333540" y="311644"/>
                      <a:pt x="337368" y="314666"/>
                    </a:cubicBezTo>
                    <a:cubicBezTo>
                      <a:pt x="341196" y="317778"/>
                      <a:pt x="341819" y="323379"/>
                      <a:pt x="338703" y="327113"/>
                    </a:cubicBezTo>
                    <a:cubicBezTo>
                      <a:pt x="334697" y="332092"/>
                      <a:pt x="329800" y="333692"/>
                      <a:pt x="324726" y="333692"/>
                    </a:cubicBezTo>
                    <a:cubicBezTo>
                      <a:pt x="319295" y="333692"/>
                      <a:pt x="313775" y="331825"/>
                      <a:pt x="309057" y="330225"/>
                    </a:cubicBezTo>
                    <a:cubicBezTo>
                      <a:pt x="299976" y="327113"/>
                      <a:pt x="294101" y="325513"/>
                      <a:pt x="289471" y="328802"/>
                    </a:cubicBezTo>
                    <a:cubicBezTo>
                      <a:pt x="289382" y="328802"/>
                      <a:pt x="289293" y="328891"/>
                      <a:pt x="289293" y="328891"/>
                    </a:cubicBezTo>
                    <a:cubicBezTo>
                      <a:pt x="289115" y="328980"/>
                      <a:pt x="288937" y="329069"/>
                      <a:pt x="288759" y="329158"/>
                    </a:cubicBezTo>
                    <a:cubicBezTo>
                      <a:pt x="288670" y="329247"/>
                      <a:pt x="288581" y="329336"/>
                      <a:pt x="288492" y="329336"/>
                    </a:cubicBezTo>
                    <a:cubicBezTo>
                      <a:pt x="288314" y="329425"/>
                      <a:pt x="288225" y="329514"/>
                      <a:pt x="288047" y="329602"/>
                    </a:cubicBezTo>
                    <a:cubicBezTo>
                      <a:pt x="287869" y="329691"/>
                      <a:pt x="287780" y="329691"/>
                      <a:pt x="287602" y="329780"/>
                    </a:cubicBezTo>
                    <a:cubicBezTo>
                      <a:pt x="287513" y="329780"/>
                      <a:pt x="287424" y="329869"/>
                      <a:pt x="287246" y="329869"/>
                    </a:cubicBezTo>
                    <a:cubicBezTo>
                      <a:pt x="287068" y="329958"/>
                      <a:pt x="286979" y="330047"/>
                      <a:pt x="286800" y="330047"/>
                    </a:cubicBezTo>
                    <a:cubicBezTo>
                      <a:pt x="286711" y="330136"/>
                      <a:pt x="286533" y="330136"/>
                      <a:pt x="286444" y="330136"/>
                    </a:cubicBezTo>
                    <a:cubicBezTo>
                      <a:pt x="286266" y="330225"/>
                      <a:pt x="286088" y="330225"/>
                      <a:pt x="285910" y="330225"/>
                    </a:cubicBezTo>
                    <a:cubicBezTo>
                      <a:pt x="285821" y="330314"/>
                      <a:pt x="285732" y="330314"/>
                      <a:pt x="285643" y="330314"/>
                    </a:cubicBezTo>
                    <a:cubicBezTo>
                      <a:pt x="285465" y="330314"/>
                      <a:pt x="285287" y="330403"/>
                      <a:pt x="285109" y="330403"/>
                    </a:cubicBezTo>
                    <a:cubicBezTo>
                      <a:pt x="285020" y="330403"/>
                      <a:pt x="284842" y="330403"/>
                      <a:pt x="284753" y="330403"/>
                    </a:cubicBezTo>
                    <a:cubicBezTo>
                      <a:pt x="284575" y="330403"/>
                      <a:pt x="284397" y="330403"/>
                      <a:pt x="284308" y="330403"/>
                    </a:cubicBezTo>
                    <a:cubicBezTo>
                      <a:pt x="284130" y="330403"/>
                      <a:pt x="284041" y="330403"/>
                      <a:pt x="283863" y="330403"/>
                    </a:cubicBezTo>
                    <a:cubicBezTo>
                      <a:pt x="283685" y="330403"/>
                      <a:pt x="283596" y="330403"/>
                      <a:pt x="283417" y="330403"/>
                    </a:cubicBezTo>
                    <a:cubicBezTo>
                      <a:pt x="283328" y="330403"/>
                      <a:pt x="283150" y="330314"/>
                      <a:pt x="282972" y="330314"/>
                    </a:cubicBezTo>
                    <a:cubicBezTo>
                      <a:pt x="282883" y="330314"/>
                      <a:pt x="282705" y="330314"/>
                      <a:pt x="282616" y="330225"/>
                    </a:cubicBezTo>
                    <a:cubicBezTo>
                      <a:pt x="282438" y="330225"/>
                      <a:pt x="282260" y="330225"/>
                      <a:pt x="282171" y="330136"/>
                    </a:cubicBezTo>
                    <a:cubicBezTo>
                      <a:pt x="281993" y="330136"/>
                      <a:pt x="281904" y="330136"/>
                      <a:pt x="281815" y="330047"/>
                    </a:cubicBezTo>
                    <a:cubicBezTo>
                      <a:pt x="281637" y="330047"/>
                      <a:pt x="281459" y="329958"/>
                      <a:pt x="281370" y="329958"/>
                    </a:cubicBezTo>
                    <a:cubicBezTo>
                      <a:pt x="281192" y="329869"/>
                      <a:pt x="281103" y="329780"/>
                      <a:pt x="280925" y="329780"/>
                    </a:cubicBezTo>
                    <a:cubicBezTo>
                      <a:pt x="280836" y="329691"/>
                      <a:pt x="280658" y="329691"/>
                      <a:pt x="280569" y="329602"/>
                    </a:cubicBezTo>
                    <a:cubicBezTo>
                      <a:pt x="280391" y="329514"/>
                      <a:pt x="280213" y="329425"/>
                      <a:pt x="280124" y="329336"/>
                    </a:cubicBezTo>
                    <a:cubicBezTo>
                      <a:pt x="280034" y="329336"/>
                      <a:pt x="279856" y="329247"/>
                      <a:pt x="279767" y="329158"/>
                    </a:cubicBezTo>
                    <a:cubicBezTo>
                      <a:pt x="279589" y="329069"/>
                      <a:pt x="279500" y="328980"/>
                      <a:pt x="279322" y="328891"/>
                    </a:cubicBezTo>
                    <a:cubicBezTo>
                      <a:pt x="279233" y="328891"/>
                      <a:pt x="279144" y="328802"/>
                      <a:pt x="279144" y="328802"/>
                    </a:cubicBezTo>
                    <a:cubicBezTo>
                      <a:pt x="274426" y="325424"/>
                      <a:pt x="268639" y="327113"/>
                      <a:pt x="259469" y="330225"/>
                    </a:cubicBezTo>
                    <a:cubicBezTo>
                      <a:pt x="254840" y="331825"/>
                      <a:pt x="249231" y="333692"/>
                      <a:pt x="243801" y="333692"/>
                    </a:cubicBezTo>
                    <a:cubicBezTo>
                      <a:pt x="238815" y="333692"/>
                      <a:pt x="233919" y="332092"/>
                      <a:pt x="229913" y="327113"/>
                    </a:cubicBezTo>
                    <a:cubicBezTo>
                      <a:pt x="226797" y="323379"/>
                      <a:pt x="227420" y="317778"/>
                      <a:pt x="231159" y="314666"/>
                    </a:cubicBezTo>
                    <a:cubicBezTo>
                      <a:pt x="234987" y="311555"/>
                      <a:pt x="240596" y="312088"/>
                      <a:pt x="243712" y="315911"/>
                    </a:cubicBezTo>
                    <a:cubicBezTo>
                      <a:pt x="245403" y="316178"/>
                      <a:pt x="250656" y="314400"/>
                      <a:pt x="253772" y="313333"/>
                    </a:cubicBezTo>
                    <a:cubicBezTo>
                      <a:pt x="258001" y="311910"/>
                      <a:pt x="262919" y="310243"/>
                      <a:pt x="268138" y="309521"/>
                    </a:cubicBezTo>
                    <a:close/>
                    <a:moveTo>
                      <a:pt x="474130" y="245098"/>
                    </a:moveTo>
                    <a:cubicBezTo>
                      <a:pt x="468612" y="245098"/>
                      <a:pt x="464072" y="249630"/>
                      <a:pt x="464072" y="255229"/>
                    </a:cubicBezTo>
                    <a:lnTo>
                      <a:pt x="464072" y="280112"/>
                    </a:lnTo>
                    <a:lnTo>
                      <a:pt x="484187" y="280112"/>
                    </a:lnTo>
                    <a:lnTo>
                      <a:pt x="484187" y="255229"/>
                    </a:lnTo>
                    <a:cubicBezTo>
                      <a:pt x="484187" y="249630"/>
                      <a:pt x="479737" y="245098"/>
                      <a:pt x="474130" y="245098"/>
                    </a:cubicBezTo>
                    <a:close/>
                    <a:moveTo>
                      <a:pt x="350700" y="236805"/>
                    </a:moveTo>
                    <a:cubicBezTo>
                      <a:pt x="355685" y="236805"/>
                      <a:pt x="359601" y="240808"/>
                      <a:pt x="359601" y="245700"/>
                    </a:cubicBezTo>
                    <a:cubicBezTo>
                      <a:pt x="359601" y="255841"/>
                      <a:pt x="351412" y="264114"/>
                      <a:pt x="341265" y="264114"/>
                    </a:cubicBezTo>
                    <a:cubicBezTo>
                      <a:pt x="336369" y="264114"/>
                      <a:pt x="332363" y="260111"/>
                      <a:pt x="332363" y="255219"/>
                    </a:cubicBezTo>
                    <a:cubicBezTo>
                      <a:pt x="332363" y="250237"/>
                      <a:pt x="336369" y="246323"/>
                      <a:pt x="341265" y="246323"/>
                    </a:cubicBezTo>
                    <a:cubicBezTo>
                      <a:pt x="341532" y="246323"/>
                      <a:pt x="341799" y="246056"/>
                      <a:pt x="341799" y="245700"/>
                    </a:cubicBezTo>
                    <a:cubicBezTo>
                      <a:pt x="341799" y="240808"/>
                      <a:pt x="345804" y="236805"/>
                      <a:pt x="350700" y="236805"/>
                    </a:cubicBezTo>
                    <a:close/>
                    <a:moveTo>
                      <a:pt x="236807" y="236805"/>
                    </a:moveTo>
                    <a:cubicBezTo>
                      <a:pt x="241792" y="236805"/>
                      <a:pt x="245709" y="240808"/>
                      <a:pt x="245709" y="245700"/>
                    </a:cubicBezTo>
                    <a:cubicBezTo>
                      <a:pt x="245709" y="255841"/>
                      <a:pt x="237520" y="264114"/>
                      <a:pt x="227372" y="264114"/>
                    </a:cubicBezTo>
                    <a:cubicBezTo>
                      <a:pt x="222476" y="264114"/>
                      <a:pt x="218471" y="260111"/>
                      <a:pt x="218471" y="255219"/>
                    </a:cubicBezTo>
                    <a:cubicBezTo>
                      <a:pt x="218471" y="250237"/>
                      <a:pt x="222476" y="246323"/>
                      <a:pt x="227372" y="246323"/>
                    </a:cubicBezTo>
                    <a:cubicBezTo>
                      <a:pt x="227639" y="246323"/>
                      <a:pt x="227906" y="246056"/>
                      <a:pt x="227906" y="245700"/>
                    </a:cubicBezTo>
                    <a:cubicBezTo>
                      <a:pt x="227906" y="240808"/>
                      <a:pt x="231912" y="236805"/>
                      <a:pt x="236807" y="236805"/>
                    </a:cubicBezTo>
                    <a:close/>
                    <a:moveTo>
                      <a:pt x="284282" y="235678"/>
                    </a:moveTo>
                    <a:cubicBezTo>
                      <a:pt x="278674" y="235678"/>
                      <a:pt x="274135" y="240121"/>
                      <a:pt x="274135" y="245720"/>
                    </a:cubicBezTo>
                    <a:cubicBezTo>
                      <a:pt x="274135" y="271492"/>
                      <a:pt x="253130" y="292553"/>
                      <a:pt x="227319" y="292553"/>
                    </a:cubicBezTo>
                    <a:cubicBezTo>
                      <a:pt x="201418" y="292553"/>
                      <a:pt x="180413" y="271492"/>
                      <a:pt x="180413" y="245720"/>
                    </a:cubicBezTo>
                    <a:cubicBezTo>
                      <a:pt x="180413" y="245542"/>
                      <a:pt x="180413" y="245364"/>
                      <a:pt x="180413" y="245098"/>
                    </a:cubicBezTo>
                    <a:lnTo>
                      <a:pt x="159942" y="245098"/>
                    </a:lnTo>
                    <a:lnTo>
                      <a:pt x="159942" y="245453"/>
                    </a:lnTo>
                    <a:cubicBezTo>
                      <a:pt x="159942" y="278690"/>
                      <a:pt x="170088" y="312193"/>
                      <a:pt x="188512" y="339920"/>
                    </a:cubicBezTo>
                    <a:cubicBezTo>
                      <a:pt x="204355" y="363825"/>
                      <a:pt x="225271" y="381599"/>
                      <a:pt x="248057" y="390752"/>
                    </a:cubicBezTo>
                    <a:cubicBezTo>
                      <a:pt x="246099" y="373068"/>
                      <a:pt x="246900" y="360093"/>
                      <a:pt x="246989" y="358938"/>
                    </a:cubicBezTo>
                    <a:cubicBezTo>
                      <a:pt x="247256" y="354228"/>
                      <a:pt x="251172" y="350584"/>
                      <a:pt x="255800" y="350584"/>
                    </a:cubicBezTo>
                    <a:lnTo>
                      <a:pt x="312674" y="350584"/>
                    </a:lnTo>
                    <a:cubicBezTo>
                      <a:pt x="317392" y="350584"/>
                      <a:pt x="321308" y="354228"/>
                      <a:pt x="321575" y="358938"/>
                    </a:cubicBezTo>
                    <a:cubicBezTo>
                      <a:pt x="321664" y="360093"/>
                      <a:pt x="322376" y="373156"/>
                      <a:pt x="320507" y="390841"/>
                    </a:cubicBezTo>
                    <a:cubicBezTo>
                      <a:pt x="343293" y="381688"/>
                      <a:pt x="364120" y="364003"/>
                      <a:pt x="379963" y="340098"/>
                    </a:cubicBezTo>
                    <a:cubicBezTo>
                      <a:pt x="398387" y="312371"/>
                      <a:pt x="408533" y="278779"/>
                      <a:pt x="408533" y="245453"/>
                    </a:cubicBezTo>
                    <a:lnTo>
                      <a:pt x="408533" y="245098"/>
                    </a:lnTo>
                    <a:lnTo>
                      <a:pt x="388062" y="245098"/>
                    </a:lnTo>
                    <a:cubicBezTo>
                      <a:pt x="388062" y="245364"/>
                      <a:pt x="388062" y="245542"/>
                      <a:pt x="388062" y="245720"/>
                    </a:cubicBezTo>
                    <a:cubicBezTo>
                      <a:pt x="388062" y="271492"/>
                      <a:pt x="367057" y="292553"/>
                      <a:pt x="341245" y="292553"/>
                    </a:cubicBezTo>
                    <a:cubicBezTo>
                      <a:pt x="315345" y="292553"/>
                      <a:pt x="294339" y="271492"/>
                      <a:pt x="294339" y="245720"/>
                    </a:cubicBezTo>
                    <a:cubicBezTo>
                      <a:pt x="294339" y="240121"/>
                      <a:pt x="289800" y="235678"/>
                      <a:pt x="284282" y="235678"/>
                    </a:cubicBezTo>
                    <a:close/>
                    <a:moveTo>
                      <a:pt x="341245" y="216660"/>
                    </a:moveTo>
                    <a:cubicBezTo>
                      <a:pt x="325224" y="216660"/>
                      <a:pt x="312140" y="229724"/>
                      <a:pt x="312140" y="245720"/>
                    </a:cubicBezTo>
                    <a:cubicBezTo>
                      <a:pt x="312140" y="261716"/>
                      <a:pt x="325224" y="274780"/>
                      <a:pt x="341245" y="274780"/>
                    </a:cubicBezTo>
                    <a:cubicBezTo>
                      <a:pt x="357266" y="274780"/>
                      <a:pt x="370261" y="261716"/>
                      <a:pt x="370261" y="245720"/>
                    </a:cubicBezTo>
                    <a:cubicBezTo>
                      <a:pt x="370261" y="229724"/>
                      <a:pt x="357266" y="216660"/>
                      <a:pt x="341245" y="216660"/>
                    </a:cubicBezTo>
                    <a:close/>
                    <a:moveTo>
                      <a:pt x="227319" y="216660"/>
                    </a:moveTo>
                    <a:cubicBezTo>
                      <a:pt x="211298" y="216660"/>
                      <a:pt x="198214" y="229724"/>
                      <a:pt x="198214" y="245720"/>
                    </a:cubicBezTo>
                    <a:cubicBezTo>
                      <a:pt x="198214" y="261716"/>
                      <a:pt x="211298" y="274780"/>
                      <a:pt x="227319" y="274780"/>
                    </a:cubicBezTo>
                    <a:cubicBezTo>
                      <a:pt x="243339" y="274780"/>
                      <a:pt x="256334" y="261716"/>
                      <a:pt x="256334" y="245720"/>
                    </a:cubicBezTo>
                    <a:cubicBezTo>
                      <a:pt x="256334" y="229724"/>
                      <a:pt x="243339" y="216660"/>
                      <a:pt x="227319" y="216660"/>
                    </a:cubicBezTo>
                    <a:close/>
                    <a:moveTo>
                      <a:pt x="284282" y="178802"/>
                    </a:moveTo>
                    <a:cubicBezTo>
                      <a:pt x="249570" y="178802"/>
                      <a:pt x="217083" y="182624"/>
                      <a:pt x="192696" y="189555"/>
                    </a:cubicBezTo>
                    <a:cubicBezTo>
                      <a:pt x="166083" y="197109"/>
                      <a:pt x="160209" y="205285"/>
                      <a:pt x="160209" y="207773"/>
                    </a:cubicBezTo>
                    <a:cubicBezTo>
                      <a:pt x="160209" y="208573"/>
                      <a:pt x="160120" y="209373"/>
                      <a:pt x="159942" y="210084"/>
                    </a:cubicBezTo>
                    <a:lnTo>
                      <a:pt x="159942" y="227324"/>
                    </a:lnTo>
                    <a:lnTo>
                      <a:pt x="184151" y="227324"/>
                    </a:lnTo>
                    <a:cubicBezTo>
                      <a:pt x="191361" y="210617"/>
                      <a:pt x="208004" y="198887"/>
                      <a:pt x="227319" y="198887"/>
                    </a:cubicBezTo>
                    <a:cubicBezTo>
                      <a:pt x="244853" y="198887"/>
                      <a:pt x="260250" y="208662"/>
                      <a:pt x="268261" y="222970"/>
                    </a:cubicBezTo>
                    <a:cubicBezTo>
                      <a:pt x="272800" y="219771"/>
                      <a:pt x="278318" y="217904"/>
                      <a:pt x="284282" y="217904"/>
                    </a:cubicBezTo>
                    <a:cubicBezTo>
                      <a:pt x="290245" y="217904"/>
                      <a:pt x="295763" y="219771"/>
                      <a:pt x="300303" y="222970"/>
                    </a:cubicBezTo>
                    <a:cubicBezTo>
                      <a:pt x="308313" y="208662"/>
                      <a:pt x="323622" y="198887"/>
                      <a:pt x="341245" y="198887"/>
                    </a:cubicBezTo>
                    <a:cubicBezTo>
                      <a:pt x="360560" y="198887"/>
                      <a:pt x="377203" y="210617"/>
                      <a:pt x="384324" y="227324"/>
                    </a:cubicBezTo>
                    <a:lnTo>
                      <a:pt x="408533" y="227324"/>
                    </a:lnTo>
                    <a:lnTo>
                      <a:pt x="408533" y="209728"/>
                    </a:lnTo>
                    <a:cubicBezTo>
                      <a:pt x="408355" y="209106"/>
                      <a:pt x="408266" y="208484"/>
                      <a:pt x="408266" y="207773"/>
                    </a:cubicBezTo>
                    <a:cubicBezTo>
                      <a:pt x="408266" y="205285"/>
                      <a:pt x="402481" y="197109"/>
                      <a:pt x="375779" y="189555"/>
                    </a:cubicBezTo>
                    <a:cubicBezTo>
                      <a:pt x="351481" y="182624"/>
                      <a:pt x="318994" y="178802"/>
                      <a:pt x="284282" y="178802"/>
                    </a:cubicBezTo>
                    <a:close/>
                    <a:moveTo>
                      <a:pt x="284282" y="140856"/>
                    </a:moveTo>
                    <a:cubicBezTo>
                      <a:pt x="249570" y="140856"/>
                      <a:pt x="217083" y="144677"/>
                      <a:pt x="192696" y="151609"/>
                    </a:cubicBezTo>
                    <a:cubicBezTo>
                      <a:pt x="166083" y="159252"/>
                      <a:pt x="160209" y="167338"/>
                      <a:pt x="160209" y="169916"/>
                    </a:cubicBezTo>
                    <a:cubicBezTo>
                      <a:pt x="160209" y="170627"/>
                      <a:pt x="160120" y="171426"/>
                      <a:pt x="159942" y="172137"/>
                    </a:cubicBezTo>
                    <a:lnTo>
                      <a:pt x="159942" y="183690"/>
                    </a:lnTo>
                    <a:cubicBezTo>
                      <a:pt x="167062" y="179424"/>
                      <a:pt x="176408" y="175692"/>
                      <a:pt x="187800" y="172404"/>
                    </a:cubicBezTo>
                    <a:cubicBezTo>
                      <a:pt x="213701" y="165028"/>
                      <a:pt x="247968" y="161029"/>
                      <a:pt x="284282" y="161029"/>
                    </a:cubicBezTo>
                    <a:cubicBezTo>
                      <a:pt x="320596" y="161029"/>
                      <a:pt x="354774" y="165028"/>
                      <a:pt x="380675" y="172404"/>
                    </a:cubicBezTo>
                    <a:cubicBezTo>
                      <a:pt x="392067" y="175692"/>
                      <a:pt x="401413" y="179424"/>
                      <a:pt x="408533" y="183601"/>
                    </a:cubicBezTo>
                    <a:lnTo>
                      <a:pt x="408533" y="171871"/>
                    </a:lnTo>
                    <a:cubicBezTo>
                      <a:pt x="408355" y="171249"/>
                      <a:pt x="408266" y="170538"/>
                      <a:pt x="408266" y="169916"/>
                    </a:cubicBezTo>
                    <a:cubicBezTo>
                      <a:pt x="408266" y="167338"/>
                      <a:pt x="402481" y="159252"/>
                      <a:pt x="375779" y="151609"/>
                    </a:cubicBezTo>
                    <a:cubicBezTo>
                      <a:pt x="351481" y="144677"/>
                      <a:pt x="318994" y="140856"/>
                      <a:pt x="284282" y="140856"/>
                    </a:cubicBezTo>
                    <a:close/>
                    <a:moveTo>
                      <a:pt x="284282" y="74472"/>
                    </a:moveTo>
                    <a:cubicBezTo>
                      <a:pt x="249570" y="74472"/>
                      <a:pt x="217083" y="78293"/>
                      <a:pt x="192696" y="85225"/>
                    </a:cubicBezTo>
                    <a:cubicBezTo>
                      <a:pt x="166083" y="92867"/>
                      <a:pt x="160209" y="101043"/>
                      <a:pt x="160209" y="103531"/>
                    </a:cubicBezTo>
                    <a:cubicBezTo>
                      <a:pt x="160209" y="104331"/>
                      <a:pt x="160120" y="105042"/>
                      <a:pt x="159942" y="105753"/>
                    </a:cubicBezTo>
                    <a:lnTo>
                      <a:pt x="159942" y="138279"/>
                    </a:lnTo>
                    <a:cubicBezTo>
                      <a:pt x="160387" y="139789"/>
                      <a:pt x="160387" y="141478"/>
                      <a:pt x="159942" y="143078"/>
                    </a:cubicBezTo>
                    <a:lnTo>
                      <a:pt x="159942" y="145744"/>
                    </a:lnTo>
                    <a:cubicBezTo>
                      <a:pt x="167062" y="141567"/>
                      <a:pt x="176408" y="137834"/>
                      <a:pt x="187800" y="134546"/>
                    </a:cubicBezTo>
                    <a:cubicBezTo>
                      <a:pt x="213701" y="127170"/>
                      <a:pt x="247968" y="123082"/>
                      <a:pt x="284282" y="123082"/>
                    </a:cubicBezTo>
                    <a:cubicBezTo>
                      <a:pt x="320596" y="123082"/>
                      <a:pt x="354774" y="127170"/>
                      <a:pt x="380675" y="134546"/>
                    </a:cubicBezTo>
                    <a:cubicBezTo>
                      <a:pt x="392067" y="137745"/>
                      <a:pt x="401413" y="141478"/>
                      <a:pt x="408533" y="145655"/>
                    </a:cubicBezTo>
                    <a:lnTo>
                      <a:pt x="408533" y="139345"/>
                    </a:lnTo>
                    <a:cubicBezTo>
                      <a:pt x="408177" y="138012"/>
                      <a:pt x="408177" y="136679"/>
                      <a:pt x="408533" y="135435"/>
                    </a:cubicBezTo>
                    <a:lnTo>
                      <a:pt x="408533" y="105486"/>
                    </a:lnTo>
                    <a:cubicBezTo>
                      <a:pt x="408355" y="104864"/>
                      <a:pt x="408266" y="104242"/>
                      <a:pt x="408266" y="103531"/>
                    </a:cubicBezTo>
                    <a:cubicBezTo>
                      <a:pt x="408266" y="101043"/>
                      <a:pt x="402481" y="92867"/>
                      <a:pt x="375779" y="85225"/>
                    </a:cubicBezTo>
                    <a:cubicBezTo>
                      <a:pt x="351481" y="78293"/>
                      <a:pt x="318994" y="74472"/>
                      <a:pt x="284282" y="74472"/>
                    </a:cubicBezTo>
                    <a:close/>
                    <a:moveTo>
                      <a:pt x="279431" y="17729"/>
                    </a:moveTo>
                    <a:cubicBezTo>
                      <a:pt x="270464" y="17729"/>
                      <a:pt x="261496" y="19196"/>
                      <a:pt x="252952" y="22128"/>
                    </a:cubicBezTo>
                    <a:lnTo>
                      <a:pt x="59811" y="88246"/>
                    </a:lnTo>
                    <a:cubicBezTo>
                      <a:pt x="56073" y="89579"/>
                      <a:pt x="55628" y="92778"/>
                      <a:pt x="55628" y="94111"/>
                    </a:cubicBezTo>
                    <a:cubicBezTo>
                      <a:pt x="55628" y="95444"/>
                      <a:pt x="56073" y="98644"/>
                      <a:pt x="59811" y="99977"/>
                    </a:cubicBezTo>
                    <a:lnTo>
                      <a:pt x="142141" y="128148"/>
                    </a:lnTo>
                    <a:lnTo>
                      <a:pt x="142141" y="103531"/>
                    </a:lnTo>
                    <a:cubicBezTo>
                      <a:pt x="142141" y="102465"/>
                      <a:pt x="142319" y="101487"/>
                      <a:pt x="142675" y="100599"/>
                    </a:cubicBezTo>
                    <a:cubicBezTo>
                      <a:pt x="144544" y="87091"/>
                      <a:pt x="159764" y="76160"/>
                      <a:pt x="187800" y="68162"/>
                    </a:cubicBezTo>
                    <a:cubicBezTo>
                      <a:pt x="213701" y="60786"/>
                      <a:pt x="247968" y="56698"/>
                      <a:pt x="284282" y="56698"/>
                    </a:cubicBezTo>
                    <a:cubicBezTo>
                      <a:pt x="320596" y="56698"/>
                      <a:pt x="354863" y="60786"/>
                      <a:pt x="380675" y="68162"/>
                    </a:cubicBezTo>
                    <a:cubicBezTo>
                      <a:pt x="409067" y="76249"/>
                      <a:pt x="424198" y="87269"/>
                      <a:pt x="425889" y="100954"/>
                    </a:cubicBezTo>
                    <a:cubicBezTo>
                      <a:pt x="426156" y="101754"/>
                      <a:pt x="426334" y="102643"/>
                      <a:pt x="426334" y="103531"/>
                    </a:cubicBezTo>
                    <a:lnTo>
                      <a:pt x="426334" y="124860"/>
                    </a:lnTo>
                    <a:lnTo>
                      <a:pt x="499051" y="99977"/>
                    </a:lnTo>
                    <a:cubicBezTo>
                      <a:pt x="502790" y="98644"/>
                      <a:pt x="503235" y="95444"/>
                      <a:pt x="503235" y="94111"/>
                    </a:cubicBezTo>
                    <a:cubicBezTo>
                      <a:pt x="503235" y="92778"/>
                      <a:pt x="502790" y="89579"/>
                      <a:pt x="499051" y="88246"/>
                    </a:cubicBezTo>
                    <a:lnTo>
                      <a:pt x="305910" y="22128"/>
                    </a:lnTo>
                    <a:cubicBezTo>
                      <a:pt x="297365" y="19196"/>
                      <a:pt x="288398" y="17729"/>
                      <a:pt x="279431" y="17729"/>
                    </a:cubicBezTo>
                    <a:close/>
                    <a:moveTo>
                      <a:pt x="279431" y="0"/>
                    </a:moveTo>
                    <a:cubicBezTo>
                      <a:pt x="290356" y="0"/>
                      <a:pt x="301282" y="1778"/>
                      <a:pt x="311695" y="5332"/>
                    </a:cubicBezTo>
                    <a:lnTo>
                      <a:pt x="504837" y="71450"/>
                    </a:lnTo>
                    <a:cubicBezTo>
                      <a:pt x="514627" y="74827"/>
                      <a:pt x="521036" y="83714"/>
                      <a:pt x="521036" y="94111"/>
                    </a:cubicBezTo>
                    <a:cubicBezTo>
                      <a:pt x="521036" y="104509"/>
                      <a:pt x="514627" y="113396"/>
                      <a:pt x="504837" y="116773"/>
                    </a:cubicBezTo>
                    <a:lnTo>
                      <a:pt x="483030" y="124238"/>
                    </a:lnTo>
                    <a:lnTo>
                      <a:pt x="483030" y="228835"/>
                    </a:lnTo>
                    <a:cubicBezTo>
                      <a:pt x="494067" y="232567"/>
                      <a:pt x="501988" y="242965"/>
                      <a:pt x="501988" y="255229"/>
                    </a:cubicBezTo>
                    <a:lnTo>
                      <a:pt x="501988" y="288999"/>
                    </a:lnTo>
                    <a:cubicBezTo>
                      <a:pt x="501988" y="293886"/>
                      <a:pt x="498072" y="297885"/>
                      <a:pt x="493088" y="297885"/>
                    </a:cubicBezTo>
                    <a:lnTo>
                      <a:pt x="455172" y="297885"/>
                    </a:lnTo>
                    <a:cubicBezTo>
                      <a:pt x="450277" y="297885"/>
                      <a:pt x="446271" y="293886"/>
                      <a:pt x="446271" y="288999"/>
                    </a:cubicBezTo>
                    <a:lnTo>
                      <a:pt x="446271" y="255229"/>
                    </a:lnTo>
                    <a:cubicBezTo>
                      <a:pt x="446271" y="242965"/>
                      <a:pt x="454193" y="232567"/>
                      <a:pt x="465229" y="228835"/>
                    </a:cubicBezTo>
                    <a:lnTo>
                      <a:pt x="465229" y="130281"/>
                    </a:lnTo>
                    <a:lnTo>
                      <a:pt x="426334" y="143611"/>
                    </a:lnTo>
                    <a:lnTo>
                      <a:pt x="426334" y="245453"/>
                    </a:lnTo>
                    <a:cubicBezTo>
                      <a:pt x="426334" y="292109"/>
                      <a:pt x="408622" y="336721"/>
                      <a:pt x="380586" y="368535"/>
                    </a:cubicBezTo>
                    <a:lnTo>
                      <a:pt x="410224" y="407815"/>
                    </a:lnTo>
                    <a:lnTo>
                      <a:pt x="498339" y="424255"/>
                    </a:lnTo>
                    <a:cubicBezTo>
                      <a:pt x="498606" y="424255"/>
                      <a:pt x="498873" y="424344"/>
                      <a:pt x="499140" y="424433"/>
                    </a:cubicBezTo>
                    <a:cubicBezTo>
                      <a:pt x="519968" y="430210"/>
                      <a:pt x="537679" y="443184"/>
                      <a:pt x="550407" y="461758"/>
                    </a:cubicBezTo>
                    <a:cubicBezTo>
                      <a:pt x="562067" y="478731"/>
                      <a:pt x="568475" y="499349"/>
                      <a:pt x="568475" y="519611"/>
                    </a:cubicBezTo>
                    <a:lnTo>
                      <a:pt x="568475" y="571509"/>
                    </a:lnTo>
                    <a:cubicBezTo>
                      <a:pt x="568475" y="590172"/>
                      <a:pt x="551742" y="605368"/>
                      <a:pt x="531093" y="605368"/>
                    </a:cubicBezTo>
                    <a:lnTo>
                      <a:pt x="322287" y="605368"/>
                    </a:lnTo>
                    <a:cubicBezTo>
                      <a:pt x="322287" y="605368"/>
                      <a:pt x="322198" y="605368"/>
                      <a:pt x="322198" y="605368"/>
                    </a:cubicBezTo>
                    <a:lnTo>
                      <a:pt x="246366" y="605368"/>
                    </a:lnTo>
                    <a:cubicBezTo>
                      <a:pt x="246277" y="605368"/>
                      <a:pt x="246277" y="605368"/>
                      <a:pt x="246277" y="605368"/>
                    </a:cubicBezTo>
                    <a:lnTo>
                      <a:pt x="37382" y="605368"/>
                    </a:lnTo>
                    <a:cubicBezTo>
                      <a:pt x="16822" y="605368"/>
                      <a:pt x="0" y="590172"/>
                      <a:pt x="0" y="571509"/>
                    </a:cubicBezTo>
                    <a:lnTo>
                      <a:pt x="0" y="519611"/>
                    </a:lnTo>
                    <a:cubicBezTo>
                      <a:pt x="0" y="499349"/>
                      <a:pt x="6497" y="478731"/>
                      <a:pt x="18068" y="461758"/>
                    </a:cubicBezTo>
                    <a:cubicBezTo>
                      <a:pt x="30795" y="443184"/>
                      <a:pt x="48507" y="430210"/>
                      <a:pt x="69424" y="424433"/>
                    </a:cubicBezTo>
                    <a:cubicBezTo>
                      <a:pt x="69602" y="424344"/>
                      <a:pt x="69869" y="424255"/>
                      <a:pt x="70136" y="424255"/>
                    </a:cubicBezTo>
                    <a:lnTo>
                      <a:pt x="158340" y="407815"/>
                    </a:lnTo>
                    <a:lnTo>
                      <a:pt x="187978" y="368535"/>
                    </a:lnTo>
                    <a:cubicBezTo>
                      <a:pt x="159853" y="336632"/>
                      <a:pt x="142141" y="291931"/>
                      <a:pt x="142141" y="245453"/>
                    </a:cubicBezTo>
                    <a:lnTo>
                      <a:pt x="142141" y="146899"/>
                    </a:lnTo>
                    <a:lnTo>
                      <a:pt x="54026" y="116773"/>
                    </a:lnTo>
                    <a:cubicBezTo>
                      <a:pt x="44235" y="113396"/>
                      <a:pt x="37827" y="104509"/>
                      <a:pt x="37827" y="94111"/>
                    </a:cubicBezTo>
                    <a:cubicBezTo>
                      <a:pt x="37827" y="83714"/>
                      <a:pt x="44235" y="74827"/>
                      <a:pt x="54026" y="71450"/>
                    </a:cubicBezTo>
                    <a:lnTo>
                      <a:pt x="247167" y="5332"/>
                    </a:lnTo>
                    <a:cubicBezTo>
                      <a:pt x="257580" y="1778"/>
                      <a:pt x="268506" y="0"/>
                      <a:pt x="279431"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F0502020204030204"/>
                  <a:ea typeface="微软雅黑"/>
                  <a:cs typeface="+mn-ea"/>
                  <a:sym typeface="+mn-lt"/>
                </a:endParaRPr>
              </a:p>
            </p:txBody>
          </p:sp>
          <p:sp>
            <p:nvSpPr>
              <p:cNvPr id="19" name="文本框 18">
                <a:extLst>
                  <a:ext uri="{FF2B5EF4-FFF2-40B4-BE49-F238E27FC236}">
                    <a16:creationId xmlns:a16="http://schemas.microsoft.com/office/drawing/2014/main" id="{410D977A-E065-4BBA-8D3C-AC0D3C29EC07}"/>
                  </a:ext>
                </a:extLst>
              </p:cNvPr>
              <p:cNvSpPr txBox="1"/>
              <p:nvPr/>
            </p:nvSpPr>
            <p:spPr>
              <a:xfrm>
                <a:off x="4775859" y="4837317"/>
                <a:ext cx="2467541"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汇报人：星空情报站</a:t>
                </a:r>
              </a:p>
            </p:txBody>
          </p:sp>
        </p:grpSp>
        <p:grpSp>
          <p:nvGrpSpPr>
            <p:cNvPr id="15" name="组合 14">
              <a:extLst>
                <a:ext uri="{FF2B5EF4-FFF2-40B4-BE49-F238E27FC236}">
                  <a16:creationId xmlns:a16="http://schemas.microsoft.com/office/drawing/2014/main" id="{CC61574C-A44D-470B-8468-C6B4205BE59E}"/>
                </a:ext>
              </a:extLst>
            </p:cNvPr>
            <p:cNvGrpSpPr/>
            <p:nvPr/>
          </p:nvGrpSpPr>
          <p:grpSpPr>
            <a:xfrm>
              <a:off x="4489351" y="5447008"/>
              <a:ext cx="2226046" cy="369332"/>
              <a:chOff x="4428391" y="5447008"/>
              <a:chExt cx="2226046" cy="369332"/>
            </a:xfrm>
          </p:grpSpPr>
          <p:sp>
            <p:nvSpPr>
              <p:cNvPr id="16" name="iconfont-1187-868307">
                <a:extLst>
                  <a:ext uri="{FF2B5EF4-FFF2-40B4-BE49-F238E27FC236}">
                    <a16:creationId xmlns:a16="http://schemas.microsoft.com/office/drawing/2014/main" id="{C31E00EF-667F-4239-937A-4DB4906847B8}"/>
                  </a:ext>
                </a:extLst>
              </p:cNvPr>
              <p:cNvSpPr>
                <a:spLocks noChangeAspect="1"/>
              </p:cNvSpPr>
              <p:nvPr/>
            </p:nvSpPr>
            <p:spPr bwMode="auto">
              <a:xfrm>
                <a:off x="4428391" y="5495825"/>
                <a:ext cx="299157" cy="271699"/>
              </a:xfrm>
              <a:custGeom>
                <a:avLst/>
                <a:gdLst>
                  <a:gd name="T0" fmla="*/ 81 w 4753"/>
                  <a:gd name="T1" fmla="*/ 4315 h 4323"/>
                  <a:gd name="T2" fmla="*/ 316 w 4753"/>
                  <a:gd name="T3" fmla="*/ 3451 h 4323"/>
                  <a:gd name="T4" fmla="*/ 1173 w 4753"/>
                  <a:gd name="T5" fmla="*/ 2706 h 4323"/>
                  <a:gd name="T6" fmla="*/ 1626 w 4753"/>
                  <a:gd name="T7" fmla="*/ 2706 h 4323"/>
                  <a:gd name="T8" fmla="*/ 2508 w 4753"/>
                  <a:gd name="T9" fmla="*/ 3544 h 4323"/>
                  <a:gd name="T10" fmla="*/ 3450 w 4753"/>
                  <a:gd name="T11" fmla="*/ 2819 h 4323"/>
                  <a:gd name="T12" fmla="*/ 2540 w 4753"/>
                  <a:gd name="T13" fmla="*/ 3806 h 4323"/>
                  <a:gd name="T14" fmla="*/ 2369 w 4753"/>
                  <a:gd name="T15" fmla="*/ 3767 h 4323"/>
                  <a:gd name="T16" fmla="*/ 1698 w 4753"/>
                  <a:gd name="T17" fmla="*/ 2928 h 4323"/>
                  <a:gd name="T18" fmla="*/ 1719 w 4753"/>
                  <a:gd name="T19" fmla="*/ 3982 h 4323"/>
                  <a:gd name="T20" fmla="*/ 1493 w 4753"/>
                  <a:gd name="T21" fmla="*/ 4227 h 4323"/>
                  <a:gd name="T22" fmla="*/ 1360 w 4753"/>
                  <a:gd name="T23" fmla="*/ 4251 h 4323"/>
                  <a:gd name="T24" fmla="*/ 1106 w 4753"/>
                  <a:gd name="T25" fmla="*/ 4077 h 4323"/>
                  <a:gd name="T26" fmla="*/ 1151 w 4753"/>
                  <a:gd name="T27" fmla="*/ 3227 h 4323"/>
                  <a:gd name="T28" fmla="*/ 514 w 4753"/>
                  <a:gd name="T29" fmla="*/ 3531 h 4323"/>
                  <a:gd name="T30" fmla="*/ 121 w 4753"/>
                  <a:gd name="T31" fmla="*/ 4323 h 4323"/>
                  <a:gd name="T32" fmla="*/ 1393 w 4753"/>
                  <a:gd name="T33" fmla="*/ 4034 h 4323"/>
                  <a:gd name="T34" fmla="*/ 1432 w 4753"/>
                  <a:gd name="T35" fmla="*/ 3329 h 4323"/>
                  <a:gd name="T36" fmla="*/ 1286 w 4753"/>
                  <a:gd name="T37" fmla="*/ 3947 h 4323"/>
                  <a:gd name="T38" fmla="*/ 1441 w 4753"/>
                  <a:gd name="T39" fmla="*/ 3115 h 4323"/>
                  <a:gd name="T40" fmla="*/ 1305 w 4753"/>
                  <a:gd name="T41" fmla="*/ 2919 h 4323"/>
                  <a:gd name="T42" fmla="*/ 4647 w 4753"/>
                  <a:gd name="T43" fmla="*/ 3982 h 4323"/>
                  <a:gd name="T44" fmla="*/ 2918 w 4753"/>
                  <a:gd name="T45" fmla="*/ 3876 h 4323"/>
                  <a:gd name="T46" fmla="*/ 4540 w 4753"/>
                  <a:gd name="T47" fmla="*/ 3769 h 4323"/>
                  <a:gd name="T48" fmla="*/ 312 w 4753"/>
                  <a:gd name="T49" fmla="*/ 698 h 4323"/>
                  <a:gd name="T50" fmla="*/ 205 w 4753"/>
                  <a:gd name="T51" fmla="*/ 3049 h 4323"/>
                  <a:gd name="T52" fmla="*/ 99 w 4753"/>
                  <a:gd name="T53" fmla="*/ 591 h 4323"/>
                  <a:gd name="T54" fmla="*/ 4647 w 4753"/>
                  <a:gd name="T55" fmla="*/ 485 h 4323"/>
                  <a:gd name="T56" fmla="*/ 4753 w 4753"/>
                  <a:gd name="T57" fmla="*/ 3876 h 4323"/>
                  <a:gd name="T58" fmla="*/ 1921 w 4753"/>
                  <a:gd name="T59" fmla="*/ 3477 h 4323"/>
                  <a:gd name="T60" fmla="*/ 1815 w 4753"/>
                  <a:gd name="T61" fmla="*/ 3356 h 4323"/>
                  <a:gd name="T62" fmla="*/ 2028 w 4753"/>
                  <a:gd name="T63" fmla="*/ 3356 h 4323"/>
                  <a:gd name="T64" fmla="*/ 1921 w 4753"/>
                  <a:gd name="T65" fmla="*/ 3477 h 4323"/>
                  <a:gd name="T66" fmla="*/ 806 w 4753"/>
                  <a:gd name="T67" fmla="*/ 1923 h 4323"/>
                  <a:gd name="T68" fmla="*/ 1507 w 4753"/>
                  <a:gd name="T69" fmla="*/ 1347 h 4323"/>
                  <a:gd name="T70" fmla="*/ 1980 w 4753"/>
                  <a:gd name="T71" fmla="*/ 1923 h 4323"/>
                  <a:gd name="T72" fmla="*/ 1203 w 4753"/>
                  <a:gd name="T73" fmla="*/ 1602 h 4323"/>
                  <a:gd name="T74" fmla="*/ 1393 w 4753"/>
                  <a:gd name="T75" fmla="*/ 2297 h 4323"/>
                  <a:gd name="T76" fmla="*/ 1535 w 4753"/>
                  <a:gd name="T77" fmla="*/ 1578 h 4323"/>
                  <a:gd name="T78" fmla="*/ 1208 w 4753"/>
                  <a:gd name="T79" fmla="*/ 1695 h 4323"/>
                  <a:gd name="T80" fmla="*/ 4068 w 4753"/>
                  <a:gd name="T81" fmla="*/ 1797 h 4323"/>
                  <a:gd name="T82" fmla="*/ 3414 w 4753"/>
                  <a:gd name="T83" fmla="*/ 1691 h 4323"/>
                  <a:gd name="T84" fmla="*/ 4068 w 4753"/>
                  <a:gd name="T85" fmla="*/ 1584 h 4323"/>
                  <a:gd name="T86" fmla="*/ 4068 w 4753"/>
                  <a:gd name="T87" fmla="*/ 1797 h 4323"/>
                  <a:gd name="T88" fmla="*/ 2822 w 4753"/>
                  <a:gd name="T89" fmla="*/ 1797 h 4323"/>
                  <a:gd name="T90" fmla="*/ 2822 w 4753"/>
                  <a:gd name="T91" fmla="*/ 1584 h 4323"/>
                  <a:gd name="T92" fmla="*/ 3132 w 4753"/>
                  <a:gd name="T93" fmla="*/ 1691 h 4323"/>
                  <a:gd name="T94" fmla="*/ 4068 w 4753"/>
                  <a:gd name="T95" fmla="*/ 1352 h 4323"/>
                  <a:gd name="T96" fmla="*/ 2867 w 4753"/>
                  <a:gd name="T97" fmla="*/ 1246 h 4323"/>
                  <a:gd name="T98" fmla="*/ 4068 w 4753"/>
                  <a:gd name="T99" fmla="*/ 1139 h 4323"/>
                  <a:gd name="T100" fmla="*/ 4068 w 4753"/>
                  <a:gd name="T101" fmla="*/ 1352 h 4323"/>
                  <a:gd name="T102" fmla="*/ 1878 w 4753"/>
                  <a:gd name="T103" fmla="*/ 214 h 4323"/>
                  <a:gd name="T104" fmla="*/ 1878 w 4753"/>
                  <a:gd name="T105" fmla="*/ 0 h 4323"/>
                  <a:gd name="T106" fmla="*/ 3080 w 4753"/>
                  <a:gd name="T107" fmla="*/ 107 h 4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53" h="4323">
                    <a:moveTo>
                      <a:pt x="121" y="4323"/>
                    </a:moveTo>
                    <a:cubicBezTo>
                      <a:pt x="107" y="4323"/>
                      <a:pt x="94" y="4320"/>
                      <a:pt x="81" y="4315"/>
                    </a:cubicBezTo>
                    <a:cubicBezTo>
                      <a:pt x="26" y="4293"/>
                      <a:pt x="0" y="4231"/>
                      <a:pt x="22" y="4176"/>
                    </a:cubicBezTo>
                    <a:lnTo>
                      <a:pt x="316" y="3451"/>
                    </a:lnTo>
                    <a:cubicBezTo>
                      <a:pt x="443" y="3139"/>
                      <a:pt x="667" y="2726"/>
                      <a:pt x="1161" y="2706"/>
                    </a:cubicBezTo>
                    <a:cubicBezTo>
                      <a:pt x="1165" y="2706"/>
                      <a:pt x="1169" y="2706"/>
                      <a:pt x="1173" y="2706"/>
                    </a:cubicBezTo>
                    <a:lnTo>
                      <a:pt x="1613" y="2706"/>
                    </a:lnTo>
                    <a:cubicBezTo>
                      <a:pt x="1618" y="2706"/>
                      <a:pt x="1622" y="2706"/>
                      <a:pt x="1626" y="2706"/>
                    </a:cubicBezTo>
                    <a:cubicBezTo>
                      <a:pt x="2119" y="2726"/>
                      <a:pt x="2344" y="3139"/>
                      <a:pt x="2470" y="3451"/>
                    </a:cubicBezTo>
                    <a:lnTo>
                      <a:pt x="2508" y="3544"/>
                    </a:lnTo>
                    <a:lnTo>
                      <a:pt x="3299" y="2813"/>
                    </a:lnTo>
                    <a:cubicBezTo>
                      <a:pt x="3342" y="2773"/>
                      <a:pt x="3410" y="2776"/>
                      <a:pt x="3450" y="2819"/>
                    </a:cubicBezTo>
                    <a:cubicBezTo>
                      <a:pt x="3490" y="2863"/>
                      <a:pt x="3487" y="2930"/>
                      <a:pt x="3444" y="2970"/>
                    </a:cubicBezTo>
                    <a:lnTo>
                      <a:pt x="2540" y="3806"/>
                    </a:lnTo>
                    <a:cubicBezTo>
                      <a:pt x="2514" y="3829"/>
                      <a:pt x="2478" y="3839"/>
                      <a:pt x="2444" y="3831"/>
                    </a:cubicBezTo>
                    <a:cubicBezTo>
                      <a:pt x="2410" y="3824"/>
                      <a:pt x="2382" y="3800"/>
                      <a:pt x="2369" y="3767"/>
                    </a:cubicBezTo>
                    <a:lnTo>
                      <a:pt x="2273" y="3531"/>
                    </a:lnTo>
                    <a:cubicBezTo>
                      <a:pt x="2120" y="3155"/>
                      <a:pt x="1945" y="2968"/>
                      <a:pt x="1698" y="2928"/>
                    </a:cubicBezTo>
                    <a:lnTo>
                      <a:pt x="1635" y="3227"/>
                    </a:lnTo>
                    <a:lnTo>
                      <a:pt x="1719" y="3982"/>
                    </a:lnTo>
                    <a:cubicBezTo>
                      <a:pt x="1723" y="4018"/>
                      <a:pt x="1709" y="4054"/>
                      <a:pt x="1680" y="4077"/>
                    </a:cubicBezTo>
                    <a:lnTo>
                      <a:pt x="1493" y="4227"/>
                    </a:lnTo>
                    <a:cubicBezTo>
                      <a:pt x="1474" y="4242"/>
                      <a:pt x="1451" y="4251"/>
                      <a:pt x="1426" y="4251"/>
                    </a:cubicBezTo>
                    <a:lnTo>
                      <a:pt x="1360" y="4251"/>
                    </a:lnTo>
                    <a:cubicBezTo>
                      <a:pt x="1336" y="4251"/>
                      <a:pt x="1312" y="4242"/>
                      <a:pt x="1293" y="4227"/>
                    </a:cubicBezTo>
                    <a:lnTo>
                      <a:pt x="1106" y="4077"/>
                    </a:lnTo>
                    <a:cubicBezTo>
                      <a:pt x="1078" y="4054"/>
                      <a:pt x="1063" y="4018"/>
                      <a:pt x="1067" y="3982"/>
                    </a:cubicBezTo>
                    <a:lnTo>
                      <a:pt x="1151" y="3227"/>
                    </a:lnTo>
                    <a:lnTo>
                      <a:pt x="1088" y="2928"/>
                    </a:lnTo>
                    <a:cubicBezTo>
                      <a:pt x="842" y="2968"/>
                      <a:pt x="666" y="3156"/>
                      <a:pt x="514" y="3531"/>
                    </a:cubicBezTo>
                    <a:lnTo>
                      <a:pt x="220" y="4256"/>
                    </a:lnTo>
                    <a:cubicBezTo>
                      <a:pt x="203" y="4298"/>
                      <a:pt x="163" y="4323"/>
                      <a:pt x="121" y="4323"/>
                    </a:cubicBezTo>
                    <a:close/>
                    <a:moveTo>
                      <a:pt x="1286" y="3947"/>
                    </a:moveTo>
                    <a:lnTo>
                      <a:pt x="1393" y="4034"/>
                    </a:lnTo>
                    <a:lnTo>
                      <a:pt x="1501" y="3947"/>
                    </a:lnTo>
                    <a:lnTo>
                      <a:pt x="1432" y="3329"/>
                    </a:lnTo>
                    <a:lnTo>
                      <a:pt x="1354" y="3329"/>
                    </a:lnTo>
                    <a:lnTo>
                      <a:pt x="1286" y="3947"/>
                    </a:lnTo>
                    <a:close/>
                    <a:moveTo>
                      <a:pt x="1346" y="3115"/>
                    </a:moveTo>
                    <a:lnTo>
                      <a:pt x="1441" y="3115"/>
                    </a:lnTo>
                    <a:lnTo>
                      <a:pt x="1482" y="2919"/>
                    </a:lnTo>
                    <a:lnTo>
                      <a:pt x="1305" y="2919"/>
                    </a:lnTo>
                    <a:lnTo>
                      <a:pt x="1346" y="3115"/>
                    </a:lnTo>
                    <a:close/>
                    <a:moveTo>
                      <a:pt x="4647" y="3982"/>
                    </a:moveTo>
                    <a:lnTo>
                      <a:pt x="3025" y="3982"/>
                    </a:lnTo>
                    <a:cubicBezTo>
                      <a:pt x="2966" y="3982"/>
                      <a:pt x="2918" y="3935"/>
                      <a:pt x="2918" y="3876"/>
                    </a:cubicBezTo>
                    <a:cubicBezTo>
                      <a:pt x="2918" y="3817"/>
                      <a:pt x="2966" y="3769"/>
                      <a:pt x="3025" y="3769"/>
                    </a:cubicBezTo>
                    <a:lnTo>
                      <a:pt x="4540" y="3769"/>
                    </a:lnTo>
                    <a:lnTo>
                      <a:pt x="4540" y="698"/>
                    </a:lnTo>
                    <a:lnTo>
                      <a:pt x="312" y="698"/>
                    </a:lnTo>
                    <a:lnTo>
                      <a:pt x="312" y="2942"/>
                    </a:lnTo>
                    <a:cubicBezTo>
                      <a:pt x="312" y="3001"/>
                      <a:pt x="264" y="3049"/>
                      <a:pt x="205" y="3049"/>
                    </a:cubicBezTo>
                    <a:cubicBezTo>
                      <a:pt x="146" y="3049"/>
                      <a:pt x="99" y="3001"/>
                      <a:pt x="99" y="2942"/>
                    </a:cubicBezTo>
                    <a:lnTo>
                      <a:pt x="99" y="591"/>
                    </a:lnTo>
                    <a:cubicBezTo>
                      <a:pt x="99" y="532"/>
                      <a:pt x="146" y="485"/>
                      <a:pt x="205" y="485"/>
                    </a:cubicBezTo>
                    <a:lnTo>
                      <a:pt x="4647" y="485"/>
                    </a:lnTo>
                    <a:cubicBezTo>
                      <a:pt x="4705" y="485"/>
                      <a:pt x="4753" y="532"/>
                      <a:pt x="4753" y="591"/>
                    </a:cubicBezTo>
                    <a:lnTo>
                      <a:pt x="4753" y="3876"/>
                    </a:lnTo>
                    <a:cubicBezTo>
                      <a:pt x="4753" y="3935"/>
                      <a:pt x="4705" y="3982"/>
                      <a:pt x="4647" y="3982"/>
                    </a:cubicBezTo>
                    <a:close/>
                    <a:moveTo>
                      <a:pt x="1921" y="3477"/>
                    </a:moveTo>
                    <a:cubicBezTo>
                      <a:pt x="1862" y="3477"/>
                      <a:pt x="1815" y="3430"/>
                      <a:pt x="1815" y="3371"/>
                    </a:cubicBezTo>
                    <a:lnTo>
                      <a:pt x="1815" y="3356"/>
                    </a:lnTo>
                    <a:cubicBezTo>
                      <a:pt x="1815" y="3297"/>
                      <a:pt x="1862" y="3250"/>
                      <a:pt x="1921" y="3250"/>
                    </a:cubicBezTo>
                    <a:cubicBezTo>
                      <a:pt x="1980" y="3250"/>
                      <a:pt x="2028" y="3297"/>
                      <a:pt x="2028" y="3356"/>
                    </a:cubicBezTo>
                    <a:lnTo>
                      <a:pt x="2028" y="3371"/>
                    </a:lnTo>
                    <a:cubicBezTo>
                      <a:pt x="2028" y="3430"/>
                      <a:pt x="1980" y="3477"/>
                      <a:pt x="1921" y="3477"/>
                    </a:cubicBezTo>
                    <a:close/>
                    <a:moveTo>
                      <a:pt x="1393" y="2510"/>
                    </a:moveTo>
                    <a:cubicBezTo>
                      <a:pt x="1070" y="2510"/>
                      <a:pt x="806" y="2247"/>
                      <a:pt x="806" y="1923"/>
                    </a:cubicBezTo>
                    <a:cubicBezTo>
                      <a:pt x="806" y="1600"/>
                      <a:pt x="1070" y="1336"/>
                      <a:pt x="1393" y="1336"/>
                    </a:cubicBezTo>
                    <a:cubicBezTo>
                      <a:pt x="1432" y="1336"/>
                      <a:pt x="1470" y="1340"/>
                      <a:pt x="1507" y="1347"/>
                    </a:cubicBezTo>
                    <a:cubicBezTo>
                      <a:pt x="1509" y="1348"/>
                      <a:pt x="1511" y="1348"/>
                      <a:pt x="1513" y="1349"/>
                    </a:cubicBezTo>
                    <a:cubicBezTo>
                      <a:pt x="1780" y="1404"/>
                      <a:pt x="1980" y="1641"/>
                      <a:pt x="1980" y="1923"/>
                    </a:cubicBezTo>
                    <a:cubicBezTo>
                      <a:pt x="1980" y="2247"/>
                      <a:pt x="1717" y="2510"/>
                      <a:pt x="1393" y="2510"/>
                    </a:cubicBezTo>
                    <a:close/>
                    <a:moveTo>
                      <a:pt x="1203" y="1602"/>
                    </a:moveTo>
                    <a:cubicBezTo>
                      <a:pt x="1093" y="1667"/>
                      <a:pt x="1020" y="1787"/>
                      <a:pt x="1020" y="1923"/>
                    </a:cubicBezTo>
                    <a:cubicBezTo>
                      <a:pt x="1020" y="2129"/>
                      <a:pt x="1187" y="2297"/>
                      <a:pt x="1393" y="2297"/>
                    </a:cubicBezTo>
                    <a:cubicBezTo>
                      <a:pt x="1599" y="2297"/>
                      <a:pt x="1767" y="2129"/>
                      <a:pt x="1767" y="1923"/>
                    </a:cubicBezTo>
                    <a:cubicBezTo>
                      <a:pt x="1767" y="1767"/>
                      <a:pt x="1671" y="1634"/>
                      <a:pt x="1535" y="1578"/>
                    </a:cubicBezTo>
                    <a:cubicBezTo>
                      <a:pt x="1486" y="1642"/>
                      <a:pt x="1425" y="1696"/>
                      <a:pt x="1354" y="1736"/>
                    </a:cubicBezTo>
                    <a:cubicBezTo>
                      <a:pt x="1302" y="1764"/>
                      <a:pt x="1237" y="1746"/>
                      <a:pt x="1208" y="1695"/>
                    </a:cubicBezTo>
                    <a:cubicBezTo>
                      <a:pt x="1192" y="1665"/>
                      <a:pt x="1191" y="1631"/>
                      <a:pt x="1203" y="1602"/>
                    </a:cubicBezTo>
                    <a:close/>
                    <a:moveTo>
                      <a:pt x="4068" y="1797"/>
                    </a:moveTo>
                    <a:lnTo>
                      <a:pt x="3521" y="1797"/>
                    </a:lnTo>
                    <a:cubicBezTo>
                      <a:pt x="3462" y="1797"/>
                      <a:pt x="3414" y="1749"/>
                      <a:pt x="3414" y="1691"/>
                    </a:cubicBezTo>
                    <a:cubicBezTo>
                      <a:pt x="3414" y="1632"/>
                      <a:pt x="3462" y="1584"/>
                      <a:pt x="3521" y="1584"/>
                    </a:cubicBezTo>
                    <a:lnTo>
                      <a:pt x="4068" y="1584"/>
                    </a:lnTo>
                    <a:cubicBezTo>
                      <a:pt x="4127" y="1584"/>
                      <a:pt x="4175" y="1632"/>
                      <a:pt x="4175" y="1691"/>
                    </a:cubicBezTo>
                    <a:cubicBezTo>
                      <a:pt x="4175" y="1749"/>
                      <a:pt x="4127" y="1797"/>
                      <a:pt x="4068" y="1797"/>
                    </a:cubicBezTo>
                    <a:close/>
                    <a:moveTo>
                      <a:pt x="3025" y="1797"/>
                    </a:moveTo>
                    <a:lnTo>
                      <a:pt x="2822" y="1797"/>
                    </a:lnTo>
                    <a:cubicBezTo>
                      <a:pt x="2763" y="1797"/>
                      <a:pt x="2715" y="1749"/>
                      <a:pt x="2715" y="1691"/>
                    </a:cubicBezTo>
                    <a:cubicBezTo>
                      <a:pt x="2715" y="1632"/>
                      <a:pt x="2763" y="1584"/>
                      <a:pt x="2822" y="1584"/>
                    </a:cubicBezTo>
                    <a:lnTo>
                      <a:pt x="3025" y="1584"/>
                    </a:lnTo>
                    <a:cubicBezTo>
                      <a:pt x="3084" y="1584"/>
                      <a:pt x="3132" y="1632"/>
                      <a:pt x="3132" y="1691"/>
                    </a:cubicBezTo>
                    <a:cubicBezTo>
                      <a:pt x="3132" y="1749"/>
                      <a:pt x="3084" y="1797"/>
                      <a:pt x="3025" y="1797"/>
                    </a:cubicBezTo>
                    <a:close/>
                    <a:moveTo>
                      <a:pt x="4068" y="1352"/>
                    </a:moveTo>
                    <a:lnTo>
                      <a:pt x="2973" y="1352"/>
                    </a:lnTo>
                    <a:cubicBezTo>
                      <a:pt x="2914" y="1352"/>
                      <a:pt x="2867" y="1304"/>
                      <a:pt x="2867" y="1246"/>
                    </a:cubicBezTo>
                    <a:cubicBezTo>
                      <a:pt x="2867" y="1187"/>
                      <a:pt x="2914" y="1139"/>
                      <a:pt x="2973" y="1139"/>
                    </a:cubicBezTo>
                    <a:lnTo>
                      <a:pt x="4068" y="1139"/>
                    </a:lnTo>
                    <a:cubicBezTo>
                      <a:pt x="4127" y="1139"/>
                      <a:pt x="4175" y="1187"/>
                      <a:pt x="4175" y="1246"/>
                    </a:cubicBezTo>
                    <a:cubicBezTo>
                      <a:pt x="4175" y="1304"/>
                      <a:pt x="4127" y="1352"/>
                      <a:pt x="4068" y="1352"/>
                    </a:cubicBezTo>
                    <a:close/>
                    <a:moveTo>
                      <a:pt x="2973" y="214"/>
                    </a:moveTo>
                    <a:lnTo>
                      <a:pt x="1878" y="214"/>
                    </a:lnTo>
                    <a:cubicBezTo>
                      <a:pt x="1819" y="214"/>
                      <a:pt x="1772" y="166"/>
                      <a:pt x="1772" y="107"/>
                    </a:cubicBezTo>
                    <a:cubicBezTo>
                      <a:pt x="1772" y="48"/>
                      <a:pt x="1819" y="0"/>
                      <a:pt x="1878" y="0"/>
                    </a:cubicBezTo>
                    <a:lnTo>
                      <a:pt x="2973" y="0"/>
                    </a:lnTo>
                    <a:cubicBezTo>
                      <a:pt x="3032" y="0"/>
                      <a:pt x="3080" y="48"/>
                      <a:pt x="3080" y="107"/>
                    </a:cubicBezTo>
                    <a:cubicBezTo>
                      <a:pt x="3080" y="166"/>
                      <a:pt x="3032" y="214"/>
                      <a:pt x="2973" y="214"/>
                    </a:cubicBezTo>
                    <a:close/>
                  </a:path>
                </a:pathLst>
              </a:custGeom>
              <a:solidFill>
                <a:srgbClr val="FFFFFF"/>
              </a:solidFill>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Arial" panose="020F0502020204030204"/>
                  <a:ea typeface="微软雅黑"/>
                  <a:cs typeface="+mn-ea"/>
                  <a:sym typeface="+mn-lt"/>
                </a:endParaRPr>
              </a:p>
            </p:txBody>
          </p:sp>
          <p:sp>
            <p:nvSpPr>
              <p:cNvPr id="17" name="文本框 16">
                <a:extLst>
                  <a:ext uri="{FF2B5EF4-FFF2-40B4-BE49-F238E27FC236}">
                    <a16:creationId xmlns:a16="http://schemas.microsoft.com/office/drawing/2014/main" id="{FCB4CC4D-210C-4F90-84EA-749523B36110}"/>
                  </a:ext>
                </a:extLst>
              </p:cNvPr>
              <p:cNvSpPr txBox="1"/>
              <p:nvPr/>
            </p:nvSpPr>
            <p:spPr>
              <a:xfrm>
                <a:off x="4796987" y="5447008"/>
                <a:ext cx="185745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Arial" panose="020F0502020204030204"/>
                    <a:ea typeface="微软雅黑"/>
                    <a:cs typeface="+mn-ea"/>
                    <a:sym typeface="+mn-lt"/>
                  </a:rPr>
                  <a:t>指导老师：微信</a:t>
                </a:r>
              </a:p>
            </p:txBody>
          </p:sp>
        </p:grpSp>
      </p:grpSp>
      <p:cxnSp>
        <p:nvCxnSpPr>
          <p:cNvPr id="20" name="直接连接符 19">
            <a:extLst>
              <a:ext uri="{FF2B5EF4-FFF2-40B4-BE49-F238E27FC236}">
                <a16:creationId xmlns:a16="http://schemas.microsoft.com/office/drawing/2014/main" id="{66B7CDC1-DC41-4E3A-9B80-DC617A49C56E}"/>
              </a:ext>
            </a:extLst>
          </p:cNvPr>
          <p:cNvCxnSpPr>
            <a:cxnSpLocks/>
          </p:cNvCxnSpPr>
          <p:nvPr/>
        </p:nvCxnSpPr>
        <p:spPr>
          <a:xfrm flipV="1">
            <a:off x="7938135" y="1260833"/>
            <a:ext cx="628650" cy="358139"/>
          </a:xfrm>
          <a:prstGeom prst="line">
            <a:avLst/>
          </a:prstGeom>
          <a:noFill/>
          <a:ln w="76200" cap="rnd" cmpd="sng" algn="ctr">
            <a:gradFill>
              <a:gsLst>
                <a:gs pos="0">
                  <a:srgbClr val="FFFFFF">
                    <a:alpha val="77000"/>
                  </a:srgbClr>
                </a:gs>
                <a:gs pos="100000">
                  <a:srgbClr val="FFFFFF">
                    <a:alpha val="0"/>
                  </a:srgbClr>
                </a:gs>
              </a:gsLst>
              <a:lin ang="5400000" scaled="1"/>
            </a:gradFill>
            <a:prstDash val="solid"/>
            <a:round/>
          </a:ln>
          <a:effectLst/>
        </p:spPr>
      </p:cxnSp>
      <p:cxnSp>
        <p:nvCxnSpPr>
          <p:cNvPr id="21" name="直接连接符 20">
            <a:extLst>
              <a:ext uri="{FF2B5EF4-FFF2-40B4-BE49-F238E27FC236}">
                <a16:creationId xmlns:a16="http://schemas.microsoft.com/office/drawing/2014/main" id="{96264B27-FD5E-467B-8C94-6E080129B8D4}"/>
              </a:ext>
            </a:extLst>
          </p:cNvPr>
          <p:cNvCxnSpPr>
            <a:cxnSpLocks/>
          </p:cNvCxnSpPr>
          <p:nvPr/>
        </p:nvCxnSpPr>
        <p:spPr>
          <a:xfrm flipV="1">
            <a:off x="7507653" y="971890"/>
            <a:ext cx="1149834" cy="616027"/>
          </a:xfrm>
          <a:prstGeom prst="line">
            <a:avLst/>
          </a:prstGeom>
          <a:noFill/>
          <a:ln w="63500" cap="rnd" cmpd="sng" algn="ctr">
            <a:gradFill>
              <a:gsLst>
                <a:gs pos="0">
                  <a:srgbClr val="FFFFFF"/>
                </a:gs>
                <a:gs pos="100000">
                  <a:srgbClr val="FFFFFF">
                    <a:alpha val="0"/>
                  </a:srgbClr>
                </a:gs>
              </a:gsLst>
              <a:lin ang="5400000" scaled="1"/>
            </a:gradFill>
            <a:prstDash val="solid"/>
            <a:round/>
          </a:ln>
          <a:effectLst/>
        </p:spPr>
      </p:cxnSp>
      <p:grpSp>
        <p:nvGrpSpPr>
          <p:cNvPr id="22" name="组合 21">
            <a:extLst>
              <a:ext uri="{FF2B5EF4-FFF2-40B4-BE49-F238E27FC236}">
                <a16:creationId xmlns:a16="http://schemas.microsoft.com/office/drawing/2014/main" id="{53AA3F70-F299-45AF-8676-3777D922BC89}"/>
              </a:ext>
            </a:extLst>
          </p:cNvPr>
          <p:cNvGrpSpPr/>
          <p:nvPr/>
        </p:nvGrpSpPr>
        <p:grpSpPr>
          <a:xfrm rot="10800000">
            <a:off x="1608607" y="4813200"/>
            <a:ext cx="1149834" cy="647082"/>
            <a:chOff x="1711084" y="4450576"/>
            <a:chExt cx="1149834" cy="647082"/>
          </a:xfrm>
        </p:grpSpPr>
        <p:cxnSp>
          <p:nvCxnSpPr>
            <p:cNvPr id="23" name="直接连接符 22">
              <a:extLst>
                <a:ext uri="{FF2B5EF4-FFF2-40B4-BE49-F238E27FC236}">
                  <a16:creationId xmlns:a16="http://schemas.microsoft.com/office/drawing/2014/main" id="{2631A64F-8DB8-4BC3-AC55-345FCBE97970}"/>
                </a:ext>
              </a:extLst>
            </p:cNvPr>
            <p:cNvCxnSpPr>
              <a:cxnSpLocks/>
            </p:cNvCxnSpPr>
            <p:nvPr/>
          </p:nvCxnSpPr>
          <p:spPr>
            <a:xfrm flipV="1">
              <a:off x="2141566" y="4739519"/>
              <a:ext cx="628650" cy="358139"/>
            </a:xfrm>
            <a:prstGeom prst="line">
              <a:avLst/>
            </a:prstGeom>
            <a:noFill/>
            <a:ln w="76200" cap="rnd" cmpd="sng" algn="ctr">
              <a:gradFill>
                <a:gsLst>
                  <a:gs pos="0">
                    <a:srgbClr val="FFFFFF">
                      <a:alpha val="74000"/>
                    </a:srgbClr>
                  </a:gs>
                  <a:gs pos="100000">
                    <a:srgbClr val="FFFFFF">
                      <a:alpha val="0"/>
                    </a:srgbClr>
                  </a:gs>
                </a:gsLst>
                <a:lin ang="5400000" scaled="1"/>
              </a:gradFill>
              <a:prstDash val="solid"/>
              <a:round/>
            </a:ln>
            <a:effectLst/>
          </p:spPr>
        </p:cxnSp>
        <p:cxnSp>
          <p:nvCxnSpPr>
            <p:cNvPr id="24" name="直接连接符 23">
              <a:extLst>
                <a:ext uri="{FF2B5EF4-FFF2-40B4-BE49-F238E27FC236}">
                  <a16:creationId xmlns:a16="http://schemas.microsoft.com/office/drawing/2014/main" id="{181F6F51-6483-44A4-9BF9-3D5A617E9EF6}"/>
                </a:ext>
              </a:extLst>
            </p:cNvPr>
            <p:cNvCxnSpPr>
              <a:cxnSpLocks/>
            </p:cNvCxnSpPr>
            <p:nvPr/>
          </p:nvCxnSpPr>
          <p:spPr>
            <a:xfrm flipV="1">
              <a:off x="1711084" y="4450576"/>
              <a:ext cx="1149834" cy="616027"/>
            </a:xfrm>
            <a:prstGeom prst="line">
              <a:avLst/>
            </a:prstGeom>
            <a:noFill/>
            <a:ln w="63500" cap="rnd" cmpd="sng" algn="ctr">
              <a:gradFill>
                <a:gsLst>
                  <a:gs pos="0">
                    <a:srgbClr val="FFFFFF">
                      <a:alpha val="74000"/>
                    </a:srgbClr>
                  </a:gs>
                  <a:gs pos="100000">
                    <a:srgbClr val="FFFFFF">
                      <a:alpha val="0"/>
                    </a:srgbClr>
                  </a:gs>
                </a:gsLst>
                <a:lin ang="5400000" scaled="1"/>
              </a:gradFill>
              <a:prstDash val="solid"/>
              <a:round/>
            </a:ln>
            <a:effectLst/>
          </p:spPr>
        </p:cxnSp>
      </p:grpSp>
      <p:sp>
        <p:nvSpPr>
          <p:cNvPr id="25" name="矩形: 圆角 24">
            <a:extLst>
              <a:ext uri="{FF2B5EF4-FFF2-40B4-BE49-F238E27FC236}">
                <a16:creationId xmlns:a16="http://schemas.microsoft.com/office/drawing/2014/main" id="{78AE02AA-0272-4455-8E2E-7C0187B5E5CC}"/>
              </a:ext>
            </a:extLst>
          </p:cNvPr>
          <p:cNvSpPr/>
          <p:nvPr/>
        </p:nvSpPr>
        <p:spPr>
          <a:xfrm>
            <a:off x="8992857" y="5513125"/>
            <a:ext cx="2719767" cy="770250"/>
          </a:xfrm>
          <a:prstGeom prst="roundRect">
            <a:avLst>
              <a:gd name="adj" fmla="val 19121"/>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sp>
        <p:nvSpPr>
          <p:cNvPr id="26" name="平行四边形 25">
            <a:extLst>
              <a:ext uri="{FF2B5EF4-FFF2-40B4-BE49-F238E27FC236}">
                <a16:creationId xmlns:a16="http://schemas.microsoft.com/office/drawing/2014/main" id="{2F6BE91A-042F-4679-B916-73F2AC246CAA}"/>
              </a:ext>
            </a:extLst>
          </p:cNvPr>
          <p:cNvSpPr/>
          <p:nvPr/>
        </p:nvSpPr>
        <p:spPr>
          <a:xfrm>
            <a:off x="2063552" y="3636801"/>
            <a:ext cx="5958390" cy="369332"/>
          </a:xfrm>
          <a:prstGeom prst="parallelogram">
            <a:avLst>
              <a:gd name="adj" fmla="val 57544"/>
            </a:avLst>
          </a:prstGeom>
          <a:solidFill>
            <a:sysClr val="window" lastClr="FFFFFF"/>
          </a:solidFill>
          <a:ln w="12700" cap="flat" cmpd="sng" algn="ctr">
            <a:noFill/>
            <a:prstDash val="solid"/>
            <a:miter lim="800000"/>
          </a:ln>
          <a:effectLst>
            <a:outerShdw blurRad="215900" dist="38100" dir="5400000" algn="t" rotWithShape="0">
              <a:prstClr val="black">
                <a:alpha val="16000"/>
              </a:prst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0C49B7"/>
                </a:solidFill>
                <a:effectLst/>
                <a:uLnTx/>
                <a:uFillTx/>
                <a:latin typeface="Arial" panose="020F0502020204030204"/>
                <a:ea typeface="微软雅黑"/>
                <a:cs typeface="+mn-ea"/>
                <a:sym typeface="+mn-lt"/>
              </a:rPr>
              <a:t>点击此处编辑副标题点击此处编辑副标题</a:t>
            </a:r>
          </a:p>
        </p:txBody>
      </p:sp>
      <p:sp>
        <p:nvSpPr>
          <p:cNvPr id="27" name="文本框 26">
            <a:extLst>
              <a:ext uri="{FF2B5EF4-FFF2-40B4-BE49-F238E27FC236}">
                <a16:creationId xmlns:a16="http://schemas.microsoft.com/office/drawing/2014/main" id="{32BBBC51-1592-45E5-AB8C-477188C41596}"/>
              </a:ext>
            </a:extLst>
          </p:cNvPr>
          <p:cNvSpPr txBox="1"/>
          <p:nvPr/>
        </p:nvSpPr>
        <p:spPr>
          <a:xfrm>
            <a:off x="786529" y="2954789"/>
            <a:ext cx="8475179" cy="261610"/>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dirty="0">
                <a:ln>
                  <a:noFill/>
                </a:ln>
                <a:solidFill>
                  <a:srgbClr val="FFFFFF"/>
                </a:solidFill>
                <a:effectLst/>
                <a:uLnTx/>
                <a:uFillTx/>
                <a:latin typeface="Arial" panose="020F0502020204030204"/>
                <a:ea typeface="微软雅黑"/>
                <a:cs typeface="+mn-cs"/>
                <a:sym typeface="Wingdings" panose="05000000000000000000" pitchFamily="2" charset="2"/>
              </a:rPr>
              <a:t>General template for teaching defense in </a:t>
            </a:r>
            <a:r>
              <a:rPr kumimoji="0" lang="en-US" altLang="zh-CN" sz="1100" b="0" i="0" u="none" strike="noStrike" kern="1200" cap="none" spc="0" normalizeH="0" baseline="0" noProof="0" dirty="0">
                <a:ln>
                  <a:noFill/>
                </a:ln>
                <a:solidFill>
                  <a:srgbClr val="FFFFFF"/>
                </a:solidFill>
                <a:effectLst/>
                <a:uLnTx/>
                <a:uFillTx/>
                <a:latin typeface="Arial" panose="020F0502020204030204"/>
                <a:ea typeface="微软雅黑"/>
                <a:cs typeface="+mn-cs"/>
              </a:rPr>
              <a:t>BEIHANG UNIVERSITY</a:t>
            </a:r>
          </a:p>
        </p:txBody>
      </p:sp>
      <p:grpSp>
        <p:nvGrpSpPr>
          <p:cNvPr id="28" name="组合 27">
            <a:extLst>
              <a:ext uri="{FF2B5EF4-FFF2-40B4-BE49-F238E27FC236}">
                <a16:creationId xmlns:a16="http://schemas.microsoft.com/office/drawing/2014/main" id="{EC9AD600-A7E7-40CA-828C-DF8ECC7441FC}"/>
              </a:ext>
            </a:extLst>
          </p:cNvPr>
          <p:cNvGrpSpPr/>
          <p:nvPr/>
        </p:nvGrpSpPr>
        <p:grpSpPr>
          <a:xfrm>
            <a:off x="9029216" y="5543745"/>
            <a:ext cx="2601448" cy="699841"/>
            <a:chOff x="3543449" y="317549"/>
            <a:chExt cx="5111153" cy="1375006"/>
          </a:xfrm>
        </p:grpSpPr>
        <p:grpSp>
          <p:nvGrpSpPr>
            <p:cNvPr id="29" name="组合 28">
              <a:extLst>
                <a:ext uri="{FF2B5EF4-FFF2-40B4-BE49-F238E27FC236}">
                  <a16:creationId xmlns:a16="http://schemas.microsoft.com/office/drawing/2014/main" id="{A95DF4C8-E921-4A60-B637-56F3C1427DEC}"/>
                </a:ext>
              </a:extLst>
            </p:cNvPr>
            <p:cNvGrpSpPr/>
            <p:nvPr/>
          </p:nvGrpSpPr>
          <p:grpSpPr>
            <a:xfrm>
              <a:off x="3543449" y="317549"/>
              <a:ext cx="5039813" cy="1375006"/>
              <a:chOff x="5643679" y="1377126"/>
              <a:chExt cx="6484036" cy="1769032"/>
            </a:xfrm>
          </p:grpSpPr>
          <p:pic>
            <p:nvPicPr>
              <p:cNvPr id="31" name="图片 30">
                <a:extLst>
                  <a:ext uri="{FF2B5EF4-FFF2-40B4-BE49-F238E27FC236}">
                    <a16:creationId xmlns:a16="http://schemas.microsoft.com/office/drawing/2014/main" id="{FB70B922-BD87-4942-9EE2-08C20B45002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43679" y="1377126"/>
                <a:ext cx="1769025" cy="1769032"/>
              </a:xfrm>
              <a:prstGeom prst="rect">
                <a:avLst/>
              </a:prstGeom>
            </p:spPr>
          </p:pic>
          <p:pic>
            <p:nvPicPr>
              <p:cNvPr id="32" name="图片 31">
                <a:extLst>
                  <a:ext uri="{FF2B5EF4-FFF2-40B4-BE49-F238E27FC236}">
                    <a16:creationId xmlns:a16="http://schemas.microsoft.com/office/drawing/2014/main" id="{18B20BE4-55CD-4163-9EDE-D1912B797878}"/>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412704" y="1671764"/>
                <a:ext cx="4715011" cy="772598"/>
              </a:xfrm>
              <a:prstGeom prst="rect">
                <a:avLst/>
              </a:prstGeom>
            </p:spPr>
          </p:pic>
        </p:grpSp>
        <p:sp>
          <p:nvSpPr>
            <p:cNvPr id="30" name="矩形 29">
              <a:extLst>
                <a:ext uri="{FF2B5EF4-FFF2-40B4-BE49-F238E27FC236}">
                  <a16:creationId xmlns:a16="http://schemas.microsoft.com/office/drawing/2014/main" id="{803DCE5A-6F2B-4A82-965E-A35A1558B28F}"/>
                </a:ext>
              </a:extLst>
            </p:cNvPr>
            <p:cNvSpPr/>
            <p:nvPr/>
          </p:nvSpPr>
          <p:spPr>
            <a:xfrm>
              <a:off x="4989790" y="1119399"/>
              <a:ext cx="3664812" cy="36282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pic>
        <p:nvPicPr>
          <p:cNvPr id="33" name="图片 32">
            <a:extLst>
              <a:ext uri="{FF2B5EF4-FFF2-40B4-BE49-F238E27FC236}">
                <a16:creationId xmlns:a16="http://schemas.microsoft.com/office/drawing/2014/main" id="{1BC46438-9C46-4812-B84D-346D9D52521B}"/>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8786683" y="-1873800"/>
            <a:ext cx="6858000" cy="6858000"/>
          </a:xfrm>
          <a:prstGeom prst="rect">
            <a:avLst/>
          </a:prstGeom>
        </p:spPr>
      </p:pic>
      <p:sp>
        <p:nvSpPr>
          <p:cNvPr id="34" name="文本框 33">
            <a:extLst>
              <a:ext uri="{FF2B5EF4-FFF2-40B4-BE49-F238E27FC236}">
                <a16:creationId xmlns:a16="http://schemas.microsoft.com/office/drawing/2014/main" id="{AB3A6093-F9BD-4DC2-A73B-7D7400FA6543}"/>
              </a:ext>
            </a:extLst>
          </p:cNvPr>
          <p:cNvSpPr txBox="1"/>
          <p:nvPr/>
        </p:nvSpPr>
        <p:spPr>
          <a:xfrm>
            <a:off x="229193" y="1816948"/>
            <a:ext cx="10188121" cy="1107996"/>
          </a:xfrm>
          <a:prstGeom prst="rect">
            <a:avLst/>
          </a:prstGeom>
          <a:noFill/>
          <a:effectLst/>
        </p:spPr>
        <p:txBody>
          <a:bodyPr wrap="square" rtlCol="0">
            <a:spAutoFit/>
          </a:bodyPr>
          <a:lstStyle/>
          <a:p>
            <a:pPr lvl="0"/>
            <a:r>
              <a:rPr lang="zh-CN" altLang="en-US" sz="6600" b="1" dirty="0">
                <a:solidFill>
                  <a:srgbClr val="FFFFFF"/>
                </a:solidFill>
                <a:effectLst>
                  <a:outerShdw blurRad="203200" dist="38100" dir="5400000" algn="t" rotWithShape="0">
                    <a:prstClr val="black">
                      <a:alpha val="40000"/>
                    </a:prstClr>
                  </a:outerShdw>
                </a:effectLst>
                <a:latin typeface="Arial" panose="020F0502020204030204"/>
                <a:ea typeface="微软雅黑"/>
                <a:cs typeface="+mn-ea"/>
                <a:sym typeface="+mn-lt"/>
              </a:rPr>
              <a:t>感谢观看  期待您的指点！</a:t>
            </a:r>
          </a:p>
        </p:txBody>
      </p:sp>
    </p:spTree>
    <p:extLst>
      <p:ext uri="{BB962C8B-B14F-4D97-AF65-F5344CB8AC3E}">
        <p14:creationId xmlns:p14="http://schemas.microsoft.com/office/powerpoint/2010/main" val="30908735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244A244-993C-41FF-A323-CD8B69BCDC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0"/>
            <a:ext cx="12192000" cy="6872990"/>
          </a:xfrm>
          <a:custGeom>
            <a:avLst/>
            <a:gdLst>
              <a:gd name="connsiteX0" fmla="*/ 0 w 12191999"/>
              <a:gd name="connsiteY0" fmla="*/ 0 h 6858000"/>
              <a:gd name="connsiteX1" fmla="*/ 12191999 w 12191999"/>
              <a:gd name="connsiteY1" fmla="*/ 0 h 6858000"/>
              <a:gd name="connsiteX2" fmla="*/ 12191999 w 12191999"/>
              <a:gd name="connsiteY2" fmla="*/ 6858000 h 6858000"/>
              <a:gd name="connsiteX3" fmla="*/ 0 w 1219199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1999" h="6858000">
                <a:moveTo>
                  <a:pt x="0" y="0"/>
                </a:moveTo>
                <a:lnTo>
                  <a:pt x="12191999" y="0"/>
                </a:lnTo>
                <a:lnTo>
                  <a:pt x="12191999" y="6858000"/>
                </a:lnTo>
                <a:lnTo>
                  <a:pt x="0" y="6858000"/>
                </a:lnTo>
                <a:close/>
              </a:path>
            </a:pathLst>
          </a:custGeom>
        </p:spPr>
      </p:pic>
      <p:sp>
        <p:nvSpPr>
          <p:cNvPr id="3" name="矩形 2">
            <a:extLst>
              <a:ext uri="{FF2B5EF4-FFF2-40B4-BE49-F238E27FC236}">
                <a16:creationId xmlns:a16="http://schemas.microsoft.com/office/drawing/2014/main" id="{7CF619A2-6416-48CF-AFE8-33360318F503}"/>
              </a:ext>
            </a:extLst>
          </p:cNvPr>
          <p:cNvSpPr/>
          <p:nvPr/>
        </p:nvSpPr>
        <p:spPr>
          <a:xfrm>
            <a:off x="0" y="0"/>
            <a:ext cx="12191999" cy="6872990"/>
          </a:xfrm>
          <a:prstGeom prst="rect">
            <a:avLst/>
          </a:prstGeom>
          <a:gradFill flip="none" rotWithShape="1">
            <a:gsLst>
              <a:gs pos="0">
                <a:srgbClr val="0C49B7"/>
              </a:gs>
              <a:gs pos="45000">
                <a:srgbClr val="0C49B7">
                  <a:alpha val="95000"/>
                </a:srgbClr>
              </a:gs>
              <a:gs pos="16000">
                <a:srgbClr val="0C49B7">
                  <a:alpha val="72000"/>
                </a:srgbClr>
              </a:gs>
              <a:gs pos="100000">
                <a:srgbClr val="0C49B7">
                  <a:alpha val="80000"/>
                </a:srgbClr>
              </a:gs>
            </a:gsLst>
            <a:lin ang="16200000" scaled="1"/>
            <a:tileRect/>
          </a:gradFill>
          <a:ln w="12700" cap="flat" cmpd="sng" algn="ctr">
            <a:noFill/>
            <a:prstDash val="solid"/>
            <a:miter lim="800000"/>
          </a:ln>
          <a:effectLst/>
        </p:spPr>
        <p:txBody>
          <a:bodyPr rtlCol="0" anchor="ctr"/>
          <a:lstStyle/>
          <a:p>
            <a:pPr algn="ctr">
              <a:defRPr/>
            </a:pPr>
            <a:endParaRPr lang="zh-CN" altLang="en-US" kern="0">
              <a:solidFill>
                <a:srgbClr val="FFFFFF"/>
              </a:solidFill>
              <a:latin typeface="Arial" panose="020F0502020204030204"/>
              <a:ea typeface="微软雅黑"/>
              <a:cs typeface="+mn-ea"/>
              <a:sym typeface="+mn-lt"/>
            </a:endParaRPr>
          </a:p>
        </p:txBody>
      </p:sp>
      <p:sp>
        <p:nvSpPr>
          <p:cNvPr id="4" name="文本框 3">
            <a:extLst>
              <a:ext uri="{FF2B5EF4-FFF2-40B4-BE49-F238E27FC236}">
                <a16:creationId xmlns:a16="http://schemas.microsoft.com/office/drawing/2014/main" id="{CCA93E5E-9ED5-4881-8CD4-DEB604EA9654}"/>
              </a:ext>
            </a:extLst>
          </p:cNvPr>
          <p:cNvSpPr txBox="1"/>
          <p:nvPr/>
        </p:nvSpPr>
        <p:spPr>
          <a:xfrm>
            <a:off x="3138622" y="2105092"/>
            <a:ext cx="5914758" cy="1323439"/>
          </a:xfrm>
          <a:prstGeom prst="rect">
            <a:avLst/>
          </a:prstGeom>
          <a:noFill/>
        </p:spPr>
        <p:txBody>
          <a:bodyPr wrap="square" rtlCol="0">
            <a:spAutoFit/>
          </a:bodyPr>
          <a:lstStyle/>
          <a:p>
            <a:pPr algn="dist">
              <a:defRPr/>
            </a:pPr>
            <a:r>
              <a:rPr lang="zh-CN" altLang="en-US" sz="8000" b="1" dirty="0">
                <a:solidFill>
                  <a:srgbClr val="FFFFFF"/>
                </a:solidFill>
                <a:latin typeface="Arial" panose="020F0502020204030204"/>
                <a:ea typeface="微软雅黑"/>
                <a:cs typeface="+mn-ea"/>
                <a:sym typeface="+mn-lt"/>
              </a:rPr>
              <a:t>感谢聆听</a:t>
            </a:r>
          </a:p>
        </p:txBody>
      </p:sp>
      <p:grpSp>
        <p:nvGrpSpPr>
          <p:cNvPr id="5" name="组合 4">
            <a:extLst>
              <a:ext uri="{FF2B5EF4-FFF2-40B4-BE49-F238E27FC236}">
                <a16:creationId xmlns:a16="http://schemas.microsoft.com/office/drawing/2014/main" id="{CCCC046F-91A7-469A-9EB0-C542EB22FF96}"/>
              </a:ext>
            </a:extLst>
          </p:cNvPr>
          <p:cNvGrpSpPr/>
          <p:nvPr/>
        </p:nvGrpSpPr>
        <p:grpSpPr>
          <a:xfrm>
            <a:off x="5048614" y="4144751"/>
            <a:ext cx="2980639" cy="369332"/>
            <a:chOff x="4401377" y="4837317"/>
            <a:chExt cx="2980639" cy="369332"/>
          </a:xfrm>
        </p:grpSpPr>
        <p:sp>
          <p:nvSpPr>
            <p:cNvPr id="6" name="iconfont-1187-868307">
              <a:extLst>
                <a:ext uri="{FF2B5EF4-FFF2-40B4-BE49-F238E27FC236}">
                  <a16:creationId xmlns:a16="http://schemas.microsoft.com/office/drawing/2014/main" id="{69ABFD19-A079-495E-83F5-2AB8D83ACA50}"/>
                </a:ext>
              </a:extLst>
            </p:cNvPr>
            <p:cNvSpPr>
              <a:spLocks noChangeAspect="1"/>
            </p:cNvSpPr>
            <p:nvPr/>
          </p:nvSpPr>
          <p:spPr bwMode="auto">
            <a:xfrm>
              <a:off x="4401377" y="4862697"/>
              <a:ext cx="299157" cy="318572"/>
            </a:xfrm>
            <a:custGeom>
              <a:avLst/>
              <a:gdLst>
                <a:gd name="connsiteX0" fmla="*/ 259627 w 568475"/>
                <a:gd name="connsiteY0" fmla="*/ 574975 h 605368"/>
                <a:gd name="connsiteX1" fmla="*/ 257135 w 568475"/>
                <a:gd name="connsiteY1" fmla="*/ 587594 h 605368"/>
                <a:gd name="connsiteX2" fmla="*/ 272266 w 568475"/>
                <a:gd name="connsiteY2" fmla="*/ 587594 h 605368"/>
                <a:gd name="connsiteX3" fmla="*/ 267549 w 568475"/>
                <a:gd name="connsiteY3" fmla="*/ 535518 h 605368"/>
                <a:gd name="connsiteX4" fmla="*/ 263900 w 568475"/>
                <a:gd name="connsiteY4" fmla="*/ 554002 h 605368"/>
                <a:gd name="connsiteX5" fmla="*/ 297455 w 568475"/>
                <a:gd name="connsiteY5" fmla="*/ 587594 h 605368"/>
                <a:gd name="connsiteX6" fmla="*/ 311339 w 568475"/>
                <a:gd name="connsiteY6" fmla="*/ 587594 h 605368"/>
                <a:gd name="connsiteX7" fmla="*/ 309292 w 568475"/>
                <a:gd name="connsiteY7" fmla="*/ 577108 h 605368"/>
                <a:gd name="connsiteX8" fmla="*/ 272622 w 568475"/>
                <a:gd name="connsiteY8" fmla="*/ 510457 h 605368"/>
                <a:gd name="connsiteX9" fmla="*/ 271732 w 568475"/>
                <a:gd name="connsiteY9" fmla="*/ 514545 h 605368"/>
                <a:gd name="connsiteX10" fmla="*/ 302973 w 568475"/>
                <a:gd name="connsiteY10" fmla="*/ 545738 h 605368"/>
                <a:gd name="connsiteX11" fmla="*/ 295941 w 568475"/>
                <a:gd name="connsiteY11" fmla="*/ 510457 h 605368"/>
                <a:gd name="connsiteX12" fmla="*/ 293716 w 568475"/>
                <a:gd name="connsiteY12" fmla="*/ 510546 h 605368"/>
                <a:gd name="connsiteX13" fmla="*/ 274758 w 568475"/>
                <a:gd name="connsiteY13" fmla="*/ 510546 h 605368"/>
                <a:gd name="connsiteX14" fmla="*/ 272622 w 568475"/>
                <a:gd name="connsiteY14" fmla="*/ 510457 h 605368"/>
                <a:gd name="connsiteX15" fmla="*/ 275648 w 568475"/>
                <a:gd name="connsiteY15" fmla="*/ 467267 h 605368"/>
                <a:gd name="connsiteX16" fmla="*/ 264523 w 568475"/>
                <a:gd name="connsiteY16" fmla="*/ 481131 h 605368"/>
                <a:gd name="connsiteX17" fmla="*/ 264701 w 568475"/>
                <a:gd name="connsiteY17" fmla="*/ 482730 h 605368"/>
                <a:gd name="connsiteX18" fmla="*/ 274758 w 568475"/>
                <a:gd name="connsiteY18" fmla="*/ 492772 h 605368"/>
                <a:gd name="connsiteX19" fmla="*/ 293716 w 568475"/>
                <a:gd name="connsiteY19" fmla="*/ 492772 h 605368"/>
                <a:gd name="connsiteX20" fmla="*/ 303863 w 568475"/>
                <a:gd name="connsiteY20" fmla="*/ 482730 h 605368"/>
                <a:gd name="connsiteX21" fmla="*/ 304041 w 568475"/>
                <a:gd name="connsiteY21" fmla="*/ 481131 h 605368"/>
                <a:gd name="connsiteX22" fmla="*/ 292826 w 568475"/>
                <a:gd name="connsiteY22" fmla="*/ 467267 h 605368"/>
                <a:gd name="connsiteX23" fmla="*/ 291046 w 568475"/>
                <a:gd name="connsiteY23" fmla="*/ 469489 h 605368"/>
                <a:gd name="connsiteX24" fmla="*/ 284282 w 568475"/>
                <a:gd name="connsiteY24" fmla="*/ 472599 h 605368"/>
                <a:gd name="connsiteX25" fmla="*/ 277428 w 568475"/>
                <a:gd name="connsiteY25" fmla="*/ 469489 h 605368"/>
                <a:gd name="connsiteX26" fmla="*/ 275648 w 568475"/>
                <a:gd name="connsiteY26" fmla="*/ 467267 h 605368"/>
                <a:gd name="connsiteX27" fmla="*/ 531627 w 568475"/>
                <a:gd name="connsiteY27" fmla="*/ 466290 h 605368"/>
                <a:gd name="connsiteX28" fmla="*/ 502701 w 568475"/>
                <a:gd name="connsiteY28" fmla="*/ 495172 h 605368"/>
                <a:gd name="connsiteX29" fmla="*/ 483030 w 568475"/>
                <a:gd name="connsiteY29" fmla="*/ 542538 h 605368"/>
                <a:gd name="connsiteX30" fmla="*/ 483030 w 568475"/>
                <a:gd name="connsiteY30" fmla="*/ 587594 h 605368"/>
                <a:gd name="connsiteX31" fmla="*/ 531093 w 568475"/>
                <a:gd name="connsiteY31" fmla="*/ 587594 h 605368"/>
                <a:gd name="connsiteX32" fmla="*/ 550674 w 568475"/>
                <a:gd name="connsiteY32" fmla="*/ 571509 h 605368"/>
                <a:gd name="connsiteX33" fmla="*/ 550674 w 568475"/>
                <a:gd name="connsiteY33" fmla="*/ 519611 h 605368"/>
                <a:gd name="connsiteX34" fmla="*/ 531627 w 568475"/>
                <a:gd name="connsiteY34" fmla="*/ 466290 h 605368"/>
                <a:gd name="connsiteX35" fmla="*/ 36937 w 568475"/>
                <a:gd name="connsiteY35" fmla="*/ 466290 h 605368"/>
                <a:gd name="connsiteX36" fmla="*/ 17801 w 568475"/>
                <a:gd name="connsiteY36" fmla="*/ 519611 h 605368"/>
                <a:gd name="connsiteX37" fmla="*/ 17801 w 568475"/>
                <a:gd name="connsiteY37" fmla="*/ 571509 h 605368"/>
                <a:gd name="connsiteX38" fmla="*/ 37382 w 568475"/>
                <a:gd name="connsiteY38" fmla="*/ 587594 h 605368"/>
                <a:gd name="connsiteX39" fmla="*/ 85445 w 568475"/>
                <a:gd name="connsiteY39" fmla="*/ 587594 h 605368"/>
                <a:gd name="connsiteX40" fmla="*/ 85445 w 568475"/>
                <a:gd name="connsiteY40" fmla="*/ 542538 h 605368"/>
                <a:gd name="connsiteX41" fmla="*/ 65863 w 568475"/>
                <a:gd name="connsiteY41" fmla="*/ 495172 h 605368"/>
                <a:gd name="connsiteX42" fmla="*/ 409868 w 568475"/>
                <a:gd name="connsiteY42" fmla="*/ 425766 h 605368"/>
                <a:gd name="connsiteX43" fmla="*/ 355041 w 568475"/>
                <a:gd name="connsiteY43" fmla="*/ 506636 h 605368"/>
                <a:gd name="connsiteX44" fmla="*/ 341601 w 568475"/>
                <a:gd name="connsiteY44" fmla="*/ 514634 h 605368"/>
                <a:gd name="connsiteX45" fmla="*/ 339821 w 568475"/>
                <a:gd name="connsiteY45" fmla="*/ 514723 h 605368"/>
                <a:gd name="connsiteX46" fmla="*/ 326826 w 568475"/>
                <a:gd name="connsiteY46" fmla="*/ 509302 h 605368"/>
                <a:gd name="connsiteX47" fmla="*/ 326203 w 568475"/>
                <a:gd name="connsiteY47" fmla="*/ 508591 h 605368"/>
                <a:gd name="connsiteX48" fmla="*/ 317303 w 568475"/>
                <a:gd name="connsiteY48" fmla="*/ 497571 h 605368"/>
                <a:gd name="connsiteX49" fmla="*/ 312674 w 568475"/>
                <a:gd name="connsiteY49" fmla="*/ 503170 h 605368"/>
                <a:gd name="connsiteX50" fmla="*/ 326203 w 568475"/>
                <a:gd name="connsiteY50" fmla="*/ 571065 h 605368"/>
                <a:gd name="connsiteX51" fmla="*/ 329496 w 568475"/>
                <a:gd name="connsiteY51" fmla="*/ 587594 h 605368"/>
                <a:gd name="connsiteX52" fmla="*/ 465229 w 568475"/>
                <a:gd name="connsiteY52" fmla="*/ 587594 h 605368"/>
                <a:gd name="connsiteX53" fmla="*/ 465229 w 568475"/>
                <a:gd name="connsiteY53" fmla="*/ 542538 h 605368"/>
                <a:gd name="connsiteX54" fmla="*/ 490062 w 568475"/>
                <a:gd name="connsiteY54" fmla="*/ 482642 h 605368"/>
                <a:gd name="connsiteX55" fmla="*/ 518899 w 568475"/>
                <a:gd name="connsiteY55" fmla="*/ 453848 h 605368"/>
                <a:gd name="connsiteX56" fmla="*/ 494690 w 568475"/>
                <a:gd name="connsiteY56" fmla="*/ 441585 h 605368"/>
                <a:gd name="connsiteX57" fmla="*/ 158607 w 568475"/>
                <a:gd name="connsiteY57" fmla="*/ 425766 h 605368"/>
                <a:gd name="connsiteX58" fmla="*/ 73785 w 568475"/>
                <a:gd name="connsiteY58" fmla="*/ 441585 h 605368"/>
                <a:gd name="connsiteX59" fmla="*/ 49576 w 568475"/>
                <a:gd name="connsiteY59" fmla="*/ 453848 h 605368"/>
                <a:gd name="connsiteX60" fmla="*/ 78413 w 568475"/>
                <a:gd name="connsiteY60" fmla="*/ 482642 h 605368"/>
                <a:gd name="connsiteX61" fmla="*/ 103246 w 568475"/>
                <a:gd name="connsiteY61" fmla="*/ 542538 h 605368"/>
                <a:gd name="connsiteX62" fmla="*/ 103246 w 568475"/>
                <a:gd name="connsiteY62" fmla="*/ 587594 h 605368"/>
                <a:gd name="connsiteX63" fmla="*/ 238978 w 568475"/>
                <a:gd name="connsiteY63" fmla="*/ 587594 h 605368"/>
                <a:gd name="connsiteX64" fmla="*/ 255889 w 568475"/>
                <a:gd name="connsiteY64" fmla="*/ 503170 h 605368"/>
                <a:gd name="connsiteX65" fmla="*/ 251261 w 568475"/>
                <a:gd name="connsiteY65" fmla="*/ 497571 h 605368"/>
                <a:gd name="connsiteX66" fmla="*/ 242360 w 568475"/>
                <a:gd name="connsiteY66" fmla="*/ 508591 h 605368"/>
                <a:gd name="connsiteX67" fmla="*/ 241737 w 568475"/>
                <a:gd name="connsiteY67" fmla="*/ 509302 h 605368"/>
                <a:gd name="connsiteX68" fmla="*/ 228743 w 568475"/>
                <a:gd name="connsiteY68" fmla="*/ 514723 h 605368"/>
                <a:gd name="connsiteX69" fmla="*/ 226963 w 568475"/>
                <a:gd name="connsiteY69" fmla="*/ 514634 h 605368"/>
                <a:gd name="connsiteX70" fmla="*/ 213523 w 568475"/>
                <a:gd name="connsiteY70" fmla="*/ 506636 h 605368"/>
                <a:gd name="connsiteX71" fmla="*/ 367947 w 568475"/>
                <a:gd name="connsiteY71" fmla="*/ 381421 h 605368"/>
                <a:gd name="connsiteX72" fmla="*/ 317392 w 568475"/>
                <a:gd name="connsiteY72" fmla="*/ 410747 h 605368"/>
                <a:gd name="connsiteX73" fmla="*/ 303062 w 568475"/>
                <a:gd name="connsiteY73" fmla="*/ 451627 h 605368"/>
                <a:gd name="connsiteX74" fmla="*/ 339554 w 568475"/>
                <a:gd name="connsiteY74" fmla="*/ 496860 h 605368"/>
                <a:gd name="connsiteX75" fmla="*/ 339910 w 568475"/>
                <a:gd name="connsiteY75" fmla="*/ 496949 h 605368"/>
                <a:gd name="connsiteX76" fmla="*/ 340266 w 568475"/>
                <a:gd name="connsiteY76" fmla="*/ 496683 h 605368"/>
                <a:gd name="connsiteX77" fmla="*/ 394648 w 568475"/>
                <a:gd name="connsiteY77" fmla="*/ 416613 h 605368"/>
                <a:gd name="connsiteX78" fmla="*/ 200617 w 568475"/>
                <a:gd name="connsiteY78" fmla="*/ 381332 h 605368"/>
                <a:gd name="connsiteX79" fmla="*/ 173916 w 568475"/>
                <a:gd name="connsiteY79" fmla="*/ 416613 h 605368"/>
                <a:gd name="connsiteX80" fmla="*/ 228209 w 568475"/>
                <a:gd name="connsiteY80" fmla="*/ 496683 h 605368"/>
                <a:gd name="connsiteX81" fmla="*/ 228654 w 568475"/>
                <a:gd name="connsiteY81" fmla="*/ 496949 h 605368"/>
                <a:gd name="connsiteX82" fmla="*/ 229010 w 568475"/>
                <a:gd name="connsiteY82" fmla="*/ 496860 h 605368"/>
                <a:gd name="connsiteX83" fmla="*/ 265413 w 568475"/>
                <a:gd name="connsiteY83" fmla="*/ 451627 h 605368"/>
                <a:gd name="connsiteX84" fmla="*/ 251172 w 568475"/>
                <a:gd name="connsiteY84" fmla="*/ 410747 h 605368"/>
                <a:gd name="connsiteX85" fmla="*/ 200617 w 568475"/>
                <a:gd name="connsiteY85" fmla="*/ 381332 h 605368"/>
                <a:gd name="connsiteX86" fmla="*/ 264612 w 568475"/>
                <a:gd name="connsiteY86" fmla="*/ 368358 h 605368"/>
                <a:gd name="connsiteX87" fmla="*/ 284282 w 568475"/>
                <a:gd name="connsiteY87" fmla="*/ 448605 h 605368"/>
                <a:gd name="connsiteX88" fmla="*/ 303952 w 568475"/>
                <a:gd name="connsiteY88" fmla="*/ 368358 h 605368"/>
                <a:gd name="connsiteX89" fmla="*/ 268138 w 568475"/>
                <a:gd name="connsiteY89" fmla="*/ 309521 h 605368"/>
                <a:gd name="connsiteX90" fmla="*/ 284308 w 568475"/>
                <a:gd name="connsiteY90" fmla="*/ 311377 h 605368"/>
                <a:gd name="connsiteX91" fmla="*/ 314844 w 568475"/>
                <a:gd name="connsiteY91" fmla="*/ 313333 h 605368"/>
                <a:gd name="connsiteX92" fmla="*/ 324904 w 568475"/>
                <a:gd name="connsiteY92" fmla="*/ 315911 h 605368"/>
                <a:gd name="connsiteX93" fmla="*/ 337368 w 568475"/>
                <a:gd name="connsiteY93" fmla="*/ 314666 h 605368"/>
                <a:gd name="connsiteX94" fmla="*/ 338703 w 568475"/>
                <a:gd name="connsiteY94" fmla="*/ 327113 h 605368"/>
                <a:gd name="connsiteX95" fmla="*/ 324726 w 568475"/>
                <a:gd name="connsiteY95" fmla="*/ 333692 h 605368"/>
                <a:gd name="connsiteX96" fmla="*/ 309057 w 568475"/>
                <a:gd name="connsiteY96" fmla="*/ 330225 h 605368"/>
                <a:gd name="connsiteX97" fmla="*/ 289471 w 568475"/>
                <a:gd name="connsiteY97" fmla="*/ 328802 h 605368"/>
                <a:gd name="connsiteX98" fmla="*/ 289293 w 568475"/>
                <a:gd name="connsiteY98" fmla="*/ 328891 h 605368"/>
                <a:gd name="connsiteX99" fmla="*/ 288759 w 568475"/>
                <a:gd name="connsiteY99" fmla="*/ 329158 h 605368"/>
                <a:gd name="connsiteX100" fmla="*/ 288492 w 568475"/>
                <a:gd name="connsiteY100" fmla="*/ 329336 h 605368"/>
                <a:gd name="connsiteX101" fmla="*/ 288047 w 568475"/>
                <a:gd name="connsiteY101" fmla="*/ 329602 h 605368"/>
                <a:gd name="connsiteX102" fmla="*/ 287602 w 568475"/>
                <a:gd name="connsiteY102" fmla="*/ 329780 h 605368"/>
                <a:gd name="connsiteX103" fmla="*/ 287246 w 568475"/>
                <a:gd name="connsiteY103" fmla="*/ 329869 h 605368"/>
                <a:gd name="connsiteX104" fmla="*/ 286800 w 568475"/>
                <a:gd name="connsiteY104" fmla="*/ 330047 h 605368"/>
                <a:gd name="connsiteX105" fmla="*/ 286444 w 568475"/>
                <a:gd name="connsiteY105" fmla="*/ 330136 h 605368"/>
                <a:gd name="connsiteX106" fmla="*/ 285910 w 568475"/>
                <a:gd name="connsiteY106" fmla="*/ 330225 h 605368"/>
                <a:gd name="connsiteX107" fmla="*/ 285643 w 568475"/>
                <a:gd name="connsiteY107" fmla="*/ 330314 h 605368"/>
                <a:gd name="connsiteX108" fmla="*/ 285109 w 568475"/>
                <a:gd name="connsiteY108" fmla="*/ 330403 h 605368"/>
                <a:gd name="connsiteX109" fmla="*/ 284753 w 568475"/>
                <a:gd name="connsiteY109" fmla="*/ 330403 h 605368"/>
                <a:gd name="connsiteX110" fmla="*/ 284308 w 568475"/>
                <a:gd name="connsiteY110" fmla="*/ 330403 h 605368"/>
                <a:gd name="connsiteX111" fmla="*/ 283863 w 568475"/>
                <a:gd name="connsiteY111" fmla="*/ 330403 h 605368"/>
                <a:gd name="connsiteX112" fmla="*/ 283417 w 568475"/>
                <a:gd name="connsiteY112" fmla="*/ 330403 h 605368"/>
                <a:gd name="connsiteX113" fmla="*/ 282972 w 568475"/>
                <a:gd name="connsiteY113" fmla="*/ 330314 h 605368"/>
                <a:gd name="connsiteX114" fmla="*/ 282616 w 568475"/>
                <a:gd name="connsiteY114" fmla="*/ 330225 h 605368"/>
                <a:gd name="connsiteX115" fmla="*/ 282171 w 568475"/>
                <a:gd name="connsiteY115" fmla="*/ 330136 h 605368"/>
                <a:gd name="connsiteX116" fmla="*/ 281815 w 568475"/>
                <a:gd name="connsiteY116" fmla="*/ 330047 h 605368"/>
                <a:gd name="connsiteX117" fmla="*/ 281370 w 568475"/>
                <a:gd name="connsiteY117" fmla="*/ 329958 h 605368"/>
                <a:gd name="connsiteX118" fmla="*/ 280925 w 568475"/>
                <a:gd name="connsiteY118" fmla="*/ 329780 h 605368"/>
                <a:gd name="connsiteX119" fmla="*/ 280569 w 568475"/>
                <a:gd name="connsiteY119" fmla="*/ 329602 h 605368"/>
                <a:gd name="connsiteX120" fmla="*/ 280124 w 568475"/>
                <a:gd name="connsiteY120" fmla="*/ 329336 h 605368"/>
                <a:gd name="connsiteX121" fmla="*/ 279767 w 568475"/>
                <a:gd name="connsiteY121" fmla="*/ 329158 h 605368"/>
                <a:gd name="connsiteX122" fmla="*/ 279322 w 568475"/>
                <a:gd name="connsiteY122" fmla="*/ 328891 h 605368"/>
                <a:gd name="connsiteX123" fmla="*/ 279144 w 568475"/>
                <a:gd name="connsiteY123" fmla="*/ 328802 h 605368"/>
                <a:gd name="connsiteX124" fmla="*/ 259469 w 568475"/>
                <a:gd name="connsiteY124" fmla="*/ 330225 h 605368"/>
                <a:gd name="connsiteX125" fmla="*/ 243801 w 568475"/>
                <a:gd name="connsiteY125" fmla="*/ 333692 h 605368"/>
                <a:gd name="connsiteX126" fmla="*/ 229913 w 568475"/>
                <a:gd name="connsiteY126" fmla="*/ 327113 h 605368"/>
                <a:gd name="connsiteX127" fmla="*/ 231159 w 568475"/>
                <a:gd name="connsiteY127" fmla="*/ 314666 h 605368"/>
                <a:gd name="connsiteX128" fmla="*/ 243712 w 568475"/>
                <a:gd name="connsiteY128" fmla="*/ 315911 h 605368"/>
                <a:gd name="connsiteX129" fmla="*/ 253772 w 568475"/>
                <a:gd name="connsiteY129" fmla="*/ 313333 h 605368"/>
                <a:gd name="connsiteX130" fmla="*/ 268138 w 568475"/>
                <a:gd name="connsiteY130" fmla="*/ 309521 h 605368"/>
                <a:gd name="connsiteX131" fmla="*/ 474130 w 568475"/>
                <a:gd name="connsiteY131" fmla="*/ 245098 h 605368"/>
                <a:gd name="connsiteX132" fmla="*/ 464072 w 568475"/>
                <a:gd name="connsiteY132" fmla="*/ 255229 h 605368"/>
                <a:gd name="connsiteX133" fmla="*/ 464072 w 568475"/>
                <a:gd name="connsiteY133" fmla="*/ 280112 h 605368"/>
                <a:gd name="connsiteX134" fmla="*/ 484187 w 568475"/>
                <a:gd name="connsiteY134" fmla="*/ 280112 h 605368"/>
                <a:gd name="connsiteX135" fmla="*/ 484187 w 568475"/>
                <a:gd name="connsiteY135" fmla="*/ 255229 h 605368"/>
                <a:gd name="connsiteX136" fmla="*/ 474130 w 568475"/>
                <a:gd name="connsiteY136" fmla="*/ 245098 h 605368"/>
                <a:gd name="connsiteX137" fmla="*/ 350700 w 568475"/>
                <a:gd name="connsiteY137" fmla="*/ 236805 h 605368"/>
                <a:gd name="connsiteX138" fmla="*/ 359601 w 568475"/>
                <a:gd name="connsiteY138" fmla="*/ 245700 h 605368"/>
                <a:gd name="connsiteX139" fmla="*/ 341265 w 568475"/>
                <a:gd name="connsiteY139" fmla="*/ 264114 h 605368"/>
                <a:gd name="connsiteX140" fmla="*/ 332363 w 568475"/>
                <a:gd name="connsiteY140" fmla="*/ 255219 h 605368"/>
                <a:gd name="connsiteX141" fmla="*/ 341265 w 568475"/>
                <a:gd name="connsiteY141" fmla="*/ 246323 h 605368"/>
                <a:gd name="connsiteX142" fmla="*/ 341799 w 568475"/>
                <a:gd name="connsiteY142" fmla="*/ 245700 h 605368"/>
                <a:gd name="connsiteX143" fmla="*/ 350700 w 568475"/>
                <a:gd name="connsiteY143" fmla="*/ 236805 h 605368"/>
                <a:gd name="connsiteX144" fmla="*/ 236807 w 568475"/>
                <a:gd name="connsiteY144" fmla="*/ 236805 h 605368"/>
                <a:gd name="connsiteX145" fmla="*/ 245709 w 568475"/>
                <a:gd name="connsiteY145" fmla="*/ 245700 h 605368"/>
                <a:gd name="connsiteX146" fmla="*/ 227372 w 568475"/>
                <a:gd name="connsiteY146" fmla="*/ 264114 h 605368"/>
                <a:gd name="connsiteX147" fmla="*/ 218471 w 568475"/>
                <a:gd name="connsiteY147" fmla="*/ 255219 h 605368"/>
                <a:gd name="connsiteX148" fmla="*/ 227372 w 568475"/>
                <a:gd name="connsiteY148" fmla="*/ 246323 h 605368"/>
                <a:gd name="connsiteX149" fmla="*/ 227906 w 568475"/>
                <a:gd name="connsiteY149" fmla="*/ 245700 h 605368"/>
                <a:gd name="connsiteX150" fmla="*/ 236807 w 568475"/>
                <a:gd name="connsiteY150" fmla="*/ 236805 h 605368"/>
                <a:gd name="connsiteX151" fmla="*/ 284282 w 568475"/>
                <a:gd name="connsiteY151" fmla="*/ 235678 h 605368"/>
                <a:gd name="connsiteX152" fmla="*/ 274135 w 568475"/>
                <a:gd name="connsiteY152" fmla="*/ 245720 h 605368"/>
                <a:gd name="connsiteX153" fmla="*/ 227319 w 568475"/>
                <a:gd name="connsiteY153" fmla="*/ 292553 h 605368"/>
                <a:gd name="connsiteX154" fmla="*/ 180413 w 568475"/>
                <a:gd name="connsiteY154" fmla="*/ 245720 h 605368"/>
                <a:gd name="connsiteX155" fmla="*/ 180413 w 568475"/>
                <a:gd name="connsiteY155" fmla="*/ 245098 h 605368"/>
                <a:gd name="connsiteX156" fmla="*/ 159942 w 568475"/>
                <a:gd name="connsiteY156" fmla="*/ 245098 h 605368"/>
                <a:gd name="connsiteX157" fmla="*/ 159942 w 568475"/>
                <a:gd name="connsiteY157" fmla="*/ 245453 h 605368"/>
                <a:gd name="connsiteX158" fmla="*/ 188512 w 568475"/>
                <a:gd name="connsiteY158" fmla="*/ 339920 h 605368"/>
                <a:gd name="connsiteX159" fmla="*/ 248057 w 568475"/>
                <a:gd name="connsiteY159" fmla="*/ 390752 h 605368"/>
                <a:gd name="connsiteX160" fmla="*/ 246989 w 568475"/>
                <a:gd name="connsiteY160" fmla="*/ 358938 h 605368"/>
                <a:gd name="connsiteX161" fmla="*/ 255800 w 568475"/>
                <a:gd name="connsiteY161" fmla="*/ 350584 h 605368"/>
                <a:gd name="connsiteX162" fmla="*/ 312674 w 568475"/>
                <a:gd name="connsiteY162" fmla="*/ 350584 h 605368"/>
                <a:gd name="connsiteX163" fmla="*/ 321575 w 568475"/>
                <a:gd name="connsiteY163" fmla="*/ 358938 h 605368"/>
                <a:gd name="connsiteX164" fmla="*/ 320507 w 568475"/>
                <a:gd name="connsiteY164" fmla="*/ 390841 h 605368"/>
                <a:gd name="connsiteX165" fmla="*/ 379963 w 568475"/>
                <a:gd name="connsiteY165" fmla="*/ 340098 h 605368"/>
                <a:gd name="connsiteX166" fmla="*/ 408533 w 568475"/>
                <a:gd name="connsiteY166" fmla="*/ 245453 h 605368"/>
                <a:gd name="connsiteX167" fmla="*/ 408533 w 568475"/>
                <a:gd name="connsiteY167" fmla="*/ 245098 h 605368"/>
                <a:gd name="connsiteX168" fmla="*/ 388062 w 568475"/>
                <a:gd name="connsiteY168" fmla="*/ 245098 h 605368"/>
                <a:gd name="connsiteX169" fmla="*/ 388062 w 568475"/>
                <a:gd name="connsiteY169" fmla="*/ 245720 h 605368"/>
                <a:gd name="connsiteX170" fmla="*/ 341245 w 568475"/>
                <a:gd name="connsiteY170" fmla="*/ 292553 h 605368"/>
                <a:gd name="connsiteX171" fmla="*/ 294339 w 568475"/>
                <a:gd name="connsiteY171" fmla="*/ 245720 h 605368"/>
                <a:gd name="connsiteX172" fmla="*/ 284282 w 568475"/>
                <a:gd name="connsiteY172" fmla="*/ 235678 h 605368"/>
                <a:gd name="connsiteX173" fmla="*/ 341245 w 568475"/>
                <a:gd name="connsiteY173" fmla="*/ 216660 h 605368"/>
                <a:gd name="connsiteX174" fmla="*/ 312140 w 568475"/>
                <a:gd name="connsiteY174" fmla="*/ 245720 h 605368"/>
                <a:gd name="connsiteX175" fmla="*/ 341245 w 568475"/>
                <a:gd name="connsiteY175" fmla="*/ 274780 h 605368"/>
                <a:gd name="connsiteX176" fmla="*/ 370261 w 568475"/>
                <a:gd name="connsiteY176" fmla="*/ 245720 h 605368"/>
                <a:gd name="connsiteX177" fmla="*/ 341245 w 568475"/>
                <a:gd name="connsiteY177" fmla="*/ 216660 h 605368"/>
                <a:gd name="connsiteX178" fmla="*/ 227319 w 568475"/>
                <a:gd name="connsiteY178" fmla="*/ 216660 h 605368"/>
                <a:gd name="connsiteX179" fmla="*/ 198214 w 568475"/>
                <a:gd name="connsiteY179" fmla="*/ 245720 h 605368"/>
                <a:gd name="connsiteX180" fmla="*/ 227319 w 568475"/>
                <a:gd name="connsiteY180" fmla="*/ 274780 h 605368"/>
                <a:gd name="connsiteX181" fmla="*/ 256334 w 568475"/>
                <a:gd name="connsiteY181" fmla="*/ 245720 h 605368"/>
                <a:gd name="connsiteX182" fmla="*/ 227319 w 568475"/>
                <a:gd name="connsiteY182" fmla="*/ 216660 h 605368"/>
                <a:gd name="connsiteX183" fmla="*/ 284282 w 568475"/>
                <a:gd name="connsiteY183" fmla="*/ 178802 h 605368"/>
                <a:gd name="connsiteX184" fmla="*/ 192696 w 568475"/>
                <a:gd name="connsiteY184" fmla="*/ 189555 h 605368"/>
                <a:gd name="connsiteX185" fmla="*/ 160209 w 568475"/>
                <a:gd name="connsiteY185" fmla="*/ 207773 h 605368"/>
                <a:gd name="connsiteX186" fmla="*/ 159942 w 568475"/>
                <a:gd name="connsiteY186" fmla="*/ 210084 h 605368"/>
                <a:gd name="connsiteX187" fmla="*/ 159942 w 568475"/>
                <a:gd name="connsiteY187" fmla="*/ 227324 h 605368"/>
                <a:gd name="connsiteX188" fmla="*/ 184151 w 568475"/>
                <a:gd name="connsiteY188" fmla="*/ 227324 h 605368"/>
                <a:gd name="connsiteX189" fmla="*/ 227319 w 568475"/>
                <a:gd name="connsiteY189" fmla="*/ 198887 h 605368"/>
                <a:gd name="connsiteX190" fmla="*/ 268261 w 568475"/>
                <a:gd name="connsiteY190" fmla="*/ 222970 h 605368"/>
                <a:gd name="connsiteX191" fmla="*/ 284282 w 568475"/>
                <a:gd name="connsiteY191" fmla="*/ 217904 h 605368"/>
                <a:gd name="connsiteX192" fmla="*/ 300303 w 568475"/>
                <a:gd name="connsiteY192" fmla="*/ 222970 h 605368"/>
                <a:gd name="connsiteX193" fmla="*/ 341245 w 568475"/>
                <a:gd name="connsiteY193" fmla="*/ 198887 h 605368"/>
                <a:gd name="connsiteX194" fmla="*/ 384324 w 568475"/>
                <a:gd name="connsiteY194" fmla="*/ 227324 h 605368"/>
                <a:gd name="connsiteX195" fmla="*/ 408533 w 568475"/>
                <a:gd name="connsiteY195" fmla="*/ 227324 h 605368"/>
                <a:gd name="connsiteX196" fmla="*/ 408533 w 568475"/>
                <a:gd name="connsiteY196" fmla="*/ 209728 h 605368"/>
                <a:gd name="connsiteX197" fmla="*/ 408266 w 568475"/>
                <a:gd name="connsiteY197" fmla="*/ 207773 h 605368"/>
                <a:gd name="connsiteX198" fmla="*/ 375779 w 568475"/>
                <a:gd name="connsiteY198" fmla="*/ 189555 h 605368"/>
                <a:gd name="connsiteX199" fmla="*/ 284282 w 568475"/>
                <a:gd name="connsiteY199" fmla="*/ 178802 h 605368"/>
                <a:gd name="connsiteX200" fmla="*/ 284282 w 568475"/>
                <a:gd name="connsiteY200" fmla="*/ 140856 h 605368"/>
                <a:gd name="connsiteX201" fmla="*/ 192696 w 568475"/>
                <a:gd name="connsiteY201" fmla="*/ 151609 h 605368"/>
                <a:gd name="connsiteX202" fmla="*/ 160209 w 568475"/>
                <a:gd name="connsiteY202" fmla="*/ 169916 h 605368"/>
                <a:gd name="connsiteX203" fmla="*/ 159942 w 568475"/>
                <a:gd name="connsiteY203" fmla="*/ 172137 h 605368"/>
                <a:gd name="connsiteX204" fmla="*/ 159942 w 568475"/>
                <a:gd name="connsiteY204" fmla="*/ 183690 h 605368"/>
                <a:gd name="connsiteX205" fmla="*/ 187800 w 568475"/>
                <a:gd name="connsiteY205" fmla="*/ 172404 h 605368"/>
                <a:gd name="connsiteX206" fmla="*/ 284282 w 568475"/>
                <a:gd name="connsiteY206" fmla="*/ 161029 h 605368"/>
                <a:gd name="connsiteX207" fmla="*/ 380675 w 568475"/>
                <a:gd name="connsiteY207" fmla="*/ 172404 h 605368"/>
                <a:gd name="connsiteX208" fmla="*/ 408533 w 568475"/>
                <a:gd name="connsiteY208" fmla="*/ 183601 h 605368"/>
                <a:gd name="connsiteX209" fmla="*/ 408533 w 568475"/>
                <a:gd name="connsiteY209" fmla="*/ 171871 h 605368"/>
                <a:gd name="connsiteX210" fmla="*/ 408266 w 568475"/>
                <a:gd name="connsiteY210" fmla="*/ 169916 h 605368"/>
                <a:gd name="connsiteX211" fmla="*/ 375779 w 568475"/>
                <a:gd name="connsiteY211" fmla="*/ 151609 h 605368"/>
                <a:gd name="connsiteX212" fmla="*/ 284282 w 568475"/>
                <a:gd name="connsiteY212" fmla="*/ 140856 h 605368"/>
                <a:gd name="connsiteX213" fmla="*/ 284282 w 568475"/>
                <a:gd name="connsiteY213" fmla="*/ 74472 h 605368"/>
                <a:gd name="connsiteX214" fmla="*/ 192696 w 568475"/>
                <a:gd name="connsiteY214" fmla="*/ 85225 h 605368"/>
                <a:gd name="connsiteX215" fmla="*/ 160209 w 568475"/>
                <a:gd name="connsiteY215" fmla="*/ 103531 h 605368"/>
                <a:gd name="connsiteX216" fmla="*/ 159942 w 568475"/>
                <a:gd name="connsiteY216" fmla="*/ 105753 h 605368"/>
                <a:gd name="connsiteX217" fmla="*/ 159942 w 568475"/>
                <a:gd name="connsiteY217" fmla="*/ 138279 h 605368"/>
                <a:gd name="connsiteX218" fmla="*/ 159942 w 568475"/>
                <a:gd name="connsiteY218" fmla="*/ 143078 h 605368"/>
                <a:gd name="connsiteX219" fmla="*/ 159942 w 568475"/>
                <a:gd name="connsiteY219" fmla="*/ 145744 h 605368"/>
                <a:gd name="connsiteX220" fmla="*/ 187800 w 568475"/>
                <a:gd name="connsiteY220" fmla="*/ 134546 h 605368"/>
                <a:gd name="connsiteX221" fmla="*/ 284282 w 568475"/>
                <a:gd name="connsiteY221" fmla="*/ 123082 h 605368"/>
                <a:gd name="connsiteX222" fmla="*/ 380675 w 568475"/>
                <a:gd name="connsiteY222" fmla="*/ 134546 h 605368"/>
                <a:gd name="connsiteX223" fmla="*/ 408533 w 568475"/>
                <a:gd name="connsiteY223" fmla="*/ 145655 h 605368"/>
                <a:gd name="connsiteX224" fmla="*/ 408533 w 568475"/>
                <a:gd name="connsiteY224" fmla="*/ 139345 h 605368"/>
                <a:gd name="connsiteX225" fmla="*/ 408533 w 568475"/>
                <a:gd name="connsiteY225" fmla="*/ 135435 h 605368"/>
                <a:gd name="connsiteX226" fmla="*/ 408533 w 568475"/>
                <a:gd name="connsiteY226" fmla="*/ 105486 h 605368"/>
                <a:gd name="connsiteX227" fmla="*/ 408266 w 568475"/>
                <a:gd name="connsiteY227" fmla="*/ 103531 h 605368"/>
                <a:gd name="connsiteX228" fmla="*/ 375779 w 568475"/>
                <a:gd name="connsiteY228" fmla="*/ 85225 h 605368"/>
                <a:gd name="connsiteX229" fmla="*/ 284282 w 568475"/>
                <a:gd name="connsiteY229" fmla="*/ 74472 h 605368"/>
                <a:gd name="connsiteX230" fmla="*/ 279431 w 568475"/>
                <a:gd name="connsiteY230" fmla="*/ 17729 h 605368"/>
                <a:gd name="connsiteX231" fmla="*/ 252952 w 568475"/>
                <a:gd name="connsiteY231" fmla="*/ 22128 h 605368"/>
                <a:gd name="connsiteX232" fmla="*/ 59811 w 568475"/>
                <a:gd name="connsiteY232" fmla="*/ 88246 h 605368"/>
                <a:gd name="connsiteX233" fmla="*/ 55628 w 568475"/>
                <a:gd name="connsiteY233" fmla="*/ 94111 h 605368"/>
                <a:gd name="connsiteX234" fmla="*/ 59811 w 568475"/>
                <a:gd name="connsiteY234" fmla="*/ 99977 h 605368"/>
                <a:gd name="connsiteX235" fmla="*/ 142141 w 568475"/>
                <a:gd name="connsiteY235" fmla="*/ 128148 h 605368"/>
                <a:gd name="connsiteX236" fmla="*/ 142141 w 568475"/>
                <a:gd name="connsiteY236" fmla="*/ 103531 h 605368"/>
                <a:gd name="connsiteX237" fmla="*/ 142675 w 568475"/>
                <a:gd name="connsiteY237" fmla="*/ 100599 h 605368"/>
                <a:gd name="connsiteX238" fmla="*/ 187800 w 568475"/>
                <a:gd name="connsiteY238" fmla="*/ 68162 h 605368"/>
                <a:gd name="connsiteX239" fmla="*/ 284282 w 568475"/>
                <a:gd name="connsiteY239" fmla="*/ 56698 h 605368"/>
                <a:gd name="connsiteX240" fmla="*/ 380675 w 568475"/>
                <a:gd name="connsiteY240" fmla="*/ 68162 h 605368"/>
                <a:gd name="connsiteX241" fmla="*/ 425889 w 568475"/>
                <a:gd name="connsiteY241" fmla="*/ 100954 h 605368"/>
                <a:gd name="connsiteX242" fmla="*/ 426334 w 568475"/>
                <a:gd name="connsiteY242" fmla="*/ 103531 h 605368"/>
                <a:gd name="connsiteX243" fmla="*/ 426334 w 568475"/>
                <a:gd name="connsiteY243" fmla="*/ 124860 h 605368"/>
                <a:gd name="connsiteX244" fmla="*/ 499051 w 568475"/>
                <a:gd name="connsiteY244" fmla="*/ 99977 h 605368"/>
                <a:gd name="connsiteX245" fmla="*/ 503235 w 568475"/>
                <a:gd name="connsiteY245" fmla="*/ 94111 h 605368"/>
                <a:gd name="connsiteX246" fmla="*/ 499051 w 568475"/>
                <a:gd name="connsiteY246" fmla="*/ 88246 h 605368"/>
                <a:gd name="connsiteX247" fmla="*/ 305910 w 568475"/>
                <a:gd name="connsiteY247" fmla="*/ 22128 h 605368"/>
                <a:gd name="connsiteX248" fmla="*/ 279431 w 568475"/>
                <a:gd name="connsiteY248" fmla="*/ 17729 h 605368"/>
                <a:gd name="connsiteX249" fmla="*/ 279431 w 568475"/>
                <a:gd name="connsiteY249" fmla="*/ 0 h 605368"/>
                <a:gd name="connsiteX250" fmla="*/ 311695 w 568475"/>
                <a:gd name="connsiteY250" fmla="*/ 5332 h 605368"/>
                <a:gd name="connsiteX251" fmla="*/ 504837 w 568475"/>
                <a:gd name="connsiteY251" fmla="*/ 71450 h 605368"/>
                <a:gd name="connsiteX252" fmla="*/ 521036 w 568475"/>
                <a:gd name="connsiteY252" fmla="*/ 94111 h 605368"/>
                <a:gd name="connsiteX253" fmla="*/ 504837 w 568475"/>
                <a:gd name="connsiteY253" fmla="*/ 116773 h 605368"/>
                <a:gd name="connsiteX254" fmla="*/ 483030 w 568475"/>
                <a:gd name="connsiteY254" fmla="*/ 124238 h 605368"/>
                <a:gd name="connsiteX255" fmla="*/ 483030 w 568475"/>
                <a:gd name="connsiteY255" fmla="*/ 228835 h 605368"/>
                <a:gd name="connsiteX256" fmla="*/ 501988 w 568475"/>
                <a:gd name="connsiteY256" fmla="*/ 255229 h 605368"/>
                <a:gd name="connsiteX257" fmla="*/ 501988 w 568475"/>
                <a:gd name="connsiteY257" fmla="*/ 288999 h 605368"/>
                <a:gd name="connsiteX258" fmla="*/ 493088 w 568475"/>
                <a:gd name="connsiteY258" fmla="*/ 297885 h 605368"/>
                <a:gd name="connsiteX259" fmla="*/ 455172 w 568475"/>
                <a:gd name="connsiteY259" fmla="*/ 297885 h 605368"/>
                <a:gd name="connsiteX260" fmla="*/ 446271 w 568475"/>
                <a:gd name="connsiteY260" fmla="*/ 288999 h 605368"/>
                <a:gd name="connsiteX261" fmla="*/ 446271 w 568475"/>
                <a:gd name="connsiteY261" fmla="*/ 255229 h 605368"/>
                <a:gd name="connsiteX262" fmla="*/ 465229 w 568475"/>
                <a:gd name="connsiteY262" fmla="*/ 228835 h 605368"/>
                <a:gd name="connsiteX263" fmla="*/ 465229 w 568475"/>
                <a:gd name="connsiteY263" fmla="*/ 130281 h 605368"/>
                <a:gd name="connsiteX264" fmla="*/ 426334 w 568475"/>
                <a:gd name="connsiteY264" fmla="*/ 143611 h 605368"/>
                <a:gd name="connsiteX265" fmla="*/ 426334 w 568475"/>
                <a:gd name="connsiteY265" fmla="*/ 245453 h 605368"/>
                <a:gd name="connsiteX266" fmla="*/ 380586 w 568475"/>
                <a:gd name="connsiteY266" fmla="*/ 368535 h 605368"/>
                <a:gd name="connsiteX267" fmla="*/ 410224 w 568475"/>
                <a:gd name="connsiteY267" fmla="*/ 407815 h 605368"/>
                <a:gd name="connsiteX268" fmla="*/ 498339 w 568475"/>
                <a:gd name="connsiteY268" fmla="*/ 424255 h 605368"/>
                <a:gd name="connsiteX269" fmla="*/ 499140 w 568475"/>
                <a:gd name="connsiteY269" fmla="*/ 424433 h 605368"/>
                <a:gd name="connsiteX270" fmla="*/ 550407 w 568475"/>
                <a:gd name="connsiteY270" fmla="*/ 461758 h 605368"/>
                <a:gd name="connsiteX271" fmla="*/ 568475 w 568475"/>
                <a:gd name="connsiteY271" fmla="*/ 519611 h 605368"/>
                <a:gd name="connsiteX272" fmla="*/ 568475 w 568475"/>
                <a:gd name="connsiteY272" fmla="*/ 571509 h 605368"/>
                <a:gd name="connsiteX273" fmla="*/ 531093 w 568475"/>
                <a:gd name="connsiteY273" fmla="*/ 605368 h 605368"/>
                <a:gd name="connsiteX274" fmla="*/ 322287 w 568475"/>
                <a:gd name="connsiteY274" fmla="*/ 605368 h 605368"/>
                <a:gd name="connsiteX275" fmla="*/ 322198 w 568475"/>
                <a:gd name="connsiteY275" fmla="*/ 605368 h 605368"/>
                <a:gd name="connsiteX276" fmla="*/ 246366 w 568475"/>
                <a:gd name="connsiteY276" fmla="*/ 605368 h 605368"/>
                <a:gd name="connsiteX277" fmla="*/ 246277 w 568475"/>
                <a:gd name="connsiteY277" fmla="*/ 605368 h 605368"/>
                <a:gd name="connsiteX278" fmla="*/ 37382 w 568475"/>
                <a:gd name="connsiteY278" fmla="*/ 605368 h 605368"/>
                <a:gd name="connsiteX279" fmla="*/ 0 w 568475"/>
                <a:gd name="connsiteY279" fmla="*/ 571509 h 605368"/>
                <a:gd name="connsiteX280" fmla="*/ 0 w 568475"/>
                <a:gd name="connsiteY280" fmla="*/ 519611 h 605368"/>
                <a:gd name="connsiteX281" fmla="*/ 18068 w 568475"/>
                <a:gd name="connsiteY281" fmla="*/ 461758 h 605368"/>
                <a:gd name="connsiteX282" fmla="*/ 69424 w 568475"/>
                <a:gd name="connsiteY282" fmla="*/ 424433 h 605368"/>
                <a:gd name="connsiteX283" fmla="*/ 70136 w 568475"/>
                <a:gd name="connsiteY283" fmla="*/ 424255 h 605368"/>
                <a:gd name="connsiteX284" fmla="*/ 158340 w 568475"/>
                <a:gd name="connsiteY284" fmla="*/ 407815 h 605368"/>
                <a:gd name="connsiteX285" fmla="*/ 187978 w 568475"/>
                <a:gd name="connsiteY285" fmla="*/ 368535 h 605368"/>
                <a:gd name="connsiteX286" fmla="*/ 142141 w 568475"/>
                <a:gd name="connsiteY286" fmla="*/ 245453 h 605368"/>
                <a:gd name="connsiteX287" fmla="*/ 142141 w 568475"/>
                <a:gd name="connsiteY287" fmla="*/ 146899 h 605368"/>
                <a:gd name="connsiteX288" fmla="*/ 54026 w 568475"/>
                <a:gd name="connsiteY288" fmla="*/ 116773 h 605368"/>
                <a:gd name="connsiteX289" fmla="*/ 37827 w 568475"/>
                <a:gd name="connsiteY289" fmla="*/ 94111 h 605368"/>
                <a:gd name="connsiteX290" fmla="*/ 54026 w 568475"/>
                <a:gd name="connsiteY290" fmla="*/ 71450 h 605368"/>
                <a:gd name="connsiteX291" fmla="*/ 247167 w 568475"/>
                <a:gd name="connsiteY291" fmla="*/ 5332 h 605368"/>
                <a:gd name="connsiteX292" fmla="*/ 279431 w 568475"/>
                <a:gd name="connsiteY292" fmla="*/ 0 h 605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Lst>
              <a:rect l="l" t="t" r="r" b="b"/>
              <a:pathLst>
                <a:path w="568475" h="605368">
                  <a:moveTo>
                    <a:pt x="259627" y="574975"/>
                  </a:moveTo>
                  <a:lnTo>
                    <a:pt x="257135" y="587594"/>
                  </a:lnTo>
                  <a:lnTo>
                    <a:pt x="272266" y="587594"/>
                  </a:lnTo>
                  <a:close/>
                  <a:moveTo>
                    <a:pt x="267549" y="535518"/>
                  </a:moveTo>
                  <a:lnTo>
                    <a:pt x="263900" y="554002"/>
                  </a:lnTo>
                  <a:lnTo>
                    <a:pt x="297455" y="587594"/>
                  </a:lnTo>
                  <a:lnTo>
                    <a:pt x="311339" y="587594"/>
                  </a:lnTo>
                  <a:lnTo>
                    <a:pt x="309292" y="577108"/>
                  </a:lnTo>
                  <a:close/>
                  <a:moveTo>
                    <a:pt x="272622" y="510457"/>
                  </a:moveTo>
                  <a:lnTo>
                    <a:pt x="271732" y="514545"/>
                  </a:lnTo>
                  <a:lnTo>
                    <a:pt x="302973" y="545738"/>
                  </a:lnTo>
                  <a:lnTo>
                    <a:pt x="295941" y="510457"/>
                  </a:lnTo>
                  <a:cubicBezTo>
                    <a:pt x="295229" y="510546"/>
                    <a:pt x="294517" y="510546"/>
                    <a:pt x="293716" y="510546"/>
                  </a:cubicBezTo>
                  <a:lnTo>
                    <a:pt x="274758" y="510546"/>
                  </a:lnTo>
                  <a:cubicBezTo>
                    <a:pt x="274046" y="510546"/>
                    <a:pt x="273334" y="510546"/>
                    <a:pt x="272622" y="510457"/>
                  </a:cubicBezTo>
                  <a:close/>
                  <a:moveTo>
                    <a:pt x="275648" y="467267"/>
                  </a:moveTo>
                  <a:lnTo>
                    <a:pt x="264523" y="481131"/>
                  </a:lnTo>
                  <a:cubicBezTo>
                    <a:pt x="264612" y="481664"/>
                    <a:pt x="264701" y="482197"/>
                    <a:pt x="264701" y="482730"/>
                  </a:cubicBezTo>
                  <a:cubicBezTo>
                    <a:pt x="264701" y="488240"/>
                    <a:pt x="269240" y="492772"/>
                    <a:pt x="274758" y="492772"/>
                  </a:cubicBezTo>
                  <a:lnTo>
                    <a:pt x="293716" y="492772"/>
                  </a:lnTo>
                  <a:cubicBezTo>
                    <a:pt x="299324" y="492772"/>
                    <a:pt x="303863" y="488240"/>
                    <a:pt x="303863" y="482730"/>
                  </a:cubicBezTo>
                  <a:cubicBezTo>
                    <a:pt x="303863" y="482197"/>
                    <a:pt x="303863" y="481664"/>
                    <a:pt x="304041" y="481131"/>
                  </a:cubicBezTo>
                  <a:lnTo>
                    <a:pt x="292826" y="467267"/>
                  </a:lnTo>
                  <a:cubicBezTo>
                    <a:pt x="292292" y="467978"/>
                    <a:pt x="291669" y="468778"/>
                    <a:pt x="291046" y="469489"/>
                  </a:cubicBezTo>
                  <a:cubicBezTo>
                    <a:pt x="289355" y="471444"/>
                    <a:pt x="286863" y="472599"/>
                    <a:pt x="284282" y="472599"/>
                  </a:cubicBezTo>
                  <a:cubicBezTo>
                    <a:pt x="281612" y="472599"/>
                    <a:pt x="279119" y="471444"/>
                    <a:pt x="277428" y="469489"/>
                  </a:cubicBezTo>
                  <a:cubicBezTo>
                    <a:pt x="276894" y="468778"/>
                    <a:pt x="276271" y="467978"/>
                    <a:pt x="275648" y="467267"/>
                  </a:cubicBezTo>
                  <a:close/>
                  <a:moveTo>
                    <a:pt x="531627" y="466290"/>
                  </a:moveTo>
                  <a:lnTo>
                    <a:pt x="502701" y="495172"/>
                  </a:lnTo>
                  <a:cubicBezTo>
                    <a:pt x="490062" y="507880"/>
                    <a:pt x="483030" y="524676"/>
                    <a:pt x="483030" y="542538"/>
                  </a:cubicBezTo>
                  <a:lnTo>
                    <a:pt x="483030" y="587594"/>
                  </a:lnTo>
                  <a:lnTo>
                    <a:pt x="531093" y="587594"/>
                  </a:lnTo>
                  <a:cubicBezTo>
                    <a:pt x="541863" y="587594"/>
                    <a:pt x="550674" y="580396"/>
                    <a:pt x="550674" y="571509"/>
                  </a:cubicBezTo>
                  <a:lnTo>
                    <a:pt x="550674" y="519611"/>
                  </a:lnTo>
                  <a:cubicBezTo>
                    <a:pt x="550674" y="501659"/>
                    <a:pt x="544177" y="481842"/>
                    <a:pt x="531627" y="466290"/>
                  </a:cubicBezTo>
                  <a:close/>
                  <a:moveTo>
                    <a:pt x="36937" y="466290"/>
                  </a:moveTo>
                  <a:cubicBezTo>
                    <a:pt x="24298" y="481842"/>
                    <a:pt x="17801" y="501659"/>
                    <a:pt x="17801" y="519611"/>
                  </a:cubicBezTo>
                  <a:lnTo>
                    <a:pt x="17801" y="571509"/>
                  </a:lnTo>
                  <a:cubicBezTo>
                    <a:pt x="17801" y="580396"/>
                    <a:pt x="26612" y="587594"/>
                    <a:pt x="37382" y="587594"/>
                  </a:cubicBezTo>
                  <a:lnTo>
                    <a:pt x="85445" y="587594"/>
                  </a:lnTo>
                  <a:lnTo>
                    <a:pt x="85445" y="542538"/>
                  </a:lnTo>
                  <a:cubicBezTo>
                    <a:pt x="85445" y="524676"/>
                    <a:pt x="78502" y="507880"/>
                    <a:pt x="65863" y="495172"/>
                  </a:cubicBezTo>
                  <a:close/>
                  <a:moveTo>
                    <a:pt x="409868" y="425766"/>
                  </a:moveTo>
                  <a:lnTo>
                    <a:pt x="355041" y="506636"/>
                  </a:lnTo>
                  <a:cubicBezTo>
                    <a:pt x="351926" y="511168"/>
                    <a:pt x="347031" y="514101"/>
                    <a:pt x="341601" y="514634"/>
                  </a:cubicBezTo>
                  <a:cubicBezTo>
                    <a:pt x="340978" y="514634"/>
                    <a:pt x="340355" y="514723"/>
                    <a:pt x="339821" y="514723"/>
                  </a:cubicBezTo>
                  <a:cubicBezTo>
                    <a:pt x="334926" y="514723"/>
                    <a:pt x="330297" y="512768"/>
                    <a:pt x="326826" y="509302"/>
                  </a:cubicBezTo>
                  <a:cubicBezTo>
                    <a:pt x="326559" y="509035"/>
                    <a:pt x="326381" y="508858"/>
                    <a:pt x="326203" y="508591"/>
                  </a:cubicBezTo>
                  <a:lnTo>
                    <a:pt x="317303" y="497571"/>
                  </a:lnTo>
                  <a:cubicBezTo>
                    <a:pt x="315968" y="499615"/>
                    <a:pt x="314454" y="501570"/>
                    <a:pt x="312674" y="503170"/>
                  </a:cubicBezTo>
                  <a:lnTo>
                    <a:pt x="326203" y="571065"/>
                  </a:lnTo>
                  <a:lnTo>
                    <a:pt x="329496" y="587594"/>
                  </a:lnTo>
                  <a:lnTo>
                    <a:pt x="465229" y="587594"/>
                  </a:lnTo>
                  <a:lnTo>
                    <a:pt x="465229" y="542538"/>
                  </a:lnTo>
                  <a:cubicBezTo>
                    <a:pt x="465229" y="519877"/>
                    <a:pt x="474041" y="498638"/>
                    <a:pt x="490062" y="482642"/>
                  </a:cubicBezTo>
                  <a:lnTo>
                    <a:pt x="518899" y="453848"/>
                  </a:lnTo>
                  <a:cubicBezTo>
                    <a:pt x="511957" y="448516"/>
                    <a:pt x="503858" y="444251"/>
                    <a:pt x="494690" y="441585"/>
                  </a:cubicBezTo>
                  <a:close/>
                  <a:moveTo>
                    <a:pt x="158607" y="425766"/>
                  </a:moveTo>
                  <a:lnTo>
                    <a:pt x="73785" y="441585"/>
                  </a:lnTo>
                  <a:cubicBezTo>
                    <a:pt x="64617" y="444251"/>
                    <a:pt x="56607" y="448516"/>
                    <a:pt x="49576" y="453848"/>
                  </a:cubicBezTo>
                  <a:lnTo>
                    <a:pt x="78413" y="482642"/>
                  </a:lnTo>
                  <a:cubicBezTo>
                    <a:pt x="94434" y="498638"/>
                    <a:pt x="103246" y="519877"/>
                    <a:pt x="103246" y="542538"/>
                  </a:cubicBezTo>
                  <a:lnTo>
                    <a:pt x="103246" y="587594"/>
                  </a:lnTo>
                  <a:lnTo>
                    <a:pt x="238978" y="587594"/>
                  </a:lnTo>
                  <a:lnTo>
                    <a:pt x="255889" y="503170"/>
                  </a:lnTo>
                  <a:cubicBezTo>
                    <a:pt x="254109" y="501570"/>
                    <a:pt x="252507" y="499615"/>
                    <a:pt x="251261" y="497571"/>
                  </a:cubicBezTo>
                  <a:lnTo>
                    <a:pt x="242360" y="508591"/>
                  </a:lnTo>
                  <a:cubicBezTo>
                    <a:pt x="242182" y="508858"/>
                    <a:pt x="241915" y="509124"/>
                    <a:pt x="241737" y="509302"/>
                  </a:cubicBezTo>
                  <a:cubicBezTo>
                    <a:pt x="238266" y="512768"/>
                    <a:pt x="233549" y="514723"/>
                    <a:pt x="228743" y="514723"/>
                  </a:cubicBezTo>
                  <a:cubicBezTo>
                    <a:pt x="228120" y="514723"/>
                    <a:pt x="227586" y="514634"/>
                    <a:pt x="226963" y="514634"/>
                  </a:cubicBezTo>
                  <a:cubicBezTo>
                    <a:pt x="221533" y="514101"/>
                    <a:pt x="216549" y="511168"/>
                    <a:pt x="213523" y="506636"/>
                  </a:cubicBezTo>
                  <a:close/>
                  <a:moveTo>
                    <a:pt x="367947" y="381421"/>
                  </a:moveTo>
                  <a:cubicBezTo>
                    <a:pt x="352994" y="394929"/>
                    <a:pt x="335905" y="405149"/>
                    <a:pt x="317392" y="410747"/>
                  </a:cubicBezTo>
                  <a:cubicBezTo>
                    <a:pt x="314632" y="424167"/>
                    <a:pt x="310182" y="438474"/>
                    <a:pt x="303062" y="451627"/>
                  </a:cubicBezTo>
                  <a:lnTo>
                    <a:pt x="339554" y="496860"/>
                  </a:lnTo>
                  <a:cubicBezTo>
                    <a:pt x="339643" y="496860"/>
                    <a:pt x="339732" y="496949"/>
                    <a:pt x="339910" y="496949"/>
                  </a:cubicBezTo>
                  <a:cubicBezTo>
                    <a:pt x="340177" y="496860"/>
                    <a:pt x="340266" y="496683"/>
                    <a:pt x="340266" y="496683"/>
                  </a:cubicBezTo>
                  <a:lnTo>
                    <a:pt x="394648" y="416613"/>
                  </a:lnTo>
                  <a:close/>
                  <a:moveTo>
                    <a:pt x="200617" y="381332"/>
                  </a:moveTo>
                  <a:lnTo>
                    <a:pt x="173916" y="416613"/>
                  </a:lnTo>
                  <a:lnTo>
                    <a:pt x="228209" y="496683"/>
                  </a:lnTo>
                  <a:cubicBezTo>
                    <a:pt x="228298" y="496683"/>
                    <a:pt x="228387" y="496860"/>
                    <a:pt x="228654" y="496949"/>
                  </a:cubicBezTo>
                  <a:cubicBezTo>
                    <a:pt x="228832" y="496949"/>
                    <a:pt x="228921" y="496860"/>
                    <a:pt x="229010" y="496860"/>
                  </a:cubicBezTo>
                  <a:lnTo>
                    <a:pt x="265413" y="451627"/>
                  </a:lnTo>
                  <a:cubicBezTo>
                    <a:pt x="258381" y="438385"/>
                    <a:pt x="253931" y="424078"/>
                    <a:pt x="251172" y="410747"/>
                  </a:cubicBezTo>
                  <a:cubicBezTo>
                    <a:pt x="232659" y="405060"/>
                    <a:pt x="215570" y="394840"/>
                    <a:pt x="200617" y="381332"/>
                  </a:cubicBezTo>
                  <a:close/>
                  <a:moveTo>
                    <a:pt x="264612" y="368358"/>
                  </a:moveTo>
                  <a:cubicBezTo>
                    <a:pt x="264790" y="384620"/>
                    <a:pt x="267193" y="421323"/>
                    <a:pt x="284282" y="448605"/>
                  </a:cubicBezTo>
                  <a:cubicBezTo>
                    <a:pt x="301371" y="421323"/>
                    <a:pt x="303774" y="384620"/>
                    <a:pt x="303952" y="368358"/>
                  </a:cubicBezTo>
                  <a:close/>
                  <a:moveTo>
                    <a:pt x="268138" y="309521"/>
                  </a:moveTo>
                  <a:cubicBezTo>
                    <a:pt x="273358" y="308799"/>
                    <a:pt x="278877" y="309021"/>
                    <a:pt x="284308" y="311377"/>
                  </a:cubicBezTo>
                  <a:cubicBezTo>
                    <a:pt x="295169" y="306665"/>
                    <a:pt x="306386" y="310488"/>
                    <a:pt x="314844" y="313333"/>
                  </a:cubicBezTo>
                  <a:cubicBezTo>
                    <a:pt x="317960" y="314400"/>
                    <a:pt x="323123" y="316178"/>
                    <a:pt x="324904" y="315911"/>
                  </a:cubicBezTo>
                  <a:cubicBezTo>
                    <a:pt x="328020" y="312177"/>
                    <a:pt x="333540" y="311644"/>
                    <a:pt x="337368" y="314666"/>
                  </a:cubicBezTo>
                  <a:cubicBezTo>
                    <a:pt x="341196" y="317778"/>
                    <a:pt x="341819" y="323379"/>
                    <a:pt x="338703" y="327113"/>
                  </a:cubicBezTo>
                  <a:cubicBezTo>
                    <a:pt x="334697" y="332092"/>
                    <a:pt x="329800" y="333692"/>
                    <a:pt x="324726" y="333692"/>
                  </a:cubicBezTo>
                  <a:cubicBezTo>
                    <a:pt x="319295" y="333692"/>
                    <a:pt x="313775" y="331825"/>
                    <a:pt x="309057" y="330225"/>
                  </a:cubicBezTo>
                  <a:cubicBezTo>
                    <a:pt x="299976" y="327113"/>
                    <a:pt x="294101" y="325513"/>
                    <a:pt x="289471" y="328802"/>
                  </a:cubicBezTo>
                  <a:cubicBezTo>
                    <a:pt x="289382" y="328802"/>
                    <a:pt x="289293" y="328891"/>
                    <a:pt x="289293" y="328891"/>
                  </a:cubicBezTo>
                  <a:cubicBezTo>
                    <a:pt x="289115" y="328980"/>
                    <a:pt x="288937" y="329069"/>
                    <a:pt x="288759" y="329158"/>
                  </a:cubicBezTo>
                  <a:cubicBezTo>
                    <a:pt x="288670" y="329247"/>
                    <a:pt x="288581" y="329336"/>
                    <a:pt x="288492" y="329336"/>
                  </a:cubicBezTo>
                  <a:cubicBezTo>
                    <a:pt x="288314" y="329425"/>
                    <a:pt x="288225" y="329514"/>
                    <a:pt x="288047" y="329602"/>
                  </a:cubicBezTo>
                  <a:cubicBezTo>
                    <a:pt x="287869" y="329691"/>
                    <a:pt x="287780" y="329691"/>
                    <a:pt x="287602" y="329780"/>
                  </a:cubicBezTo>
                  <a:cubicBezTo>
                    <a:pt x="287513" y="329780"/>
                    <a:pt x="287424" y="329869"/>
                    <a:pt x="287246" y="329869"/>
                  </a:cubicBezTo>
                  <a:cubicBezTo>
                    <a:pt x="287068" y="329958"/>
                    <a:pt x="286979" y="330047"/>
                    <a:pt x="286800" y="330047"/>
                  </a:cubicBezTo>
                  <a:cubicBezTo>
                    <a:pt x="286711" y="330136"/>
                    <a:pt x="286533" y="330136"/>
                    <a:pt x="286444" y="330136"/>
                  </a:cubicBezTo>
                  <a:cubicBezTo>
                    <a:pt x="286266" y="330225"/>
                    <a:pt x="286088" y="330225"/>
                    <a:pt x="285910" y="330225"/>
                  </a:cubicBezTo>
                  <a:cubicBezTo>
                    <a:pt x="285821" y="330314"/>
                    <a:pt x="285732" y="330314"/>
                    <a:pt x="285643" y="330314"/>
                  </a:cubicBezTo>
                  <a:cubicBezTo>
                    <a:pt x="285465" y="330314"/>
                    <a:pt x="285287" y="330403"/>
                    <a:pt x="285109" y="330403"/>
                  </a:cubicBezTo>
                  <a:cubicBezTo>
                    <a:pt x="285020" y="330403"/>
                    <a:pt x="284842" y="330403"/>
                    <a:pt x="284753" y="330403"/>
                  </a:cubicBezTo>
                  <a:cubicBezTo>
                    <a:pt x="284575" y="330403"/>
                    <a:pt x="284397" y="330403"/>
                    <a:pt x="284308" y="330403"/>
                  </a:cubicBezTo>
                  <a:cubicBezTo>
                    <a:pt x="284130" y="330403"/>
                    <a:pt x="284041" y="330403"/>
                    <a:pt x="283863" y="330403"/>
                  </a:cubicBezTo>
                  <a:cubicBezTo>
                    <a:pt x="283685" y="330403"/>
                    <a:pt x="283596" y="330403"/>
                    <a:pt x="283417" y="330403"/>
                  </a:cubicBezTo>
                  <a:cubicBezTo>
                    <a:pt x="283328" y="330403"/>
                    <a:pt x="283150" y="330314"/>
                    <a:pt x="282972" y="330314"/>
                  </a:cubicBezTo>
                  <a:cubicBezTo>
                    <a:pt x="282883" y="330314"/>
                    <a:pt x="282705" y="330314"/>
                    <a:pt x="282616" y="330225"/>
                  </a:cubicBezTo>
                  <a:cubicBezTo>
                    <a:pt x="282438" y="330225"/>
                    <a:pt x="282260" y="330225"/>
                    <a:pt x="282171" y="330136"/>
                  </a:cubicBezTo>
                  <a:cubicBezTo>
                    <a:pt x="281993" y="330136"/>
                    <a:pt x="281904" y="330136"/>
                    <a:pt x="281815" y="330047"/>
                  </a:cubicBezTo>
                  <a:cubicBezTo>
                    <a:pt x="281637" y="330047"/>
                    <a:pt x="281459" y="329958"/>
                    <a:pt x="281370" y="329958"/>
                  </a:cubicBezTo>
                  <a:cubicBezTo>
                    <a:pt x="281192" y="329869"/>
                    <a:pt x="281103" y="329780"/>
                    <a:pt x="280925" y="329780"/>
                  </a:cubicBezTo>
                  <a:cubicBezTo>
                    <a:pt x="280836" y="329691"/>
                    <a:pt x="280658" y="329691"/>
                    <a:pt x="280569" y="329602"/>
                  </a:cubicBezTo>
                  <a:cubicBezTo>
                    <a:pt x="280391" y="329514"/>
                    <a:pt x="280213" y="329425"/>
                    <a:pt x="280124" y="329336"/>
                  </a:cubicBezTo>
                  <a:cubicBezTo>
                    <a:pt x="280034" y="329336"/>
                    <a:pt x="279856" y="329247"/>
                    <a:pt x="279767" y="329158"/>
                  </a:cubicBezTo>
                  <a:cubicBezTo>
                    <a:pt x="279589" y="329069"/>
                    <a:pt x="279500" y="328980"/>
                    <a:pt x="279322" y="328891"/>
                  </a:cubicBezTo>
                  <a:cubicBezTo>
                    <a:pt x="279233" y="328891"/>
                    <a:pt x="279144" y="328802"/>
                    <a:pt x="279144" y="328802"/>
                  </a:cubicBezTo>
                  <a:cubicBezTo>
                    <a:pt x="274426" y="325424"/>
                    <a:pt x="268639" y="327113"/>
                    <a:pt x="259469" y="330225"/>
                  </a:cubicBezTo>
                  <a:cubicBezTo>
                    <a:pt x="254840" y="331825"/>
                    <a:pt x="249231" y="333692"/>
                    <a:pt x="243801" y="333692"/>
                  </a:cubicBezTo>
                  <a:cubicBezTo>
                    <a:pt x="238815" y="333692"/>
                    <a:pt x="233919" y="332092"/>
                    <a:pt x="229913" y="327113"/>
                  </a:cubicBezTo>
                  <a:cubicBezTo>
                    <a:pt x="226797" y="323379"/>
                    <a:pt x="227420" y="317778"/>
                    <a:pt x="231159" y="314666"/>
                  </a:cubicBezTo>
                  <a:cubicBezTo>
                    <a:pt x="234987" y="311555"/>
                    <a:pt x="240596" y="312088"/>
                    <a:pt x="243712" y="315911"/>
                  </a:cubicBezTo>
                  <a:cubicBezTo>
                    <a:pt x="245403" y="316178"/>
                    <a:pt x="250656" y="314400"/>
                    <a:pt x="253772" y="313333"/>
                  </a:cubicBezTo>
                  <a:cubicBezTo>
                    <a:pt x="258001" y="311910"/>
                    <a:pt x="262919" y="310243"/>
                    <a:pt x="268138" y="309521"/>
                  </a:cubicBezTo>
                  <a:close/>
                  <a:moveTo>
                    <a:pt x="474130" y="245098"/>
                  </a:moveTo>
                  <a:cubicBezTo>
                    <a:pt x="468612" y="245098"/>
                    <a:pt x="464072" y="249630"/>
                    <a:pt x="464072" y="255229"/>
                  </a:cubicBezTo>
                  <a:lnTo>
                    <a:pt x="464072" y="280112"/>
                  </a:lnTo>
                  <a:lnTo>
                    <a:pt x="484187" y="280112"/>
                  </a:lnTo>
                  <a:lnTo>
                    <a:pt x="484187" y="255229"/>
                  </a:lnTo>
                  <a:cubicBezTo>
                    <a:pt x="484187" y="249630"/>
                    <a:pt x="479737" y="245098"/>
                    <a:pt x="474130" y="245098"/>
                  </a:cubicBezTo>
                  <a:close/>
                  <a:moveTo>
                    <a:pt x="350700" y="236805"/>
                  </a:moveTo>
                  <a:cubicBezTo>
                    <a:pt x="355685" y="236805"/>
                    <a:pt x="359601" y="240808"/>
                    <a:pt x="359601" y="245700"/>
                  </a:cubicBezTo>
                  <a:cubicBezTo>
                    <a:pt x="359601" y="255841"/>
                    <a:pt x="351412" y="264114"/>
                    <a:pt x="341265" y="264114"/>
                  </a:cubicBezTo>
                  <a:cubicBezTo>
                    <a:pt x="336369" y="264114"/>
                    <a:pt x="332363" y="260111"/>
                    <a:pt x="332363" y="255219"/>
                  </a:cubicBezTo>
                  <a:cubicBezTo>
                    <a:pt x="332363" y="250237"/>
                    <a:pt x="336369" y="246323"/>
                    <a:pt x="341265" y="246323"/>
                  </a:cubicBezTo>
                  <a:cubicBezTo>
                    <a:pt x="341532" y="246323"/>
                    <a:pt x="341799" y="246056"/>
                    <a:pt x="341799" y="245700"/>
                  </a:cubicBezTo>
                  <a:cubicBezTo>
                    <a:pt x="341799" y="240808"/>
                    <a:pt x="345804" y="236805"/>
                    <a:pt x="350700" y="236805"/>
                  </a:cubicBezTo>
                  <a:close/>
                  <a:moveTo>
                    <a:pt x="236807" y="236805"/>
                  </a:moveTo>
                  <a:cubicBezTo>
                    <a:pt x="241792" y="236805"/>
                    <a:pt x="245709" y="240808"/>
                    <a:pt x="245709" y="245700"/>
                  </a:cubicBezTo>
                  <a:cubicBezTo>
                    <a:pt x="245709" y="255841"/>
                    <a:pt x="237520" y="264114"/>
                    <a:pt x="227372" y="264114"/>
                  </a:cubicBezTo>
                  <a:cubicBezTo>
                    <a:pt x="222476" y="264114"/>
                    <a:pt x="218471" y="260111"/>
                    <a:pt x="218471" y="255219"/>
                  </a:cubicBezTo>
                  <a:cubicBezTo>
                    <a:pt x="218471" y="250237"/>
                    <a:pt x="222476" y="246323"/>
                    <a:pt x="227372" y="246323"/>
                  </a:cubicBezTo>
                  <a:cubicBezTo>
                    <a:pt x="227639" y="246323"/>
                    <a:pt x="227906" y="246056"/>
                    <a:pt x="227906" y="245700"/>
                  </a:cubicBezTo>
                  <a:cubicBezTo>
                    <a:pt x="227906" y="240808"/>
                    <a:pt x="231912" y="236805"/>
                    <a:pt x="236807" y="236805"/>
                  </a:cubicBezTo>
                  <a:close/>
                  <a:moveTo>
                    <a:pt x="284282" y="235678"/>
                  </a:moveTo>
                  <a:cubicBezTo>
                    <a:pt x="278674" y="235678"/>
                    <a:pt x="274135" y="240121"/>
                    <a:pt x="274135" y="245720"/>
                  </a:cubicBezTo>
                  <a:cubicBezTo>
                    <a:pt x="274135" y="271492"/>
                    <a:pt x="253130" y="292553"/>
                    <a:pt x="227319" y="292553"/>
                  </a:cubicBezTo>
                  <a:cubicBezTo>
                    <a:pt x="201418" y="292553"/>
                    <a:pt x="180413" y="271492"/>
                    <a:pt x="180413" y="245720"/>
                  </a:cubicBezTo>
                  <a:cubicBezTo>
                    <a:pt x="180413" y="245542"/>
                    <a:pt x="180413" y="245364"/>
                    <a:pt x="180413" y="245098"/>
                  </a:cubicBezTo>
                  <a:lnTo>
                    <a:pt x="159942" y="245098"/>
                  </a:lnTo>
                  <a:lnTo>
                    <a:pt x="159942" y="245453"/>
                  </a:lnTo>
                  <a:cubicBezTo>
                    <a:pt x="159942" y="278690"/>
                    <a:pt x="170088" y="312193"/>
                    <a:pt x="188512" y="339920"/>
                  </a:cubicBezTo>
                  <a:cubicBezTo>
                    <a:pt x="204355" y="363825"/>
                    <a:pt x="225271" y="381599"/>
                    <a:pt x="248057" y="390752"/>
                  </a:cubicBezTo>
                  <a:cubicBezTo>
                    <a:pt x="246099" y="373068"/>
                    <a:pt x="246900" y="360093"/>
                    <a:pt x="246989" y="358938"/>
                  </a:cubicBezTo>
                  <a:cubicBezTo>
                    <a:pt x="247256" y="354228"/>
                    <a:pt x="251172" y="350584"/>
                    <a:pt x="255800" y="350584"/>
                  </a:cubicBezTo>
                  <a:lnTo>
                    <a:pt x="312674" y="350584"/>
                  </a:lnTo>
                  <a:cubicBezTo>
                    <a:pt x="317392" y="350584"/>
                    <a:pt x="321308" y="354228"/>
                    <a:pt x="321575" y="358938"/>
                  </a:cubicBezTo>
                  <a:cubicBezTo>
                    <a:pt x="321664" y="360093"/>
                    <a:pt x="322376" y="373156"/>
                    <a:pt x="320507" y="390841"/>
                  </a:cubicBezTo>
                  <a:cubicBezTo>
                    <a:pt x="343293" y="381688"/>
                    <a:pt x="364120" y="364003"/>
                    <a:pt x="379963" y="340098"/>
                  </a:cubicBezTo>
                  <a:cubicBezTo>
                    <a:pt x="398387" y="312371"/>
                    <a:pt x="408533" y="278779"/>
                    <a:pt x="408533" y="245453"/>
                  </a:cubicBezTo>
                  <a:lnTo>
                    <a:pt x="408533" y="245098"/>
                  </a:lnTo>
                  <a:lnTo>
                    <a:pt x="388062" y="245098"/>
                  </a:lnTo>
                  <a:cubicBezTo>
                    <a:pt x="388062" y="245364"/>
                    <a:pt x="388062" y="245542"/>
                    <a:pt x="388062" y="245720"/>
                  </a:cubicBezTo>
                  <a:cubicBezTo>
                    <a:pt x="388062" y="271492"/>
                    <a:pt x="367057" y="292553"/>
                    <a:pt x="341245" y="292553"/>
                  </a:cubicBezTo>
                  <a:cubicBezTo>
                    <a:pt x="315345" y="292553"/>
                    <a:pt x="294339" y="271492"/>
                    <a:pt x="294339" y="245720"/>
                  </a:cubicBezTo>
                  <a:cubicBezTo>
                    <a:pt x="294339" y="240121"/>
                    <a:pt x="289800" y="235678"/>
                    <a:pt x="284282" y="235678"/>
                  </a:cubicBezTo>
                  <a:close/>
                  <a:moveTo>
                    <a:pt x="341245" y="216660"/>
                  </a:moveTo>
                  <a:cubicBezTo>
                    <a:pt x="325224" y="216660"/>
                    <a:pt x="312140" y="229724"/>
                    <a:pt x="312140" y="245720"/>
                  </a:cubicBezTo>
                  <a:cubicBezTo>
                    <a:pt x="312140" y="261716"/>
                    <a:pt x="325224" y="274780"/>
                    <a:pt x="341245" y="274780"/>
                  </a:cubicBezTo>
                  <a:cubicBezTo>
                    <a:pt x="357266" y="274780"/>
                    <a:pt x="370261" y="261716"/>
                    <a:pt x="370261" y="245720"/>
                  </a:cubicBezTo>
                  <a:cubicBezTo>
                    <a:pt x="370261" y="229724"/>
                    <a:pt x="357266" y="216660"/>
                    <a:pt x="341245" y="216660"/>
                  </a:cubicBezTo>
                  <a:close/>
                  <a:moveTo>
                    <a:pt x="227319" y="216660"/>
                  </a:moveTo>
                  <a:cubicBezTo>
                    <a:pt x="211298" y="216660"/>
                    <a:pt x="198214" y="229724"/>
                    <a:pt x="198214" y="245720"/>
                  </a:cubicBezTo>
                  <a:cubicBezTo>
                    <a:pt x="198214" y="261716"/>
                    <a:pt x="211298" y="274780"/>
                    <a:pt x="227319" y="274780"/>
                  </a:cubicBezTo>
                  <a:cubicBezTo>
                    <a:pt x="243339" y="274780"/>
                    <a:pt x="256334" y="261716"/>
                    <a:pt x="256334" y="245720"/>
                  </a:cubicBezTo>
                  <a:cubicBezTo>
                    <a:pt x="256334" y="229724"/>
                    <a:pt x="243339" y="216660"/>
                    <a:pt x="227319" y="216660"/>
                  </a:cubicBezTo>
                  <a:close/>
                  <a:moveTo>
                    <a:pt x="284282" y="178802"/>
                  </a:moveTo>
                  <a:cubicBezTo>
                    <a:pt x="249570" y="178802"/>
                    <a:pt x="217083" y="182624"/>
                    <a:pt x="192696" y="189555"/>
                  </a:cubicBezTo>
                  <a:cubicBezTo>
                    <a:pt x="166083" y="197109"/>
                    <a:pt x="160209" y="205285"/>
                    <a:pt x="160209" y="207773"/>
                  </a:cubicBezTo>
                  <a:cubicBezTo>
                    <a:pt x="160209" y="208573"/>
                    <a:pt x="160120" y="209373"/>
                    <a:pt x="159942" y="210084"/>
                  </a:cubicBezTo>
                  <a:lnTo>
                    <a:pt x="159942" y="227324"/>
                  </a:lnTo>
                  <a:lnTo>
                    <a:pt x="184151" y="227324"/>
                  </a:lnTo>
                  <a:cubicBezTo>
                    <a:pt x="191361" y="210617"/>
                    <a:pt x="208004" y="198887"/>
                    <a:pt x="227319" y="198887"/>
                  </a:cubicBezTo>
                  <a:cubicBezTo>
                    <a:pt x="244853" y="198887"/>
                    <a:pt x="260250" y="208662"/>
                    <a:pt x="268261" y="222970"/>
                  </a:cubicBezTo>
                  <a:cubicBezTo>
                    <a:pt x="272800" y="219771"/>
                    <a:pt x="278318" y="217904"/>
                    <a:pt x="284282" y="217904"/>
                  </a:cubicBezTo>
                  <a:cubicBezTo>
                    <a:pt x="290245" y="217904"/>
                    <a:pt x="295763" y="219771"/>
                    <a:pt x="300303" y="222970"/>
                  </a:cubicBezTo>
                  <a:cubicBezTo>
                    <a:pt x="308313" y="208662"/>
                    <a:pt x="323622" y="198887"/>
                    <a:pt x="341245" y="198887"/>
                  </a:cubicBezTo>
                  <a:cubicBezTo>
                    <a:pt x="360560" y="198887"/>
                    <a:pt x="377203" y="210617"/>
                    <a:pt x="384324" y="227324"/>
                  </a:cubicBezTo>
                  <a:lnTo>
                    <a:pt x="408533" y="227324"/>
                  </a:lnTo>
                  <a:lnTo>
                    <a:pt x="408533" y="209728"/>
                  </a:lnTo>
                  <a:cubicBezTo>
                    <a:pt x="408355" y="209106"/>
                    <a:pt x="408266" y="208484"/>
                    <a:pt x="408266" y="207773"/>
                  </a:cubicBezTo>
                  <a:cubicBezTo>
                    <a:pt x="408266" y="205285"/>
                    <a:pt x="402481" y="197109"/>
                    <a:pt x="375779" y="189555"/>
                  </a:cubicBezTo>
                  <a:cubicBezTo>
                    <a:pt x="351481" y="182624"/>
                    <a:pt x="318994" y="178802"/>
                    <a:pt x="284282" y="178802"/>
                  </a:cubicBezTo>
                  <a:close/>
                  <a:moveTo>
                    <a:pt x="284282" y="140856"/>
                  </a:moveTo>
                  <a:cubicBezTo>
                    <a:pt x="249570" y="140856"/>
                    <a:pt x="217083" y="144677"/>
                    <a:pt x="192696" y="151609"/>
                  </a:cubicBezTo>
                  <a:cubicBezTo>
                    <a:pt x="166083" y="159252"/>
                    <a:pt x="160209" y="167338"/>
                    <a:pt x="160209" y="169916"/>
                  </a:cubicBezTo>
                  <a:cubicBezTo>
                    <a:pt x="160209" y="170627"/>
                    <a:pt x="160120" y="171426"/>
                    <a:pt x="159942" y="172137"/>
                  </a:cubicBezTo>
                  <a:lnTo>
                    <a:pt x="159942" y="183690"/>
                  </a:lnTo>
                  <a:cubicBezTo>
                    <a:pt x="167062" y="179424"/>
                    <a:pt x="176408" y="175692"/>
                    <a:pt x="187800" y="172404"/>
                  </a:cubicBezTo>
                  <a:cubicBezTo>
                    <a:pt x="213701" y="165028"/>
                    <a:pt x="247968" y="161029"/>
                    <a:pt x="284282" y="161029"/>
                  </a:cubicBezTo>
                  <a:cubicBezTo>
                    <a:pt x="320596" y="161029"/>
                    <a:pt x="354774" y="165028"/>
                    <a:pt x="380675" y="172404"/>
                  </a:cubicBezTo>
                  <a:cubicBezTo>
                    <a:pt x="392067" y="175692"/>
                    <a:pt x="401413" y="179424"/>
                    <a:pt x="408533" y="183601"/>
                  </a:cubicBezTo>
                  <a:lnTo>
                    <a:pt x="408533" y="171871"/>
                  </a:lnTo>
                  <a:cubicBezTo>
                    <a:pt x="408355" y="171249"/>
                    <a:pt x="408266" y="170538"/>
                    <a:pt x="408266" y="169916"/>
                  </a:cubicBezTo>
                  <a:cubicBezTo>
                    <a:pt x="408266" y="167338"/>
                    <a:pt x="402481" y="159252"/>
                    <a:pt x="375779" y="151609"/>
                  </a:cubicBezTo>
                  <a:cubicBezTo>
                    <a:pt x="351481" y="144677"/>
                    <a:pt x="318994" y="140856"/>
                    <a:pt x="284282" y="140856"/>
                  </a:cubicBezTo>
                  <a:close/>
                  <a:moveTo>
                    <a:pt x="284282" y="74472"/>
                  </a:moveTo>
                  <a:cubicBezTo>
                    <a:pt x="249570" y="74472"/>
                    <a:pt x="217083" y="78293"/>
                    <a:pt x="192696" y="85225"/>
                  </a:cubicBezTo>
                  <a:cubicBezTo>
                    <a:pt x="166083" y="92867"/>
                    <a:pt x="160209" y="101043"/>
                    <a:pt x="160209" y="103531"/>
                  </a:cubicBezTo>
                  <a:cubicBezTo>
                    <a:pt x="160209" y="104331"/>
                    <a:pt x="160120" y="105042"/>
                    <a:pt x="159942" y="105753"/>
                  </a:cubicBezTo>
                  <a:lnTo>
                    <a:pt x="159942" y="138279"/>
                  </a:lnTo>
                  <a:cubicBezTo>
                    <a:pt x="160387" y="139789"/>
                    <a:pt x="160387" y="141478"/>
                    <a:pt x="159942" y="143078"/>
                  </a:cubicBezTo>
                  <a:lnTo>
                    <a:pt x="159942" y="145744"/>
                  </a:lnTo>
                  <a:cubicBezTo>
                    <a:pt x="167062" y="141567"/>
                    <a:pt x="176408" y="137834"/>
                    <a:pt x="187800" y="134546"/>
                  </a:cubicBezTo>
                  <a:cubicBezTo>
                    <a:pt x="213701" y="127170"/>
                    <a:pt x="247968" y="123082"/>
                    <a:pt x="284282" y="123082"/>
                  </a:cubicBezTo>
                  <a:cubicBezTo>
                    <a:pt x="320596" y="123082"/>
                    <a:pt x="354774" y="127170"/>
                    <a:pt x="380675" y="134546"/>
                  </a:cubicBezTo>
                  <a:cubicBezTo>
                    <a:pt x="392067" y="137745"/>
                    <a:pt x="401413" y="141478"/>
                    <a:pt x="408533" y="145655"/>
                  </a:cubicBezTo>
                  <a:lnTo>
                    <a:pt x="408533" y="139345"/>
                  </a:lnTo>
                  <a:cubicBezTo>
                    <a:pt x="408177" y="138012"/>
                    <a:pt x="408177" y="136679"/>
                    <a:pt x="408533" y="135435"/>
                  </a:cubicBezTo>
                  <a:lnTo>
                    <a:pt x="408533" y="105486"/>
                  </a:lnTo>
                  <a:cubicBezTo>
                    <a:pt x="408355" y="104864"/>
                    <a:pt x="408266" y="104242"/>
                    <a:pt x="408266" y="103531"/>
                  </a:cubicBezTo>
                  <a:cubicBezTo>
                    <a:pt x="408266" y="101043"/>
                    <a:pt x="402481" y="92867"/>
                    <a:pt x="375779" y="85225"/>
                  </a:cubicBezTo>
                  <a:cubicBezTo>
                    <a:pt x="351481" y="78293"/>
                    <a:pt x="318994" y="74472"/>
                    <a:pt x="284282" y="74472"/>
                  </a:cubicBezTo>
                  <a:close/>
                  <a:moveTo>
                    <a:pt x="279431" y="17729"/>
                  </a:moveTo>
                  <a:cubicBezTo>
                    <a:pt x="270464" y="17729"/>
                    <a:pt x="261496" y="19196"/>
                    <a:pt x="252952" y="22128"/>
                  </a:cubicBezTo>
                  <a:lnTo>
                    <a:pt x="59811" y="88246"/>
                  </a:lnTo>
                  <a:cubicBezTo>
                    <a:pt x="56073" y="89579"/>
                    <a:pt x="55628" y="92778"/>
                    <a:pt x="55628" y="94111"/>
                  </a:cubicBezTo>
                  <a:cubicBezTo>
                    <a:pt x="55628" y="95444"/>
                    <a:pt x="56073" y="98644"/>
                    <a:pt x="59811" y="99977"/>
                  </a:cubicBezTo>
                  <a:lnTo>
                    <a:pt x="142141" y="128148"/>
                  </a:lnTo>
                  <a:lnTo>
                    <a:pt x="142141" y="103531"/>
                  </a:lnTo>
                  <a:cubicBezTo>
                    <a:pt x="142141" y="102465"/>
                    <a:pt x="142319" y="101487"/>
                    <a:pt x="142675" y="100599"/>
                  </a:cubicBezTo>
                  <a:cubicBezTo>
                    <a:pt x="144544" y="87091"/>
                    <a:pt x="159764" y="76160"/>
                    <a:pt x="187800" y="68162"/>
                  </a:cubicBezTo>
                  <a:cubicBezTo>
                    <a:pt x="213701" y="60786"/>
                    <a:pt x="247968" y="56698"/>
                    <a:pt x="284282" y="56698"/>
                  </a:cubicBezTo>
                  <a:cubicBezTo>
                    <a:pt x="320596" y="56698"/>
                    <a:pt x="354863" y="60786"/>
                    <a:pt x="380675" y="68162"/>
                  </a:cubicBezTo>
                  <a:cubicBezTo>
                    <a:pt x="409067" y="76249"/>
                    <a:pt x="424198" y="87269"/>
                    <a:pt x="425889" y="100954"/>
                  </a:cubicBezTo>
                  <a:cubicBezTo>
                    <a:pt x="426156" y="101754"/>
                    <a:pt x="426334" y="102643"/>
                    <a:pt x="426334" y="103531"/>
                  </a:cubicBezTo>
                  <a:lnTo>
                    <a:pt x="426334" y="124860"/>
                  </a:lnTo>
                  <a:lnTo>
                    <a:pt x="499051" y="99977"/>
                  </a:lnTo>
                  <a:cubicBezTo>
                    <a:pt x="502790" y="98644"/>
                    <a:pt x="503235" y="95444"/>
                    <a:pt x="503235" y="94111"/>
                  </a:cubicBezTo>
                  <a:cubicBezTo>
                    <a:pt x="503235" y="92778"/>
                    <a:pt x="502790" y="89579"/>
                    <a:pt x="499051" y="88246"/>
                  </a:cubicBezTo>
                  <a:lnTo>
                    <a:pt x="305910" y="22128"/>
                  </a:lnTo>
                  <a:cubicBezTo>
                    <a:pt x="297365" y="19196"/>
                    <a:pt x="288398" y="17729"/>
                    <a:pt x="279431" y="17729"/>
                  </a:cubicBezTo>
                  <a:close/>
                  <a:moveTo>
                    <a:pt x="279431" y="0"/>
                  </a:moveTo>
                  <a:cubicBezTo>
                    <a:pt x="290356" y="0"/>
                    <a:pt x="301282" y="1778"/>
                    <a:pt x="311695" y="5332"/>
                  </a:cubicBezTo>
                  <a:lnTo>
                    <a:pt x="504837" y="71450"/>
                  </a:lnTo>
                  <a:cubicBezTo>
                    <a:pt x="514627" y="74827"/>
                    <a:pt x="521036" y="83714"/>
                    <a:pt x="521036" y="94111"/>
                  </a:cubicBezTo>
                  <a:cubicBezTo>
                    <a:pt x="521036" y="104509"/>
                    <a:pt x="514627" y="113396"/>
                    <a:pt x="504837" y="116773"/>
                  </a:cubicBezTo>
                  <a:lnTo>
                    <a:pt x="483030" y="124238"/>
                  </a:lnTo>
                  <a:lnTo>
                    <a:pt x="483030" y="228835"/>
                  </a:lnTo>
                  <a:cubicBezTo>
                    <a:pt x="494067" y="232567"/>
                    <a:pt x="501988" y="242965"/>
                    <a:pt x="501988" y="255229"/>
                  </a:cubicBezTo>
                  <a:lnTo>
                    <a:pt x="501988" y="288999"/>
                  </a:lnTo>
                  <a:cubicBezTo>
                    <a:pt x="501988" y="293886"/>
                    <a:pt x="498072" y="297885"/>
                    <a:pt x="493088" y="297885"/>
                  </a:cubicBezTo>
                  <a:lnTo>
                    <a:pt x="455172" y="297885"/>
                  </a:lnTo>
                  <a:cubicBezTo>
                    <a:pt x="450277" y="297885"/>
                    <a:pt x="446271" y="293886"/>
                    <a:pt x="446271" y="288999"/>
                  </a:cubicBezTo>
                  <a:lnTo>
                    <a:pt x="446271" y="255229"/>
                  </a:lnTo>
                  <a:cubicBezTo>
                    <a:pt x="446271" y="242965"/>
                    <a:pt x="454193" y="232567"/>
                    <a:pt x="465229" y="228835"/>
                  </a:cubicBezTo>
                  <a:lnTo>
                    <a:pt x="465229" y="130281"/>
                  </a:lnTo>
                  <a:lnTo>
                    <a:pt x="426334" y="143611"/>
                  </a:lnTo>
                  <a:lnTo>
                    <a:pt x="426334" y="245453"/>
                  </a:lnTo>
                  <a:cubicBezTo>
                    <a:pt x="426334" y="292109"/>
                    <a:pt x="408622" y="336721"/>
                    <a:pt x="380586" y="368535"/>
                  </a:cubicBezTo>
                  <a:lnTo>
                    <a:pt x="410224" y="407815"/>
                  </a:lnTo>
                  <a:lnTo>
                    <a:pt x="498339" y="424255"/>
                  </a:lnTo>
                  <a:cubicBezTo>
                    <a:pt x="498606" y="424255"/>
                    <a:pt x="498873" y="424344"/>
                    <a:pt x="499140" y="424433"/>
                  </a:cubicBezTo>
                  <a:cubicBezTo>
                    <a:pt x="519968" y="430210"/>
                    <a:pt x="537679" y="443184"/>
                    <a:pt x="550407" y="461758"/>
                  </a:cubicBezTo>
                  <a:cubicBezTo>
                    <a:pt x="562067" y="478731"/>
                    <a:pt x="568475" y="499349"/>
                    <a:pt x="568475" y="519611"/>
                  </a:cubicBezTo>
                  <a:lnTo>
                    <a:pt x="568475" y="571509"/>
                  </a:lnTo>
                  <a:cubicBezTo>
                    <a:pt x="568475" y="590172"/>
                    <a:pt x="551742" y="605368"/>
                    <a:pt x="531093" y="605368"/>
                  </a:cubicBezTo>
                  <a:lnTo>
                    <a:pt x="322287" y="605368"/>
                  </a:lnTo>
                  <a:cubicBezTo>
                    <a:pt x="322287" y="605368"/>
                    <a:pt x="322198" y="605368"/>
                    <a:pt x="322198" y="605368"/>
                  </a:cubicBezTo>
                  <a:lnTo>
                    <a:pt x="246366" y="605368"/>
                  </a:lnTo>
                  <a:cubicBezTo>
                    <a:pt x="246277" y="605368"/>
                    <a:pt x="246277" y="605368"/>
                    <a:pt x="246277" y="605368"/>
                  </a:cubicBezTo>
                  <a:lnTo>
                    <a:pt x="37382" y="605368"/>
                  </a:lnTo>
                  <a:cubicBezTo>
                    <a:pt x="16822" y="605368"/>
                    <a:pt x="0" y="590172"/>
                    <a:pt x="0" y="571509"/>
                  </a:cubicBezTo>
                  <a:lnTo>
                    <a:pt x="0" y="519611"/>
                  </a:lnTo>
                  <a:cubicBezTo>
                    <a:pt x="0" y="499349"/>
                    <a:pt x="6497" y="478731"/>
                    <a:pt x="18068" y="461758"/>
                  </a:cubicBezTo>
                  <a:cubicBezTo>
                    <a:pt x="30795" y="443184"/>
                    <a:pt x="48507" y="430210"/>
                    <a:pt x="69424" y="424433"/>
                  </a:cubicBezTo>
                  <a:cubicBezTo>
                    <a:pt x="69602" y="424344"/>
                    <a:pt x="69869" y="424255"/>
                    <a:pt x="70136" y="424255"/>
                  </a:cubicBezTo>
                  <a:lnTo>
                    <a:pt x="158340" y="407815"/>
                  </a:lnTo>
                  <a:lnTo>
                    <a:pt x="187978" y="368535"/>
                  </a:lnTo>
                  <a:cubicBezTo>
                    <a:pt x="159853" y="336632"/>
                    <a:pt x="142141" y="291931"/>
                    <a:pt x="142141" y="245453"/>
                  </a:cubicBezTo>
                  <a:lnTo>
                    <a:pt x="142141" y="146899"/>
                  </a:lnTo>
                  <a:lnTo>
                    <a:pt x="54026" y="116773"/>
                  </a:lnTo>
                  <a:cubicBezTo>
                    <a:pt x="44235" y="113396"/>
                    <a:pt x="37827" y="104509"/>
                    <a:pt x="37827" y="94111"/>
                  </a:cubicBezTo>
                  <a:cubicBezTo>
                    <a:pt x="37827" y="83714"/>
                    <a:pt x="44235" y="74827"/>
                    <a:pt x="54026" y="71450"/>
                  </a:cubicBezTo>
                  <a:lnTo>
                    <a:pt x="247167" y="5332"/>
                  </a:lnTo>
                  <a:cubicBezTo>
                    <a:pt x="257580" y="1778"/>
                    <a:pt x="268506" y="0"/>
                    <a:pt x="279431" y="0"/>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zh-CN" altLang="en-US">
                <a:solidFill>
                  <a:srgbClr val="000000"/>
                </a:solidFill>
                <a:latin typeface="Arial" panose="020F0502020204030204"/>
                <a:ea typeface="微软雅黑"/>
                <a:cs typeface="+mn-ea"/>
                <a:sym typeface="+mn-lt"/>
              </a:endParaRPr>
            </a:p>
          </p:txBody>
        </p:sp>
        <p:sp>
          <p:nvSpPr>
            <p:cNvPr id="7" name="文本框 6">
              <a:extLst>
                <a:ext uri="{FF2B5EF4-FFF2-40B4-BE49-F238E27FC236}">
                  <a16:creationId xmlns:a16="http://schemas.microsoft.com/office/drawing/2014/main" id="{5E51766C-363E-4B8D-8498-670845F158AD}"/>
                </a:ext>
              </a:extLst>
            </p:cNvPr>
            <p:cNvSpPr txBox="1"/>
            <p:nvPr/>
          </p:nvSpPr>
          <p:spPr>
            <a:xfrm>
              <a:off x="4775859" y="4837317"/>
              <a:ext cx="2606157" cy="369332"/>
            </a:xfrm>
            <a:prstGeom prst="rect">
              <a:avLst/>
            </a:prstGeom>
            <a:noFill/>
          </p:spPr>
          <p:txBody>
            <a:bodyPr wrap="square" rtlCol="0">
              <a:spAutoFit/>
            </a:bodyPr>
            <a:lstStyle/>
            <a:p>
              <a:pPr>
                <a:defRPr/>
              </a:pPr>
              <a:r>
                <a:rPr lang="zh-CN" altLang="en-US" kern="0" dirty="0">
                  <a:solidFill>
                    <a:srgbClr val="FFFFFF"/>
                  </a:solidFill>
                  <a:latin typeface="Arial" panose="020F0502020204030204"/>
                  <a:ea typeface="微软雅黑"/>
                  <a:cs typeface="+mn-ea"/>
                  <a:sym typeface="+mn-lt"/>
                </a:rPr>
                <a:t>汇报人：星空情报站</a:t>
              </a:r>
            </a:p>
          </p:txBody>
        </p:sp>
      </p:grpSp>
      <p:grpSp>
        <p:nvGrpSpPr>
          <p:cNvPr id="8" name="组合 7">
            <a:extLst>
              <a:ext uri="{FF2B5EF4-FFF2-40B4-BE49-F238E27FC236}">
                <a16:creationId xmlns:a16="http://schemas.microsoft.com/office/drawing/2014/main" id="{5FBF28EE-A9F5-418D-B818-D35E6C0456DA}"/>
              </a:ext>
            </a:extLst>
          </p:cNvPr>
          <p:cNvGrpSpPr/>
          <p:nvPr/>
        </p:nvGrpSpPr>
        <p:grpSpPr>
          <a:xfrm>
            <a:off x="4982977" y="4715423"/>
            <a:ext cx="2578802" cy="369332"/>
            <a:chOff x="4428391" y="5447008"/>
            <a:chExt cx="2578802" cy="369332"/>
          </a:xfrm>
        </p:grpSpPr>
        <p:sp>
          <p:nvSpPr>
            <p:cNvPr id="9" name="iconfont-1187-868307">
              <a:extLst>
                <a:ext uri="{FF2B5EF4-FFF2-40B4-BE49-F238E27FC236}">
                  <a16:creationId xmlns:a16="http://schemas.microsoft.com/office/drawing/2014/main" id="{CAF359E9-388B-4174-A0D5-82DF18AB0124}"/>
                </a:ext>
              </a:extLst>
            </p:cNvPr>
            <p:cNvSpPr>
              <a:spLocks noChangeAspect="1"/>
            </p:cNvSpPr>
            <p:nvPr/>
          </p:nvSpPr>
          <p:spPr bwMode="auto">
            <a:xfrm>
              <a:off x="4428391" y="5495825"/>
              <a:ext cx="299157" cy="271699"/>
            </a:xfrm>
            <a:custGeom>
              <a:avLst/>
              <a:gdLst>
                <a:gd name="T0" fmla="*/ 81 w 4753"/>
                <a:gd name="T1" fmla="*/ 4315 h 4323"/>
                <a:gd name="T2" fmla="*/ 316 w 4753"/>
                <a:gd name="T3" fmla="*/ 3451 h 4323"/>
                <a:gd name="T4" fmla="*/ 1173 w 4753"/>
                <a:gd name="T5" fmla="*/ 2706 h 4323"/>
                <a:gd name="T6" fmla="*/ 1626 w 4753"/>
                <a:gd name="T7" fmla="*/ 2706 h 4323"/>
                <a:gd name="T8" fmla="*/ 2508 w 4753"/>
                <a:gd name="T9" fmla="*/ 3544 h 4323"/>
                <a:gd name="T10" fmla="*/ 3450 w 4753"/>
                <a:gd name="T11" fmla="*/ 2819 h 4323"/>
                <a:gd name="T12" fmla="*/ 2540 w 4753"/>
                <a:gd name="T13" fmla="*/ 3806 h 4323"/>
                <a:gd name="T14" fmla="*/ 2369 w 4753"/>
                <a:gd name="T15" fmla="*/ 3767 h 4323"/>
                <a:gd name="T16" fmla="*/ 1698 w 4753"/>
                <a:gd name="T17" fmla="*/ 2928 h 4323"/>
                <a:gd name="T18" fmla="*/ 1719 w 4753"/>
                <a:gd name="T19" fmla="*/ 3982 h 4323"/>
                <a:gd name="T20" fmla="*/ 1493 w 4753"/>
                <a:gd name="T21" fmla="*/ 4227 h 4323"/>
                <a:gd name="T22" fmla="*/ 1360 w 4753"/>
                <a:gd name="T23" fmla="*/ 4251 h 4323"/>
                <a:gd name="T24" fmla="*/ 1106 w 4753"/>
                <a:gd name="T25" fmla="*/ 4077 h 4323"/>
                <a:gd name="T26" fmla="*/ 1151 w 4753"/>
                <a:gd name="T27" fmla="*/ 3227 h 4323"/>
                <a:gd name="T28" fmla="*/ 514 w 4753"/>
                <a:gd name="T29" fmla="*/ 3531 h 4323"/>
                <a:gd name="T30" fmla="*/ 121 w 4753"/>
                <a:gd name="T31" fmla="*/ 4323 h 4323"/>
                <a:gd name="T32" fmla="*/ 1393 w 4753"/>
                <a:gd name="T33" fmla="*/ 4034 h 4323"/>
                <a:gd name="T34" fmla="*/ 1432 w 4753"/>
                <a:gd name="T35" fmla="*/ 3329 h 4323"/>
                <a:gd name="T36" fmla="*/ 1286 w 4753"/>
                <a:gd name="T37" fmla="*/ 3947 h 4323"/>
                <a:gd name="T38" fmla="*/ 1441 w 4753"/>
                <a:gd name="T39" fmla="*/ 3115 h 4323"/>
                <a:gd name="T40" fmla="*/ 1305 w 4753"/>
                <a:gd name="T41" fmla="*/ 2919 h 4323"/>
                <a:gd name="T42" fmla="*/ 4647 w 4753"/>
                <a:gd name="T43" fmla="*/ 3982 h 4323"/>
                <a:gd name="T44" fmla="*/ 2918 w 4753"/>
                <a:gd name="T45" fmla="*/ 3876 h 4323"/>
                <a:gd name="T46" fmla="*/ 4540 w 4753"/>
                <a:gd name="T47" fmla="*/ 3769 h 4323"/>
                <a:gd name="T48" fmla="*/ 312 w 4753"/>
                <a:gd name="T49" fmla="*/ 698 h 4323"/>
                <a:gd name="T50" fmla="*/ 205 w 4753"/>
                <a:gd name="T51" fmla="*/ 3049 h 4323"/>
                <a:gd name="T52" fmla="*/ 99 w 4753"/>
                <a:gd name="T53" fmla="*/ 591 h 4323"/>
                <a:gd name="T54" fmla="*/ 4647 w 4753"/>
                <a:gd name="T55" fmla="*/ 485 h 4323"/>
                <a:gd name="T56" fmla="*/ 4753 w 4753"/>
                <a:gd name="T57" fmla="*/ 3876 h 4323"/>
                <a:gd name="T58" fmla="*/ 1921 w 4753"/>
                <a:gd name="T59" fmla="*/ 3477 h 4323"/>
                <a:gd name="T60" fmla="*/ 1815 w 4753"/>
                <a:gd name="T61" fmla="*/ 3356 h 4323"/>
                <a:gd name="T62" fmla="*/ 2028 w 4753"/>
                <a:gd name="T63" fmla="*/ 3356 h 4323"/>
                <a:gd name="T64" fmla="*/ 1921 w 4753"/>
                <a:gd name="T65" fmla="*/ 3477 h 4323"/>
                <a:gd name="T66" fmla="*/ 806 w 4753"/>
                <a:gd name="T67" fmla="*/ 1923 h 4323"/>
                <a:gd name="T68" fmla="*/ 1507 w 4753"/>
                <a:gd name="T69" fmla="*/ 1347 h 4323"/>
                <a:gd name="T70" fmla="*/ 1980 w 4753"/>
                <a:gd name="T71" fmla="*/ 1923 h 4323"/>
                <a:gd name="T72" fmla="*/ 1203 w 4753"/>
                <a:gd name="T73" fmla="*/ 1602 h 4323"/>
                <a:gd name="T74" fmla="*/ 1393 w 4753"/>
                <a:gd name="T75" fmla="*/ 2297 h 4323"/>
                <a:gd name="T76" fmla="*/ 1535 w 4753"/>
                <a:gd name="T77" fmla="*/ 1578 h 4323"/>
                <a:gd name="T78" fmla="*/ 1208 w 4753"/>
                <a:gd name="T79" fmla="*/ 1695 h 4323"/>
                <a:gd name="T80" fmla="*/ 4068 w 4753"/>
                <a:gd name="T81" fmla="*/ 1797 h 4323"/>
                <a:gd name="T82" fmla="*/ 3414 w 4753"/>
                <a:gd name="T83" fmla="*/ 1691 h 4323"/>
                <a:gd name="T84" fmla="*/ 4068 w 4753"/>
                <a:gd name="T85" fmla="*/ 1584 h 4323"/>
                <a:gd name="T86" fmla="*/ 4068 w 4753"/>
                <a:gd name="T87" fmla="*/ 1797 h 4323"/>
                <a:gd name="T88" fmla="*/ 2822 w 4753"/>
                <a:gd name="T89" fmla="*/ 1797 h 4323"/>
                <a:gd name="T90" fmla="*/ 2822 w 4753"/>
                <a:gd name="T91" fmla="*/ 1584 h 4323"/>
                <a:gd name="T92" fmla="*/ 3132 w 4753"/>
                <a:gd name="T93" fmla="*/ 1691 h 4323"/>
                <a:gd name="T94" fmla="*/ 4068 w 4753"/>
                <a:gd name="T95" fmla="*/ 1352 h 4323"/>
                <a:gd name="T96" fmla="*/ 2867 w 4753"/>
                <a:gd name="T97" fmla="*/ 1246 h 4323"/>
                <a:gd name="T98" fmla="*/ 4068 w 4753"/>
                <a:gd name="T99" fmla="*/ 1139 h 4323"/>
                <a:gd name="T100" fmla="*/ 4068 w 4753"/>
                <a:gd name="T101" fmla="*/ 1352 h 4323"/>
                <a:gd name="T102" fmla="*/ 1878 w 4753"/>
                <a:gd name="T103" fmla="*/ 214 h 4323"/>
                <a:gd name="T104" fmla="*/ 1878 w 4753"/>
                <a:gd name="T105" fmla="*/ 0 h 4323"/>
                <a:gd name="T106" fmla="*/ 3080 w 4753"/>
                <a:gd name="T107" fmla="*/ 107 h 43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753" h="4323">
                  <a:moveTo>
                    <a:pt x="121" y="4323"/>
                  </a:moveTo>
                  <a:cubicBezTo>
                    <a:pt x="107" y="4323"/>
                    <a:pt x="94" y="4320"/>
                    <a:pt x="81" y="4315"/>
                  </a:cubicBezTo>
                  <a:cubicBezTo>
                    <a:pt x="26" y="4293"/>
                    <a:pt x="0" y="4231"/>
                    <a:pt x="22" y="4176"/>
                  </a:cubicBezTo>
                  <a:lnTo>
                    <a:pt x="316" y="3451"/>
                  </a:lnTo>
                  <a:cubicBezTo>
                    <a:pt x="443" y="3139"/>
                    <a:pt x="667" y="2726"/>
                    <a:pt x="1161" y="2706"/>
                  </a:cubicBezTo>
                  <a:cubicBezTo>
                    <a:pt x="1165" y="2706"/>
                    <a:pt x="1169" y="2706"/>
                    <a:pt x="1173" y="2706"/>
                  </a:cubicBezTo>
                  <a:lnTo>
                    <a:pt x="1613" y="2706"/>
                  </a:lnTo>
                  <a:cubicBezTo>
                    <a:pt x="1618" y="2706"/>
                    <a:pt x="1622" y="2706"/>
                    <a:pt x="1626" y="2706"/>
                  </a:cubicBezTo>
                  <a:cubicBezTo>
                    <a:pt x="2119" y="2726"/>
                    <a:pt x="2344" y="3139"/>
                    <a:pt x="2470" y="3451"/>
                  </a:cubicBezTo>
                  <a:lnTo>
                    <a:pt x="2508" y="3544"/>
                  </a:lnTo>
                  <a:lnTo>
                    <a:pt x="3299" y="2813"/>
                  </a:lnTo>
                  <a:cubicBezTo>
                    <a:pt x="3342" y="2773"/>
                    <a:pt x="3410" y="2776"/>
                    <a:pt x="3450" y="2819"/>
                  </a:cubicBezTo>
                  <a:cubicBezTo>
                    <a:pt x="3490" y="2863"/>
                    <a:pt x="3487" y="2930"/>
                    <a:pt x="3444" y="2970"/>
                  </a:cubicBezTo>
                  <a:lnTo>
                    <a:pt x="2540" y="3806"/>
                  </a:lnTo>
                  <a:cubicBezTo>
                    <a:pt x="2514" y="3829"/>
                    <a:pt x="2478" y="3839"/>
                    <a:pt x="2444" y="3831"/>
                  </a:cubicBezTo>
                  <a:cubicBezTo>
                    <a:pt x="2410" y="3824"/>
                    <a:pt x="2382" y="3800"/>
                    <a:pt x="2369" y="3767"/>
                  </a:cubicBezTo>
                  <a:lnTo>
                    <a:pt x="2273" y="3531"/>
                  </a:lnTo>
                  <a:cubicBezTo>
                    <a:pt x="2120" y="3155"/>
                    <a:pt x="1945" y="2968"/>
                    <a:pt x="1698" y="2928"/>
                  </a:cubicBezTo>
                  <a:lnTo>
                    <a:pt x="1635" y="3227"/>
                  </a:lnTo>
                  <a:lnTo>
                    <a:pt x="1719" y="3982"/>
                  </a:lnTo>
                  <a:cubicBezTo>
                    <a:pt x="1723" y="4018"/>
                    <a:pt x="1709" y="4054"/>
                    <a:pt x="1680" y="4077"/>
                  </a:cubicBezTo>
                  <a:lnTo>
                    <a:pt x="1493" y="4227"/>
                  </a:lnTo>
                  <a:cubicBezTo>
                    <a:pt x="1474" y="4242"/>
                    <a:pt x="1451" y="4251"/>
                    <a:pt x="1426" y="4251"/>
                  </a:cubicBezTo>
                  <a:lnTo>
                    <a:pt x="1360" y="4251"/>
                  </a:lnTo>
                  <a:cubicBezTo>
                    <a:pt x="1336" y="4251"/>
                    <a:pt x="1312" y="4242"/>
                    <a:pt x="1293" y="4227"/>
                  </a:cubicBezTo>
                  <a:lnTo>
                    <a:pt x="1106" y="4077"/>
                  </a:lnTo>
                  <a:cubicBezTo>
                    <a:pt x="1078" y="4054"/>
                    <a:pt x="1063" y="4018"/>
                    <a:pt x="1067" y="3982"/>
                  </a:cubicBezTo>
                  <a:lnTo>
                    <a:pt x="1151" y="3227"/>
                  </a:lnTo>
                  <a:lnTo>
                    <a:pt x="1088" y="2928"/>
                  </a:lnTo>
                  <a:cubicBezTo>
                    <a:pt x="842" y="2968"/>
                    <a:pt x="666" y="3156"/>
                    <a:pt x="514" y="3531"/>
                  </a:cubicBezTo>
                  <a:lnTo>
                    <a:pt x="220" y="4256"/>
                  </a:lnTo>
                  <a:cubicBezTo>
                    <a:pt x="203" y="4298"/>
                    <a:pt x="163" y="4323"/>
                    <a:pt x="121" y="4323"/>
                  </a:cubicBezTo>
                  <a:close/>
                  <a:moveTo>
                    <a:pt x="1286" y="3947"/>
                  </a:moveTo>
                  <a:lnTo>
                    <a:pt x="1393" y="4034"/>
                  </a:lnTo>
                  <a:lnTo>
                    <a:pt x="1501" y="3947"/>
                  </a:lnTo>
                  <a:lnTo>
                    <a:pt x="1432" y="3329"/>
                  </a:lnTo>
                  <a:lnTo>
                    <a:pt x="1354" y="3329"/>
                  </a:lnTo>
                  <a:lnTo>
                    <a:pt x="1286" y="3947"/>
                  </a:lnTo>
                  <a:close/>
                  <a:moveTo>
                    <a:pt x="1346" y="3115"/>
                  </a:moveTo>
                  <a:lnTo>
                    <a:pt x="1441" y="3115"/>
                  </a:lnTo>
                  <a:lnTo>
                    <a:pt x="1482" y="2919"/>
                  </a:lnTo>
                  <a:lnTo>
                    <a:pt x="1305" y="2919"/>
                  </a:lnTo>
                  <a:lnTo>
                    <a:pt x="1346" y="3115"/>
                  </a:lnTo>
                  <a:close/>
                  <a:moveTo>
                    <a:pt x="4647" y="3982"/>
                  </a:moveTo>
                  <a:lnTo>
                    <a:pt x="3025" y="3982"/>
                  </a:lnTo>
                  <a:cubicBezTo>
                    <a:pt x="2966" y="3982"/>
                    <a:pt x="2918" y="3935"/>
                    <a:pt x="2918" y="3876"/>
                  </a:cubicBezTo>
                  <a:cubicBezTo>
                    <a:pt x="2918" y="3817"/>
                    <a:pt x="2966" y="3769"/>
                    <a:pt x="3025" y="3769"/>
                  </a:cubicBezTo>
                  <a:lnTo>
                    <a:pt x="4540" y="3769"/>
                  </a:lnTo>
                  <a:lnTo>
                    <a:pt x="4540" y="698"/>
                  </a:lnTo>
                  <a:lnTo>
                    <a:pt x="312" y="698"/>
                  </a:lnTo>
                  <a:lnTo>
                    <a:pt x="312" y="2942"/>
                  </a:lnTo>
                  <a:cubicBezTo>
                    <a:pt x="312" y="3001"/>
                    <a:pt x="264" y="3049"/>
                    <a:pt x="205" y="3049"/>
                  </a:cubicBezTo>
                  <a:cubicBezTo>
                    <a:pt x="146" y="3049"/>
                    <a:pt x="99" y="3001"/>
                    <a:pt x="99" y="2942"/>
                  </a:cubicBezTo>
                  <a:lnTo>
                    <a:pt x="99" y="591"/>
                  </a:lnTo>
                  <a:cubicBezTo>
                    <a:pt x="99" y="532"/>
                    <a:pt x="146" y="485"/>
                    <a:pt x="205" y="485"/>
                  </a:cubicBezTo>
                  <a:lnTo>
                    <a:pt x="4647" y="485"/>
                  </a:lnTo>
                  <a:cubicBezTo>
                    <a:pt x="4705" y="485"/>
                    <a:pt x="4753" y="532"/>
                    <a:pt x="4753" y="591"/>
                  </a:cubicBezTo>
                  <a:lnTo>
                    <a:pt x="4753" y="3876"/>
                  </a:lnTo>
                  <a:cubicBezTo>
                    <a:pt x="4753" y="3935"/>
                    <a:pt x="4705" y="3982"/>
                    <a:pt x="4647" y="3982"/>
                  </a:cubicBezTo>
                  <a:close/>
                  <a:moveTo>
                    <a:pt x="1921" y="3477"/>
                  </a:moveTo>
                  <a:cubicBezTo>
                    <a:pt x="1862" y="3477"/>
                    <a:pt x="1815" y="3430"/>
                    <a:pt x="1815" y="3371"/>
                  </a:cubicBezTo>
                  <a:lnTo>
                    <a:pt x="1815" y="3356"/>
                  </a:lnTo>
                  <a:cubicBezTo>
                    <a:pt x="1815" y="3297"/>
                    <a:pt x="1862" y="3250"/>
                    <a:pt x="1921" y="3250"/>
                  </a:cubicBezTo>
                  <a:cubicBezTo>
                    <a:pt x="1980" y="3250"/>
                    <a:pt x="2028" y="3297"/>
                    <a:pt x="2028" y="3356"/>
                  </a:cubicBezTo>
                  <a:lnTo>
                    <a:pt x="2028" y="3371"/>
                  </a:lnTo>
                  <a:cubicBezTo>
                    <a:pt x="2028" y="3430"/>
                    <a:pt x="1980" y="3477"/>
                    <a:pt x="1921" y="3477"/>
                  </a:cubicBezTo>
                  <a:close/>
                  <a:moveTo>
                    <a:pt x="1393" y="2510"/>
                  </a:moveTo>
                  <a:cubicBezTo>
                    <a:pt x="1070" y="2510"/>
                    <a:pt x="806" y="2247"/>
                    <a:pt x="806" y="1923"/>
                  </a:cubicBezTo>
                  <a:cubicBezTo>
                    <a:pt x="806" y="1600"/>
                    <a:pt x="1070" y="1336"/>
                    <a:pt x="1393" y="1336"/>
                  </a:cubicBezTo>
                  <a:cubicBezTo>
                    <a:pt x="1432" y="1336"/>
                    <a:pt x="1470" y="1340"/>
                    <a:pt x="1507" y="1347"/>
                  </a:cubicBezTo>
                  <a:cubicBezTo>
                    <a:pt x="1509" y="1348"/>
                    <a:pt x="1511" y="1348"/>
                    <a:pt x="1513" y="1349"/>
                  </a:cubicBezTo>
                  <a:cubicBezTo>
                    <a:pt x="1780" y="1404"/>
                    <a:pt x="1980" y="1641"/>
                    <a:pt x="1980" y="1923"/>
                  </a:cubicBezTo>
                  <a:cubicBezTo>
                    <a:pt x="1980" y="2247"/>
                    <a:pt x="1717" y="2510"/>
                    <a:pt x="1393" y="2510"/>
                  </a:cubicBezTo>
                  <a:close/>
                  <a:moveTo>
                    <a:pt x="1203" y="1602"/>
                  </a:moveTo>
                  <a:cubicBezTo>
                    <a:pt x="1093" y="1667"/>
                    <a:pt x="1020" y="1787"/>
                    <a:pt x="1020" y="1923"/>
                  </a:cubicBezTo>
                  <a:cubicBezTo>
                    <a:pt x="1020" y="2129"/>
                    <a:pt x="1187" y="2297"/>
                    <a:pt x="1393" y="2297"/>
                  </a:cubicBezTo>
                  <a:cubicBezTo>
                    <a:pt x="1599" y="2297"/>
                    <a:pt x="1767" y="2129"/>
                    <a:pt x="1767" y="1923"/>
                  </a:cubicBezTo>
                  <a:cubicBezTo>
                    <a:pt x="1767" y="1767"/>
                    <a:pt x="1671" y="1634"/>
                    <a:pt x="1535" y="1578"/>
                  </a:cubicBezTo>
                  <a:cubicBezTo>
                    <a:pt x="1486" y="1642"/>
                    <a:pt x="1425" y="1696"/>
                    <a:pt x="1354" y="1736"/>
                  </a:cubicBezTo>
                  <a:cubicBezTo>
                    <a:pt x="1302" y="1764"/>
                    <a:pt x="1237" y="1746"/>
                    <a:pt x="1208" y="1695"/>
                  </a:cubicBezTo>
                  <a:cubicBezTo>
                    <a:pt x="1192" y="1665"/>
                    <a:pt x="1191" y="1631"/>
                    <a:pt x="1203" y="1602"/>
                  </a:cubicBezTo>
                  <a:close/>
                  <a:moveTo>
                    <a:pt x="4068" y="1797"/>
                  </a:moveTo>
                  <a:lnTo>
                    <a:pt x="3521" y="1797"/>
                  </a:lnTo>
                  <a:cubicBezTo>
                    <a:pt x="3462" y="1797"/>
                    <a:pt x="3414" y="1749"/>
                    <a:pt x="3414" y="1691"/>
                  </a:cubicBezTo>
                  <a:cubicBezTo>
                    <a:pt x="3414" y="1632"/>
                    <a:pt x="3462" y="1584"/>
                    <a:pt x="3521" y="1584"/>
                  </a:cubicBezTo>
                  <a:lnTo>
                    <a:pt x="4068" y="1584"/>
                  </a:lnTo>
                  <a:cubicBezTo>
                    <a:pt x="4127" y="1584"/>
                    <a:pt x="4175" y="1632"/>
                    <a:pt x="4175" y="1691"/>
                  </a:cubicBezTo>
                  <a:cubicBezTo>
                    <a:pt x="4175" y="1749"/>
                    <a:pt x="4127" y="1797"/>
                    <a:pt x="4068" y="1797"/>
                  </a:cubicBezTo>
                  <a:close/>
                  <a:moveTo>
                    <a:pt x="3025" y="1797"/>
                  </a:moveTo>
                  <a:lnTo>
                    <a:pt x="2822" y="1797"/>
                  </a:lnTo>
                  <a:cubicBezTo>
                    <a:pt x="2763" y="1797"/>
                    <a:pt x="2715" y="1749"/>
                    <a:pt x="2715" y="1691"/>
                  </a:cubicBezTo>
                  <a:cubicBezTo>
                    <a:pt x="2715" y="1632"/>
                    <a:pt x="2763" y="1584"/>
                    <a:pt x="2822" y="1584"/>
                  </a:cubicBezTo>
                  <a:lnTo>
                    <a:pt x="3025" y="1584"/>
                  </a:lnTo>
                  <a:cubicBezTo>
                    <a:pt x="3084" y="1584"/>
                    <a:pt x="3132" y="1632"/>
                    <a:pt x="3132" y="1691"/>
                  </a:cubicBezTo>
                  <a:cubicBezTo>
                    <a:pt x="3132" y="1749"/>
                    <a:pt x="3084" y="1797"/>
                    <a:pt x="3025" y="1797"/>
                  </a:cubicBezTo>
                  <a:close/>
                  <a:moveTo>
                    <a:pt x="4068" y="1352"/>
                  </a:moveTo>
                  <a:lnTo>
                    <a:pt x="2973" y="1352"/>
                  </a:lnTo>
                  <a:cubicBezTo>
                    <a:pt x="2914" y="1352"/>
                    <a:pt x="2867" y="1304"/>
                    <a:pt x="2867" y="1246"/>
                  </a:cubicBezTo>
                  <a:cubicBezTo>
                    <a:pt x="2867" y="1187"/>
                    <a:pt x="2914" y="1139"/>
                    <a:pt x="2973" y="1139"/>
                  </a:cubicBezTo>
                  <a:lnTo>
                    <a:pt x="4068" y="1139"/>
                  </a:lnTo>
                  <a:cubicBezTo>
                    <a:pt x="4127" y="1139"/>
                    <a:pt x="4175" y="1187"/>
                    <a:pt x="4175" y="1246"/>
                  </a:cubicBezTo>
                  <a:cubicBezTo>
                    <a:pt x="4175" y="1304"/>
                    <a:pt x="4127" y="1352"/>
                    <a:pt x="4068" y="1352"/>
                  </a:cubicBezTo>
                  <a:close/>
                  <a:moveTo>
                    <a:pt x="2973" y="214"/>
                  </a:moveTo>
                  <a:lnTo>
                    <a:pt x="1878" y="214"/>
                  </a:lnTo>
                  <a:cubicBezTo>
                    <a:pt x="1819" y="214"/>
                    <a:pt x="1772" y="166"/>
                    <a:pt x="1772" y="107"/>
                  </a:cubicBezTo>
                  <a:cubicBezTo>
                    <a:pt x="1772" y="48"/>
                    <a:pt x="1819" y="0"/>
                    <a:pt x="1878" y="0"/>
                  </a:cubicBezTo>
                  <a:lnTo>
                    <a:pt x="2973" y="0"/>
                  </a:lnTo>
                  <a:cubicBezTo>
                    <a:pt x="3032" y="0"/>
                    <a:pt x="3080" y="48"/>
                    <a:pt x="3080" y="107"/>
                  </a:cubicBezTo>
                  <a:cubicBezTo>
                    <a:pt x="3080" y="166"/>
                    <a:pt x="3032" y="214"/>
                    <a:pt x="2973" y="214"/>
                  </a:cubicBezTo>
                  <a:close/>
                </a:path>
              </a:pathLst>
            </a:custGeom>
            <a:solidFill>
              <a:srgbClr val="FFFFFF"/>
            </a:solidFill>
            <a:ln>
              <a:noFill/>
            </a:ln>
          </p:spPr>
          <p:txBody>
            <a:bodyPr/>
            <a:lstStyle/>
            <a:p>
              <a:pPr>
                <a:defRPr/>
              </a:pPr>
              <a:endParaRPr lang="zh-CN" altLang="en-US" kern="0">
                <a:solidFill>
                  <a:srgbClr val="000000"/>
                </a:solidFill>
                <a:latin typeface="Arial" panose="020F0502020204030204"/>
                <a:ea typeface="微软雅黑"/>
                <a:cs typeface="+mn-ea"/>
                <a:sym typeface="+mn-lt"/>
              </a:endParaRPr>
            </a:p>
          </p:txBody>
        </p:sp>
        <p:sp>
          <p:nvSpPr>
            <p:cNvPr id="10" name="文本框 9">
              <a:extLst>
                <a:ext uri="{FF2B5EF4-FFF2-40B4-BE49-F238E27FC236}">
                  <a16:creationId xmlns:a16="http://schemas.microsoft.com/office/drawing/2014/main" id="{E3F1D262-86D7-40BD-BD89-7E4CE6C75A6A}"/>
                </a:ext>
              </a:extLst>
            </p:cNvPr>
            <p:cNvSpPr txBox="1"/>
            <p:nvPr/>
          </p:nvSpPr>
          <p:spPr>
            <a:xfrm>
              <a:off x="4796986" y="5447008"/>
              <a:ext cx="2210207" cy="369332"/>
            </a:xfrm>
            <a:prstGeom prst="rect">
              <a:avLst/>
            </a:prstGeom>
            <a:noFill/>
          </p:spPr>
          <p:txBody>
            <a:bodyPr wrap="square" rtlCol="0">
              <a:spAutoFit/>
            </a:bodyPr>
            <a:lstStyle/>
            <a:p>
              <a:pPr>
                <a:defRPr/>
              </a:pPr>
              <a:r>
                <a:rPr lang="zh-CN" altLang="en-US" kern="0" dirty="0">
                  <a:solidFill>
                    <a:srgbClr val="FFFFFF"/>
                  </a:solidFill>
                  <a:latin typeface="Arial" panose="020F0502020204030204"/>
                  <a:ea typeface="微软雅黑"/>
                  <a:cs typeface="+mn-ea"/>
                  <a:sym typeface="+mn-lt"/>
                </a:rPr>
                <a:t>指导老师：公众号</a:t>
              </a:r>
            </a:p>
          </p:txBody>
        </p:sp>
      </p:grpSp>
      <p:sp>
        <p:nvSpPr>
          <p:cNvPr id="11" name="文本框 10">
            <a:extLst>
              <a:ext uri="{FF2B5EF4-FFF2-40B4-BE49-F238E27FC236}">
                <a16:creationId xmlns:a16="http://schemas.microsoft.com/office/drawing/2014/main" id="{7DC0E45E-6682-455A-AC81-2E7C849BEAA5}"/>
              </a:ext>
            </a:extLst>
          </p:cNvPr>
          <p:cNvSpPr txBox="1"/>
          <p:nvPr/>
        </p:nvSpPr>
        <p:spPr>
          <a:xfrm>
            <a:off x="2296160" y="3486611"/>
            <a:ext cx="7599680" cy="253916"/>
          </a:xfrm>
          <a:prstGeom prst="rect">
            <a:avLst/>
          </a:prstGeom>
          <a:noFill/>
        </p:spPr>
        <p:txBody>
          <a:bodyPr wrap="square" rtlCol="0">
            <a:spAutoFit/>
          </a:bodyPr>
          <a:lstStyle/>
          <a:p>
            <a:pPr algn="dist">
              <a:defRPr/>
            </a:pPr>
            <a:r>
              <a:rPr lang="en-US" altLang="zh-CN" sz="1050" dirty="0">
                <a:solidFill>
                  <a:srgbClr val="FFFFFF"/>
                </a:solidFill>
                <a:latin typeface="Arial" panose="020F0502020204030204"/>
                <a:ea typeface="微软雅黑"/>
                <a:sym typeface="Wingdings" panose="05000000000000000000" pitchFamily="2" charset="2"/>
              </a:rPr>
              <a:t>Thank you for your listening </a:t>
            </a:r>
            <a:endParaRPr lang="zh-CN" altLang="en-US" sz="1050" dirty="0">
              <a:solidFill>
                <a:srgbClr val="FFFFFF"/>
              </a:solidFill>
              <a:latin typeface="Arial" panose="020F0502020204030204"/>
              <a:ea typeface="微软雅黑"/>
              <a:sym typeface="Wingdings" panose="05000000000000000000" pitchFamily="2" charset="2"/>
            </a:endParaRPr>
          </a:p>
        </p:txBody>
      </p:sp>
      <p:sp>
        <p:nvSpPr>
          <p:cNvPr id="12" name="任意多边形: 形状 11">
            <a:extLst>
              <a:ext uri="{FF2B5EF4-FFF2-40B4-BE49-F238E27FC236}">
                <a16:creationId xmlns:a16="http://schemas.microsoft.com/office/drawing/2014/main" id="{A9A5BB74-B883-4550-9934-EE733D5CC4E8}"/>
              </a:ext>
            </a:extLst>
          </p:cNvPr>
          <p:cNvSpPr/>
          <p:nvPr/>
        </p:nvSpPr>
        <p:spPr>
          <a:xfrm rot="246287">
            <a:off x="7553087" y="57910"/>
            <a:ext cx="4712293" cy="2626258"/>
          </a:xfrm>
          <a:custGeom>
            <a:avLst/>
            <a:gdLst>
              <a:gd name="connsiteX0" fmla="*/ 0 w 4712293"/>
              <a:gd name="connsiteY0" fmla="*/ 107653 h 2626258"/>
              <a:gd name="connsiteX1" fmla="*/ 1500082 w 4712293"/>
              <a:gd name="connsiteY1" fmla="*/ 0 h 2626258"/>
              <a:gd name="connsiteX2" fmla="*/ 1526651 w 4712293"/>
              <a:gd name="connsiteY2" fmla="*/ 71368 h 2626258"/>
              <a:gd name="connsiteX3" fmla="*/ 3191005 w 4712293"/>
              <a:gd name="connsiteY3" fmla="*/ 1155960 h 2626258"/>
              <a:gd name="connsiteX4" fmla="*/ 4584835 w 4712293"/>
              <a:gd name="connsiteY4" fmla="*/ 509726 h 2626258"/>
              <a:gd name="connsiteX5" fmla="*/ 4586931 w 4712293"/>
              <a:gd name="connsiteY5" fmla="*/ 506970 h 2626258"/>
              <a:gd name="connsiteX6" fmla="*/ 4712293 w 4712293"/>
              <a:gd name="connsiteY6" fmla="*/ 2253813 h 2626258"/>
              <a:gd name="connsiteX7" fmla="*/ 4466405 w 4712293"/>
              <a:gd name="connsiteY7" fmla="*/ 2371162 h 2626258"/>
              <a:gd name="connsiteX8" fmla="*/ 3191005 w 4712293"/>
              <a:gd name="connsiteY8" fmla="*/ 2626258 h 2626258"/>
              <a:gd name="connsiteX9" fmla="*/ 61714 w 4712293"/>
              <a:gd name="connsiteY9" fmla="*/ 345435 h 2626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12293" h="2626258">
                <a:moveTo>
                  <a:pt x="0" y="107653"/>
                </a:moveTo>
                <a:lnTo>
                  <a:pt x="1500082" y="0"/>
                </a:lnTo>
                <a:lnTo>
                  <a:pt x="1526651" y="71368"/>
                </a:lnTo>
                <a:cubicBezTo>
                  <a:pt x="1800862" y="708737"/>
                  <a:pt x="2442810" y="1155960"/>
                  <a:pt x="3191005" y="1155960"/>
                </a:cubicBezTo>
                <a:cubicBezTo>
                  <a:pt x="3752151" y="1155960"/>
                  <a:pt x="4253533" y="904397"/>
                  <a:pt x="4584835" y="509726"/>
                </a:cubicBezTo>
                <a:lnTo>
                  <a:pt x="4586931" y="506970"/>
                </a:lnTo>
                <a:lnTo>
                  <a:pt x="4712293" y="2253813"/>
                </a:lnTo>
                <a:lnTo>
                  <a:pt x="4466405" y="2371162"/>
                </a:lnTo>
                <a:cubicBezTo>
                  <a:pt x="4074398" y="2535425"/>
                  <a:pt x="3643408" y="2626258"/>
                  <a:pt x="3191005" y="2626258"/>
                </a:cubicBezTo>
                <a:cubicBezTo>
                  <a:pt x="1720692" y="2626258"/>
                  <a:pt x="476569" y="1666829"/>
                  <a:pt x="61714" y="345435"/>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sp>
        <p:nvSpPr>
          <p:cNvPr id="13" name="任意多边形: 形状 12">
            <a:extLst>
              <a:ext uri="{FF2B5EF4-FFF2-40B4-BE49-F238E27FC236}">
                <a16:creationId xmlns:a16="http://schemas.microsoft.com/office/drawing/2014/main" id="{14DE0F4F-AA80-46C2-AF29-7B0EF58A5B54}"/>
              </a:ext>
            </a:extLst>
          </p:cNvPr>
          <p:cNvSpPr/>
          <p:nvPr/>
        </p:nvSpPr>
        <p:spPr>
          <a:xfrm rot="8748610">
            <a:off x="644445" y="4307628"/>
            <a:ext cx="2472119" cy="3370375"/>
          </a:xfrm>
          <a:custGeom>
            <a:avLst/>
            <a:gdLst>
              <a:gd name="connsiteX0" fmla="*/ 1006087 w 2472119"/>
              <a:gd name="connsiteY0" fmla="*/ 2984280 h 3370375"/>
              <a:gd name="connsiteX1" fmla="*/ 0 w 2472119"/>
              <a:gd name="connsiteY1" fmla="*/ 1109660 h 3370375"/>
              <a:gd name="connsiteX2" fmla="*/ 275418 w 2472119"/>
              <a:gd name="connsiteY2" fmla="*/ 32069 h 3370375"/>
              <a:gd name="connsiteX3" fmla="*/ 295083 w 2472119"/>
              <a:gd name="connsiteY3" fmla="*/ 0 h 3370375"/>
              <a:gd name="connsiteX4" fmla="*/ 418081 w 2472119"/>
              <a:gd name="connsiteY4" fmla="*/ 83557 h 3370375"/>
              <a:gd name="connsiteX5" fmla="*/ 406180 w 2472119"/>
              <a:gd name="connsiteY5" fmla="*/ 102953 h 3370375"/>
              <a:gd name="connsiteX6" fmla="*/ 148710 w 2472119"/>
              <a:gd name="connsiteY6" fmla="*/ 1109660 h 3370375"/>
              <a:gd name="connsiteX7" fmla="*/ 2281943 w 2472119"/>
              <a:gd name="connsiteY7" fmla="*/ 3221665 h 3370375"/>
              <a:gd name="connsiteX8" fmla="*/ 2472119 w 2472119"/>
              <a:gd name="connsiteY8" fmla="*/ 3212157 h 3370375"/>
              <a:gd name="connsiteX9" fmla="*/ 2367545 w 2472119"/>
              <a:gd name="connsiteY9" fmla="*/ 3366092 h 3370375"/>
              <a:gd name="connsiteX10" fmla="*/ 2281943 w 2472119"/>
              <a:gd name="connsiteY10" fmla="*/ 3370375 h 3370375"/>
              <a:gd name="connsiteX11" fmla="*/ 1006087 w 2472119"/>
              <a:gd name="connsiteY11" fmla="*/ 2984280 h 3370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72119" h="3370375">
                <a:moveTo>
                  <a:pt x="1006087" y="2984280"/>
                </a:moveTo>
                <a:cubicBezTo>
                  <a:pt x="399086" y="2578013"/>
                  <a:pt x="0" y="1890008"/>
                  <a:pt x="0" y="1109660"/>
                </a:cubicBezTo>
                <a:cubicBezTo>
                  <a:pt x="0" y="719485"/>
                  <a:pt x="99771" y="352397"/>
                  <a:pt x="275418" y="32069"/>
                </a:cubicBezTo>
                <a:lnTo>
                  <a:pt x="295083" y="0"/>
                </a:lnTo>
                <a:lnTo>
                  <a:pt x="418081" y="83557"/>
                </a:lnTo>
                <a:lnTo>
                  <a:pt x="406180" y="102953"/>
                </a:lnTo>
                <a:cubicBezTo>
                  <a:pt x="241979" y="402210"/>
                  <a:pt x="148710" y="745151"/>
                  <a:pt x="148710" y="1109660"/>
                </a:cubicBezTo>
                <a:cubicBezTo>
                  <a:pt x="148710" y="2276088"/>
                  <a:pt x="1103791" y="3221665"/>
                  <a:pt x="2281943" y="3221665"/>
                </a:cubicBezTo>
                <a:lnTo>
                  <a:pt x="2472119" y="3212157"/>
                </a:lnTo>
                <a:lnTo>
                  <a:pt x="2367545" y="3366092"/>
                </a:lnTo>
                <a:lnTo>
                  <a:pt x="2281943" y="3370375"/>
                </a:lnTo>
                <a:cubicBezTo>
                  <a:pt x="1809337" y="3370375"/>
                  <a:pt x="1370288" y="3228040"/>
                  <a:pt x="1006087" y="2984280"/>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sp>
        <p:nvSpPr>
          <p:cNvPr id="14" name="任意多边形: 形状 13">
            <a:extLst>
              <a:ext uri="{FF2B5EF4-FFF2-40B4-BE49-F238E27FC236}">
                <a16:creationId xmlns:a16="http://schemas.microsoft.com/office/drawing/2014/main" id="{68334E66-9E9C-4989-8F2B-986734088104}"/>
              </a:ext>
            </a:extLst>
          </p:cNvPr>
          <p:cNvSpPr/>
          <p:nvPr/>
        </p:nvSpPr>
        <p:spPr>
          <a:xfrm rot="9454676">
            <a:off x="662174" y="5933399"/>
            <a:ext cx="2347203" cy="1424152"/>
          </a:xfrm>
          <a:custGeom>
            <a:avLst/>
            <a:gdLst>
              <a:gd name="connsiteX0" fmla="*/ 816914 w 2347203"/>
              <a:gd name="connsiteY0" fmla="*/ 1320018 h 1424152"/>
              <a:gd name="connsiteX1" fmla="*/ 0 w 2347203"/>
              <a:gd name="connsiteY1" fmla="*/ 99045 h 1424152"/>
              <a:gd name="connsiteX2" fmla="*/ 5048 w 2347203"/>
              <a:gd name="connsiteY2" fmla="*/ 0 h 1424152"/>
              <a:gd name="connsiteX3" fmla="*/ 90421 w 2347203"/>
              <a:gd name="connsiteY3" fmla="*/ 35227 h 1424152"/>
              <a:gd name="connsiteX4" fmla="*/ 87166 w 2347203"/>
              <a:gd name="connsiteY4" fmla="*/ 99045 h 1424152"/>
              <a:gd name="connsiteX5" fmla="*/ 1337549 w 2347203"/>
              <a:gd name="connsiteY5" fmla="*/ 1336986 h 1424152"/>
              <a:gd name="connsiteX6" fmla="*/ 2221703 w 2347203"/>
              <a:gd name="connsiteY6" fmla="*/ 974401 h 1424152"/>
              <a:gd name="connsiteX7" fmla="*/ 2261493 w 2347203"/>
              <a:gd name="connsiteY7" fmla="*/ 931057 h 1424152"/>
              <a:gd name="connsiteX8" fmla="*/ 2347203 w 2347203"/>
              <a:gd name="connsiteY8" fmla="*/ 966422 h 1424152"/>
              <a:gd name="connsiteX9" fmla="*/ 2283339 w 2347203"/>
              <a:gd name="connsiteY9" fmla="*/ 1036037 h 1424152"/>
              <a:gd name="connsiteX10" fmla="*/ 1337549 w 2347203"/>
              <a:gd name="connsiteY10" fmla="*/ 1424152 h 1424152"/>
              <a:gd name="connsiteX11" fmla="*/ 816914 w 2347203"/>
              <a:gd name="connsiteY11" fmla="*/ 1320018 h 1424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47203" h="1424152">
                <a:moveTo>
                  <a:pt x="816914" y="1320018"/>
                </a:moveTo>
                <a:cubicBezTo>
                  <a:pt x="336848" y="1118856"/>
                  <a:pt x="0" y="647922"/>
                  <a:pt x="0" y="99045"/>
                </a:cubicBezTo>
                <a:lnTo>
                  <a:pt x="5048" y="0"/>
                </a:lnTo>
                <a:lnTo>
                  <a:pt x="90421" y="35227"/>
                </a:lnTo>
                <a:lnTo>
                  <a:pt x="87166" y="99045"/>
                </a:lnTo>
                <a:cubicBezTo>
                  <a:pt x="87166" y="782741"/>
                  <a:pt x="646982" y="1336986"/>
                  <a:pt x="1337549" y="1336986"/>
                </a:cubicBezTo>
                <a:cubicBezTo>
                  <a:pt x="1682832" y="1336986"/>
                  <a:pt x="1995428" y="1198424"/>
                  <a:pt x="2221703" y="974401"/>
                </a:cubicBezTo>
                <a:lnTo>
                  <a:pt x="2261493" y="931057"/>
                </a:lnTo>
                <a:lnTo>
                  <a:pt x="2347203" y="966422"/>
                </a:lnTo>
                <a:lnTo>
                  <a:pt x="2283339" y="1036037"/>
                </a:lnTo>
                <a:cubicBezTo>
                  <a:pt x="2041290" y="1275834"/>
                  <a:pt x="1706903" y="1424152"/>
                  <a:pt x="1337549" y="1424152"/>
                </a:cubicBezTo>
                <a:cubicBezTo>
                  <a:pt x="1152872" y="1424152"/>
                  <a:pt x="976936" y="1387073"/>
                  <a:pt x="816914" y="1320018"/>
                </a:cubicBezTo>
                <a:close/>
              </a:path>
            </a:pathLst>
          </a:custGeom>
          <a:gradFill>
            <a:gsLst>
              <a:gs pos="100000">
                <a:srgbClr val="FFFFFF">
                  <a:alpha val="81000"/>
                </a:srgbClr>
              </a:gs>
              <a:gs pos="63000">
                <a:srgbClr val="D9DCE1">
                  <a:alpha val="78000"/>
                </a:srgbClr>
              </a:gs>
              <a:gs pos="0">
                <a:srgbClr val="768394">
                  <a:lumMod val="60000"/>
                  <a:lumOff val="40000"/>
                  <a:alpha val="0"/>
                </a:srgbClr>
              </a:gs>
            </a:gsLst>
            <a:lin ang="16200000" scaled="1"/>
          </a:gradFill>
          <a:ln w="12700" cap="flat" cmpd="sng" algn="ctr">
            <a:noFill/>
            <a:prstDash val="solid"/>
            <a:miter lim="800000"/>
          </a:ln>
          <a:effectLst>
            <a:outerShdw blurRad="190500" dist="50800" dir="8100000" algn="tr" rotWithShape="0">
              <a:prstClr val="black">
                <a:alpha val="16000"/>
              </a:prstClr>
            </a:outerShdw>
          </a:effectLst>
        </p:spPr>
        <p:txBody>
          <a:bodyPr wrap="square" rtlCol="0" anchor="ctr">
            <a:noAutofit/>
          </a:bodyPr>
          <a:lstStyle/>
          <a:p>
            <a:pPr algn="ctr">
              <a:defRPr/>
            </a:pPr>
            <a:endParaRPr lang="zh-CN" altLang="en-US" kern="0">
              <a:solidFill>
                <a:srgbClr val="000000"/>
              </a:solidFill>
              <a:latin typeface="Arial" panose="020F0502020204030204"/>
              <a:ea typeface="微软雅黑"/>
              <a:cs typeface="+mn-ea"/>
              <a:sym typeface="+mn-lt"/>
            </a:endParaRPr>
          </a:p>
        </p:txBody>
      </p:sp>
      <p:cxnSp>
        <p:nvCxnSpPr>
          <p:cNvPr id="15" name="直接连接符 14">
            <a:extLst>
              <a:ext uri="{FF2B5EF4-FFF2-40B4-BE49-F238E27FC236}">
                <a16:creationId xmlns:a16="http://schemas.microsoft.com/office/drawing/2014/main" id="{CC76D4D4-E318-4938-9BFD-31FC23109710}"/>
              </a:ext>
            </a:extLst>
          </p:cNvPr>
          <p:cNvCxnSpPr/>
          <p:nvPr/>
        </p:nvCxnSpPr>
        <p:spPr>
          <a:xfrm flipV="1">
            <a:off x="4008059" y="3417851"/>
            <a:ext cx="3973307" cy="6932"/>
          </a:xfrm>
          <a:prstGeom prst="line">
            <a:avLst/>
          </a:prstGeom>
          <a:noFill/>
          <a:ln w="12700" cap="flat" cmpd="sng" algn="ctr">
            <a:gradFill>
              <a:gsLst>
                <a:gs pos="0">
                  <a:srgbClr val="FFFFFF">
                    <a:alpha val="0"/>
                  </a:srgbClr>
                </a:gs>
                <a:gs pos="65000">
                  <a:srgbClr val="FFFFFF"/>
                </a:gs>
                <a:gs pos="41000">
                  <a:srgbClr val="FFFFFF"/>
                </a:gs>
                <a:gs pos="97000">
                  <a:srgbClr val="FFFFFF">
                    <a:alpha val="0"/>
                  </a:srgbClr>
                </a:gs>
              </a:gsLst>
              <a:lin ang="6600000" scaled="0"/>
            </a:gradFill>
            <a:prstDash val="solid"/>
            <a:miter lim="800000"/>
          </a:ln>
          <a:effectLst/>
        </p:spPr>
      </p:cxnSp>
      <p:sp>
        <p:nvSpPr>
          <p:cNvPr id="16" name="矩形: 圆角 15">
            <a:extLst>
              <a:ext uri="{FF2B5EF4-FFF2-40B4-BE49-F238E27FC236}">
                <a16:creationId xmlns:a16="http://schemas.microsoft.com/office/drawing/2014/main" id="{BFB767DB-A5B0-4DC6-9EB7-47B1EEF475EF}"/>
              </a:ext>
            </a:extLst>
          </p:cNvPr>
          <p:cNvSpPr/>
          <p:nvPr/>
        </p:nvSpPr>
        <p:spPr>
          <a:xfrm>
            <a:off x="4618385" y="5384254"/>
            <a:ext cx="2719767" cy="770250"/>
          </a:xfrm>
          <a:prstGeom prst="roundRect">
            <a:avLst>
              <a:gd name="adj" fmla="val 19121"/>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F0502020204030204"/>
              <a:ea typeface="微软雅黑"/>
              <a:cs typeface="+mn-ea"/>
              <a:sym typeface="+mn-lt"/>
            </a:endParaRPr>
          </a:p>
        </p:txBody>
      </p:sp>
      <p:grpSp>
        <p:nvGrpSpPr>
          <p:cNvPr id="23" name="组合 22">
            <a:extLst>
              <a:ext uri="{FF2B5EF4-FFF2-40B4-BE49-F238E27FC236}">
                <a16:creationId xmlns:a16="http://schemas.microsoft.com/office/drawing/2014/main" id="{52AC6ACD-2829-43B5-ADA6-3A25D21FC0BE}"/>
              </a:ext>
            </a:extLst>
          </p:cNvPr>
          <p:cNvGrpSpPr/>
          <p:nvPr/>
        </p:nvGrpSpPr>
        <p:grpSpPr>
          <a:xfrm>
            <a:off x="4677544" y="5421800"/>
            <a:ext cx="2601448" cy="699841"/>
            <a:chOff x="3543449" y="317549"/>
            <a:chExt cx="5111153" cy="1375006"/>
          </a:xfrm>
        </p:grpSpPr>
        <p:grpSp>
          <p:nvGrpSpPr>
            <p:cNvPr id="24" name="组合 23">
              <a:extLst>
                <a:ext uri="{FF2B5EF4-FFF2-40B4-BE49-F238E27FC236}">
                  <a16:creationId xmlns:a16="http://schemas.microsoft.com/office/drawing/2014/main" id="{227F66C4-2D4B-4E6E-87E0-9F31CF3C5BFA}"/>
                </a:ext>
              </a:extLst>
            </p:cNvPr>
            <p:cNvGrpSpPr/>
            <p:nvPr/>
          </p:nvGrpSpPr>
          <p:grpSpPr>
            <a:xfrm>
              <a:off x="3543449" y="317549"/>
              <a:ext cx="5039813" cy="1375006"/>
              <a:chOff x="5643679" y="1377126"/>
              <a:chExt cx="6484036" cy="1769032"/>
            </a:xfrm>
          </p:grpSpPr>
          <p:pic>
            <p:nvPicPr>
              <p:cNvPr id="26" name="图片 25">
                <a:extLst>
                  <a:ext uri="{FF2B5EF4-FFF2-40B4-BE49-F238E27FC236}">
                    <a16:creationId xmlns:a16="http://schemas.microsoft.com/office/drawing/2014/main" id="{E5465E61-FC88-4F38-835A-5EA1407552F0}"/>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643679" y="1377126"/>
                <a:ext cx="1769025" cy="1769032"/>
              </a:xfrm>
              <a:prstGeom prst="rect">
                <a:avLst/>
              </a:prstGeom>
            </p:spPr>
          </p:pic>
          <p:pic>
            <p:nvPicPr>
              <p:cNvPr id="27" name="图片 26">
                <a:extLst>
                  <a:ext uri="{FF2B5EF4-FFF2-40B4-BE49-F238E27FC236}">
                    <a16:creationId xmlns:a16="http://schemas.microsoft.com/office/drawing/2014/main" id="{519BAF2E-F99D-4AE5-BD85-4107DD9A3003}"/>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412704" y="1671764"/>
                <a:ext cx="4715011" cy="772598"/>
              </a:xfrm>
              <a:prstGeom prst="rect">
                <a:avLst/>
              </a:prstGeom>
            </p:spPr>
          </p:pic>
        </p:grpSp>
        <p:sp>
          <p:nvSpPr>
            <p:cNvPr id="25" name="矩形 24">
              <a:extLst>
                <a:ext uri="{FF2B5EF4-FFF2-40B4-BE49-F238E27FC236}">
                  <a16:creationId xmlns:a16="http://schemas.microsoft.com/office/drawing/2014/main" id="{0BC75595-6089-4331-9C85-D6B11130E422}"/>
                </a:ext>
              </a:extLst>
            </p:cNvPr>
            <p:cNvSpPr/>
            <p:nvPr/>
          </p:nvSpPr>
          <p:spPr>
            <a:xfrm>
              <a:off x="4989790" y="1119399"/>
              <a:ext cx="3664812" cy="362821"/>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BEIHANG UNIVERSITY</a:t>
              </a:r>
            </a:p>
          </p:txBody>
        </p:sp>
      </p:grpSp>
    </p:spTree>
    <p:extLst>
      <p:ext uri="{BB962C8B-B14F-4D97-AF65-F5344CB8AC3E}">
        <p14:creationId xmlns:p14="http://schemas.microsoft.com/office/powerpoint/2010/main" val="419190551"/>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A244C6-00AA-4528-991A-53377A58AE1D}"/>
              </a:ext>
            </a:extLst>
          </p:cNvPr>
          <p:cNvSpPr>
            <a:spLocks noGrp="1"/>
          </p:cNvSpPr>
          <p:nvPr>
            <p:ph type="title"/>
          </p:nvPr>
        </p:nvSpPr>
        <p:spPr/>
        <p:txBody>
          <a:bodyPr/>
          <a:lstStyle/>
          <a:p>
            <a:endParaRPr lang="zh-CN" altLang="en-US"/>
          </a:p>
        </p:txBody>
      </p:sp>
      <p:pic>
        <p:nvPicPr>
          <p:cNvPr id="4" name="图片 3" descr="图形用户界面, 文本, 应用程序, 聊天或短信&#10;&#10;描述已自动生成">
            <a:extLst>
              <a:ext uri="{FF2B5EF4-FFF2-40B4-BE49-F238E27FC236}">
                <a16:creationId xmlns:a16="http://schemas.microsoft.com/office/drawing/2014/main" id="{B84A9193-4BBC-EAE5-CDF0-B41612530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8785" y="1875065"/>
            <a:ext cx="9791273" cy="3572956"/>
          </a:xfrm>
          <a:prstGeom prst="rect">
            <a:avLst/>
          </a:prstGeom>
        </p:spPr>
      </p:pic>
    </p:spTree>
    <p:extLst>
      <p:ext uri="{BB962C8B-B14F-4D97-AF65-F5344CB8AC3E}">
        <p14:creationId xmlns:p14="http://schemas.microsoft.com/office/powerpoint/2010/main" val="349298887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PA" val="v5.2.9"/>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ags/tag13.xml><?xml version="1.0" encoding="utf-8"?>
<p:tagLst xmlns:a="http://schemas.openxmlformats.org/drawingml/2006/main" xmlns:r="http://schemas.openxmlformats.org/officeDocument/2006/relationships" xmlns:p="http://schemas.openxmlformats.org/presentationml/2006/main">
  <p:tag name="PA" val="v5.2.9"/>
</p:tagLst>
</file>

<file path=ppt/tags/tag14.xml><?xml version="1.0" encoding="utf-8"?>
<p:tagLst xmlns:a="http://schemas.openxmlformats.org/drawingml/2006/main" xmlns:r="http://schemas.openxmlformats.org/officeDocument/2006/relationships" xmlns:p="http://schemas.openxmlformats.org/presentationml/2006/main">
  <p:tag name="PA" val="v5.2.9"/>
</p:tagLst>
</file>

<file path=ppt/tags/tag15.xml><?xml version="1.0" encoding="utf-8"?>
<p:tagLst xmlns:a="http://schemas.openxmlformats.org/drawingml/2006/main" xmlns:r="http://schemas.openxmlformats.org/officeDocument/2006/relationships" xmlns:p="http://schemas.openxmlformats.org/presentationml/2006/main">
  <p:tag name="PA" val="v5.2.9"/>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9"/>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9"/>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9"/>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9"/>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9"/>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PA" val="v5.2.9"/>
</p:tagLst>
</file>

<file path=ppt/tags/tag28.xml><?xml version="1.0" encoding="utf-8"?>
<p:tagLst xmlns:a="http://schemas.openxmlformats.org/drawingml/2006/main" xmlns:r="http://schemas.openxmlformats.org/officeDocument/2006/relationships" xmlns:p="http://schemas.openxmlformats.org/presentationml/2006/main">
  <p:tag name="PA" val="v5.2.9"/>
</p:tagLst>
</file>

<file path=ppt/tags/tag29.xml><?xml version="1.0" encoding="utf-8"?>
<p:tagLst xmlns:a="http://schemas.openxmlformats.org/drawingml/2006/main" xmlns:r="http://schemas.openxmlformats.org/officeDocument/2006/relationships" xmlns:p="http://schemas.openxmlformats.org/presentationml/2006/main">
  <p:tag name="PA" val="v5.2.9"/>
</p:tagLst>
</file>

<file path=ppt/tags/tag30.xml><?xml version="1.0" encoding="utf-8"?>
<p:tagLst xmlns:a="http://schemas.openxmlformats.org/drawingml/2006/main" xmlns:r="http://schemas.openxmlformats.org/officeDocument/2006/relationships" xmlns:p="http://schemas.openxmlformats.org/presentationml/2006/main">
  <p:tag name="PA" val="v5.2.9"/>
</p:tagLst>
</file>

<file path=ppt/tags/tag31.xml><?xml version="1.0" encoding="utf-8"?>
<p:tagLst xmlns:a="http://schemas.openxmlformats.org/drawingml/2006/main" xmlns:r="http://schemas.openxmlformats.org/officeDocument/2006/relationships" xmlns:p="http://schemas.openxmlformats.org/presentationml/2006/main">
  <p:tag name="PA" val="v5.2.9"/>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PA" val="v5.2.9"/>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9"/>
</p:tagLst>
</file>

<file path=ppt/tags/tag36.xml><?xml version="1.0" encoding="utf-8"?>
<p:tagLst xmlns:a="http://schemas.openxmlformats.org/drawingml/2006/main" xmlns:r="http://schemas.openxmlformats.org/officeDocument/2006/relationships" xmlns:p="http://schemas.openxmlformats.org/presentationml/2006/main">
  <p:tag name="PA" val="v5.2.9"/>
</p:tagLst>
</file>

<file path=ppt/tags/tag37.xml><?xml version="1.0" encoding="utf-8"?>
<p:tagLst xmlns:a="http://schemas.openxmlformats.org/drawingml/2006/main" xmlns:r="http://schemas.openxmlformats.org/officeDocument/2006/relationships" xmlns:p="http://schemas.openxmlformats.org/presentationml/2006/main">
  <p:tag name="PA" val="v5.2.9"/>
</p:tagLst>
</file>

<file path=ppt/tags/tag38.xml><?xml version="1.0" encoding="utf-8"?>
<p:tagLst xmlns:a="http://schemas.openxmlformats.org/drawingml/2006/main" xmlns:r="http://schemas.openxmlformats.org/officeDocument/2006/relationships" xmlns:p="http://schemas.openxmlformats.org/presentationml/2006/main">
  <p:tag name="PA" val="v5.2.9"/>
</p:tagLst>
</file>

<file path=ppt/tags/tag39.xml><?xml version="1.0" encoding="utf-8"?>
<p:tagLst xmlns:a="http://schemas.openxmlformats.org/drawingml/2006/main" xmlns:r="http://schemas.openxmlformats.org/officeDocument/2006/relationships" xmlns:p="http://schemas.openxmlformats.org/presentationml/2006/main">
  <p:tag name="PA" val="v5.2.9"/>
</p:tagLst>
</file>

<file path=ppt/tags/tag40.xml><?xml version="1.0" encoding="utf-8"?>
<p:tagLst xmlns:a="http://schemas.openxmlformats.org/drawingml/2006/main" xmlns:r="http://schemas.openxmlformats.org/officeDocument/2006/relationships" xmlns:p="http://schemas.openxmlformats.org/presentationml/2006/main">
  <p:tag name="PA" val="v5.2.9"/>
</p:tagLst>
</file>

<file path=ppt/tags/tag41.xml><?xml version="1.0" encoding="utf-8"?>
<p:tagLst xmlns:a="http://schemas.openxmlformats.org/drawingml/2006/main" xmlns:r="http://schemas.openxmlformats.org/officeDocument/2006/relationships" xmlns:p="http://schemas.openxmlformats.org/presentationml/2006/main">
  <p:tag name="PA" val="v5.2.9"/>
</p:tagLst>
</file>

<file path=ppt/tags/tag42.xml><?xml version="1.0" encoding="utf-8"?>
<p:tagLst xmlns:a="http://schemas.openxmlformats.org/drawingml/2006/main" xmlns:r="http://schemas.openxmlformats.org/officeDocument/2006/relationships" xmlns:p="http://schemas.openxmlformats.org/presentationml/2006/main">
  <p:tag name="PA" val="v5.2.9"/>
</p:tagLst>
</file>

<file path=ppt/tags/tag43.xml><?xml version="1.0" encoding="utf-8"?>
<p:tagLst xmlns:a="http://schemas.openxmlformats.org/drawingml/2006/main" xmlns:r="http://schemas.openxmlformats.org/officeDocument/2006/relationships" xmlns:p="http://schemas.openxmlformats.org/presentationml/2006/main">
  <p:tag name="PA" val="v5.2.9"/>
</p:tagLst>
</file>

<file path=ppt/tags/tag44.xml><?xml version="1.0" encoding="utf-8"?>
<p:tagLst xmlns:a="http://schemas.openxmlformats.org/drawingml/2006/main" xmlns:r="http://schemas.openxmlformats.org/officeDocument/2006/relationships" xmlns:p="http://schemas.openxmlformats.org/presentationml/2006/main">
  <p:tag name="PA" val="v5.2.9"/>
</p:tagLst>
</file>

<file path=ppt/tags/tag45.xml><?xml version="1.0" encoding="utf-8"?>
<p:tagLst xmlns:a="http://schemas.openxmlformats.org/drawingml/2006/main" xmlns:r="http://schemas.openxmlformats.org/officeDocument/2006/relationships" xmlns:p="http://schemas.openxmlformats.org/presentationml/2006/main">
  <p:tag name="PA" val="v5.2.9"/>
</p:tagLst>
</file>

<file path=ppt/tags/tag46.xml><?xml version="1.0" encoding="utf-8"?>
<p:tagLst xmlns:a="http://schemas.openxmlformats.org/drawingml/2006/main" xmlns:r="http://schemas.openxmlformats.org/officeDocument/2006/relationships" xmlns:p="http://schemas.openxmlformats.org/presentationml/2006/main">
  <p:tag name="PA" val="v5.2.9"/>
</p:tagLst>
</file>

<file path=ppt/tags/tag47.xml><?xml version="1.0" encoding="utf-8"?>
<p:tagLst xmlns:a="http://schemas.openxmlformats.org/drawingml/2006/main" xmlns:r="http://schemas.openxmlformats.org/officeDocument/2006/relationships" xmlns:p="http://schemas.openxmlformats.org/presentationml/2006/main">
  <p:tag name="PA" val="v5.2.9"/>
</p:tagLst>
</file>

<file path=ppt/tags/tag48.xml><?xml version="1.0" encoding="utf-8"?>
<p:tagLst xmlns:a="http://schemas.openxmlformats.org/drawingml/2006/main" xmlns:r="http://schemas.openxmlformats.org/officeDocument/2006/relationships" xmlns:p="http://schemas.openxmlformats.org/presentationml/2006/main">
  <p:tag name="PA" val="v5.2.9"/>
</p:tagLst>
</file>

<file path=ppt/tags/tag49.xml><?xml version="1.0" encoding="utf-8"?>
<p:tagLst xmlns:a="http://schemas.openxmlformats.org/drawingml/2006/main" xmlns:r="http://schemas.openxmlformats.org/officeDocument/2006/relationships" xmlns:p="http://schemas.openxmlformats.org/presentationml/2006/main">
  <p:tag name="PA" val="v5.2.9"/>
</p:tagLst>
</file>

<file path=ppt/tags/tag50.xml><?xml version="1.0" encoding="utf-8"?>
<p:tagLst xmlns:a="http://schemas.openxmlformats.org/drawingml/2006/main" xmlns:r="http://schemas.openxmlformats.org/officeDocument/2006/relationships" xmlns:p="http://schemas.openxmlformats.org/presentationml/2006/main">
  <p:tag name="PA" val="v5.2.9"/>
</p:tagLst>
</file>

<file path=ppt/tags/tag51.xml><?xml version="1.0" encoding="utf-8"?>
<p:tagLst xmlns:a="http://schemas.openxmlformats.org/drawingml/2006/main" xmlns:r="http://schemas.openxmlformats.org/officeDocument/2006/relationships" xmlns:p="http://schemas.openxmlformats.org/presentationml/2006/main">
  <p:tag name="PA" val="v5.2.9"/>
</p:tagLst>
</file>

<file path=ppt/tags/tag52.xml><?xml version="1.0" encoding="utf-8"?>
<p:tagLst xmlns:a="http://schemas.openxmlformats.org/drawingml/2006/main" xmlns:r="http://schemas.openxmlformats.org/officeDocument/2006/relationships" xmlns:p="http://schemas.openxmlformats.org/presentationml/2006/main">
  <p:tag name="PA" val="v5.2.9"/>
</p:tagLst>
</file>

<file path=ppt/tags/tag53.xml><?xml version="1.0" encoding="utf-8"?>
<p:tagLst xmlns:a="http://schemas.openxmlformats.org/drawingml/2006/main" xmlns:r="http://schemas.openxmlformats.org/officeDocument/2006/relationships" xmlns:p="http://schemas.openxmlformats.org/presentationml/2006/main">
  <p:tag name="PA" val="v5.2.9"/>
</p:tagLst>
</file>

<file path=ppt/tags/tag54.xml><?xml version="1.0" encoding="utf-8"?>
<p:tagLst xmlns:a="http://schemas.openxmlformats.org/drawingml/2006/main" xmlns:r="http://schemas.openxmlformats.org/officeDocument/2006/relationships" xmlns:p="http://schemas.openxmlformats.org/presentationml/2006/main">
  <p:tag name="PA" val="v5.2.9"/>
</p:tagLst>
</file>

<file path=ppt/tags/tag55.xml><?xml version="1.0" encoding="utf-8"?>
<p:tagLst xmlns:a="http://schemas.openxmlformats.org/drawingml/2006/main" xmlns:r="http://schemas.openxmlformats.org/officeDocument/2006/relationships" xmlns:p="http://schemas.openxmlformats.org/presentationml/2006/main">
  <p:tag name="PA" val="v5.2.9"/>
</p:tagLst>
</file>

<file path=ppt/tags/tag56.xml><?xml version="1.0" encoding="utf-8"?>
<p:tagLst xmlns:a="http://schemas.openxmlformats.org/drawingml/2006/main" xmlns:r="http://schemas.openxmlformats.org/officeDocument/2006/relationships" xmlns:p="http://schemas.openxmlformats.org/presentationml/2006/main">
  <p:tag name="PA" val="v5.2.9"/>
</p:tagLst>
</file>

<file path=ppt/tags/tag57.xml><?xml version="1.0" encoding="utf-8"?>
<p:tagLst xmlns:a="http://schemas.openxmlformats.org/drawingml/2006/main" xmlns:r="http://schemas.openxmlformats.org/officeDocument/2006/relationships" xmlns:p="http://schemas.openxmlformats.org/presentationml/2006/main">
  <p:tag name="PA" val="v5.2.9"/>
</p:tagLst>
</file>

<file path=ppt/tags/tag58.xml><?xml version="1.0" encoding="utf-8"?>
<p:tagLst xmlns:a="http://schemas.openxmlformats.org/drawingml/2006/main" xmlns:r="http://schemas.openxmlformats.org/officeDocument/2006/relationships" xmlns:p="http://schemas.openxmlformats.org/presentationml/2006/main">
  <p:tag name="PA" val="v5.2.9"/>
</p:tagLst>
</file>

<file path=ppt/tags/tag59.xml><?xml version="1.0" encoding="utf-8"?>
<p:tagLst xmlns:a="http://schemas.openxmlformats.org/drawingml/2006/main" xmlns:r="http://schemas.openxmlformats.org/officeDocument/2006/relationships" xmlns:p="http://schemas.openxmlformats.org/presentationml/2006/main">
  <p:tag name="PA" val="v5.2.9"/>
</p:tagLst>
</file>

<file path=ppt/tags/tag60.xml><?xml version="1.0" encoding="utf-8"?>
<p:tagLst xmlns:a="http://schemas.openxmlformats.org/drawingml/2006/main" xmlns:r="http://schemas.openxmlformats.org/officeDocument/2006/relationships" xmlns:p="http://schemas.openxmlformats.org/presentationml/2006/main">
  <p:tag name="PA" val="v5.2.9"/>
</p:tagLst>
</file>

<file path=ppt/tags/tag61.xml><?xml version="1.0" encoding="utf-8"?>
<p:tagLst xmlns:a="http://schemas.openxmlformats.org/drawingml/2006/main" xmlns:r="http://schemas.openxmlformats.org/officeDocument/2006/relationships" xmlns:p="http://schemas.openxmlformats.org/presentationml/2006/main">
  <p:tag name="PA" val="v5.2.9"/>
</p:tagLst>
</file>

<file path=ppt/tags/tag62.xml><?xml version="1.0" encoding="utf-8"?>
<p:tagLst xmlns:a="http://schemas.openxmlformats.org/drawingml/2006/main" xmlns:r="http://schemas.openxmlformats.org/officeDocument/2006/relationships" xmlns:p="http://schemas.openxmlformats.org/presentationml/2006/main">
  <p:tag name="PA" val="v5.2.9"/>
</p:tagLst>
</file>

<file path=ppt/tags/tag63.xml><?xml version="1.0" encoding="utf-8"?>
<p:tagLst xmlns:a="http://schemas.openxmlformats.org/drawingml/2006/main" xmlns:r="http://schemas.openxmlformats.org/officeDocument/2006/relationships" xmlns:p="http://schemas.openxmlformats.org/presentationml/2006/main">
  <p:tag name="PA" val="v5.2.9"/>
</p:tagLst>
</file>

<file path=ppt/tags/tag64.xml><?xml version="1.0" encoding="utf-8"?>
<p:tagLst xmlns:a="http://schemas.openxmlformats.org/drawingml/2006/main" xmlns:r="http://schemas.openxmlformats.org/officeDocument/2006/relationships" xmlns:p="http://schemas.openxmlformats.org/presentationml/2006/main">
  <p:tag name="PA" val="v5.2.9"/>
</p:tagLst>
</file>

<file path=ppt/tags/tag65.xml><?xml version="1.0" encoding="utf-8"?>
<p:tagLst xmlns:a="http://schemas.openxmlformats.org/drawingml/2006/main" xmlns:r="http://schemas.openxmlformats.org/officeDocument/2006/relationships" xmlns:p="http://schemas.openxmlformats.org/presentationml/2006/main">
  <p:tag name="PA" val="v5.2.9"/>
</p:tagLst>
</file>

<file path=ppt/tags/tag66.xml><?xml version="1.0" encoding="utf-8"?>
<p:tagLst xmlns:a="http://schemas.openxmlformats.org/drawingml/2006/main" xmlns:r="http://schemas.openxmlformats.org/officeDocument/2006/relationships" xmlns:p="http://schemas.openxmlformats.org/presentationml/2006/main">
  <p:tag name="PA" val="v5.2.9"/>
</p:tagLst>
</file>

<file path=ppt/tags/tag67.xml><?xml version="1.0" encoding="utf-8"?>
<p:tagLst xmlns:a="http://schemas.openxmlformats.org/drawingml/2006/main" xmlns:r="http://schemas.openxmlformats.org/officeDocument/2006/relationships" xmlns:p="http://schemas.openxmlformats.org/presentationml/2006/main">
  <p:tag name="PA" val="v5.2.9"/>
</p:tagLst>
</file>

<file path=ppt/tags/tag68.xml><?xml version="1.0" encoding="utf-8"?>
<p:tagLst xmlns:a="http://schemas.openxmlformats.org/drawingml/2006/main" xmlns:r="http://schemas.openxmlformats.org/officeDocument/2006/relationships" xmlns:p="http://schemas.openxmlformats.org/presentationml/2006/main">
  <p:tag name="PA" val="v5.2.9"/>
</p:tagLst>
</file>

<file path=ppt/tags/tag69.xml><?xml version="1.0" encoding="utf-8"?>
<p:tagLst xmlns:a="http://schemas.openxmlformats.org/drawingml/2006/main" xmlns:r="http://schemas.openxmlformats.org/officeDocument/2006/relationships" xmlns:p="http://schemas.openxmlformats.org/presentationml/2006/main">
  <p:tag name="PA" val="v5.2.9"/>
</p:tagLst>
</file>

<file path=ppt/tags/tag70.xml><?xml version="1.0" encoding="utf-8"?>
<p:tagLst xmlns:a="http://schemas.openxmlformats.org/drawingml/2006/main" xmlns:r="http://schemas.openxmlformats.org/officeDocument/2006/relationships" xmlns:p="http://schemas.openxmlformats.org/presentationml/2006/main">
  <p:tag name="PA" val="v5.2.9"/>
</p:tagLst>
</file>

<file path=ppt/tags/tag71.xml><?xml version="1.0" encoding="utf-8"?>
<p:tagLst xmlns:a="http://schemas.openxmlformats.org/drawingml/2006/main" xmlns:r="http://schemas.openxmlformats.org/officeDocument/2006/relationships" xmlns:p="http://schemas.openxmlformats.org/presentationml/2006/main">
  <p:tag name="PA" val="v5.2.9"/>
</p:tagLst>
</file>

<file path=ppt/tags/tag72.xml><?xml version="1.0" encoding="utf-8"?>
<p:tagLst xmlns:a="http://schemas.openxmlformats.org/drawingml/2006/main" xmlns:r="http://schemas.openxmlformats.org/officeDocument/2006/relationships" xmlns:p="http://schemas.openxmlformats.org/presentationml/2006/main">
  <p:tag name="PA" val="v5.2.9"/>
</p:tagLst>
</file>

<file path=ppt/tags/tag73.xml><?xml version="1.0" encoding="utf-8"?>
<p:tagLst xmlns:a="http://schemas.openxmlformats.org/drawingml/2006/main" xmlns:r="http://schemas.openxmlformats.org/officeDocument/2006/relationships" xmlns:p="http://schemas.openxmlformats.org/presentationml/2006/main">
  <p:tag name="PA" val="v5.2.9"/>
</p:tagLst>
</file>

<file path=ppt/tags/tag74.xml><?xml version="1.0" encoding="utf-8"?>
<p:tagLst xmlns:a="http://schemas.openxmlformats.org/drawingml/2006/main" xmlns:r="http://schemas.openxmlformats.org/officeDocument/2006/relationships" xmlns:p="http://schemas.openxmlformats.org/presentationml/2006/main">
  <p:tag name="PA" val="v5.2.9"/>
</p:tagLst>
</file>

<file path=ppt/tags/tag75.xml><?xml version="1.0" encoding="utf-8"?>
<p:tagLst xmlns:a="http://schemas.openxmlformats.org/drawingml/2006/main" xmlns:r="http://schemas.openxmlformats.org/officeDocument/2006/relationships" xmlns:p="http://schemas.openxmlformats.org/presentationml/2006/main">
  <p:tag name="PA" val="v5.2.9"/>
</p:tagLst>
</file>

<file path=ppt/tags/tag76.xml><?xml version="1.0" encoding="utf-8"?>
<p:tagLst xmlns:a="http://schemas.openxmlformats.org/drawingml/2006/main" xmlns:r="http://schemas.openxmlformats.org/officeDocument/2006/relationships" xmlns:p="http://schemas.openxmlformats.org/presentationml/2006/main">
  <p:tag name="PA" val="v5.2.9"/>
</p:tagLst>
</file>

<file path=ppt/tags/tag77.xml><?xml version="1.0" encoding="utf-8"?>
<p:tagLst xmlns:a="http://schemas.openxmlformats.org/drawingml/2006/main" xmlns:r="http://schemas.openxmlformats.org/officeDocument/2006/relationships" xmlns:p="http://schemas.openxmlformats.org/presentationml/2006/main">
  <p:tag name="PA" val="v5.2.9"/>
</p:tagLst>
</file>

<file path=ppt/tags/tag78.xml><?xml version="1.0" encoding="utf-8"?>
<p:tagLst xmlns:a="http://schemas.openxmlformats.org/drawingml/2006/main" xmlns:r="http://schemas.openxmlformats.org/officeDocument/2006/relationships" xmlns:p="http://schemas.openxmlformats.org/presentationml/2006/main">
  <p:tag name="PA" val="v5.2.9"/>
</p:tagLst>
</file>

<file path=ppt/tags/tag79.xml><?xml version="1.0" encoding="utf-8"?>
<p:tagLst xmlns:a="http://schemas.openxmlformats.org/drawingml/2006/main" xmlns:r="http://schemas.openxmlformats.org/officeDocument/2006/relationships" xmlns:p="http://schemas.openxmlformats.org/presentationml/2006/main">
  <p:tag name="PA" val="v5.2.9"/>
</p:tagLst>
</file>

<file path=ppt/tags/tag80.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3864</Words>
  <Application>Microsoft Office PowerPoint</Application>
  <PresentationFormat>宽屏</PresentationFormat>
  <Paragraphs>571</Paragraphs>
  <Slides>39</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39</vt:i4>
      </vt:variant>
    </vt:vector>
  </HeadingPairs>
  <TitlesOfParts>
    <vt:vector size="51" baseType="lpstr">
      <vt:lpstr>阿里巴巴普惠体 H</vt:lpstr>
      <vt:lpstr>阿里巴巴普惠体 M</vt:lpstr>
      <vt:lpstr>阿里巴巴普惠体 R</vt:lpstr>
      <vt:lpstr>等线</vt:lpstr>
      <vt:lpstr>等线 Light</vt:lpstr>
      <vt:lpstr>微软雅黑</vt:lpstr>
      <vt:lpstr>微软雅黑 Light</vt:lpstr>
      <vt:lpstr>Arial</vt:lpstr>
      <vt:lpstr>Arial Black</vt:lpstr>
      <vt:lpstr>Calibri</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
  <cp:revision>46</cp:revision>
  <dcterms:created xsi:type="dcterms:W3CDTF">2020-07-28T02:01:10Z</dcterms:created>
  <dcterms:modified xsi:type="dcterms:W3CDTF">2024-01-02T05:08:58Z</dcterms:modified>
</cp:coreProperties>
</file>